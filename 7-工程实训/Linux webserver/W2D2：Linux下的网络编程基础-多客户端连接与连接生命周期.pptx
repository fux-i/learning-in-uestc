
<file path=[Content_Types].xml><?xml version="1.0" encoding="utf-8"?>
<Types xmlns="http://schemas.openxmlformats.org/package/2006/content-types">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39"/>
  </p:notesMasterIdLst>
  <p:sldIdLst>
    <p:sldId id="258" r:id="rId2"/>
    <p:sldId id="313" r:id="rId3"/>
    <p:sldId id="314" r:id="rId4"/>
    <p:sldId id="257" r:id="rId5"/>
    <p:sldId id="302" r:id="rId6"/>
    <p:sldId id="268" r:id="rId7"/>
    <p:sldId id="319" r:id="rId8"/>
    <p:sldId id="320" r:id="rId9"/>
    <p:sldId id="321" r:id="rId10"/>
    <p:sldId id="290" r:id="rId11"/>
    <p:sldId id="293" r:id="rId12"/>
    <p:sldId id="323" r:id="rId13"/>
    <p:sldId id="325" r:id="rId14"/>
    <p:sldId id="326" r:id="rId15"/>
    <p:sldId id="327" r:id="rId16"/>
    <p:sldId id="328" r:id="rId17"/>
    <p:sldId id="329" r:id="rId18"/>
    <p:sldId id="330" r:id="rId19"/>
    <p:sldId id="331" r:id="rId20"/>
    <p:sldId id="332" r:id="rId21"/>
    <p:sldId id="333" r:id="rId22"/>
    <p:sldId id="334" r:id="rId23"/>
    <p:sldId id="300" r:id="rId24"/>
    <p:sldId id="335" r:id="rId25"/>
    <p:sldId id="336" r:id="rId26"/>
    <p:sldId id="337" r:id="rId27"/>
    <p:sldId id="691" r:id="rId28"/>
    <p:sldId id="618" r:id="rId29"/>
    <p:sldId id="1274" r:id="rId30"/>
    <p:sldId id="619" r:id="rId31"/>
    <p:sldId id="1277" r:id="rId32"/>
    <p:sldId id="1270" r:id="rId33"/>
    <p:sldId id="1278" r:id="rId34"/>
    <p:sldId id="1279" r:id="rId35"/>
    <p:sldId id="1280" r:id="rId36"/>
    <p:sldId id="1281" r:id="rId37"/>
    <p:sldId id="1282" r:id="rId38"/>
  </p:sldIdLst>
  <p:sldSz cx="9144000" cy="5143500" type="screen16x9"/>
  <p:notesSz cx="7099300" cy="10234613"/>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901"/>
    <p:restoredTop sz="85685"/>
  </p:normalViewPr>
  <p:slideViewPr>
    <p:cSldViewPr showGuides="1">
      <p:cViewPr>
        <p:scale>
          <a:sx n="140" d="100"/>
          <a:sy n="140" d="100"/>
        </p:scale>
        <p:origin x="2432" y="1128"/>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4465638" cy="350838"/>
          </a:xfrm>
          <a:prstGeom prst="rect">
            <a:avLst/>
          </a:prstGeom>
          <a:noFill/>
          <a:ln w="9525">
            <a:noFill/>
            <a:miter lim="800000"/>
          </a:ln>
        </p:spPr>
        <p:txBody>
          <a:bodyPr vert="horz" wrap="square" lIns="77867" tIns="38933" rIns="77867" bIns="38933" numCol="1" anchor="t" anchorCtr="0" compatLnSpc="1"/>
          <a:lstStyle>
            <a:lvl1pPr defTabSz="974725" eaLnBrk="0" hangingPunct="0">
              <a:buFont typeface="Arial" panose="020B0604020202090204" pitchFamily="34" charset="0"/>
              <a:buNone/>
              <a:defRPr sz="1300" b="1">
                <a:latin typeface="Arial" panose="020B0604020202090204" pitchFamily="34" charset="0"/>
              </a:defRPr>
            </a:lvl1pPr>
          </a:lstStyle>
          <a:p>
            <a:pPr marL="0" marR="0" lvl="0" indent="0" algn="l" defTabSz="974725" rtl="0" eaLnBrk="0" fontAlgn="base" latinLnBrk="0" hangingPunct="0">
              <a:lnSpc>
                <a:spcPct val="100000"/>
              </a:lnSpc>
              <a:spcBef>
                <a:spcPct val="0"/>
              </a:spcBef>
              <a:spcAft>
                <a:spcPct val="0"/>
              </a:spcAft>
              <a:buClrTx/>
              <a:buSzTx/>
              <a:buFont typeface="Arial" panose="020B0604020202090204" pitchFamily="34" charset="0"/>
              <a:buNone/>
              <a:defRPr/>
            </a:pPr>
            <a:endParaRPr kumimoji="0" lang="zh-CN" altLang="en-US" sz="1300" b="1" i="0" u="none" strike="noStrike" kern="1200" cap="none" spc="0" normalizeH="0" baseline="0" noProof="0">
              <a:ln>
                <a:noFill/>
              </a:ln>
              <a:solidFill>
                <a:schemeClr val="tx1"/>
              </a:solidFill>
              <a:effectLst/>
              <a:uLnTx/>
              <a:uFillTx/>
              <a:latin typeface="Arial" panose="020B0604020202090204" pitchFamily="34" charset="0"/>
              <a:ea typeface="宋体" panose="02010600030101010101" pitchFamily="2" charset="-122"/>
              <a:cs typeface="+mn-cs"/>
            </a:endParaRPr>
          </a:p>
        </p:txBody>
      </p:sp>
      <p:sp>
        <p:nvSpPr>
          <p:cNvPr id="3075" name="Rectangle 3"/>
          <p:cNvSpPr>
            <a:spLocks noGrp="1" noChangeArrowheads="1"/>
          </p:cNvSpPr>
          <p:nvPr>
            <p:ph type="dt" idx="1"/>
          </p:nvPr>
        </p:nvSpPr>
        <p:spPr bwMode="auto">
          <a:xfrm>
            <a:off x="5805488" y="0"/>
            <a:ext cx="4465638" cy="350838"/>
          </a:xfrm>
          <a:prstGeom prst="rect">
            <a:avLst/>
          </a:prstGeom>
          <a:noFill/>
          <a:ln w="9525">
            <a:noFill/>
            <a:miter lim="800000"/>
          </a:ln>
        </p:spPr>
        <p:txBody>
          <a:bodyPr vert="horz" wrap="square" lIns="77867" tIns="38933" rIns="77867" bIns="38933" numCol="1" anchor="t" anchorCtr="0" compatLnSpc="1"/>
          <a:lstStyle>
            <a:lvl1pPr algn="r" defTabSz="974725" eaLnBrk="0" hangingPunct="0">
              <a:buFont typeface="Arial" panose="020B0604020202090204" pitchFamily="34" charset="0"/>
              <a:buNone/>
              <a:defRPr sz="1300" b="1">
                <a:latin typeface="Arial" panose="020B0604020202090204" pitchFamily="34" charset="0"/>
              </a:defRPr>
            </a:lvl1pPr>
          </a:lstStyle>
          <a:p>
            <a:pPr marL="0" marR="0" lvl="0" indent="0" algn="r" defTabSz="974725" rtl="0" eaLnBrk="0" fontAlgn="base" latinLnBrk="0" hangingPunct="0">
              <a:lnSpc>
                <a:spcPct val="100000"/>
              </a:lnSpc>
              <a:spcBef>
                <a:spcPct val="0"/>
              </a:spcBef>
              <a:spcAft>
                <a:spcPct val="0"/>
              </a:spcAft>
              <a:buClrTx/>
              <a:buSzTx/>
              <a:buFont typeface="Arial" panose="020B0604020202090204" pitchFamily="34" charset="0"/>
              <a:buNone/>
              <a:defRPr/>
            </a:pPr>
            <a:endParaRPr kumimoji="0" lang="en-US" sz="1300" b="1" i="0" u="none" strike="noStrike" kern="1200" cap="none" spc="0" normalizeH="0" baseline="0" noProof="0">
              <a:ln>
                <a:noFill/>
              </a:ln>
              <a:solidFill>
                <a:schemeClr val="tx1"/>
              </a:solidFill>
              <a:effectLst/>
              <a:uLnTx/>
              <a:uFillTx/>
              <a:latin typeface="Arial" panose="020B0604020202090204" pitchFamily="34" charset="0"/>
              <a:ea typeface="宋体" panose="02010600030101010101" pitchFamily="2" charset="-122"/>
              <a:cs typeface="+mn-cs"/>
            </a:endParaRPr>
          </a:p>
        </p:txBody>
      </p:sp>
      <p:sp>
        <p:nvSpPr>
          <p:cNvPr id="18436" name="Rectangle 4"/>
          <p:cNvSpPr>
            <a:spLocks noGrp="1" noRot="1" noChangeAspect="1" noTextEdit="1"/>
          </p:cNvSpPr>
          <p:nvPr>
            <p:ph type="sldImg" idx="2"/>
          </p:nvPr>
        </p:nvSpPr>
        <p:spPr>
          <a:xfrm>
            <a:off x="2692400" y="523875"/>
            <a:ext cx="4775200" cy="2686050"/>
          </a:xfrm>
          <a:prstGeom prst="rect">
            <a:avLst/>
          </a:prstGeom>
          <a:noFill/>
          <a:ln w="9525">
            <a:noFill/>
          </a:ln>
        </p:spPr>
      </p:sp>
      <p:sp>
        <p:nvSpPr>
          <p:cNvPr id="3077" name="Rectangle 5"/>
          <p:cNvSpPr>
            <a:spLocks noGrp="1" noChangeArrowheads="1" noTextEdit="1"/>
          </p:cNvSpPr>
          <p:nvPr>
            <p:ph type="body" sz="quarter" idx="3"/>
          </p:nvPr>
        </p:nvSpPr>
        <p:spPr bwMode="auto">
          <a:xfrm>
            <a:off x="1341438" y="3382963"/>
            <a:ext cx="7478713" cy="3211513"/>
          </a:xfrm>
          <a:prstGeom prst="rect">
            <a:avLst/>
          </a:prstGeom>
          <a:noFill/>
          <a:ln w="9525">
            <a:noFill/>
            <a:miter lim="800000"/>
          </a:ln>
        </p:spPr>
        <p:txBody>
          <a:bodyPr vert="horz" wrap="square" lIns="77867" tIns="38933" rIns="77867" bIns="38933" numCol="1" anchor="ctr" anchorCtr="0" compatLnSpc="1"/>
          <a:lstStyle/>
          <a:p>
            <a:pPr marL="113030" marR="0" lvl="0" indent="-113030" algn="l" defTabSz="1021080" rtl="0" eaLnBrk="0" fontAlgn="base" latinLnBrk="0" hangingPunct="0">
              <a:lnSpc>
                <a:spcPct val="90000"/>
              </a:lnSpc>
              <a:spcBef>
                <a:spcPct val="40000"/>
              </a:spcBef>
              <a:spcAft>
                <a:spcPct val="0"/>
              </a:spcAft>
              <a:buClrTx/>
              <a:buSzPct val="100000"/>
              <a:buFontTx/>
              <a:buChar char="•"/>
              <a:defRPr/>
            </a:pPr>
            <a:endParaRPr kumimoji="0" lang="zh-CN" altLang="zh-CN" sz="14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3078" name="Rectangle 6"/>
          <p:cNvSpPr>
            <a:spLocks noGrp="1" noChangeArrowheads="1"/>
          </p:cNvSpPr>
          <p:nvPr>
            <p:ph type="ftr" sz="quarter" idx="4"/>
          </p:nvPr>
        </p:nvSpPr>
        <p:spPr bwMode="auto">
          <a:xfrm>
            <a:off x="0" y="6769100"/>
            <a:ext cx="4465638" cy="347663"/>
          </a:xfrm>
          <a:prstGeom prst="rect">
            <a:avLst/>
          </a:prstGeom>
          <a:noFill/>
          <a:ln w="9525">
            <a:noFill/>
            <a:miter lim="800000"/>
          </a:ln>
        </p:spPr>
        <p:txBody>
          <a:bodyPr vert="horz" wrap="square" lIns="77867" tIns="38933" rIns="77867" bIns="38933" numCol="1" anchor="b" anchorCtr="0" compatLnSpc="1"/>
          <a:lstStyle>
            <a:lvl1pPr defTabSz="974725" eaLnBrk="0" hangingPunct="0">
              <a:buFont typeface="Arial" panose="020B0604020202090204" pitchFamily="34" charset="0"/>
              <a:buNone/>
              <a:defRPr sz="1300" b="1">
                <a:latin typeface="Arial" panose="020B0604020202090204" pitchFamily="34" charset="0"/>
              </a:defRPr>
            </a:lvl1pPr>
          </a:lstStyle>
          <a:p>
            <a:pPr marL="0" marR="0" lvl="0" indent="0" algn="l" defTabSz="974725" rtl="0" eaLnBrk="0" fontAlgn="base" latinLnBrk="0" hangingPunct="0">
              <a:lnSpc>
                <a:spcPct val="100000"/>
              </a:lnSpc>
              <a:spcBef>
                <a:spcPct val="0"/>
              </a:spcBef>
              <a:spcAft>
                <a:spcPct val="0"/>
              </a:spcAft>
              <a:buClrTx/>
              <a:buSzTx/>
              <a:buFont typeface="Arial" panose="020B0604020202090204" pitchFamily="34" charset="0"/>
              <a:buNone/>
              <a:defRPr/>
            </a:pPr>
            <a:endParaRPr kumimoji="0" lang="en-US" sz="1300" b="1" i="0" u="none" strike="noStrike" kern="1200" cap="none" spc="0" normalizeH="0" baseline="0" noProof="0">
              <a:ln>
                <a:noFill/>
              </a:ln>
              <a:solidFill>
                <a:schemeClr val="tx1"/>
              </a:solidFill>
              <a:effectLst/>
              <a:uLnTx/>
              <a:uFillTx/>
              <a:latin typeface="Arial" panose="020B0604020202090204" pitchFamily="34" charset="0"/>
              <a:ea typeface="宋体" panose="02010600030101010101" pitchFamily="2" charset="-122"/>
              <a:cs typeface="+mn-cs"/>
            </a:endParaRPr>
          </a:p>
        </p:txBody>
      </p:sp>
      <p:sp>
        <p:nvSpPr>
          <p:cNvPr id="3079" name="Rectangle 7"/>
          <p:cNvSpPr>
            <a:spLocks noGrp="1" noChangeArrowheads="1"/>
          </p:cNvSpPr>
          <p:nvPr>
            <p:ph type="sldNum" sz="quarter" idx="5"/>
          </p:nvPr>
        </p:nvSpPr>
        <p:spPr bwMode="auto">
          <a:xfrm>
            <a:off x="5805488" y="6769100"/>
            <a:ext cx="4465638" cy="347663"/>
          </a:xfrm>
          <a:prstGeom prst="rect">
            <a:avLst/>
          </a:prstGeom>
          <a:noFill/>
          <a:ln w="9525">
            <a:noFill/>
            <a:miter lim="800000"/>
          </a:ln>
        </p:spPr>
        <p:txBody>
          <a:bodyPr vert="horz" wrap="square" lIns="77867" tIns="38933" rIns="77867" bIns="38933" numCol="1" anchor="b" anchorCtr="0" compatLnSpc="1"/>
          <a:lstStyle/>
          <a:p>
            <a:pPr lvl="0" algn="r" defTabSz="974725">
              <a:buNone/>
            </a:pPr>
            <a:fld id="{9A0DB2DC-4C9A-4742-B13C-FB6460FD3503}" type="slidenum">
              <a:rPr lang="zh-CN" altLang="en-US" sz="1300" b="1"/>
              <a:t>‹#›</a:t>
            </a:fld>
            <a:endParaRPr lang="zh-CN" altLang="en-US" sz="1300" b="1"/>
          </a:p>
        </p:txBody>
      </p:sp>
    </p:spTree>
  </p:cSld>
  <p:clrMap bg1="lt1" tx1="dk1" bg2="lt2" tx2="dk2" accent1="accent1" accent2="accent2" accent3="accent3" accent4="accent4" accent5="accent5" accent6="accent6" hlink="hlink" folHlink="folHlink"/>
  <p:hf sldNum="0" hdr="0" ftr="0" dt="0"/>
  <p:notesStyle>
    <a:lvl1pPr marL="113030" indent="-113030" algn="l" defTabSz="1021080" rtl="0" eaLnBrk="0" fontAlgn="base" hangingPunct="0">
      <a:lnSpc>
        <a:spcPct val="90000"/>
      </a:lnSpc>
      <a:spcBef>
        <a:spcPct val="40000"/>
      </a:spcBef>
      <a:spcAft>
        <a:spcPct val="0"/>
      </a:spcAft>
      <a:buSzPct val="100000"/>
      <a:buChar char="•"/>
      <a:defRPr sz="1400" kern="1200">
        <a:solidFill>
          <a:schemeClr val="tx1"/>
        </a:solidFill>
        <a:latin typeface="Arial" panose="020B0604020202090204" pitchFamily="34" charset="0"/>
        <a:ea typeface="+mn-ea"/>
        <a:cs typeface="+mn-cs"/>
      </a:defRPr>
    </a:lvl1pPr>
    <a:lvl2pPr marL="482600" indent="-120650" algn="l" defTabSz="1021080" rtl="0" eaLnBrk="0" fontAlgn="base" hangingPunct="0">
      <a:lnSpc>
        <a:spcPct val="90000"/>
      </a:lnSpc>
      <a:spcBef>
        <a:spcPct val="40000"/>
      </a:spcBef>
      <a:spcAft>
        <a:spcPct val="0"/>
      </a:spcAft>
      <a:buSzPct val="100000"/>
      <a:buChar char="•"/>
      <a:defRPr sz="1400" kern="1200">
        <a:solidFill>
          <a:schemeClr val="tx1"/>
        </a:solidFill>
        <a:latin typeface="Arial" panose="020B0604020202090204" pitchFamily="34" charset="0"/>
        <a:ea typeface="+mn-ea"/>
        <a:cs typeface="+mn-cs"/>
      </a:defRPr>
    </a:lvl2pPr>
    <a:lvl3pPr marL="967105" indent="-52705" algn="l" defTabSz="1021080" rtl="0" eaLnBrk="0" fontAlgn="base" hangingPunct="0">
      <a:lnSpc>
        <a:spcPct val="90000"/>
      </a:lnSpc>
      <a:spcBef>
        <a:spcPct val="40000"/>
      </a:spcBef>
      <a:spcAft>
        <a:spcPct val="0"/>
      </a:spcAft>
      <a:buSzPct val="100000"/>
      <a:buChar char="•"/>
      <a:defRPr sz="1400" kern="1200">
        <a:solidFill>
          <a:schemeClr val="tx1"/>
        </a:solidFill>
        <a:latin typeface="Arial" panose="020B0604020202090204" pitchFamily="34" charset="0"/>
        <a:ea typeface="+mn-ea"/>
        <a:cs typeface="+mn-cs"/>
      </a:defRPr>
    </a:lvl3pPr>
    <a:lvl4pPr marL="1449705" indent="-78105" algn="l" defTabSz="1021080" rtl="0" eaLnBrk="0" fontAlgn="base" hangingPunct="0">
      <a:lnSpc>
        <a:spcPct val="90000"/>
      </a:lnSpc>
      <a:spcBef>
        <a:spcPct val="40000"/>
      </a:spcBef>
      <a:spcAft>
        <a:spcPct val="0"/>
      </a:spcAft>
      <a:buSzPct val="100000"/>
      <a:buChar char="•"/>
      <a:defRPr sz="1400" kern="1200">
        <a:solidFill>
          <a:schemeClr val="tx1"/>
        </a:solidFill>
        <a:latin typeface="Arial" panose="020B0604020202090204" pitchFamily="34" charset="0"/>
        <a:ea typeface="+mn-ea"/>
        <a:cs typeface="+mn-cs"/>
      </a:defRPr>
    </a:lvl4pPr>
    <a:lvl5pPr marL="1932305" indent="-103505" algn="l" defTabSz="1021080" rtl="0" eaLnBrk="0" fontAlgn="base" hangingPunct="0">
      <a:lnSpc>
        <a:spcPct val="90000"/>
      </a:lnSpc>
      <a:spcBef>
        <a:spcPct val="40000"/>
      </a:spcBef>
      <a:spcAft>
        <a:spcPct val="0"/>
      </a:spcAft>
      <a:buSzPct val="100000"/>
      <a:buChar char="•"/>
      <a:defRPr sz="1400" kern="1200">
        <a:solidFill>
          <a:schemeClr val="tx1"/>
        </a:solidFill>
        <a:latin typeface="Arial" panose="020B060402020209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13030" marR="0" lvl="0" indent="-113030" algn="l" defTabSz="1021080" rtl="0" eaLnBrk="0" fontAlgn="base" latinLnBrk="0" hangingPunct="0">
              <a:lnSpc>
                <a:spcPct val="90000"/>
              </a:lnSpc>
              <a:spcBef>
                <a:spcPct val="40000"/>
              </a:spcBef>
              <a:spcAft>
                <a:spcPct val="0"/>
              </a:spcAft>
              <a:buClrTx/>
              <a:buSzPct val="100000"/>
              <a:buFontTx/>
              <a:buChar char="•"/>
              <a:tabLst/>
              <a:defRPr/>
            </a:pPr>
            <a:r>
              <a:rPr lang="zh-CN" altLang="en-US" sz="1400" dirty="0"/>
              <a:t>函数</a:t>
            </a:r>
            <a:r>
              <a:rPr lang="en-US" altLang="zh-CN" sz="1400" dirty="0" err="1"/>
              <a:t>waitpid</a:t>
            </a:r>
            <a:r>
              <a:rPr lang="zh-CN" altLang="en-US" sz="1400" dirty="0"/>
              <a:t>对等待哪个进程及是否阻塞给了我们更多的控制。首先，参数 </a:t>
            </a:r>
            <a:r>
              <a:rPr lang="en-US" altLang="zh-CN" sz="1400" dirty="0" err="1"/>
              <a:t>pid</a:t>
            </a:r>
            <a:r>
              <a:rPr lang="zh-CN" altLang="en-US" sz="1400" dirty="0"/>
              <a:t>让我们指定想等待的进程</a:t>
            </a:r>
            <a:r>
              <a:rPr lang="en-US" altLang="zh-CN" sz="1400" dirty="0"/>
              <a:t>ID</a:t>
            </a:r>
            <a:r>
              <a:rPr lang="zh-CN" altLang="en-US" sz="1400" dirty="0"/>
              <a:t>，值</a:t>
            </a:r>
            <a:r>
              <a:rPr lang="en-US" altLang="zh-CN" sz="1400" dirty="0"/>
              <a:t>-1</a:t>
            </a:r>
            <a:r>
              <a:rPr lang="zh-CN" altLang="en-US" sz="1400" dirty="0"/>
              <a:t>表示等待第一个终止的子进程。（也有其他选项，它们涉及到进程组</a:t>
            </a:r>
            <a:r>
              <a:rPr lang="en-US" altLang="zh-CN" sz="1400" dirty="0"/>
              <a:t>ID</a:t>
            </a:r>
            <a:r>
              <a:rPr lang="zh-CN" altLang="en-US" sz="1400" dirty="0"/>
              <a:t>，本书中不需考虑）参数</a:t>
            </a:r>
            <a:r>
              <a:rPr lang="en-US" altLang="zh-CN" sz="1400" dirty="0"/>
              <a:t>options</a:t>
            </a:r>
            <a:r>
              <a:rPr lang="zh-CN" altLang="en-US" sz="1400" dirty="0"/>
              <a:t>让我们指定附加选项，最常用的选项是</a:t>
            </a:r>
            <a:r>
              <a:rPr lang="en-US" altLang="zh-CN" sz="1400" dirty="0"/>
              <a:t>WNOHANG</a:t>
            </a:r>
            <a:r>
              <a:rPr lang="zh-CN" altLang="en-US" sz="1400" dirty="0"/>
              <a:t>，它通知内核在没有已终止子进程时不要阻塞。</a:t>
            </a:r>
            <a:endParaRPr lang="zh-CN" altLang="en-US" sz="1400" dirty="0">
              <a:solidFill>
                <a:srgbClr val="FF0000"/>
              </a:solidFill>
            </a:endParaRPr>
          </a:p>
          <a:p>
            <a:endParaRPr kumimoji="1" lang="zh-CN" altLang="en-US" dirty="0"/>
          </a:p>
        </p:txBody>
      </p:sp>
    </p:spTree>
    <p:extLst>
      <p:ext uri="{BB962C8B-B14F-4D97-AF65-F5344CB8AC3E}">
        <p14:creationId xmlns:p14="http://schemas.microsoft.com/office/powerpoint/2010/main" val="42688358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a:extLst>
              <a:ext uri="{FF2B5EF4-FFF2-40B4-BE49-F238E27FC236}">
                <a16:creationId xmlns:a16="http://schemas.microsoft.com/office/drawing/2014/main" id="{57A30B05-FE2A-09F6-F9A6-1DDF93E451A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0" name="备注占位符 2">
            <a:extLst>
              <a:ext uri="{FF2B5EF4-FFF2-40B4-BE49-F238E27FC236}">
                <a16:creationId xmlns:a16="http://schemas.microsoft.com/office/drawing/2014/main" id="{EADFE14A-B425-124B-EFB5-193D9F45911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nSpc>
                <a:spcPct val="130000"/>
              </a:lnSpc>
              <a:spcBef>
                <a:spcPct val="0"/>
              </a:spcBef>
            </a:pPr>
            <a:r>
              <a:rPr lang="zh-CN" altLang="en-US">
                <a:solidFill>
                  <a:srgbClr val="000000"/>
                </a:solidFill>
              </a:rPr>
              <a:t>我们的回射客户</a:t>
            </a:r>
            <a:r>
              <a:rPr lang="en-US" altLang="zh-CN">
                <a:solidFill>
                  <a:srgbClr val="000000"/>
                </a:solidFill>
              </a:rPr>
              <a:t>-</a:t>
            </a:r>
            <a:r>
              <a:rPr lang="zh-CN" altLang="en-US">
                <a:solidFill>
                  <a:srgbClr val="000000"/>
                </a:solidFill>
              </a:rPr>
              <a:t>服务器程序第一版共约</a:t>
            </a:r>
            <a:r>
              <a:rPr lang="en-US" altLang="zh-CN">
                <a:solidFill>
                  <a:srgbClr val="000000"/>
                </a:solidFill>
              </a:rPr>
              <a:t>150</a:t>
            </a:r>
            <a:r>
              <a:rPr lang="zh-CN" altLang="en-US">
                <a:solidFill>
                  <a:srgbClr val="000000"/>
                </a:solidFill>
              </a:rPr>
              <a:t>行（包括函数</a:t>
            </a:r>
            <a:r>
              <a:rPr lang="en-US" altLang="zh-CN">
                <a:solidFill>
                  <a:srgbClr val="000000"/>
                </a:solidFill>
              </a:rPr>
              <a:t>readline</a:t>
            </a:r>
            <a:r>
              <a:rPr lang="zh-CN" altLang="en-US">
                <a:solidFill>
                  <a:srgbClr val="000000"/>
                </a:solidFill>
              </a:rPr>
              <a:t>和 </a:t>
            </a:r>
            <a:r>
              <a:rPr lang="en-US" altLang="zh-CN">
                <a:solidFill>
                  <a:srgbClr val="000000"/>
                </a:solidFill>
              </a:rPr>
              <a:t>writen ) </a:t>
            </a:r>
            <a:r>
              <a:rPr lang="zh-CN" altLang="en-US">
                <a:solidFill>
                  <a:srgbClr val="000000"/>
                </a:solidFill>
              </a:rPr>
              <a:t>，然而留下了待检查的许多细节向题。</a:t>
            </a:r>
            <a:endParaRPr lang="en-US" altLang="zh-CN">
              <a:solidFill>
                <a:srgbClr val="000000"/>
              </a:solidFill>
            </a:endParaRPr>
          </a:p>
          <a:p>
            <a:pPr>
              <a:lnSpc>
                <a:spcPct val="130000"/>
              </a:lnSpc>
              <a:spcBef>
                <a:spcPct val="0"/>
              </a:spcBef>
            </a:pPr>
            <a:r>
              <a:rPr lang="zh-CN" altLang="en-US">
                <a:solidFill>
                  <a:srgbClr val="000000"/>
                </a:solidFill>
              </a:rPr>
              <a:t>我们遇到的第一个问题是僵尸进程问题，通过捕获信号</a:t>
            </a:r>
            <a:r>
              <a:rPr lang="en-US" altLang="zh-CN">
                <a:solidFill>
                  <a:srgbClr val="000000"/>
                </a:solidFill>
              </a:rPr>
              <a:t>SIGCHLD</a:t>
            </a:r>
            <a:r>
              <a:rPr lang="zh-CN" altLang="en-US">
                <a:solidFill>
                  <a:srgbClr val="000000"/>
                </a:solidFill>
              </a:rPr>
              <a:t>来处理。接着，信号处理程序调用</a:t>
            </a:r>
            <a:r>
              <a:rPr lang="en-US" altLang="zh-CN">
                <a:solidFill>
                  <a:srgbClr val="000000"/>
                </a:solidFill>
              </a:rPr>
              <a:t>waitpid</a:t>
            </a:r>
            <a:r>
              <a:rPr lang="zh-CN" altLang="en-US">
                <a:solidFill>
                  <a:srgbClr val="000000"/>
                </a:solidFill>
              </a:rPr>
              <a:t>，我们已证明必须调用此函数而不是早期的</a:t>
            </a:r>
            <a:r>
              <a:rPr lang="en-US" altLang="zh-CN">
                <a:solidFill>
                  <a:srgbClr val="000000"/>
                </a:solidFill>
              </a:rPr>
              <a:t>wait</a:t>
            </a:r>
            <a:r>
              <a:rPr lang="zh-CN" altLang="en-US">
                <a:solidFill>
                  <a:srgbClr val="000000"/>
                </a:solidFill>
              </a:rPr>
              <a:t>函数，因为</a:t>
            </a:r>
            <a:r>
              <a:rPr lang="en-US" altLang="zh-CN">
                <a:solidFill>
                  <a:srgbClr val="000000"/>
                </a:solidFill>
              </a:rPr>
              <a:t>Unix</a:t>
            </a:r>
            <a:r>
              <a:rPr lang="zh-CN" altLang="en-US">
                <a:solidFill>
                  <a:srgbClr val="000000"/>
                </a:solidFill>
              </a:rPr>
              <a:t>信号是不排队的。</a:t>
            </a:r>
          </a:p>
          <a:p>
            <a:pPr>
              <a:spcBef>
                <a:spcPct val="0"/>
              </a:spcBef>
            </a:pPr>
            <a:endParaRPr kumimoji="1" lang="zh-CN" altLang="en-US"/>
          </a:p>
        </p:txBody>
      </p:sp>
      <p:sp>
        <p:nvSpPr>
          <p:cNvPr id="43011" name="灯片编号占位符 3">
            <a:extLst>
              <a:ext uri="{FF2B5EF4-FFF2-40B4-BE49-F238E27FC236}">
                <a16:creationId xmlns:a16="http://schemas.microsoft.com/office/drawing/2014/main" id="{13D79604-00E6-79FD-B68A-A8FAF6B6F55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85C119C-6AAD-D646-9E23-D3D654E56F0C}" type="slidenum">
              <a:rPr lang="zh-CN" altLang="en-US"/>
              <a:pPr/>
              <a:t>25</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幻灯片图像占位符 1"/>
          <p:cNvSpPr>
            <a:spLocks noGrp="1" noRot="1" noChangeAspect="1" noTextEdit="1"/>
          </p:cNvSpPr>
          <p:nvPr>
            <p:ph type="sldImg"/>
          </p:nvPr>
        </p:nvSpPr>
        <p:spPr>
          <a:ln>
            <a:solidFill>
              <a:srgbClr val="000000">
                <a:alpha val="100000"/>
              </a:srgbClr>
            </a:solidFill>
            <a:miter lim="800000"/>
          </a:ln>
        </p:spPr>
      </p:sp>
      <p:sp>
        <p:nvSpPr>
          <p:cNvPr id="78850" name="备注占位符 2"/>
          <p:cNvSpPr>
            <a:spLocks noGrp="1"/>
          </p:cNvSpPr>
          <p:nvPr>
            <p:ph type="body" idx="1"/>
          </p:nvPr>
        </p:nvSpPr>
        <p:spPr>
          <a:xfrm>
            <a:off x="1341438" y="3382963"/>
            <a:ext cx="7478712" cy="3211512"/>
          </a:xfrm>
          <a:ln/>
        </p:spPr>
        <p:txBody>
          <a:bodyPr wrap="square" lIns="77867" tIns="38933" rIns="77867" bIns="38933" anchor="ctr" anchorCtr="0"/>
          <a:lstStyle/>
          <a:p>
            <a:pPr lvl="0"/>
            <a:endParaRPr lang="zh-CN" altLang="en-US"/>
          </a:p>
        </p:txBody>
      </p:sp>
      <p:sp>
        <p:nvSpPr>
          <p:cNvPr id="78851" name="灯片编号占位符 3"/>
          <p:cNvSpPr txBox="1">
            <a:spLocks noGrp="1"/>
          </p:cNvSpPr>
          <p:nvPr>
            <p:ph type="sldNum" sz="quarter"/>
          </p:nvPr>
        </p:nvSpPr>
        <p:spPr>
          <a:xfrm>
            <a:off x="5805488" y="6769100"/>
            <a:ext cx="4465637" cy="347663"/>
          </a:xfrm>
          <a:prstGeom prst="rect">
            <a:avLst/>
          </a:prstGeom>
          <a:noFill/>
          <a:ln w="9525">
            <a:noFill/>
          </a:ln>
        </p:spPr>
        <p:txBody>
          <a:bodyPr lIns="77867" tIns="38933" rIns="77867" bIns="38933" anchor="b" anchorCtr="0"/>
          <a:lstStyle/>
          <a:p>
            <a:pPr lvl="0" algn="r" defTabSz="974725"/>
            <a:fld id="{9A0DB2DC-4C9A-4742-B13C-FB6460FD3503}" type="slidenum">
              <a:rPr lang="en-US" sz="1300">
                <a:latin typeface="等线" pitchFamily="2" charset="-122"/>
                <a:ea typeface="等线" pitchFamily="2" charset="-122"/>
              </a:rPr>
              <a:t>30</a:t>
            </a:fld>
            <a:endParaRPr lang="en-US" altLang="en-US" sz="1300">
              <a:latin typeface="等线" pitchFamily="2" charset="-122"/>
              <a:ea typeface="等线"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AD177-631A-9B07-D904-86AD63528E21}"/>
            </a:ext>
          </a:extLst>
        </p:cNvPr>
        <p:cNvGrpSpPr/>
        <p:nvPr/>
      </p:nvGrpSpPr>
      <p:grpSpPr>
        <a:xfrm>
          <a:off x="0" y="0"/>
          <a:ext cx="0" cy="0"/>
          <a:chOff x="0" y="0"/>
          <a:chExt cx="0" cy="0"/>
        </a:xfrm>
      </p:grpSpPr>
      <p:sp>
        <p:nvSpPr>
          <p:cNvPr id="78849" name="幻灯片图像占位符 1">
            <a:extLst>
              <a:ext uri="{FF2B5EF4-FFF2-40B4-BE49-F238E27FC236}">
                <a16:creationId xmlns:a16="http://schemas.microsoft.com/office/drawing/2014/main" id="{45E8FEB1-7591-1F93-4F5D-E93FF24F723F}"/>
              </a:ext>
            </a:extLst>
          </p:cNvPr>
          <p:cNvSpPr>
            <a:spLocks noGrp="1" noRot="1" noChangeAspect="1" noTextEdit="1"/>
          </p:cNvSpPr>
          <p:nvPr>
            <p:ph type="sldImg"/>
          </p:nvPr>
        </p:nvSpPr>
        <p:spPr>
          <a:ln>
            <a:solidFill>
              <a:srgbClr val="000000">
                <a:alpha val="100000"/>
              </a:srgbClr>
            </a:solidFill>
            <a:miter lim="800000"/>
          </a:ln>
        </p:spPr>
      </p:sp>
      <p:sp>
        <p:nvSpPr>
          <p:cNvPr id="78850" name="备注占位符 2">
            <a:extLst>
              <a:ext uri="{FF2B5EF4-FFF2-40B4-BE49-F238E27FC236}">
                <a16:creationId xmlns:a16="http://schemas.microsoft.com/office/drawing/2014/main" id="{8C30B1F7-5BC6-8915-3B8C-BC3A36E2F692}"/>
              </a:ext>
            </a:extLst>
          </p:cNvPr>
          <p:cNvSpPr>
            <a:spLocks noGrp="1"/>
          </p:cNvSpPr>
          <p:nvPr>
            <p:ph type="body" idx="1"/>
          </p:nvPr>
        </p:nvSpPr>
        <p:spPr>
          <a:xfrm>
            <a:off x="1341438" y="3382963"/>
            <a:ext cx="7478712" cy="3211512"/>
          </a:xfrm>
          <a:ln/>
        </p:spPr>
        <p:txBody>
          <a:bodyPr wrap="square" lIns="77867" tIns="38933" rIns="77867" bIns="38933" anchor="ctr" anchorCtr="0"/>
          <a:lstStyle/>
          <a:p>
            <a:pPr lvl="0"/>
            <a:endParaRPr lang="zh-CN" altLang="en-US"/>
          </a:p>
        </p:txBody>
      </p:sp>
      <p:sp>
        <p:nvSpPr>
          <p:cNvPr id="78851" name="灯片编号占位符 3">
            <a:extLst>
              <a:ext uri="{FF2B5EF4-FFF2-40B4-BE49-F238E27FC236}">
                <a16:creationId xmlns:a16="http://schemas.microsoft.com/office/drawing/2014/main" id="{BB3D1714-2867-33F1-15B2-C7A5D40C6BAC}"/>
              </a:ext>
            </a:extLst>
          </p:cNvPr>
          <p:cNvSpPr txBox="1">
            <a:spLocks noGrp="1"/>
          </p:cNvSpPr>
          <p:nvPr>
            <p:ph type="sldNum" sz="quarter"/>
          </p:nvPr>
        </p:nvSpPr>
        <p:spPr>
          <a:xfrm>
            <a:off x="5805488" y="6769100"/>
            <a:ext cx="4465637" cy="347663"/>
          </a:xfrm>
          <a:prstGeom prst="rect">
            <a:avLst/>
          </a:prstGeom>
          <a:noFill/>
          <a:ln w="9525">
            <a:noFill/>
          </a:ln>
        </p:spPr>
        <p:txBody>
          <a:bodyPr lIns="77867" tIns="38933" rIns="77867" bIns="38933" anchor="b" anchorCtr="0"/>
          <a:lstStyle/>
          <a:p>
            <a:pPr lvl="0" algn="r" defTabSz="974725"/>
            <a:fld id="{9A0DB2DC-4C9A-4742-B13C-FB6460FD3503}" type="slidenum">
              <a:rPr lang="en-US" sz="1300">
                <a:latin typeface="等线" pitchFamily="2" charset="-122"/>
                <a:ea typeface="等线" pitchFamily="2" charset="-122"/>
              </a:rPr>
              <a:t>31</a:t>
            </a:fld>
            <a:endParaRPr lang="en-US" altLang="en-US" sz="1300">
              <a:latin typeface="等线" pitchFamily="2" charset="-122"/>
              <a:ea typeface="等线" pitchFamily="2" charset="-122"/>
            </a:endParaRPr>
          </a:p>
        </p:txBody>
      </p:sp>
    </p:spTree>
    <p:extLst>
      <p:ext uri="{BB962C8B-B14F-4D97-AF65-F5344CB8AC3E}">
        <p14:creationId xmlns:p14="http://schemas.microsoft.com/office/powerpoint/2010/main" val="40432607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730F8-6EA5-0CFE-D5C1-C4FFAFE4E7DE}"/>
            </a:ext>
          </a:extLst>
        </p:cNvPr>
        <p:cNvGrpSpPr/>
        <p:nvPr/>
      </p:nvGrpSpPr>
      <p:grpSpPr>
        <a:xfrm>
          <a:off x="0" y="0"/>
          <a:ext cx="0" cy="0"/>
          <a:chOff x="0" y="0"/>
          <a:chExt cx="0" cy="0"/>
        </a:xfrm>
      </p:grpSpPr>
      <p:sp>
        <p:nvSpPr>
          <p:cNvPr id="78849" name="幻灯片图像占位符 1">
            <a:extLst>
              <a:ext uri="{FF2B5EF4-FFF2-40B4-BE49-F238E27FC236}">
                <a16:creationId xmlns:a16="http://schemas.microsoft.com/office/drawing/2014/main" id="{C59B08BA-A23F-F229-B808-27847410BC11}"/>
              </a:ext>
            </a:extLst>
          </p:cNvPr>
          <p:cNvSpPr>
            <a:spLocks noGrp="1" noRot="1" noChangeAspect="1" noTextEdit="1"/>
          </p:cNvSpPr>
          <p:nvPr>
            <p:ph type="sldImg"/>
          </p:nvPr>
        </p:nvSpPr>
        <p:spPr>
          <a:ln>
            <a:solidFill>
              <a:srgbClr val="000000">
                <a:alpha val="100000"/>
              </a:srgbClr>
            </a:solidFill>
            <a:miter lim="800000"/>
          </a:ln>
        </p:spPr>
      </p:sp>
      <p:sp>
        <p:nvSpPr>
          <p:cNvPr id="78850" name="备注占位符 2">
            <a:extLst>
              <a:ext uri="{FF2B5EF4-FFF2-40B4-BE49-F238E27FC236}">
                <a16:creationId xmlns:a16="http://schemas.microsoft.com/office/drawing/2014/main" id="{DB48D74E-31B1-C2B3-756C-D719E0F800D1}"/>
              </a:ext>
            </a:extLst>
          </p:cNvPr>
          <p:cNvSpPr>
            <a:spLocks noGrp="1"/>
          </p:cNvSpPr>
          <p:nvPr>
            <p:ph type="body" idx="1"/>
          </p:nvPr>
        </p:nvSpPr>
        <p:spPr>
          <a:xfrm>
            <a:off x="1341438" y="3382963"/>
            <a:ext cx="7478712" cy="3211512"/>
          </a:xfrm>
          <a:ln/>
        </p:spPr>
        <p:txBody>
          <a:bodyPr wrap="square" lIns="77867" tIns="38933" rIns="77867" bIns="38933" anchor="ctr" anchorCtr="0"/>
          <a:lstStyle/>
          <a:p>
            <a:pPr lvl="0"/>
            <a:endParaRPr lang="zh-CN" altLang="en-US"/>
          </a:p>
        </p:txBody>
      </p:sp>
      <p:sp>
        <p:nvSpPr>
          <p:cNvPr id="78851" name="灯片编号占位符 3">
            <a:extLst>
              <a:ext uri="{FF2B5EF4-FFF2-40B4-BE49-F238E27FC236}">
                <a16:creationId xmlns:a16="http://schemas.microsoft.com/office/drawing/2014/main" id="{04E08D00-57B3-8513-040F-CD5B02DB835A}"/>
              </a:ext>
            </a:extLst>
          </p:cNvPr>
          <p:cNvSpPr txBox="1">
            <a:spLocks noGrp="1"/>
          </p:cNvSpPr>
          <p:nvPr>
            <p:ph type="sldNum" sz="quarter"/>
          </p:nvPr>
        </p:nvSpPr>
        <p:spPr>
          <a:xfrm>
            <a:off x="5805488" y="6769100"/>
            <a:ext cx="4465637" cy="347663"/>
          </a:xfrm>
          <a:prstGeom prst="rect">
            <a:avLst/>
          </a:prstGeom>
          <a:noFill/>
          <a:ln w="9525">
            <a:noFill/>
          </a:ln>
        </p:spPr>
        <p:txBody>
          <a:bodyPr lIns="77867" tIns="38933" rIns="77867" bIns="38933" anchor="b" anchorCtr="0"/>
          <a:lstStyle/>
          <a:p>
            <a:pPr lvl="0" algn="r" defTabSz="974725"/>
            <a:fld id="{9A0DB2DC-4C9A-4742-B13C-FB6460FD3503}" type="slidenum">
              <a:rPr lang="en-US" sz="1300">
                <a:latin typeface="等线" pitchFamily="2" charset="-122"/>
                <a:ea typeface="等线" pitchFamily="2" charset="-122"/>
              </a:rPr>
              <a:t>35</a:t>
            </a:fld>
            <a:endParaRPr lang="en-US" altLang="en-US" sz="1300">
              <a:latin typeface="等线" pitchFamily="2" charset="-122"/>
              <a:ea typeface="等线" pitchFamily="2" charset="-122"/>
            </a:endParaRPr>
          </a:p>
        </p:txBody>
      </p:sp>
    </p:spTree>
    <p:extLst>
      <p:ext uri="{BB962C8B-B14F-4D97-AF65-F5344CB8AC3E}">
        <p14:creationId xmlns:p14="http://schemas.microsoft.com/office/powerpoint/2010/main" val="360590228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首页">
    <p:bg>
      <p:bgPr>
        <a:solidFill>
          <a:schemeClr val="bg1"/>
        </a:solidFill>
        <a:effectLst/>
      </p:bgPr>
    </p:bg>
    <p:spTree>
      <p:nvGrpSpPr>
        <p:cNvPr id="1" name=""/>
        <p:cNvGrpSpPr/>
        <p:nvPr/>
      </p:nvGrpSpPr>
      <p:grpSpPr>
        <a:xfrm>
          <a:off x="0" y="0"/>
          <a:ext cx="0" cy="0"/>
          <a:chOff x="0" y="0"/>
          <a:chExt cx="0" cy="0"/>
        </a:xfrm>
      </p:grpSpPr>
      <p:sp>
        <p:nvSpPr>
          <p:cNvPr id="2" name="矩形 1"/>
          <p:cNvSpPr/>
          <p:nvPr/>
        </p:nvSpPr>
        <p:spPr>
          <a:xfrm>
            <a:off x="0" y="2025650"/>
            <a:ext cx="9144000" cy="12541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highlight>
                <a:srgbClr val="004FEE"/>
              </a:highlight>
              <a:uLnTx/>
              <a:uFillTx/>
              <a:latin typeface="Microsoft YaHei" panose="020B0503020204020204" pitchFamily="34" charset="-122"/>
              <a:ea typeface="Microsoft YaHei" panose="020B0503020204020204" pitchFamily="34" charset="-122"/>
              <a:cs typeface="+mn-cs"/>
            </a:endParaRPr>
          </a:p>
        </p:txBody>
      </p:sp>
      <p:grpSp>
        <p:nvGrpSpPr>
          <p:cNvPr id="95235" name="组合 7"/>
          <p:cNvGrpSpPr>
            <a:grpSpLocks noChangeAspect="1"/>
          </p:cNvGrpSpPr>
          <p:nvPr userDrawn="1"/>
        </p:nvGrpSpPr>
        <p:grpSpPr>
          <a:xfrm>
            <a:off x="1214438" y="798513"/>
            <a:ext cx="6292850" cy="679450"/>
            <a:chOff x="8394642" y="741050"/>
            <a:chExt cx="2932231" cy="316260"/>
          </a:xfrm>
        </p:grpSpPr>
        <p:grpSp>
          <p:nvGrpSpPr>
            <p:cNvPr id="7" name="组合 6"/>
            <p:cNvGrpSpPr/>
            <p:nvPr/>
          </p:nvGrpSpPr>
          <p:grpSpPr>
            <a:xfrm>
              <a:off x="9984674" y="807628"/>
              <a:ext cx="1342199" cy="203423"/>
              <a:chOff x="5932112" y="3305663"/>
              <a:chExt cx="2557537" cy="387619"/>
            </a:xfrm>
            <a:solidFill>
              <a:srgbClr val="304394"/>
            </a:solidFill>
          </p:grpSpPr>
          <p:pic>
            <p:nvPicPr>
              <p:cNvPr id="10" name="图形 6"/>
              <p:cNvPicPr>
                <a:picLocks noChangeAspect="1"/>
              </p:cNvPicPr>
              <p:nvPr/>
            </p:nvPicPr>
            <p:blipFill>
              <a:blip r:embed="rId2" cstate="print"/>
              <a:stretch>
                <a:fillRect/>
              </a:stretch>
            </p:blipFill>
            <p:spPr>
              <a:xfrm>
                <a:off x="5936891" y="3612719"/>
                <a:ext cx="2552758" cy="80563"/>
              </a:xfrm>
              <a:prstGeom prst="rect">
                <a:avLst/>
              </a:prstGeom>
            </p:spPr>
          </p:pic>
          <p:grpSp>
            <p:nvGrpSpPr>
              <p:cNvPr id="11" name="图形 378"/>
              <p:cNvGrpSpPr/>
              <p:nvPr/>
            </p:nvGrpSpPr>
            <p:grpSpPr>
              <a:xfrm>
                <a:off x="5932112" y="3305663"/>
                <a:ext cx="2553136" cy="260956"/>
                <a:chOff x="5932112" y="3305663"/>
                <a:chExt cx="2553136" cy="260956"/>
              </a:xfrm>
              <a:grpFill/>
            </p:grpSpPr>
            <p:sp>
              <p:nvSpPr>
                <p:cNvPr id="12" name="任意多边形: 形状 12"/>
                <p:cNvSpPr/>
                <p:nvPr/>
              </p:nvSpPr>
              <p:spPr>
                <a:xfrm>
                  <a:off x="5932112" y="3305663"/>
                  <a:ext cx="261335" cy="260767"/>
                </a:xfrm>
                <a:custGeom>
                  <a:avLst/>
                  <a:gdLst>
                    <a:gd name="connsiteX0" fmla="*/ 0 w 261335"/>
                    <a:gd name="connsiteY0" fmla="*/ 130100 h 260767"/>
                    <a:gd name="connsiteX1" fmla="*/ 11552 w 261335"/>
                    <a:gd name="connsiteY1" fmla="*/ 99989 h 260767"/>
                    <a:gd name="connsiteX2" fmla="*/ 22914 w 261335"/>
                    <a:gd name="connsiteY2" fmla="*/ 64766 h 260767"/>
                    <a:gd name="connsiteX3" fmla="*/ 32572 w 261335"/>
                    <a:gd name="connsiteY3" fmla="*/ 29732 h 260767"/>
                    <a:gd name="connsiteX4" fmla="*/ 39200 w 261335"/>
                    <a:gd name="connsiteY4" fmla="*/ 1136 h 260767"/>
                    <a:gd name="connsiteX5" fmla="*/ 78401 w 261335"/>
                    <a:gd name="connsiteY5" fmla="*/ 1136 h 260767"/>
                    <a:gd name="connsiteX6" fmla="*/ 72151 w 261335"/>
                    <a:gd name="connsiteY6" fmla="*/ 28217 h 260767"/>
                    <a:gd name="connsiteX7" fmla="*/ 63819 w 261335"/>
                    <a:gd name="connsiteY7" fmla="*/ 59274 h 260767"/>
                    <a:gd name="connsiteX8" fmla="*/ 63819 w 261335"/>
                    <a:gd name="connsiteY8" fmla="*/ 260768 h 260767"/>
                    <a:gd name="connsiteX9" fmla="*/ 27838 w 261335"/>
                    <a:gd name="connsiteY9" fmla="*/ 260768 h 260767"/>
                    <a:gd name="connsiteX10" fmla="*/ 27838 w 261335"/>
                    <a:gd name="connsiteY10" fmla="*/ 130100 h 260767"/>
                    <a:gd name="connsiteX11" fmla="*/ 0 w 261335"/>
                    <a:gd name="connsiteY11" fmla="*/ 130100 h 260767"/>
                    <a:gd name="connsiteX12" fmla="*/ 150742 w 261335"/>
                    <a:gd name="connsiteY12" fmla="*/ 17233 h 260767"/>
                    <a:gd name="connsiteX13" fmla="*/ 148848 w 261335"/>
                    <a:gd name="connsiteY13" fmla="*/ 8901 h 260767"/>
                    <a:gd name="connsiteX14" fmla="*/ 146386 w 261335"/>
                    <a:gd name="connsiteY14" fmla="*/ 0 h 260767"/>
                    <a:gd name="connsiteX15" fmla="*/ 188806 w 261335"/>
                    <a:gd name="connsiteY15" fmla="*/ 0 h 260767"/>
                    <a:gd name="connsiteX16" fmla="*/ 191267 w 261335"/>
                    <a:gd name="connsiteY16" fmla="*/ 7954 h 260767"/>
                    <a:gd name="connsiteX17" fmla="*/ 193919 w 261335"/>
                    <a:gd name="connsiteY17" fmla="*/ 17044 h 260767"/>
                    <a:gd name="connsiteX18" fmla="*/ 261336 w 261335"/>
                    <a:gd name="connsiteY18" fmla="*/ 17044 h 260767"/>
                    <a:gd name="connsiteX19" fmla="*/ 261336 w 261335"/>
                    <a:gd name="connsiteY19" fmla="*/ 47343 h 260767"/>
                    <a:gd name="connsiteX20" fmla="*/ 86165 w 261335"/>
                    <a:gd name="connsiteY20" fmla="*/ 47343 h 260767"/>
                    <a:gd name="connsiteX21" fmla="*/ 86165 w 261335"/>
                    <a:gd name="connsiteY21" fmla="*/ 17044 h 260767"/>
                    <a:gd name="connsiteX22" fmla="*/ 150742 w 261335"/>
                    <a:gd name="connsiteY22" fmla="*/ 17044 h 260767"/>
                    <a:gd name="connsiteX23" fmla="*/ 255086 w 261335"/>
                    <a:gd name="connsiteY23" fmla="*/ 64198 h 260767"/>
                    <a:gd name="connsiteX24" fmla="*/ 255086 w 261335"/>
                    <a:gd name="connsiteY24" fmla="*/ 93361 h 260767"/>
                    <a:gd name="connsiteX25" fmla="*/ 92225 w 261335"/>
                    <a:gd name="connsiteY25" fmla="*/ 93361 h 260767"/>
                    <a:gd name="connsiteX26" fmla="*/ 92225 w 261335"/>
                    <a:gd name="connsiteY26" fmla="*/ 64198 h 260767"/>
                    <a:gd name="connsiteX27" fmla="*/ 255086 w 261335"/>
                    <a:gd name="connsiteY27" fmla="*/ 64198 h 260767"/>
                    <a:gd name="connsiteX28" fmla="*/ 255086 w 261335"/>
                    <a:gd name="connsiteY28" fmla="*/ 110026 h 260767"/>
                    <a:gd name="connsiteX29" fmla="*/ 255086 w 261335"/>
                    <a:gd name="connsiteY29" fmla="*/ 139568 h 260767"/>
                    <a:gd name="connsiteX30" fmla="*/ 92225 w 261335"/>
                    <a:gd name="connsiteY30" fmla="*/ 139568 h 260767"/>
                    <a:gd name="connsiteX31" fmla="*/ 92225 w 261335"/>
                    <a:gd name="connsiteY31" fmla="*/ 110026 h 260767"/>
                    <a:gd name="connsiteX32" fmla="*/ 255086 w 261335"/>
                    <a:gd name="connsiteY32" fmla="*/ 110026 h 260767"/>
                    <a:gd name="connsiteX33" fmla="*/ 254708 w 261335"/>
                    <a:gd name="connsiteY33" fmla="*/ 156233 h 260767"/>
                    <a:gd name="connsiteX34" fmla="*/ 254708 w 261335"/>
                    <a:gd name="connsiteY34" fmla="*/ 260578 h 260767"/>
                    <a:gd name="connsiteX35" fmla="*/ 92604 w 261335"/>
                    <a:gd name="connsiteY35" fmla="*/ 260578 h 260767"/>
                    <a:gd name="connsiteX36" fmla="*/ 92604 w 261335"/>
                    <a:gd name="connsiteY36" fmla="*/ 156233 h 260767"/>
                    <a:gd name="connsiteX37" fmla="*/ 254708 w 261335"/>
                    <a:gd name="connsiteY37" fmla="*/ 156233 h 260767"/>
                    <a:gd name="connsiteX38" fmla="*/ 128585 w 261335"/>
                    <a:gd name="connsiteY38" fmla="*/ 230657 h 260767"/>
                    <a:gd name="connsiteX39" fmla="*/ 218916 w 261335"/>
                    <a:gd name="connsiteY39" fmla="*/ 230657 h 260767"/>
                    <a:gd name="connsiteX40" fmla="*/ 218916 w 261335"/>
                    <a:gd name="connsiteY40" fmla="*/ 186154 h 260767"/>
                    <a:gd name="connsiteX41" fmla="*/ 128585 w 261335"/>
                    <a:gd name="connsiteY41" fmla="*/ 186154 h 260767"/>
                    <a:gd name="connsiteX42" fmla="*/ 128585 w 261335"/>
                    <a:gd name="connsiteY42" fmla="*/ 230657 h 260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61335" h="260767">
                      <a:moveTo>
                        <a:pt x="0" y="130100"/>
                      </a:moveTo>
                      <a:cubicBezTo>
                        <a:pt x="3787" y="121578"/>
                        <a:pt x="7764" y="111541"/>
                        <a:pt x="11552" y="99989"/>
                      </a:cubicBezTo>
                      <a:cubicBezTo>
                        <a:pt x="15529" y="88438"/>
                        <a:pt x="19316" y="76696"/>
                        <a:pt x="22914" y="64766"/>
                      </a:cubicBezTo>
                      <a:cubicBezTo>
                        <a:pt x="26512" y="52646"/>
                        <a:pt x="29732" y="41094"/>
                        <a:pt x="32572" y="29732"/>
                      </a:cubicBezTo>
                      <a:cubicBezTo>
                        <a:pt x="35413" y="18369"/>
                        <a:pt x="37685" y="8901"/>
                        <a:pt x="39200" y="1136"/>
                      </a:cubicBezTo>
                      <a:lnTo>
                        <a:pt x="78401" y="1136"/>
                      </a:lnTo>
                      <a:cubicBezTo>
                        <a:pt x="76696" y="9090"/>
                        <a:pt x="74613" y="18180"/>
                        <a:pt x="72151" y="28217"/>
                      </a:cubicBezTo>
                      <a:cubicBezTo>
                        <a:pt x="69690" y="38253"/>
                        <a:pt x="66849" y="48669"/>
                        <a:pt x="63819" y="59274"/>
                      </a:cubicBezTo>
                      <a:lnTo>
                        <a:pt x="63819" y="260768"/>
                      </a:lnTo>
                      <a:lnTo>
                        <a:pt x="27838" y="260768"/>
                      </a:lnTo>
                      <a:lnTo>
                        <a:pt x="27838" y="130100"/>
                      </a:lnTo>
                      <a:lnTo>
                        <a:pt x="0" y="130100"/>
                      </a:lnTo>
                      <a:close/>
                      <a:moveTo>
                        <a:pt x="150742" y="17233"/>
                      </a:moveTo>
                      <a:cubicBezTo>
                        <a:pt x="150173" y="14392"/>
                        <a:pt x="149605" y="11552"/>
                        <a:pt x="148848" y="8901"/>
                      </a:cubicBezTo>
                      <a:cubicBezTo>
                        <a:pt x="148090" y="6249"/>
                        <a:pt x="147333" y="3219"/>
                        <a:pt x="146386" y="0"/>
                      </a:cubicBezTo>
                      <a:lnTo>
                        <a:pt x="188806" y="0"/>
                      </a:lnTo>
                      <a:cubicBezTo>
                        <a:pt x="189563" y="2462"/>
                        <a:pt x="190321" y="5113"/>
                        <a:pt x="191267" y="7954"/>
                      </a:cubicBezTo>
                      <a:cubicBezTo>
                        <a:pt x="192214" y="10794"/>
                        <a:pt x="192972" y="13824"/>
                        <a:pt x="193919" y="17044"/>
                      </a:cubicBezTo>
                      <a:lnTo>
                        <a:pt x="261336" y="17044"/>
                      </a:lnTo>
                      <a:lnTo>
                        <a:pt x="261336" y="47343"/>
                      </a:lnTo>
                      <a:lnTo>
                        <a:pt x="86165" y="47343"/>
                      </a:lnTo>
                      <a:lnTo>
                        <a:pt x="86165" y="17044"/>
                      </a:lnTo>
                      <a:lnTo>
                        <a:pt x="150742" y="17044"/>
                      </a:lnTo>
                      <a:close/>
                      <a:moveTo>
                        <a:pt x="255086" y="64198"/>
                      </a:moveTo>
                      <a:lnTo>
                        <a:pt x="255086" y="93361"/>
                      </a:lnTo>
                      <a:lnTo>
                        <a:pt x="92225" y="93361"/>
                      </a:lnTo>
                      <a:lnTo>
                        <a:pt x="92225" y="64198"/>
                      </a:lnTo>
                      <a:lnTo>
                        <a:pt x="255086" y="64198"/>
                      </a:lnTo>
                      <a:close/>
                      <a:moveTo>
                        <a:pt x="255086" y="110026"/>
                      </a:moveTo>
                      <a:lnTo>
                        <a:pt x="255086" y="139568"/>
                      </a:lnTo>
                      <a:lnTo>
                        <a:pt x="92225" y="139568"/>
                      </a:lnTo>
                      <a:lnTo>
                        <a:pt x="92225" y="110026"/>
                      </a:lnTo>
                      <a:lnTo>
                        <a:pt x="255086" y="110026"/>
                      </a:lnTo>
                      <a:close/>
                      <a:moveTo>
                        <a:pt x="254708" y="156233"/>
                      </a:moveTo>
                      <a:lnTo>
                        <a:pt x="254708" y="260578"/>
                      </a:lnTo>
                      <a:lnTo>
                        <a:pt x="92604" y="260578"/>
                      </a:lnTo>
                      <a:lnTo>
                        <a:pt x="92604" y="156233"/>
                      </a:lnTo>
                      <a:lnTo>
                        <a:pt x="254708" y="156233"/>
                      </a:lnTo>
                      <a:close/>
                      <a:moveTo>
                        <a:pt x="128585" y="230657"/>
                      </a:moveTo>
                      <a:lnTo>
                        <a:pt x="218916" y="230657"/>
                      </a:lnTo>
                      <a:lnTo>
                        <a:pt x="218916" y="186154"/>
                      </a:lnTo>
                      <a:lnTo>
                        <a:pt x="128585" y="186154"/>
                      </a:lnTo>
                      <a:lnTo>
                        <a:pt x="128585" y="230657"/>
                      </a:lnTo>
                      <a:close/>
                    </a:path>
                  </a:pathLst>
                </a:custGeom>
                <a:grpFill/>
                <a:ln w="1894" cap="flat">
                  <a:noFill/>
                  <a:prstDash val="solid"/>
                  <a:miter/>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endParaRPr>
                </a:p>
              </p:txBody>
            </p:sp>
            <p:sp>
              <p:nvSpPr>
                <p:cNvPr id="13" name="任意多边形: 形状 13"/>
                <p:cNvSpPr/>
                <p:nvPr/>
              </p:nvSpPr>
              <p:spPr>
                <a:xfrm>
                  <a:off x="6222990" y="3305663"/>
                  <a:ext cx="252813" cy="260767"/>
                </a:xfrm>
                <a:custGeom>
                  <a:avLst/>
                  <a:gdLst>
                    <a:gd name="connsiteX0" fmla="*/ 0 w 252813"/>
                    <a:gd name="connsiteY0" fmla="*/ 260768 h 260767"/>
                    <a:gd name="connsiteX1" fmla="*/ 5113 w 252813"/>
                    <a:gd name="connsiteY1" fmla="*/ 235960 h 260767"/>
                    <a:gd name="connsiteX2" fmla="*/ 9658 w 252813"/>
                    <a:gd name="connsiteY2" fmla="*/ 208690 h 260767"/>
                    <a:gd name="connsiteX3" fmla="*/ 13256 w 252813"/>
                    <a:gd name="connsiteY3" fmla="*/ 181988 h 260767"/>
                    <a:gd name="connsiteX4" fmla="*/ 15339 w 252813"/>
                    <a:gd name="connsiteY4" fmla="*/ 159642 h 260767"/>
                    <a:gd name="connsiteX5" fmla="*/ 53403 w 252813"/>
                    <a:gd name="connsiteY5" fmla="*/ 159642 h 260767"/>
                    <a:gd name="connsiteX6" fmla="*/ 50752 w 252813"/>
                    <a:gd name="connsiteY6" fmla="*/ 184261 h 260767"/>
                    <a:gd name="connsiteX7" fmla="*/ 46965 w 252813"/>
                    <a:gd name="connsiteY7" fmla="*/ 211909 h 260767"/>
                    <a:gd name="connsiteX8" fmla="*/ 42420 w 252813"/>
                    <a:gd name="connsiteY8" fmla="*/ 238800 h 260767"/>
                    <a:gd name="connsiteX9" fmla="*/ 37685 w 252813"/>
                    <a:gd name="connsiteY9" fmla="*/ 260768 h 260767"/>
                    <a:gd name="connsiteX10" fmla="*/ 0 w 252813"/>
                    <a:gd name="connsiteY10" fmla="*/ 260768 h 260767"/>
                    <a:gd name="connsiteX11" fmla="*/ 80484 w 252813"/>
                    <a:gd name="connsiteY11" fmla="*/ 12877 h 260767"/>
                    <a:gd name="connsiteX12" fmla="*/ 84271 w 252813"/>
                    <a:gd name="connsiteY12" fmla="*/ 0 h 260767"/>
                    <a:gd name="connsiteX13" fmla="*/ 134455 w 252813"/>
                    <a:gd name="connsiteY13" fmla="*/ 0 h 260767"/>
                    <a:gd name="connsiteX14" fmla="*/ 132940 w 252813"/>
                    <a:gd name="connsiteY14" fmla="*/ 6439 h 260767"/>
                    <a:gd name="connsiteX15" fmla="*/ 130857 w 252813"/>
                    <a:gd name="connsiteY15" fmla="*/ 12877 h 260767"/>
                    <a:gd name="connsiteX16" fmla="*/ 238043 w 252813"/>
                    <a:gd name="connsiteY16" fmla="*/ 12877 h 260767"/>
                    <a:gd name="connsiteX17" fmla="*/ 238043 w 252813"/>
                    <a:gd name="connsiteY17" fmla="*/ 150741 h 260767"/>
                    <a:gd name="connsiteX18" fmla="*/ 15718 w 252813"/>
                    <a:gd name="connsiteY18" fmla="*/ 150741 h 260767"/>
                    <a:gd name="connsiteX19" fmla="*/ 15718 w 252813"/>
                    <a:gd name="connsiteY19" fmla="*/ 12877 h 260767"/>
                    <a:gd name="connsiteX20" fmla="*/ 80484 w 252813"/>
                    <a:gd name="connsiteY20" fmla="*/ 12877 h 260767"/>
                    <a:gd name="connsiteX21" fmla="*/ 53214 w 252813"/>
                    <a:gd name="connsiteY21" fmla="*/ 53593 h 260767"/>
                    <a:gd name="connsiteX22" fmla="*/ 200547 w 252813"/>
                    <a:gd name="connsiteY22" fmla="*/ 53593 h 260767"/>
                    <a:gd name="connsiteX23" fmla="*/ 200547 w 252813"/>
                    <a:gd name="connsiteY23" fmla="*/ 38443 h 260767"/>
                    <a:gd name="connsiteX24" fmla="*/ 53214 w 252813"/>
                    <a:gd name="connsiteY24" fmla="*/ 38443 h 260767"/>
                    <a:gd name="connsiteX25" fmla="*/ 53214 w 252813"/>
                    <a:gd name="connsiteY25" fmla="*/ 53593 h 260767"/>
                    <a:gd name="connsiteX26" fmla="*/ 53214 w 252813"/>
                    <a:gd name="connsiteY26" fmla="*/ 89384 h 260767"/>
                    <a:gd name="connsiteX27" fmla="*/ 200547 w 252813"/>
                    <a:gd name="connsiteY27" fmla="*/ 89384 h 260767"/>
                    <a:gd name="connsiteX28" fmla="*/ 200547 w 252813"/>
                    <a:gd name="connsiteY28" fmla="*/ 74424 h 260767"/>
                    <a:gd name="connsiteX29" fmla="*/ 53214 w 252813"/>
                    <a:gd name="connsiteY29" fmla="*/ 74424 h 260767"/>
                    <a:gd name="connsiteX30" fmla="*/ 53214 w 252813"/>
                    <a:gd name="connsiteY30" fmla="*/ 89384 h 260767"/>
                    <a:gd name="connsiteX31" fmla="*/ 200547 w 252813"/>
                    <a:gd name="connsiteY31" fmla="*/ 125555 h 260767"/>
                    <a:gd name="connsiteX32" fmla="*/ 200547 w 252813"/>
                    <a:gd name="connsiteY32" fmla="*/ 110594 h 260767"/>
                    <a:gd name="connsiteX33" fmla="*/ 53214 w 252813"/>
                    <a:gd name="connsiteY33" fmla="*/ 110594 h 260767"/>
                    <a:gd name="connsiteX34" fmla="*/ 53214 w 252813"/>
                    <a:gd name="connsiteY34" fmla="*/ 125555 h 260767"/>
                    <a:gd name="connsiteX35" fmla="*/ 200547 w 252813"/>
                    <a:gd name="connsiteY35" fmla="*/ 125555 h 260767"/>
                    <a:gd name="connsiteX36" fmla="*/ 69879 w 252813"/>
                    <a:gd name="connsiteY36" fmla="*/ 260768 h 260767"/>
                    <a:gd name="connsiteX37" fmla="*/ 69879 w 252813"/>
                    <a:gd name="connsiteY37" fmla="*/ 159642 h 260767"/>
                    <a:gd name="connsiteX38" fmla="*/ 108511 w 252813"/>
                    <a:gd name="connsiteY38" fmla="*/ 159642 h 260767"/>
                    <a:gd name="connsiteX39" fmla="*/ 108511 w 252813"/>
                    <a:gd name="connsiteY39" fmla="*/ 227817 h 260767"/>
                    <a:gd name="connsiteX40" fmla="*/ 197706 w 252813"/>
                    <a:gd name="connsiteY40" fmla="*/ 227817 h 260767"/>
                    <a:gd name="connsiteX41" fmla="*/ 197706 w 252813"/>
                    <a:gd name="connsiteY41" fmla="*/ 260768 h 260767"/>
                    <a:gd name="connsiteX42" fmla="*/ 69879 w 252813"/>
                    <a:gd name="connsiteY42" fmla="*/ 260768 h 260767"/>
                    <a:gd name="connsiteX43" fmla="*/ 146575 w 252813"/>
                    <a:gd name="connsiteY43" fmla="*/ 213424 h 260767"/>
                    <a:gd name="connsiteX44" fmla="*/ 139190 w 252813"/>
                    <a:gd name="connsiteY44" fmla="*/ 187291 h 260767"/>
                    <a:gd name="connsiteX45" fmla="*/ 132940 w 252813"/>
                    <a:gd name="connsiteY45" fmla="*/ 159642 h 260767"/>
                    <a:gd name="connsiteX46" fmla="*/ 170436 w 252813"/>
                    <a:gd name="connsiteY46" fmla="*/ 159642 h 260767"/>
                    <a:gd name="connsiteX47" fmla="*/ 176496 w 252813"/>
                    <a:gd name="connsiteY47" fmla="*/ 186722 h 260767"/>
                    <a:gd name="connsiteX48" fmla="*/ 184261 w 252813"/>
                    <a:gd name="connsiteY48" fmla="*/ 213424 h 260767"/>
                    <a:gd name="connsiteX49" fmla="*/ 146575 w 252813"/>
                    <a:gd name="connsiteY49" fmla="*/ 213424 h 260767"/>
                    <a:gd name="connsiteX50" fmla="*/ 216454 w 252813"/>
                    <a:gd name="connsiteY50" fmla="*/ 260768 h 260767"/>
                    <a:gd name="connsiteX51" fmla="*/ 212667 w 252813"/>
                    <a:gd name="connsiteY51" fmla="*/ 238990 h 260767"/>
                    <a:gd name="connsiteX52" fmla="*/ 208311 w 252813"/>
                    <a:gd name="connsiteY52" fmla="*/ 212477 h 260767"/>
                    <a:gd name="connsiteX53" fmla="*/ 204334 w 252813"/>
                    <a:gd name="connsiteY53" fmla="*/ 184829 h 260767"/>
                    <a:gd name="connsiteX54" fmla="*/ 201304 w 252813"/>
                    <a:gd name="connsiteY54" fmla="*/ 159642 h 260767"/>
                    <a:gd name="connsiteX55" fmla="*/ 238043 w 252813"/>
                    <a:gd name="connsiteY55" fmla="*/ 159642 h 260767"/>
                    <a:gd name="connsiteX56" fmla="*/ 240694 w 252813"/>
                    <a:gd name="connsiteY56" fmla="*/ 182935 h 260767"/>
                    <a:gd name="connsiteX57" fmla="*/ 244292 w 252813"/>
                    <a:gd name="connsiteY57" fmla="*/ 209637 h 260767"/>
                    <a:gd name="connsiteX58" fmla="*/ 248458 w 252813"/>
                    <a:gd name="connsiteY58" fmla="*/ 236528 h 260767"/>
                    <a:gd name="connsiteX59" fmla="*/ 252814 w 252813"/>
                    <a:gd name="connsiteY59" fmla="*/ 260768 h 260767"/>
                    <a:gd name="connsiteX60" fmla="*/ 216454 w 252813"/>
                    <a:gd name="connsiteY60" fmla="*/ 260768 h 260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252813" h="260767">
                      <a:moveTo>
                        <a:pt x="0" y="260768"/>
                      </a:moveTo>
                      <a:cubicBezTo>
                        <a:pt x="1704" y="253382"/>
                        <a:pt x="3409" y="245050"/>
                        <a:pt x="5113" y="235960"/>
                      </a:cubicBezTo>
                      <a:cubicBezTo>
                        <a:pt x="6817" y="226870"/>
                        <a:pt x="8332" y="217780"/>
                        <a:pt x="9658" y="208690"/>
                      </a:cubicBezTo>
                      <a:cubicBezTo>
                        <a:pt x="10984" y="199600"/>
                        <a:pt x="12120" y="190699"/>
                        <a:pt x="13256" y="181988"/>
                      </a:cubicBezTo>
                      <a:cubicBezTo>
                        <a:pt x="14392" y="173466"/>
                        <a:pt x="14961" y="165891"/>
                        <a:pt x="15339" y="159642"/>
                      </a:cubicBezTo>
                      <a:lnTo>
                        <a:pt x="53403" y="159642"/>
                      </a:lnTo>
                      <a:cubicBezTo>
                        <a:pt x="52835" y="166838"/>
                        <a:pt x="51888" y="175171"/>
                        <a:pt x="50752" y="184261"/>
                      </a:cubicBezTo>
                      <a:cubicBezTo>
                        <a:pt x="49616" y="193351"/>
                        <a:pt x="48290" y="202630"/>
                        <a:pt x="46965" y="211909"/>
                      </a:cubicBezTo>
                      <a:cubicBezTo>
                        <a:pt x="45450" y="221188"/>
                        <a:pt x="43935" y="230089"/>
                        <a:pt x="42420" y="238800"/>
                      </a:cubicBezTo>
                      <a:cubicBezTo>
                        <a:pt x="40715" y="247511"/>
                        <a:pt x="39200" y="254708"/>
                        <a:pt x="37685" y="260768"/>
                      </a:cubicBezTo>
                      <a:lnTo>
                        <a:pt x="0" y="260768"/>
                      </a:lnTo>
                      <a:close/>
                      <a:moveTo>
                        <a:pt x="80484" y="12877"/>
                      </a:moveTo>
                      <a:cubicBezTo>
                        <a:pt x="82188" y="8901"/>
                        <a:pt x="83514" y="4545"/>
                        <a:pt x="84271" y="0"/>
                      </a:cubicBezTo>
                      <a:lnTo>
                        <a:pt x="134455" y="0"/>
                      </a:lnTo>
                      <a:cubicBezTo>
                        <a:pt x="134077" y="2083"/>
                        <a:pt x="133508" y="4166"/>
                        <a:pt x="132940" y="6439"/>
                      </a:cubicBezTo>
                      <a:cubicBezTo>
                        <a:pt x="132372" y="8711"/>
                        <a:pt x="131615" y="10794"/>
                        <a:pt x="130857" y="12877"/>
                      </a:cubicBezTo>
                      <a:lnTo>
                        <a:pt x="238043" y="12877"/>
                      </a:lnTo>
                      <a:lnTo>
                        <a:pt x="238043" y="150741"/>
                      </a:lnTo>
                      <a:lnTo>
                        <a:pt x="15718" y="150741"/>
                      </a:lnTo>
                      <a:lnTo>
                        <a:pt x="15718" y="12877"/>
                      </a:lnTo>
                      <a:lnTo>
                        <a:pt x="80484" y="12877"/>
                      </a:lnTo>
                      <a:close/>
                      <a:moveTo>
                        <a:pt x="53214" y="53593"/>
                      </a:moveTo>
                      <a:lnTo>
                        <a:pt x="200547" y="53593"/>
                      </a:lnTo>
                      <a:lnTo>
                        <a:pt x="200547" y="38443"/>
                      </a:lnTo>
                      <a:lnTo>
                        <a:pt x="53214" y="38443"/>
                      </a:lnTo>
                      <a:lnTo>
                        <a:pt x="53214" y="53593"/>
                      </a:lnTo>
                      <a:close/>
                      <a:moveTo>
                        <a:pt x="53214" y="89384"/>
                      </a:moveTo>
                      <a:lnTo>
                        <a:pt x="200547" y="89384"/>
                      </a:lnTo>
                      <a:lnTo>
                        <a:pt x="200547" y="74424"/>
                      </a:lnTo>
                      <a:lnTo>
                        <a:pt x="53214" y="74424"/>
                      </a:lnTo>
                      <a:lnTo>
                        <a:pt x="53214" y="89384"/>
                      </a:lnTo>
                      <a:close/>
                      <a:moveTo>
                        <a:pt x="200547" y="125555"/>
                      </a:moveTo>
                      <a:lnTo>
                        <a:pt x="200547" y="110594"/>
                      </a:lnTo>
                      <a:lnTo>
                        <a:pt x="53214" y="110594"/>
                      </a:lnTo>
                      <a:lnTo>
                        <a:pt x="53214" y="125555"/>
                      </a:lnTo>
                      <a:lnTo>
                        <a:pt x="200547" y="125555"/>
                      </a:lnTo>
                      <a:close/>
                      <a:moveTo>
                        <a:pt x="69879" y="260768"/>
                      </a:moveTo>
                      <a:lnTo>
                        <a:pt x="69879" y="159642"/>
                      </a:lnTo>
                      <a:lnTo>
                        <a:pt x="108511" y="159642"/>
                      </a:lnTo>
                      <a:lnTo>
                        <a:pt x="108511" y="227817"/>
                      </a:lnTo>
                      <a:lnTo>
                        <a:pt x="197706" y="227817"/>
                      </a:lnTo>
                      <a:lnTo>
                        <a:pt x="197706" y="260768"/>
                      </a:lnTo>
                      <a:lnTo>
                        <a:pt x="69879" y="260768"/>
                      </a:lnTo>
                      <a:close/>
                      <a:moveTo>
                        <a:pt x="146575" y="213424"/>
                      </a:moveTo>
                      <a:cubicBezTo>
                        <a:pt x="143924" y="205092"/>
                        <a:pt x="141462" y="196191"/>
                        <a:pt x="139190" y="187291"/>
                      </a:cubicBezTo>
                      <a:cubicBezTo>
                        <a:pt x="136917" y="178201"/>
                        <a:pt x="134834" y="168921"/>
                        <a:pt x="132940" y="159642"/>
                      </a:cubicBezTo>
                      <a:lnTo>
                        <a:pt x="170436" y="159642"/>
                      </a:lnTo>
                      <a:cubicBezTo>
                        <a:pt x="171951" y="168353"/>
                        <a:pt x="174034" y="177443"/>
                        <a:pt x="176496" y="186722"/>
                      </a:cubicBezTo>
                      <a:cubicBezTo>
                        <a:pt x="178958" y="196002"/>
                        <a:pt x="181609" y="204902"/>
                        <a:pt x="184261" y="213424"/>
                      </a:cubicBezTo>
                      <a:lnTo>
                        <a:pt x="146575" y="213424"/>
                      </a:lnTo>
                      <a:close/>
                      <a:moveTo>
                        <a:pt x="216454" y="260768"/>
                      </a:moveTo>
                      <a:cubicBezTo>
                        <a:pt x="215318" y="254708"/>
                        <a:pt x="213992" y="247322"/>
                        <a:pt x="212667" y="238990"/>
                      </a:cubicBezTo>
                      <a:cubicBezTo>
                        <a:pt x="211152" y="230657"/>
                        <a:pt x="209826" y="221757"/>
                        <a:pt x="208311" y="212477"/>
                      </a:cubicBezTo>
                      <a:cubicBezTo>
                        <a:pt x="206796" y="203198"/>
                        <a:pt x="205471" y="193919"/>
                        <a:pt x="204334" y="184829"/>
                      </a:cubicBezTo>
                      <a:cubicBezTo>
                        <a:pt x="203009" y="175739"/>
                        <a:pt x="202062" y="167217"/>
                        <a:pt x="201304" y="159642"/>
                      </a:cubicBezTo>
                      <a:lnTo>
                        <a:pt x="238043" y="159642"/>
                      </a:lnTo>
                      <a:cubicBezTo>
                        <a:pt x="238800" y="166459"/>
                        <a:pt x="239747" y="174224"/>
                        <a:pt x="240694" y="182935"/>
                      </a:cubicBezTo>
                      <a:cubicBezTo>
                        <a:pt x="241830" y="191646"/>
                        <a:pt x="242966" y="200547"/>
                        <a:pt x="244292" y="209637"/>
                      </a:cubicBezTo>
                      <a:cubicBezTo>
                        <a:pt x="245618" y="218727"/>
                        <a:pt x="246943" y="227627"/>
                        <a:pt x="248458" y="236528"/>
                      </a:cubicBezTo>
                      <a:cubicBezTo>
                        <a:pt x="249973" y="245428"/>
                        <a:pt x="251299" y="253382"/>
                        <a:pt x="252814" y="260768"/>
                      </a:cubicBezTo>
                      <a:lnTo>
                        <a:pt x="216454" y="260768"/>
                      </a:lnTo>
                      <a:close/>
                    </a:path>
                  </a:pathLst>
                </a:custGeom>
                <a:grpFill/>
                <a:ln w="1894" cap="flat">
                  <a:noFill/>
                  <a:prstDash val="solid"/>
                  <a:miter/>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endParaRPr>
                </a:p>
              </p:txBody>
            </p:sp>
            <p:sp>
              <p:nvSpPr>
                <p:cNvPr id="14" name="任意多边形: 形状 14"/>
                <p:cNvSpPr/>
                <p:nvPr/>
              </p:nvSpPr>
              <p:spPr>
                <a:xfrm>
                  <a:off x="6505535" y="3305663"/>
                  <a:ext cx="253192" cy="260767"/>
                </a:xfrm>
                <a:custGeom>
                  <a:avLst/>
                  <a:gdLst>
                    <a:gd name="connsiteX0" fmla="*/ 186154 w 253192"/>
                    <a:gd name="connsiteY0" fmla="*/ 170815 h 260767"/>
                    <a:gd name="connsiteX1" fmla="*/ 186154 w 253192"/>
                    <a:gd name="connsiteY1" fmla="*/ 205849 h 260767"/>
                    <a:gd name="connsiteX2" fmla="*/ 0 w 253192"/>
                    <a:gd name="connsiteY2" fmla="*/ 205849 h 260767"/>
                    <a:gd name="connsiteX3" fmla="*/ 0 w 253192"/>
                    <a:gd name="connsiteY3" fmla="*/ 170815 h 260767"/>
                    <a:gd name="connsiteX4" fmla="*/ 186154 w 253192"/>
                    <a:gd name="connsiteY4" fmla="*/ 170815 h 260767"/>
                    <a:gd name="connsiteX5" fmla="*/ 188427 w 253192"/>
                    <a:gd name="connsiteY5" fmla="*/ 260768 h 260767"/>
                    <a:gd name="connsiteX6" fmla="*/ 203387 w 253192"/>
                    <a:gd name="connsiteY6" fmla="*/ 133508 h 260767"/>
                    <a:gd name="connsiteX7" fmla="*/ 20831 w 253192"/>
                    <a:gd name="connsiteY7" fmla="*/ 133508 h 260767"/>
                    <a:gd name="connsiteX8" fmla="*/ 39200 w 253192"/>
                    <a:gd name="connsiteY8" fmla="*/ 0 h 260767"/>
                    <a:gd name="connsiteX9" fmla="*/ 79916 w 253192"/>
                    <a:gd name="connsiteY9" fmla="*/ 0 h 260767"/>
                    <a:gd name="connsiteX10" fmla="*/ 76507 w 253192"/>
                    <a:gd name="connsiteY10" fmla="*/ 25755 h 260767"/>
                    <a:gd name="connsiteX11" fmla="*/ 253193 w 253192"/>
                    <a:gd name="connsiteY11" fmla="*/ 25755 h 260767"/>
                    <a:gd name="connsiteX12" fmla="*/ 253193 w 253192"/>
                    <a:gd name="connsiteY12" fmla="*/ 60410 h 260767"/>
                    <a:gd name="connsiteX13" fmla="*/ 71773 w 253192"/>
                    <a:gd name="connsiteY13" fmla="*/ 60410 h 260767"/>
                    <a:gd name="connsiteX14" fmla="*/ 66849 w 253192"/>
                    <a:gd name="connsiteY14" fmla="*/ 98285 h 260767"/>
                    <a:gd name="connsiteX15" fmla="*/ 248080 w 253192"/>
                    <a:gd name="connsiteY15" fmla="*/ 98285 h 260767"/>
                    <a:gd name="connsiteX16" fmla="*/ 228574 w 253192"/>
                    <a:gd name="connsiteY16" fmla="*/ 260768 h 260767"/>
                    <a:gd name="connsiteX17" fmla="*/ 188427 w 253192"/>
                    <a:gd name="connsiteY17" fmla="*/ 260768 h 260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3192" h="260767">
                      <a:moveTo>
                        <a:pt x="186154" y="170815"/>
                      </a:moveTo>
                      <a:lnTo>
                        <a:pt x="186154" y="205849"/>
                      </a:lnTo>
                      <a:lnTo>
                        <a:pt x="0" y="205849"/>
                      </a:lnTo>
                      <a:lnTo>
                        <a:pt x="0" y="170815"/>
                      </a:lnTo>
                      <a:lnTo>
                        <a:pt x="186154" y="170815"/>
                      </a:lnTo>
                      <a:close/>
                      <a:moveTo>
                        <a:pt x="188427" y="260768"/>
                      </a:moveTo>
                      <a:lnTo>
                        <a:pt x="203387" y="133508"/>
                      </a:lnTo>
                      <a:lnTo>
                        <a:pt x="20831" y="133508"/>
                      </a:lnTo>
                      <a:lnTo>
                        <a:pt x="39200" y="0"/>
                      </a:lnTo>
                      <a:lnTo>
                        <a:pt x="79916" y="0"/>
                      </a:lnTo>
                      <a:lnTo>
                        <a:pt x="76507" y="25755"/>
                      </a:lnTo>
                      <a:lnTo>
                        <a:pt x="253193" y="25755"/>
                      </a:lnTo>
                      <a:lnTo>
                        <a:pt x="253193" y="60410"/>
                      </a:lnTo>
                      <a:lnTo>
                        <a:pt x="71773" y="60410"/>
                      </a:lnTo>
                      <a:lnTo>
                        <a:pt x="66849" y="98285"/>
                      </a:lnTo>
                      <a:lnTo>
                        <a:pt x="248080" y="98285"/>
                      </a:lnTo>
                      <a:lnTo>
                        <a:pt x="228574" y="260768"/>
                      </a:lnTo>
                      <a:lnTo>
                        <a:pt x="188427" y="260768"/>
                      </a:lnTo>
                      <a:close/>
                    </a:path>
                  </a:pathLst>
                </a:custGeom>
                <a:grpFill/>
                <a:ln w="1894" cap="flat">
                  <a:noFill/>
                  <a:prstDash val="solid"/>
                  <a:miter/>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endParaRPr>
                </a:p>
              </p:txBody>
            </p:sp>
            <p:sp>
              <p:nvSpPr>
                <p:cNvPr id="15" name="任意多边形: 形状 15"/>
                <p:cNvSpPr/>
                <p:nvPr/>
              </p:nvSpPr>
              <p:spPr>
                <a:xfrm>
                  <a:off x="6792436" y="3305663"/>
                  <a:ext cx="259442" cy="260956"/>
                </a:xfrm>
                <a:custGeom>
                  <a:avLst/>
                  <a:gdLst>
                    <a:gd name="connsiteX0" fmla="*/ 62493 w 259442"/>
                    <a:gd name="connsiteY0" fmla="*/ 179905 h 260956"/>
                    <a:gd name="connsiteX1" fmla="*/ 62493 w 259442"/>
                    <a:gd name="connsiteY1" fmla="*/ 145060 h 260956"/>
                    <a:gd name="connsiteX2" fmla="*/ 1515 w 259442"/>
                    <a:gd name="connsiteY2" fmla="*/ 145060 h 260956"/>
                    <a:gd name="connsiteX3" fmla="*/ 13067 w 259442"/>
                    <a:gd name="connsiteY3" fmla="*/ 100179 h 260956"/>
                    <a:gd name="connsiteX4" fmla="*/ 21778 w 259442"/>
                    <a:gd name="connsiteY4" fmla="*/ 55865 h 260956"/>
                    <a:gd name="connsiteX5" fmla="*/ 2273 w 259442"/>
                    <a:gd name="connsiteY5" fmla="*/ 55865 h 260956"/>
                    <a:gd name="connsiteX6" fmla="*/ 2273 w 259442"/>
                    <a:gd name="connsiteY6" fmla="*/ 27459 h 260956"/>
                    <a:gd name="connsiteX7" fmla="*/ 26134 w 259442"/>
                    <a:gd name="connsiteY7" fmla="*/ 27459 h 260956"/>
                    <a:gd name="connsiteX8" fmla="*/ 28974 w 259442"/>
                    <a:gd name="connsiteY8" fmla="*/ 0 h 260956"/>
                    <a:gd name="connsiteX9" fmla="*/ 64576 w 259442"/>
                    <a:gd name="connsiteY9" fmla="*/ 0 h 260956"/>
                    <a:gd name="connsiteX10" fmla="*/ 62872 w 259442"/>
                    <a:gd name="connsiteY10" fmla="*/ 13635 h 260956"/>
                    <a:gd name="connsiteX11" fmla="*/ 60789 w 259442"/>
                    <a:gd name="connsiteY11" fmla="*/ 27459 h 260956"/>
                    <a:gd name="connsiteX12" fmla="*/ 121767 w 259442"/>
                    <a:gd name="connsiteY12" fmla="*/ 27459 h 260956"/>
                    <a:gd name="connsiteX13" fmla="*/ 121767 w 259442"/>
                    <a:gd name="connsiteY13" fmla="*/ 55865 h 260956"/>
                    <a:gd name="connsiteX14" fmla="*/ 56244 w 259442"/>
                    <a:gd name="connsiteY14" fmla="*/ 55865 h 260956"/>
                    <a:gd name="connsiteX15" fmla="*/ 49995 w 259442"/>
                    <a:gd name="connsiteY15" fmla="*/ 87680 h 260956"/>
                    <a:gd name="connsiteX16" fmla="*/ 43177 w 259442"/>
                    <a:gd name="connsiteY16" fmla="*/ 116654 h 260956"/>
                    <a:gd name="connsiteX17" fmla="*/ 64576 w 259442"/>
                    <a:gd name="connsiteY17" fmla="*/ 116654 h 260956"/>
                    <a:gd name="connsiteX18" fmla="*/ 64576 w 259442"/>
                    <a:gd name="connsiteY18" fmla="*/ 69121 h 260956"/>
                    <a:gd name="connsiteX19" fmla="*/ 99043 w 259442"/>
                    <a:gd name="connsiteY19" fmla="*/ 69121 h 260956"/>
                    <a:gd name="connsiteX20" fmla="*/ 99043 w 259442"/>
                    <a:gd name="connsiteY20" fmla="*/ 116654 h 260956"/>
                    <a:gd name="connsiteX21" fmla="*/ 124419 w 259442"/>
                    <a:gd name="connsiteY21" fmla="*/ 116654 h 260956"/>
                    <a:gd name="connsiteX22" fmla="*/ 124419 w 259442"/>
                    <a:gd name="connsiteY22" fmla="*/ 145060 h 260956"/>
                    <a:gd name="connsiteX23" fmla="*/ 99232 w 259442"/>
                    <a:gd name="connsiteY23" fmla="*/ 145060 h 260956"/>
                    <a:gd name="connsiteX24" fmla="*/ 99232 w 259442"/>
                    <a:gd name="connsiteY24" fmla="*/ 176496 h 260956"/>
                    <a:gd name="connsiteX25" fmla="*/ 125365 w 259442"/>
                    <a:gd name="connsiteY25" fmla="*/ 173845 h 260956"/>
                    <a:gd name="connsiteX26" fmla="*/ 125365 w 259442"/>
                    <a:gd name="connsiteY26" fmla="*/ 203955 h 260956"/>
                    <a:gd name="connsiteX27" fmla="*/ 99232 w 259442"/>
                    <a:gd name="connsiteY27" fmla="*/ 206607 h 260956"/>
                    <a:gd name="connsiteX28" fmla="*/ 99232 w 259442"/>
                    <a:gd name="connsiteY28" fmla="*/ 260768 h 260956"/>
                    <a:gd name="connsiteX29" fmla="*/ 62493 w 259442"/>
                    <a:gd name="connsiteY29" fmla="*/ 260768 h 260956"/>
                    <a:gd name="connsiteX30" fmla="*/ 62493 w 259442"/>
                    <a:gd name="connsiteY30" fmla="*/ 210015 h 260956"/>
                    <a:gd name="connsiteX31" fmla="*/ 0 w 259442"/>
                    <a:gd name="connsiteY31" fmla="*/ 215697 h 260956"/>
                    <a:gd name="connsiteX32" fmla="*/ 0 w 259442"/>
                    <a:gd name="connsiteY32" fmla="*/ 185586 h 260956"/>
                    <a:gd name="connsiteX33" fmla="*/ 62493 w 259442"/>
                    <a:gd name="connsiteY33" fmla="*/ 179905 h 260956"/>
                    <a:gd name="connsiteX34" fmla="*/ 220999 w 259442"/>
                    <a:gd name="connsiteY34" fmla="*/ 260768 h 260956"/>
                    <a:gd name="connsiteX35" fmla="*/ 204145 w 259442"/>
                    <a:gd name="connsiteY35" fmla="*/ 205470 h 260956"/>
                    <a:gd name="connsiteX36" fmla="*/ 190699 w 259442"/>
                    <a:gd name="connsiteY36" fmla="*/ 146386 h 260956"/>
                    <a:gd name="connsiteX37" fmla="*/ 175739 w 259442"/>
                    <a:gd name="connsiteY37" fmla="*/ 208311 h 260956"/>
                    <a:gd name="connsiteX38" fmla="*/ 158317 w 259442"/>
                    <a:gd name="connsiteY38" fmla="*/ 260768 h 260956"/>
                    <a:gd name="connsiteX39" fmla="*/ 118548 w 259442"/>
                    <a:gd name="connsiteY39" fmla="*/ 260768 h 260956"/>
                    <a:gd name="connsiteX40" fmla="*/ 132751 w 259442"/>
                    <a:gd name="connsiteY40" fmla="*/ 222893 h 260956"/>
                    <a:gd name="connsiteX41" fmla="*/ 146007 w 259442"/>
                    <a:gd name="connsiteY41" fmla="*/ 178579 h 260956"/>
                    <a:gd name="connsiteX42" fmla="*/ 157370 w 259442"/>
                    <a:gd name="connsiteY42" fmla="*/ 132372 h 260956"/>
                    <a:gd name="connsiteX43" fmla="*/ 165513 w 259442"/>
                    <a:gd name="connsiteY43" fmla="*/ 88438 h 260956"/>
                    <a:gd name="connsiteX44" fmla="*/ 200547 w 259442"/>
                    <a:gd name="connsiteY44" fmla="*/ 88438 h 260956"/>
                    <a:gd name="connsiteX45" fmla="*/ 199032 w 259442"/>
                    <a:gd name="connsiteY45" fmla="*/ 98664 h 260956"/>
                    <a:gd name="connsiteX46" fmla="*/ 197327 w 259442"/>
                    <a:gd name="connsiteY46" fmla="*/ 108890 h 260956"/>
                    <a:gd name="connsiteX47" fmla="*/ 217969 w 259442"/>
                    <a:gd name="connsiteY47" fmla="*/ 108890 h 260956"/>
                    <a:gd name="connsiteX48" fmla="*/ 235392 w 259442"/>
                    <a:gd name="connsiteY48" fmla="*/ 185018 h 260956"/>
                    <a:gd name="connsiteX49" fmla="*/ 259442 w 259442"/>
                    <a:gd name="connsiteY49" fmla="*/ 260957 h 260956"/>
                    <a:gd name="connsiteX50" fmla="*/ 220999 w 259442"/>
                    <a:gd name="connsiteY50" fmla="*/ 260957 h 260956"/>
                    <a:gd name="connsiteX51" fmla="*/ 118927 w 259442"/>
                    <a:gd name="connsiteY51" fmla="*/ 94497 h 260956"/>
                    <a:gd name="connsiteX52" fmla="*/ 129910 w 259442"/>
                    <a:gd name="connsiteY52" fmla="*/ 46397 h 260956"/>
                    <a:gd name="connsiteX53" fmla="*/ 136349 w 259442"/>
                    <a:gd name="connsiteY53" fmla="*/ 0 h 260956"/>
                    <a:gd name="connsiteX54" fmla="*/ 172520 w 259442"/>
                    <a:gd name="connsiteY54" fmla="*/ 0 h 260956"/>
                    <a:gd name="connsiteX55" fmla="*/ 171383 w 259442"/>
                    <a:gd name="connsiteY55" fmla="*/ 10226 h 260956"/>
                    <a:gd name="connsiteX56" fmla="*/ 170247 w 259442"/>
                    <a:gd name="connsiteY56" fmla="*/ 20831 h 260956"/>
                    <a:gd name="connsiteX57" fmla="*/ 258495 w 259442"/>
                    <a:gd name="connsiteY57" fmla="*/ 20831 h 260956"/>
                    <a:gd name="connsiteX58" fmla="*/ 255844 w 259442"/>
                    <a:gd name="connsiteY58" fmla="*/ 40337 h 260956"/>
                    <a:gd name="connsiteX59" fmla="*/ 252625 w 259442"/>
                    <a:gd name="connsiteY59" fmla="*/ 60221 h 260956"/>
                    <a:gd name="connsiteX60" fmla="*/ 249026 w 259442"/>
                    <a:gd name="connsiteY60" fmla="*/ 79348 h 260956"/>
                    <a:gd name="connsiteX61" fmla="*/ 245239 w 259442"/>
                    <a:gd name="connsiteY61" fmla="*/ 96391 h 260956"/>
                    <a:gd name="connsiteX62" fmla="*/ 208311 w 259442"/>
                    <a:gd name="connsiteY62" fmla="*/ 96391 h 260956"/>
                    <a:gd name="connsiteX63" fmla="*/ 215318 w 259442"/>
                    <a:gd name="connsiteY63" fmla="*/ 73288 h 260956"/>
                    <a:gd name="connsiteX64" fmla="*/ 219674 w 259442"/>
                    <a:gd name="connsiteY64" fmla="*/ 51699 h 260956"/>
                    <a:gd name="connsiteX65" fmla="*/ 165513 w 259442"/>
                    <a:gd name="connsiteY65" fmla="*/ 51699 h 260956"/>
                    <a:gd name="connsiteX66" fmla="*/ 161157 w 259442"/>
                    <a:gd name="connsiteY66" fmla="*/ 74234 h 260956"/>
                    <a:gd name="connsiteX67" fmla="*/ 156612 w 259442"/>
                    <a:gd name="connsiteY67" fmla="*/ 94497 h 260956"/>
                    <a:gd name="connsiteX68" fmla="*/ 118927 w 259442"/>
                    <a:gd name="connsiteY68" fmla="*/ 94497 h 260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259442" h="260956">
                      <a:moveTo>
                        <a:pt x="62493" y="179905"/>
                      </a:moveTo>
                      <a:lnTo>
                        <a:pt x="62493" y="145060"/>
                      </a:lnTo>
                      <a:lnTo>
                        <a:pt x="1515" y="145060"/>
                      </a:lnTo>
                      <a:cubicBezTo>
                        <a:pt x="5871" y="130289"/>
                        <a:pt x="9847" y="115329"/>
                        <a:pt x="13067" y="100179"/>
                      </a:cubicBezTo>
                      <a:cubicBezTo>
                        <a:pt x="16476" y="85029"/>
                        <a:pt x="19316" y="70258"/>
                        <a:pt x="21778" y="55865"/>
                      </a:cubicBezTo>
                      <a:lnTo>
                        <a:pt x="2273" y="55865"/>
                      </a:lnTo>
                      <a:lnTo>
                        <a:pt x="2273" y="27459"/>
                      </a:lnTo>
                      <a:lnTo>
                        <a:pt x="26134" y="27459"/>
                      </a:lnTo>
                      <a:lnTo>
                        <a:pt x="28974" y="0"/>
                      </a:lnTo>
                      <a:lnTo>
                        <a:pt x="64576" y="0"/>
                      </a:lnTo>
                      <a:cubicBezTo>
                        <a:pt x="64008" y="4356"/>
                        <a:pt x="63440" y="8901"/>
                        <a:pt x="62872" y="13635"/>
                      </a:cubicBezTo>
                      <a:cubicBezTo>
                        <a:pt x="62304" y="18369"/>
                        <a:pt x="61546" y="22914"/>
                        <a:pt x="60789" y="27459"/>
                      </a:cubicBezTo>
                      <a:lnTo>
                        <a:pt x="121767" y="27459"/>
                      </a:lnTo>
                      <a:lnTo>
                        <a:pt x="121767" y="55865"/>
                      </a:lnTo>
                      <a:lnTo>
                        <a:pt x="56244" y="55865"/>
                      </a:lnTo>
                      <a:cubicBezTo>
                        <a:pt x="54350" y="66660"/>
                        <a:pt x="52267" y="77264"/>
                        <a:pt x="49995" y="87680"/>
                      </a:cubicBezTo>
                      <a:cubicBezTo>
                        <a:pt x="47722" y="97906"/>
                        <a:pt x="45639" y="107564"/>
                        <a:pt x="43177" y="116654"/>
                      </a:cubicBezTo>
                      <a:lnTo>
                        <a:pt x="64576" y="116654"/>
                      </a:lnTo>
                      <a:lnTo>
                        <a:pt x="64576" y="69121"/>
                      </a:lnTo>
                      <a:lnTo>
                        <a:pt x="99043" y="69121"/>
                      </a:lnTo>
                      <a:lnTo>
                        <a:pt x="99043" y="116654"/>
                      </a:lnTo>
                      <a:lnTo>
                        <a:pt x="124419" y="116654"/>
                      </a:lnTo>
                      <a:lnTo>
                        <a:pt x="124419" y="145060"/>
                      </a:lnTo>
                      <a:lnTo>
                        <a:pt x="99232" y="145060"/>
                      </a:lnTo>
                      <a:lnTo>
                        <a:pt x="99232" y="176496"/>
                      </a:lnTo>
                      <a:lnTo>
                        <a:pt x="125365" y="173845"/>
                      </a:lnTo>
                      <a:lnTo>
                        <a:pt x="125365" y="203955"/>
                      </a:lnTo>
                      <a:lnTo>
                        <a:pt x="99232" y="206607"/>
                      </a:lnTo>
                      <a:lnTo>
                        <a:pt x="99232" y="260768"/>
                      </a:lnTo>
                      <a:lnTo>
                        <a:pt x="62493" y="260768"/>
                      </a:lnTo>
                      <a:lnTo>
                        <a:pt x="62493" y="210015"/>
                      </a:lnTo>
                      <a:lnTo>
                        <a:pt x="0" y="215697"/>
                      </a:lnTo>
                      <a:lnTo>
                        <a:pt x="0" y="185586"/>
                      </a:lnTo>
                      <a:lnTo>
                        <a:pt x="62493" y="179905"/>
                      </a:lnTo>
                      <a:close/>
                      <a:moveTo>
                        <a:pt x="220999" y="260768"/>
                      </a:moveTo>
                      <a:cubicBezTo>
                        <a:pt x="214939" y="242777"/>
                        <a:pt x="209258" y="224408"/>
                        <a:pt x="204145" y="205470"/>
                      </a:cubicBezTo>
                      <a:cubicBezTo>
                        <a:pt x="199032" y="186533"/>
                        <a:pt x="194487" y="166838"/>
                        <a:pt x="190699" y="146386"/>
                      </a:cubicBezTo>
                      <a:cubicBezTo>
                        <a:pt x="186344" y="167974"/>
                        <a:pt x="181420" y="188616"/>
                        <a:pt x="175739" y="208311"/>
                      </a:cubicBezTo>
                      <a:cubicBezTo>
                        <a:pt x="170247" y="228006"/>
                        <a:pt x="164376" y="245428"/>
                        <a:pt x="158317" y="260768"/>
                      </a:cubicBezTo>
                      <a:lnTo>
                        <a:pt x="118548" y="260768"/>
                      </a:lnTo>
                      <a:cubicBezTo>
                        <a:pt x="123282" y="249595"/>
                        <a:pt x="128017" y="237096"/>
                        <a:pt x="132751" y="222893"/>
                      </a:cubicBezTo>
                      <a:cubicBezTo>
                        <a:pt x="137485" y="208690"/>
                        <a:pt x="141841" y="193919"/>
                        <a:pt x="146007" y="178579"/>
                      </a:cubicBezTo>
                      <a:cubicBezTo>
                        <a:pt x="150173" y="163240"/>
                        <a:pt x="153961" y="147901"/>
                        <a:pt x="157370" y="132372"/>
                      </a:cubicBezTo>
                      <a:cubicBezTo>
                        <a:pt x="160778" y="116844"/>
                        <a:pt x="163430" y="102072"/>
                        <a:pt x="165513" y="88438"/>
                      </a:cubicBezTo>
                      <a:lnTo>
                        <a:pt x="200547" y="88438"/>
                      </a:lnTo>
                      <a:cubicBezTo>
                        <a:pt x="200168" y="91846"/>
                        <a:pt x="199600" y="95255"/>
                        <a:pt x="199032" y="98664"/>
                      </a:cubicBezTo>
                      <a:cubicBezTo>
                        <a:pt x="198464" y="102072"/>
                        <a:pt x="197896" y="105481"/>
                        <a:pt x="197327" y="108890"/>
                      </a:cubicBezTo>
                      <a:lnTo>
                        <a:pt x="217969" y="108890"/>
                      </a:lnTo>
                      <a:cubicBezTo>
                        <a:pt x="222325" y="133508"/>
                        <a:pt x="228195" y="158885"/>
                        <a:pt x="235392" y="185018"/>
                      </a:cubicBezTo>
                      <a:cubicBezTo>
                        <a:pt x="242588" y="211152"/>
                        <a:pt x="250731" y="236528"/>
                        <a:pt x="259442" y="260957"/>
                      </a:cubicBezTo>
                      <a:lnTo>
                        <a:pt x="220999" y="260957"/>
                      </a:lnTo>
                      <a:close/>
                      <a:moveTo>
                        <a:pt x="118927" y="94497"/>
                      </a:moveTo>
                      <a:cubicBezTo>
                        <a:pt x="123282" y="78969"/>
                        <a:pt x="127070" y="63061"/>
                        <a:pt x="129910" y="46397"/>
                      </a:cubicBezTo>
                      <a:cubicBezTo>
                        <a:pt x="132940" y="29732"/>
                        <a:pt x="135023" y="14392"/>
                        <a:pt x="136349" y="0"/>
                      </a:cubicBezTo>
                      <a:lnTo>
                        <a:pt x="172520" y="0"/>
                      </a:lnTo>
                      <a:cubicBezTo>
                        <a:pt x="172141" y="3409"/>
                        <a:pt x="171762" y="6817"/>
                        <a:pt x="171383" y="10226"/>
                      </a:cubicBezTo>
                      <a:cubicBezTo>
                        <a:pt x="171004" y="13635"/>
                        <a:pt x="170626" y="17233"/>
                        <a:pt x="170247" y="20831"/>
                      </a:cubicBezTo>
                      <a:lnTo>
                        <a:pt x="258495" y="20831"/>
                      </a:lnTo>
                      <a:cubicBezTo>
                        <a:pt x="257738" y="27080"/>
                        <a:pt x="256791" y="33709"/>
                        <a:pt x="255844" y="40337"/>
                      </a:cubicBezTo>
                      <a:cubicBezTo>
                        <a:pt x="254897" y="46965"/>
                        <a:pt x="253761" y="53593"/>
                        <a:pt x="252625" y="60221"/>
                      </a:cubicBezTo>
                      <a:cubicBezTo>
                        <a:pt x="251488" y="66849"/>
                        <a:pt x="250352" y="73288"/>
                        <a:pt x="249026" y="79348"/>
                      </a:cubicBezTo>
                      <a:cubicBezTo>
                        <a:pt x="247701" y="85597"/>
                        <a:pt x="246565" y="91278"/>
                        <a:pt x="245239" y="96391"/>
                      </a:cubicBezTo>
                      <a:lnTo>
                        <a:pt x="208311" y="96391"/>
                      </a:lnTo>
                      <a:cubicBezTo>
                        <a:pt x="210962" y="89195"/>
                        <a:pt x="213235" y="81431"/>
                        <a:pt x="215318" y="73288"/>
                      </a:cubicBezTo>
                      <a:cubicBezTo>
                        <a:pt x="217401" y="65145"/>
                        <a:pt x="218727" y="57948"/>
                        <a:pt x="219674" y="51699"/>
                      </a:cubicBezTo>
                      <a:lnTo>
                        <a:pt x="165513" y="51699"/>
                      </a:lnTo>
                      <a:cubicBezTo>
                        <a:pt x="164187" y="59463"/>
                        <a:pt x="162672" y="67038"/>
                        <a:pt x="161157" y="74234"/>
                      </a:cubicBezTo>
                      <a:cubicBezTo>
                        <a:pt x="159642" y="81431"/>
                        <a:pt x="158127" y="88059"/>
                        <a:pt x="156612" y="94497"/>
                      </a:cubicBezTo>
                      <a:lnTo>
                        <a:pt x="118927" y="94497"/>
                      </a:lnTo>
                      <a:close/>
                    </a:path>
                  </a:pathLst>
                </a:custGeom>
                <a:grpFill/>
                <a:ln w="1894" cap="flat">
                  <a:noFill/>
                  <a:prstDash val="solid"/>
                  <a:miter/>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endParaRPr>
                </a:p>
              </p:txBody>
            </p:sp>
            <p:sp>
              <p:nvSpPr>
                <p:cNvPr id="16" name="任意多边形: 形状 16"/>
                <p:cNvSpPr/>
                <p:nvPr/>
              </p:nvSpPr>
              <p:spPr>
                <a:xfrm>
                  <a:off x="7078391" y="3305663"/>
                  <a:ext cx="261335" cy="260956"/>
                </a:xfrm>
                <a:custGeom>
                  <a:avLst/>
                  <a:gdLst>
                    <a:gd name="connsiteX0" fmla="*/ 0 w 261335"/>
                    <a:gd name="connsiteY0" fmla="*/ 130857 h 260956"/>
                    <a:gd name="connsiteX1" fmla="*/ 13446 w 261335"/>
                    <a:gd name="connsiteY1" fmla="*/ 97717 h 260956"/>
                    <a:gd name="connsiteX2" fmla="*/ 24997 w 261335"/>
                    <a:gd name="connsiteY2" fmla="*/ 62872 h 260956"/>
                    <a:gd name="connsiteX3" fmla="*/ 34277 w 261335"/>
                    <a:gd name="connsiteY3" fmla="*/ 29732 h 260956"/>
                    <a:gd name="connsiteX4" fmla="*/ 41094 w 261335"/>
                    <a:gd name="connsiteY4" fmla="*/ 1515 h 260956"/>
                    <a:gd name="connsiteX5" fmla="*/ 80863 w 261335"/>
                    <a:gd name="connsiteY5" fmla="*/ 1515 h 260956"/>
                    <a:gd name="connsiteX6" fmla="*/ 74424 w 261335"/>
                    <a:gd name="connsiteY6" fmla="*/ 26323 h 260956"/>
                    <a:gd name="connsiteX7" fmla="*/ 66470 w 261335"/>
                    <a:gd name="connsiteY7" fmla="*/ 54350 h 260956"/>
                    <a:gd name="connsiteX8" fmla="*/ 66470 w 261335"/>
                    <a:gd name="connsiteY8" fmla="*/ 260578 h 260956"/>
                    <a:gd name="connsiteX9" fmla="*/ 29164 w 261335"/>
                    <a:gd name="connsiteY9" fmla="*/ 260578 h 260956"/>
                    <a:gd name="connsiteX10" fmla="*/ 29164 w 261335"/>
                    <a:gd name="connsiteY10" fmla="*/ 130857 h 260956"/>
                    <a:gd name="connsiteX11" fmla="*/ 0 w 261335"/>
                    <a:gd name="connsiteY11" fmla="*/ 130857 h 260956"/>
                    <a:gd name="connsiteX12" fmla="*/ 78022 w 261335"/>
                    <a:gd name="connsiteY12" fmla="*/ 115139 h 260956"/>
                    <a:gd name="connsiteX13" fmla="*/ 85786 w 261335"/>
                    <a:gd name="connsiteY13" fmla="*/ 85976 h 260956"/>
                    <a:gd name="connsiteX14" fmla="*/ 92036 w 261335"/>
                    <a:gd name="connsiteY14" fmla="*/ 58138 h 260956"/>
                    <a:gd name="connsiteX15" fmla="*/ 96959 w 261335"/>
                    <a:gd name="connsiteY15" fmla="*/ 30868 h 260956"/>
                    <a:gd name="connsiteX16" fmla="*/ 101126 w 261335"/>
                    <a:gd name="connsiteY16" fmla="*/ 2651 h 260956"/>
                    <a:gd name="connsiteX17" fmla="*/ 136728 w 261335"/>
                    <a:gd name="connsiteY17" fmla="*/ 2651 h 260956"/>
                    <a:gd name="connsiteX18" fmla="*/ 134455 w 261335"/>
                    <a:gd name="connsiteY18" fmla="*/ 19505 h 260956"/>
                    <a:gd name="connsiteX19" fmla="*/ 131804 w 261335"/>
                    <a:gd name="connsiteY19" fmla="*/ 37496 h 260956"/>
                    <a:gd name="connsiteX20" fmla="*/ 159831 w 261335"/>
                    <a:gd name="connsiteY20" fmla="*/ 37496 h 260956"/>
                    <a:gd name="connsiteX21" fmla="*/ 159831 w 261335"/>
                    <a:gd name="connsiteY21" fmla="*/ 0 h 260956"/>
                    <a:gd name="connsiteX22" fmla="*/ 197138 w 261335"/>
                    <a:gd name="connsiteY22" fmla="*/ 0 h 260956"/>
                    <a:gd name="connsiteX23" fmla="*/ 197138 w 261335"/>
                    <a:gd name="connsiteY23" fmla="*/ 37307 h 260956"/>
                    <a:gd name="connsiteX24" fmla="*/ 255655 w 261335"/>
                    <a:gd name="connsiteY24" fmla="*/ 37307 h 260956"/>
                    <a:gd name="connsiteX25" fmla="*/ 255655 w 261335"/>
                    <a:gd name="connsiteY25" fmla="*/ 69690 h 260956"/>
                    <a:gd name="connsiteX26" fmla="*/ 197138 w 261335"/>
                    <a:gd name="connsiteY26" fmla="*/ 69690 h 260956"/>
                    <a:gd name="connsiteX27" fmla="*/ 197138 w 261335"/>
                    <a:gd name="connsiteY27" fmla="*/ 139379 h 260956"/>
                    <a:gd name="connsiteX28" fmla="*/ 261336 w 261335"/>
                    <a:gd name="connsiteY28" fmla="*/ 139379 h 260956"/>
                    <a:gd name="connsiteX29" fmla="*/ 261336 w 261335"/>
                    <a:gd name="connsiteY29" fmla="*/ 171194 h 260956"/>
                    <a:gd name="connsiteX30" fmla="*/ 197138 w 261335"/>
                    <a:gd name="connsiteY30" fmla="*/ 171194 h 260956"/>
                    <a:gd name="connsiteX31" fmla="*/ 197138 w 261335"/>
                    <a:gd name="connsiteY31" fmla="*/ 260957 h 260956"/>
                    <a:gd name="connsiteX32" fmla="*/ 159831 w 261335"/>
                    <a:gd name="connsiteY32" fmla="*/ 260957 h 260956"/>
                    <a:gd name="connsiteX33" fmla="*/ 159831 w 261335"/>
                    <a:gd name="connsiteY33" fmla="*/ 171004 h 260956"/>
                    <a:gd name="connsiteX34" fmla="*/ 81620 w 261335"/>
                    <a:gd name="connsiteY34" fmla="*/ 171004 h 260956"/>
                    <a:gd name="connsiteX35" fmla="*/ 81620 w 261335"/>
                    <a:gd name="connsiteY35" fmla="*/ 139190 h 260956"/>
                    <a:gd name="connsiteX36" fmla="*/ 159831 w 261335"/>
                    <a:gd name="connsiteY36" fmla="*/ 139190 h 260956"/>
                    <a:gd name="connsiteX37" fmla="*/ 159831 w 261335"/>
                    <a:gd name="connsiteY37" fmla="*/ 69690 h 260956"/>
                    <a:gd name="connsiteX38" fmla="*/ 125744 w 261335"/>
                    <a:gd name="connsiteY38" fmla="*/ 69690 h 260956"/>
                    <a:gd name="connsiteX39" fmla="*/ 120442 w 261335"/>
                    <a:gd name="connsiteY39" fmla="*/ 93361 h 260956"/>
                    <a:gd name="connsiteX40" fmla="*/ 114571 w 261335"/>
                    <a:gd name="connsiteY40" fmla="*/ 115329 h 260956"/>
                    <a:gd name="connsiteX41" fmla="*/ 78022 w 261335"/>
                    <a:gd name="connsiteY41" fmla="*/ 115329 h 260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61335" h="260956">
                      <a:moveTo>
                        <a:pt x="0" y="130857"/>
                      </a:moveTo>
                      <a:cubicBezTo>
                        <a:pt x="4734" y="120631"/>
                        <a:pt x="9279" y="109458"/>
                        <a:pt x="13446" y="97717"/>
                      </a:cubicBezTo>
                      <a:cubicBezTo>
                        <a:pt x="17612" y="85976"/>
                        <a:pt x="21589" y="74424"/>
                        <a:pt x="24997" y="62872"/>
                      </a:cubicBezTo>
                      <a:cubicBezTo>
                        <a:pt x="28596" y="51320"/>
                        <a:pt x="31625" y="40337"/>
                        <a:pt x="34277" y="29732"/>
                      </a:cubicBezTo>
                      <a:cubicBezTo>
                        <a:pt x="36928" y="19127"/>
                        <a:pt x="39200" y="9658"/>
                        <a:pt x="41094" y="1515"/>
                      </a:cubicBezTo>
                      <a:lnTo>
                        <a:pt x="80863" y="1515"/>
                      </a:lnTo>
                      <a:cubicBezTo>
                        <a:pt x="78969" y="9090"/>
                        <a:pt x="76886" y="17422"/>
                        <a:pt x="74424" y="26323"/>
                      </a:cubicBezTo>
                      <a:cubicBezTo>
                        <a:pt x="71962" y="35224"/>
                        <a:pt x="69500" y="44503"/>
                        <a:pt x="66470" y="54350"/>
                      </a:cubicBezTo>
                      <a:lnTo>
                        <a:pt x="66470" y="260578"/>
                      </a:lnTo>
                      <a:lnTo>
                        <a:pt x="29164" y="260578"/>
                      </a:lnTo>
                      <a:lnTo>
                        <a:pt x="29164" y="130857"/>
                      </a:lnTo>
                      <a:lnTo>
                        <a:pt x="0" y="130857"/>
                      </a:lnTo>
                      <a:close/>
                      <a:moveTo>
                        <a:pt x="78022" y="115139"/>
                      </a:moveTo>
                      <a:cubicBezTo>
                        <a:pt x="80863" y="105102"/>
                        <a:pt x="83514" y="95255"/>
                        <a:pt x="85786" y="85976"/>
                      </a:cubicBezTo>
                      <a:cubicBezTo>
                        <a:pt x="88059" y="76696"/>
                        <a:pt x="90142" y="67417"/>
                        <a:pt x="92036" y="58138"/>
                      </a:cubicBezTo>
                      <a:cubicBezTo>
                        <a:pt x="93929" y="49048"/>
                        <a:pt x="95634" y="39768"/>
                        <a:pt x="96959" y="30868"/>
                      </a:cubicBezTo>
                      <a:cubicBezTo>
                        <a:pt x="98474" y="21778"/>
                        <a:pt x="99800" y="12309"/>
                        <a:pt x="101126" y="2651"/>
                      </a:cubicBezTo>
                      <a:lnTo>
                        <a:pt x="136728" y="2651"/>
                      </a:lnTo>
                      <a:cubicBezTo>
                        <a:pt x="135970" y="7954"/>
                        <a:pt x="135213" y="13635"/>
                        <a:pt x="134455" y="19505"/>
                      </a:cubicBezTo>
                      <a:cubicBezTo>
                        <a:pt x="133698" y="25376"/>
                        <a:pt x="132751" y="31247"/>
                        <a:pt x="131804" y="37496"/>
                      </a:cubicBezTo>
                      <a:lnTo>
                        <a:pt x="159831" y="37496"/>
                      </a:lnTo>
                      <a:lnTo>
                        <a:pt x="159831" y="0"/>
                      </a:lnTo>
                      <a:lnTo>
                        <a:pt x="197138" y="0"/>
                      </a:lnTo>
                      <a:lnTo>
                        <a:pt x="197138" y="37307"/>
                      </a:lnTo>
                      <a:lnTo>
                        <a:pt x="255655" y="37307"/>
                      </a:lnTo>
                      <a:lnTo>
                        <a:pt x="255655" y="69690"/>
                      </a:lnTo>
                      <a:lnTo>
                        <a:pt x="197138" y="69690"/>
                      </a:lnTo>
                      <a:lnTo>
                        <a:pt x="197138" y="139379"/>
                      </a:lnTo>
                      <a:lnTo>
                        <a:pt x="261336" y="139379"/>
                      </a:lnTo>
                      <a:lnTo>
                        <a:pt x="261336" y="171194"/>
                      </a:lnTo>
                      <a:lnTo>
                        <a:pt x="197138" y="171194"/>
                      </a:lnTo>
                      <a:lnTo>
                        <a:pt x="197138" y="260957"/>
                      </a:lnTo>
                      <a:lnTo>
                        <a:pt x="159831" y="260957"/>
                      </a:lnTo>
                      <a:lnTo>
                        <a:pt x="159831" y="171004"/>
                      </a:lnTo>
                      <a:lnTo>
                        <a:pt x="81620" y="171004"/>
                      </a:lnTo>
                      <a:lnTo>
                        <a:pt x="81620" y="139190"/>
                      </a:lnTo>
                      <a:lnTo>
                        <a:pt x="159831" y="139190"/>
                      </a:lnTo>
                      <a:lnTo>
                        <a:pt x="159831" y="69690"/>
                      </a:lnTo>
                      <a:lnTo>
                        <a:pt x="125744" y="69690"/>
                      </a:lnTo>
                      <a:cubicBezTo>
                        <a:pt x="124040" y="77643"/>
                        <a:pt x="122336" y="85597"/>
                        <a:pt x="120442" y="93361"/>
                      </a:cubicBezTo>
                      <a:cubicBezTo>
                        <a:pt x="118548" y="101126"/>
                        <a:pt x="116654" y="108322"/>
                        <a:pt x="114571" y="115329"/>
                      </a:cubicBezTo>
                      <a:lnTo>
                        <a:pt x="78022" y="115329"/>
                      </a:lnTo>
                      <a:close/>
                    </a:path>
                  </a:pathLst>
                </a:custGeom>
                <a:grpFill/>
                <a:ln w="1894" cap="flat">
                  <a:noFill/>
                  <a:prstDash val="solid"/>
                  <a:miter/>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endParaRPr>
                </a:p>
              </p:txBody>
            </p:sp>
            <p:sp>
              <p:nvSpPr>
                <p:cNvPr id="17" name="任意多边形: 形状 17"/>
                <p:cNvSpPr/>
                <p:nvPr/>
              </p:nvSpPr>
              <p:spPr>
                <a:xfrm>
                  <a:off x="7365103" y="3315321"/>
                  <a:ext cx="261335" cy="250352"/>
                </a:xfrm>
                <a:custGeom>
                  <a:avLst/>
                  <a:gdLst>
                    <a:gd name="connsiteX0" fmla="*/ 109269 w 261335"/>
                    <a:gd name="connsiteY0" fmla="*/ 215886 h 250352"/>
                    <a:gd name="connsiteX1" fmla="*/ 109269 w 261335"/>
                    <a:gd name="connsiteY1" fmla="*/ 35034 h 250352"/>
                    <a:gd name="connsiteX2" fmla="*/ 10794 w 261335"/>
                    <a:gd name="connsiteY2" fmla="*/ 35034 h 250352"/>
                    <a:gd name="connsiteX3" fmla="*/ 10794 w 261335"/>
                    <a:gd name="connsiteY3" fmla="*/ 0 h 250352"/>
                    <a:gd name="connsiteX4" fmla="*/ 250352 w 261335"/>
                    <a:gd name="connsiteY4" fmla="*/ 0 h 250352"/>
                    <a:gd name="connsiteX5" fmla="*/ 250352 w 261335"/>
                    <a:gd name="connsiteY5" fmla="*/ 35034 h 250352"/>
                    <a:gd name="connsiteX6" fmla="*/ 151878 w 261335"/>
                    <a:gd name="connsiteY6" fmla="*/ 35034 h 250352"/>
                    <a:gd name="connsiteX7" fmla="*/ 151878 w 261335"/>
                    <a:gd name="connsiteY7" fmla="*/ 215886 h 250352"/>
                    <a:gd name="connsiteX8" fmla="*/ 261336 w 261335"/>
                    <a:gd name="connsiteY8" fmla="*/ 215886 h 250352"/>
                    <a:gd name="connsiteX9" fmla="*/ 261336 w 261335"/>
                    <a:gd name="connsiteY9" fmla="*/ 250352 h 250352"/>
                    <a:gd name="connsiteX10" fmla="*/ 0 w 261335"/>
                    <a:gd name="connsiteY10" fmla="*/ 250352 h 250352"/>
                    <a:gd name="connsiteX11" fmla="*/ 0 w 261335"/>
                    <a:gd name="connsiteY11" fmla="*/ 215886 h 250352"/>
                    <a:gd name="connsiteX12" fmla="*/ 109269 w 261335"/>
                    <a:gd name="connsiteY12" fmla="*/ 215886 h 250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1335" h="250352">
                      <a:moveTo>
                        <a:pt x="109269" y="215886"/>
                      </a:moveTo>
                      <a:lnTo>
                        <a:pt x="109269" y="35034"/>
                      </a:lnTo>
                      <a:lnTo>
                        <a:pt x="10794" y="35034"/>
                      </a:lnTo>
                      <a:lnTo>
                        <a:pt x="10794" y="0"/>
                      </a:lnTo>
                      <a:lnTo>
                        <a:pt x="250352" y="0"/>
                      </a:lnTo>
                      <a:lnTo>
                        <a:pt x="250352" y="35034"/>
                      </a:lnTo>
                      <a:lnTo>
                        <a:pt x="151878" y="35034"/>
                      </a:lnTo>
                      <a:lnTo>
                        <a:pt x="151878" y="215886"/>
                      </a:lnTo>
                      <a:lnTo>
                        <a:pt x="261336" y="215886"/>
                      </a:lnTo>
                      <a:lnTo>
                        <a:pt x="261336" y="250352"/>
                      </a:lnTo>
                      <a:lnTo>
                        <a:pt x="0" y="250352"/>
                      </a:lnTo>
                      <a:lnTo>
                        <a:pt x="0" y="215886"/>
                      </a:lnTo>
                      <a:lnTo>
                        <a:pt x="109269" y="215886"/>
                      </a:lnTo>
                      <a:close/>
                    </a:path>
                  </a:pathLst>
                </a:custGeom>
                <a:grpFill/>
                <a:ln w="1894" cap="flat">
                  <a:noFill/>
                  <a:prstDash val="solid"/>
                  <a:miter/>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endParaRPr>
                </a:p>
              </p:txBody>
            </p:sp>
            <p:sp>
              <p:nvSpPr>
                <p:cNvPr id="18" name="任意多边形: 形状 18"/>
                <p:cNvSpPr/>
                <p:nvPr/>
              </p:nvSpPr>
              <p:spPr>
                <a:xfrm>
                  <a:off x="7648595" y="3308882"/>
                  <a:ext cx="264176" cy="257548"/>
                </a:xfrm>
                <a:custGeom>
                  <a:avLst/>
                  <a:gdLst>
                    <a:gd name="connsiteX0" fmla="*/ 0 w 264176"/>
                    <a:gd name="connsiteY0" fmla="*/ 250920 h 257548"/>
                    <a:gd name="connsiteX1" fmla="*/ 6439 w 264176"/>
                    <a:gd name="connsiteY1" fmla="*/ 165702 h 257548"/>
                    <a:gd name="connsiteX2" fmla="*/ 8522 w 264176"/>
                    <a:gd name="connsiteY2" fmla="*/ 99989 h 257548"/>
                    <a:gd name="connsiteX3" fmla="*/ 34845 w 264176"/>
                    <a:gd name="connsiteY3" fmla="*/ 99989 h 257548"/>
                    <a:gd name="connsiteX4" fmla="*/ 33519 w 264176"/>
                    <a:gd name="connsiteY4" fmla="*/ 166081 h 257548"/>
                    <a:gd name="connsiteX5" fmla="*/ 29353 w 264176"/>
                    <a:gd name="connsiteY5" fmla="*/ 250920 h 257548"/>
                    <a:gd name="connsiteX6" fmla="*/ 0 w 264176"/>
                    <a:gd name="connsiteY6" fmla="*/ 250920 h 257548"/>
                    <a:gd name="connsiteX7" fmla="*/ 40147 w 264176"/>
                    <a:gd name="connsiteY7" fmla="*/ 90710 h 257548"/>
                    <a:gd name="connsiteX8" fmla="*/ 4545 w 264176"/>
                    <a:gd name="connsiteY8" fmla="*/ 90710 h 257548"/>
                    <a:gd name="connsiteX9" fmla="*/ 4545 w 264176"/>
                    <a:gd name="connsiteY9" fmla="*/ 60978 h 257548"/>
                    <a:gd name="connsiteX10" fmla="*/ 40147 w 264176"/>
                    <a:gd name="connsiteY10" fmla="*/ 60978 h 257548"/>
                    <a:gd name="connsiteX11" fmla="*/ 40147 w 264176"/>
                    <a:gd name="connsiteY11" fmla="*/ 34655 h 257548"/>
                    <a:gd name="connsiteX12" fmla="*/ 7575 w 264176"/>
                    <a:gd name="connsiteY12" fmla="*/ 37307 h 257548"/>
                    <a:gd name="connsiteX13" fmla="*/ 7575 w 264176"/>
                    <a:gd name="connsiteY13" fmla="*/ 7386 h 257548"/>
                    <a:gd name="connsiteX14" fmla="*/ 100747 w 264176"/>
                    <a:gd name="connsiteY14" fmla="*/ 0 h 257548"/>
                    <a:gd name="connsiteX15" fmla="*/ 100747 w 264176"/>
                    <a:gd name="connsiteY15" fmla="*/ 30110 h 257548"/>
                    <a:gd name="connsiteX16" fmla="*/ 72151 w 264176"/>
                    <a:gd name="connsiteY16" fmla="*/ 32383 h 257548"/>
                    <a:gd name="connsiteX17" fmla="*/ 72151 w 264176"/>
                    <a:gd name="connsiteY17" fmla="*/ 60978 h 257548"/>
                    <a:gd name="connsiteX18" fmla="*/ 103966 w 264176"/>
                    <a:gd name="connsiteY18" fmla="*/ 60978 h 257548"/>
                    <a:gd name="connsiteX19" fmla="*/ 103966 w 264176"/>
                    <a:gd name="connsiteY19" fmla="*/ 90710 h 257548"/>
                    <a:gd name="connsiteX20" fmla="*/ 72151 w 264176"/>
                    <a:gd name="connsiteY20" fmla="*/ 90710 h 257548"/>
                    <a:gd name="connsiteX21" fmla="*/ 72151 w 264176"/>
                    <a:gd name="connsiteY21" fmla="*/ 257548 h 257548"/>
                    <a:gd name="connsiteX22" fmla="*/ 40337 w 264176"/>
                    <a:gd name="connsiteY22" fmla="*/ 257548 h 257548"/>
                    <a:gd name="connsiteX23" fmla="*/ 40337 w 264176"/>
                    <a:gd name="connsiteY23" fmla="*/ 90710 h 257548"/>
                    <a:gd name="connsiteX24" fmla="*/ 80484 w 264176"/>
                    <a:gd name="connsiteY24" fmla="*/ 238043 h 257548"/>
                    <a:gd name="connsiteX25" fmla="*/ 79726 w 264176"/>
                    <a:gd name="connsiteY25" fmla="*/ 200168 h 257548"/>
                    <a:gd name="connsiteX26" fmla="*/ 78779 w 264176"/>
                    <a:gd name="connsiteY26" fmla="*/ 163429 h 257548"/>
                    <a:gd name="connsiteX27" fmla="*/ 77643 w 264176"/>
                    <a:gd name="connsiteY27" fmla="*/ 129532 h 257548"/>
                    <a:gd name="connsiteX28" fmla="*/ 76128 w 264176"/>
                    <a:gd name="connsiteY28" fmla="*/ 99800 h 257548"/>
                    <a:gd name="connsiteX29" fmla="*/ 101126 w 264176"/>
                    <a:gd name="connsiteY29" fmla="*/ 99800 h 257548"/>
                    <a:gd name="connsiteX30" fmla="*/ 103966 w 264176"/>
                    <a:gd name="connsiteY30" fmla="*/ 161346 h 257548"/>
                    <a:gd name="connsiteX31" fmla="*/ 106239 w 264176"/>
                    <a:gd name="connsiteY31" fmla="*/ 228195 h 257548"/>
                    <a:gd name="connsiteX32" fmla="*/ 165513 w 264176"/>
                    <a:gd name="connsiteY32" fmla="*/ 228195 h 257548"/>
                    <a:gd name="connsiteX33" fmla="*/ 165513 w 264176"/>
                    <a:gd name="connsiteY33" fmla="*/ 198653 h 257548"/>
                    <a:gd name="connsiteX34" fmla="*/ 114003 w 264176"/>
                    <a:gd name="connsiteY34" fmla="*/ 198653 h 257548"/>
                    <a:gd name="connsiteX35" fmla="*/ 114003 w 264176"/>
                    <a:gd name="connsiteY35" fmla="*/ 169868 h 257548"/>
                    <a:gd name="connsiteX36" fmla="*/ 165513 w 264176"/>
                    <a:gd name="connsiteY36" fmla="*/ 169868 h 257548"/>
                    <a:gd name="connsiteX37" fmla="*/ 165513 w 264176"/>
                    <a:gd name="connsiteY37" fmla="*/ 142409 h 257548"/>
                    <a:gd name="connsiteX38" fmla="*/ 110215 w 264176"/>
                    <a:gd name="connsiteY38" fmla="*/ 142409 h 257548"/>
                    <a:gd name="connsiteX39" fmla="*/ 110215 w 264176"/>
                    <a:gd name="connsiteY39" fmla="*/ 113435 h 257548"/>
                    <a:gd name="connsiteX40" fmla="*/ 259253 w 264176"/>
                    <a:gd name="connsiteY40" fmla="*/ 113435 h 257548"/>
                    <a:gd name="connsiteX41" fmla="*/ 259253 w 264176"/>
                    <a:gd name="connsiteY41" fmla="*/ 142409 h 257548"/>
                    <a:gd name="connsiteX42" fmla="*/ 203387 w 264176"/>
                    <a:gd name="connsiteY42" fmla="*/ 142409 h 257548"/>
                    <a:gd name="connsiteX43" fmla="*/ 203387 w 264176"/>
                    <a:gd name="connsiteY43" fmla="*/ 169868 h 257548"/>
                    <a:gd name="connsiteX44" fmla="*/ 255465 w 264176"/>
                    <a:gd name="connsiteY44" fmla="*/ 169868 h 257548"/>
                    <a:gd name="connsiteX45" fmla="*/ 255465 w 264176"/>
                    <a:gd name="connsiteY45" fmla="*/ 198842 h 257548"/>
                    <a:gd name="connsiteX46" fmla="*/ 203387 w 264176"/>
                    <a:gd name="connsiteY46" fmla="*/ 198842 h 257548"/>
                    <a:gd name="connsiteX47" fmla="*/ 203387 w 264176"/>
                    <a:gd name="connsiteY47" fmla="*/ 228385 h 257548"/>
                    <a:gd name="connsiteX48" fmla="*/ 264176 w 264176"/>
                    <a:gd name="connsiteY48" fmla="*/ 228385 h 257548"/>
                    <a:gd name="connsiteX49" fmla="*/ 264176 w 264176"/>
                    <a:gd name="connsiteY49" fmla="*/ 257548 h 257548"/>
                    <a:gd name="connsiteX50" fmla="*/ 105671 w 264176"/>
                    <a:gd name="connsiteY50" fmla="*/ 257548 h 257548"/>
                    <a:gd name="connsiteX51" fmla="*/ 105671 w 264176"/>
                    <a:gd name="connsiteY51" fmla="*/ 238043 h 257548"/>
                    <a:gd name="connsiteX52" fmla="*/ 80484 w 264176"/>
                    <a:gd name="connsiteY52" fmla="*/ 238043 h 257548"/>
                    <a:gd name="connsiteX53" fmla="*/ 255276 w 264176"/>
                    <a:gd name="connsiteY53" fmla="*/ 1326 h 257548"/>
                    <a:gd name="connsiteX54" fmla="*/ 255276 w 264176"/>
                    <a:gd name="connsiteY54" fmla="*/ 97527 h 257548"/>
                    <a:gd name="connsiteX55" fmla="*/ 114382 w 264176"/>
                    <a:gd name="connsiteY55" fmla="*/ 97527 h 257548"/>
                    <a:gd name="connsiteX56" fmla="*/ 114382 w 264176"/>
                    <a:gd name="connsiteY56" fmla="*/ 1326 h 257548"/>
                    <a:gd name="connsiteX57" fmla="*/ 255276 w 264176"/>
                    <a:gd name="connsiteY57" fmla="*/ 1326 h 257548"/>
                    <a:gd name="connsiteX58" fmla="*/ 148658 w 264176"/>
                    <a:gd name="connsiteY58" fmla="*/ 69311 h 257548"/>
                    <a:gd name="connsiteX59" fmla="*/ 220242 w 264176"/>
                    <a:gd name="connsiteY59" fmla="*/ 69311 h 257548"/>
                    <a:gd name="connsiteX60" fmla="*/ 220242 w 264176"/>
                    <a:gd name="connsiteY60" fmla="*/ 29542 h 257548"/>
                    <a:gd name="connsiteX61" fmla="*/ 148658 w 264176"/>
                    <a:gd name="connsiteY61" fmla="*/ 29542 h 257548"/>
                    <a:gd name="connsiteX62" fmla="*/ 148658 w 264176"/>
                    <a:gd name="connsiteY62" fmla="*/ 69311 h 257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264176" h="257548">
                      <a:moveTo>
                        <a:pt x="0" y="250920"/>
                      </a:moveTo>
                      <a:cubicBezTo>
                        <a:pt x="3030" y="219863"/>
                        <a:pt x="5113" y="191457"/>
                        <a:pt x="6439" y="165702"/>
                      </a:cubicBezTo>
                      <a:cubicBezTo>
                        <a:pt x="7764" y="139947"/>
                        <a:pt x="8332" y="118169"/>
                        <a:pt x="8522" y="99989"/>
                      </a:cubicBezTo>
                      <a:lnTo>
                        <a:pt x="34845" y="99989"/>
                      </a:lnTo>
                      <a:cubicBezTo>
                        <a:pt x="34655" y="119495"/>
                        <a:pt x="34277" y="141462"/>
                        <a:pt x="33519" y="166081"/>
                      </a:cubicBezTo>
                      <a:cubicBezTo>
                        <a:pt x="32762" y="190699"/>
                        <a:pt x="31436" y="218916"/>
                        <a:pt x="29353" y="250920"/>
                      </a:cubicBezTo>
                      <a:lnTo>
                        <a:pt x="0" y="250920"/>
                      </a:lnTo>
                      <a:close/>
                      <a:moveTo>
                        <a:pt x="40147" y="90710"/>
                      </a:moveTo>
                      <a:lnTo>
                        <a:pt x="4545" y="90710"/>
                      </a:lnTo>
                      <a:lnTo>
                        <a:pt x="4545" y="60978"/>
                      </a:lnTo>
                      <a:lnTo>
                        <a:pt x="40147" y="60978"/>
                      </a:lnTo>
                      <a:lnTo>
                        <a:pt x="40147" y="34655"/>
                      </a:lnTo>
                      <a:lnTo>
                        <a:pt x="7575" y="37307"/>
                      </a:lnTo>
                      <a:lnTo>
                        <a:pt x="7575" y="7386"/>
                      </a:lnTo>
                      <a:lnTo>
                        <a:pt x="100747" y="0"/>
                      </a:lnTo>
                      <a:lnTo>
                        <a:pt x="100747" y="30110"/>
                      </a:lnTo>
                      <a:lnTo>
                        <a:pt x="72151" y="32383"/>
                      </a:lnTo>
                      <a:lnTo>
                        <a:pt x="72151" y="60978"/>
                      </a:lnTo>
                      <a:lnTo>
                        <a:pt x="103966" y="60978"/>
                      </a:lnTo>
                      <a:lnTo>
                        <a:pt x="103966" y="90710"/>
                      </a:lnTo>
                      <a:lnTo>
                        <a:pt x="72151" y="90710"/>
                      </a:lnTo>
                      <a:lnTo>
                        <a:pt x="72151" y="257548"/>
                      </a:lnTo>
                      <a:lnTo>
                        <a:pt x="40337" y="257548"/>
                      </a:lnTo>
                      <a:lnTo>
                        <a:pt x="40337" y="90710"/>
                      </a:lnTo>
                      <a:close/>
                      <a:moveTo>
                        <a:pt x="80484" y="238043"/>
                      </a:moveTo>
                      <a:cubicBezTo>
                        <a:pt x="80294" y="225355"/>
                        <a:pt x="80105" y="212856"/>
                        <a:pt x="79726" y="200168"/>
                      </a:cubicBezTo>
                      <a:cubicBezTo>
                        <a:pt x="79348" y="187480"/>
                        <a:pt x="79158" y="175360"/>
                        <a:pt x="78779" y="163429"/>
                      </a:cubicBezTo>
                      <a:cubicBezTo>
                        <a:pt x="78401" y="151499"/>
                        <a:pt x="78022" y="140326"/>
                        <a:pt x="77643" y="129532"/>
                      </a:cubicBezTo>
                      <a:cubicBezTo>
                        <a:pt x="77264" y="118927"/>
                        <a:pt x="76696" y="108890"/>
                        <a:pt x="76128" y="99800"/>
                      </a:cubicBezTo>
                      <a:lnTo>
                        <a:pt x="101126" y="99800"/>
                      </a:lnTo>
                      <a:cubicBezTo>
                        <a:pt x="102072" y="118927"/>
                        <a:pt x="103019" y="139379"/>
                        <a:pt x="103966" y="161346"/>
                      </a:cubicBezTo>
                      <a:cubicBezTo>
                        <a:pt x="104913" y="183314"/>
                        <a:pt x="105671" y="205660"/>
                        <a:pt x="106239" y="228195"/>
                      </a:cubicBezTo>
                      <a:lnTo>
                        <a:pt x="165513" y="228195"/>
                      </a:lnTo>
                      <a:lnTo>
                        <a:pt x="165513" y="198653"/>
                      </a:lnTo>
                      <a:lnTo>
                        <a:pt x="114003" y="198653"/>
                      </a:lnTo>
                      <a:lnTo>
                        <a:pt x="114003" y="169868"/>
                      </a:lnTo>
                      <a:lnTo>
                        <a:pt x="165513" y="169868"/>
                      </a:lnTo>
                      <a:lnTo>
                        <a:pt x="165513" y="142409"/>
                      </a:lnTo>
                      <a:lnTo>
                        <a:pt x="110215" y="142409"/>
                      </a:lnTo>
                      <a:lnTo>
                        <a:pt x="110215" y="113435"/>
                      </a:lnTo>
                      <a:lnTo>
                        <a:pt x="259253" y="113435"/>
                      </a:lnTo>
                      <a:lnTo>
                        <a:pt x="259253" y="142409"/>
                      </a:lnTo>
                      <a:lnTo>
                        <a:pt x="203387" y="142409"/>
                      </a:lnTo>
                      <a:lnTo>
                        <a:pt x="203387" y="169868"/>
                      </a:lnTo>
                      <a:lnTo>
                        <a:pt x="255465" y="169868"/>
                      </a:lnTo>
                      <a:lnTo>
                        <a:pt x="255465" y="198842"/>
                      </a:lnTo>
                      <a:lnTo>
                        <a:pt x="203387" y="198842"/>
                      </a:lnTo>
                      <a:lnTo>
                        <a:pt x="203387" y="228385"/>
                      </a:lnTo>
                      <a:lnTo>
                        <a:pt x="264176" y="228385"/>
                      </a:lnTo>
                      <a:lnTo>
                        <a:pt x="264176" y="257548"/>
                      </a:lnTo>
                      <a:lnTo>
                        <a:pt x="105671" y="257548"/>
                      </a:lnTo>
                      <a:lnTo>
                        <a:pt x="105671" y="238043"/>
                      </a:lnTo>
                      <a:lnTo>
                        <a:pt x="80484" y="238043"/>
                      </a:lnTo>
                      <a:close/>
                      <a:moveTo>
                        <a:pt x="255276" y="1326"/>
                      </a:moveTo>
                      <a:lnTo>
                        <a:pt x="255276" y="97527"/>
                      </a:lnTo>
                      <a:lnTo>
                        <a:pt x="114382" y="97527"/>
                      </a:lnTo>
                      <a:lnTo>
                        <a:pt x="114382" y="1326"/>
                      </a:lnTo>
                      <a:lnTo>
                        <a:pt x="255276" y="1326"/>
                      </a:lnTo>
                      <a:close/>
                      <a:moveTo>
                        <a:pt x="148658" y="69311"/>
                      </a:moveTo>
                      <a:lnTo>
                        <a:pt x="220242" y="69311"/>
                      </a:lnTo>
                      <a:lnTo>
                        <a:pt x="220242" y="29542"/>
                      </a:lnTo>
                      <a:lnTo>
                        <a:pt x="148658" y="29542"/>
                      </a:lnTo>
                      <a:lnTo>
                        <a:pt x="148658" y="69311"/>
                      </a:lnTo>
                      <a:close/>
                    </a:path>
                  </a:pathLst>
                </a:custGeom>
                <a:grpFill/>
                <a:ln w="1894" cap="flat">
                  <a:noFill/>
                  <a:prstDash val="solid"/>
                  <a:miter/>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endParaRPr>
                </a:p>
              </p:txBody>
            </p:sp>
            <p:sp>
              <p:nvSpPr>
                <p:cNvPr id="19" name="任意多边形: 形状 19"/>
                <p:cNvSpPr/>
                <p:nvPr/>
              </p:nvSpPr>
              <p:spPr>
                <a:xfrm>
                  <a:off x="7939662" y="3305663"/>
                  <a:ext cx="258684" cy="260767"/>
                </a:xfrm>
                <a:custGeom>
                  <a:avLst/>
                  <a:gdLst>
                    <a:gd name="connsiteX0" fmla="*/ 153393 w 258684"/>
                    <a:gd name="connsiteY0" fmla="*/ 125555 h 260767"/>
                    <a:gd name="connsiteX1" fmla="*/ 34466 w 258684"/>
                    <a:gd name="connsiteY1" fmla="*/ 125555 h 260767"/>
                    <a:gd name="connsiteX2" fmla="*/ 34466 w 258684"/>
                    <a:gd name="connsiteY2" fmla="*/ 96202 h 260767"/>
                    <a:gd name="connsiteX3" fmla="*/ 224219 w 258684"/>
                    <a:gd name="connsiteY3" fmla="*/ 96202 h 260767"/>
                    <a:gd name="connsiteX4" fmla="*/ 209447 w 258684"/>
                    <a:gd name="connsiteY4" fmla="*/ 113624 h 260767"/>
                    <a:gd name="connsiteX5" fmla="*/ 191078 w 258684"/>
                    <a:gd name="connsiteY5" fmla="*/ 131615 h 260767"/>
                    <a:gd name="connsiteX6" fmla="*/ 171762 w 258684"/>
                    <a:gd name="connsiteY6" fmla="*/ 148090 h 260767"/>
                    <a:gd name="connsiteX7" fmla="*/ 154340 w 258684"/>
                    <a:gd name="connsiteY7" fmla="*/ 160968 h 260767"/>
                    <a:gd name="connsiteX8" fmla="*/ 154340 w 258684"/>
                    <a:gd name="connsiteY8" fmla="*/ 161346 h 260767"/>
                    <a:gd name="connsiteX9" fmla="*/ 258684 w 258684"/>
                    <a:gd name="connsiteY9" fmla="*/ 161346 h 260767"/>
                    <a:gd name="connsiteX10" fmla="*/ 258684 w 258684"/>
                    <a:gd name="connsiteY10" fmla="*/ 192025 h 260767"/>
                    <a:gd name="connsiteX11" fmla="*/ 154340 w 258684"/>
                    <a:gd name="connsiteY11" fmla="*/ 192025 h 260767"/>
                    <a:gd name="connsiteX12" fmla="*/ 154340 w 258684"/>
                    <a:gd name="connsiteY12" fmla="*/ 209258 h 260767"/>
                    <a:gd name="connsiteX13" fmla="*/ 153582 w 258684"/>
                    <a:gd name="connsiteY13" fmla="*/ 222135 h 260767"/>
                    <a:gd name="connsiteX14" fmla="*/ 151499 w 258684"/>
                    <a:gd name="connsiteY14" fmla="*/ 235960 h 260767"/>
                    <a:gd name="connsiteX15" fmla="*/ 147901 w 258684"/>
                    <a:gd name="connsiteY15" fmla="*/ 249216 h 260767"/>
                    <a:gd name="connsiteX16" fmla="*/ 142788 w 258684"/>
                    <a:gd name="connsiteY16" fmla="*/ 260768 h 260767"/>
                    <a:gd name="connsiteX17" fmla="*/ 102262 w 258684"/>
                    <a:gd name="connsiteY17" fmla="*/ 260768 h 260767"/>
                    <a:gd name="connsiteX18" fmla="*/ 114571 w 258684"/>
                    <a:gd name="connsiteY18" fmla="*/ 209258 h 260767"/>
                    <a:gd name="connsiteX19" fmla="*/ 114571 w 258684"/>
                    <a:gd name="connsiteY19" fmla="*/ 192025 h 260767"/>
                    <a:gd name="connsiteX20" fmla="*/ 0 w 258684"/>
                    <a:gd name="connsiteY20" fmla="*/ 192025 h 260767"/>
                    <a:gd name="connsiteX21" fmla="*/ 0 w 258684"/>
                    <a:gd name="connsiteY21" fmla="*/ 161346 h 260767"/>
                    <a:gd name="connsiteX22" fmla="*/ 114571 w 258684"/>
                    <a:gd name="connsiteY22" fmla="*/ 161346 h 260767"/>
                    <a:gd name="connsiteX23" fmla="*/ 114571 w 258684"/>
                    <a:gd name="connsiteY23" fmla="*/ 161346 h 260767"/>
                    <a:gd name="connsiteX24" fmla="*/ 218348 w 258684"/>
                    <a:gd name="connsiteY24" fmla="*/ 73098 h 260767"/>
                    <a:gd name="connsiteX25" fmla="*/ 38064 w 258684"/>
                    <a:gd name="connsiteY25" fmla="*/ 73098 h 260767"/>
                    <a:gd name="connsiteX26" fmla="*/ 38064 w 258684"/>
                    <a:gd name="connsiteY26" fmla="*/ 93172 h 260767"/>
                    <a:gd name="connsiteX27" fmla="*/ 2462 w 258684"/>
                    <a:gd name="connsiteY27" fmla="*/ 93172 h 260767"/>
                    <a:gd name="connsiteX28" fmla="*/ 2462 w 258684"/>
                    <a:gd name="connsiteY28" fmla="*/ 42420 h 260767"/>
                    <a:gd name="connsiteX29" fmla="*/ 172709 w 258684"/>
                    <a:gd name="connsiteY29" fmla="*/ 42420 h 260767"/>
                    <a:gd name="connsiteX30" fmla="*/ 184829 w 258684"/>
                    <a:gd name="connsiteY30" fmla="*/ 19884 h 260767"/>
                    <a:gd name="connsiteX31" fmla="*/ 193351 w 258684"/>
                    <a:gd name="connsiteY31" fmla="*/ 0 h 260767"/>
                    <a:gd name="connsiteX32" fmla="*/ 233687 w 258684"/>
                    <a:gd name="connsiteY32" fmla="*/ 0 h 260767"/>
                    <a:gd name="connsiteX33" fmla="*/ 224787 w 258684"/>
                    <a:gd name="connsiteY33" fmla="*/ 20831 h 260767"/>
                    <a:gd name="connsiteX34" fmla="*/ 213614 w 258684"/>
                    <a:gd name="connsiteY34" fmla="*/ 42420 h 260767"/>
                    <a:gd name="connsiteX35" fmla="*/ 253761 w 258684"/>
                    <a:gd name="connsiteY35" fmla="*/ 42420 h 260767"/>
                    <a:gd name="connsiteX36" fmla="*/ 253761 w 258684"/>
                    <a:gd name="connsiteY36" fmla="*/ 93172 h 260767"/>
                    <a:gd name="connsiteX37" fmla="*/ 218159 w 258684"/>
                    <a:gd name="connsiteY37" fmla="*/ 93172 h 260767"/>
                    <a:gd name="connsiteX38" fmla="*/ 218159 w 258684"/>
                    <a:gd name="connsiteY38" fmla="*/ 73098 h 260767"/>
                    <a:gd name="connsiteX39" fmla="*/ 36170 w 258684"/>
                    <a:gd name="connsiteY39" fmla="*/ 35792 h 260767"/>
                    <a:gd name="connsiteX40" fmla="*/ 31057 w 258684"/>
                    <a:gd name="connsiteY40" fmla="*/ 18180 h 260767"/>
                    <a:gd name="connsiteX41" fmla="*/ 24240 w 258684"/>
                    <a:gd name="connsiteY41" fmla="*/ 0 h 260767"/>
                    <a:gd name="connsiteX42" fmla="*/ 63819 w 258684"/>
                    <a:gd name="connsiteY42" fmla="*/ 0 h 260767"/>
                    <a:gd name="connsiteX43" fmla="*/ 67417 w 258684"/>
                    <a:gd name="connsiteY43" fmla="*/ 7954 h 260767"/>
                    <a:gd name="connsiteX44" fmla="*/ 71204 w 258684"/>
                    <a:gd name="connsiteY44" fmla="*/ 17422 h 260767"/>
                    <a:gd name="connsiteX45" fmla="*/ 74613 w 258684"/>
                    <a:gd name="connsiteY45" fmla="*/ 27080 h 260767"/>
                    <a:gd name="connsiteX46" fmla="*/ 77265 w 258684"/>
                    <a:gd name="connsiteY46" fmla="*/ 35602 h 260767"/>
                    <a:gd name="connsiteX47" fmla="*/ 36170 w 258684"/>
                    <a:gd name="connsiteY47" fmla="*/ 35602 h 260767"/>
                    <a:gd name="connsiteX48" fmla="*/ 108890 w 258684"/>
                    <a:gd name="connsiteY48" fmla="*/ 36360 h 260767"/>
                    <a:gd name="connsiteX49" fmla="*/ 103209 w 258684"/>
                    <a:gd name="connsiteY49" fmla="*/ 17422 h 260767"/>
                    <a:gd name="connsiteX50" fmla="*/ 96770 w 258684"/>
                    <a:gd name="connsiteY50" fmla="*/ 0 h 260767"/>
                    <a:gd name="connsiteX51" fmla="*/ 137675 w 258684"/>
                    <a:gd name="connsiteY51" fmla="*/ 0 h 260767"/>
                    <a:gd name="connsiteX52" fmla="*/ 140894 w 258684"/>
                    <a:gd name="connsiteY52" fmla="*/ 7575 h 260767"/>
                    <a:gd name="connsiteX53" fmla="*/ 144682 w 258684"/>
                    <a:gd name="connsiteY53" fmla="*/ 16854 h 260767"/>
                    <a:gd name="connsiteX54" fmla="*/ 148090 w 258684"/>
                    <a:gd name="connsiteY54" fmla="*/ 26702 h 260767"/>
                    <a:gd name="connsiteX55" fmla="*/ 151120 w 258684"/>
                    <a:gd name="connsiteY55" fmla="*/ 36360 h 260767"/>
                    <a:gd name="connsiteX56" fmla="*/ 108890 w 258684"/>
                    <a:gd name="connsiteY56" fmla="*/ 36360 h 260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258684" h="260767">
                      <a:moveTo>
                        <a:pt x="153393" y="125555"/>
                      </a:moveTo>
                      <a:lnTo>
                        <a:pt x="34466" y="125555"/>
                      </a:lnTo>
                      <a:lnTo>
                        <a:pt x="34466" y="96202"/>
                      </a:lnTo>
                      <a:lnTo>
                        <a:pt x="224219" y="96202"/>
                      </a:lnTo>
                      <a:cubicBezTo>
                        <a:pt x="220242" y="101694"/>
                        <a:pt x="215318" y="107564"/>
                        <a:pt x="209447" y="113624"/>
                      </a:cubicBezTo>
                      <a:cubicBezTo>
                        <a:pt x="203577" y="119684"/>
                        <a:pt x="197517" y="125744"/>
                        <a:pt x="191078" y="131615"/>
                      </a:cubicBezTo>
                      <a:cubicBezTo>
                        <a:pt x="184639" y="137485"/>
                        <a:pt x="178201" y="142977"/>
                        <a:pt x="171762" y="148090"/>
                      </a:cubicBezTo>
                      <a:cubicBezTo>
                        <a:pt x="165323" y="153203"/>
                        <a:pt x="159453" y="157559"/>
                        <a:pt x="154340" y="160968"/>
                      </a:cubicBezTo>
                      <a:lnTo>
                        <a:pt x="154340" y="161346"/>
                      </a:lnTo>
                      <a:lnTo>
                        <a:pt x="258684" y="161346"/>
                      </a:lnTo>
                      <a:lnTo>
                        <a:pt x="258684" y="192025"/>
                      </a:lnTo>
                      <a:lnTo>
                        <a:pt x="154340" y="192025"/>
                      </a:lnTo>
                      <a:lnTo>
                        <a:pt x="154340" y="209258"/>
                      </a:lnTo>
                      <a:cubicBezTo>
                        <a:pt x="154340" y="213235"/>
                        <a:pt x="154150" y="217590"/>
                        <a:pt x="153582" y="222135"/>
                      </a:cubicBezTo>
                      <a:cubicBezTo>
                        <a:pt x="153014" y="226680"/>
                        <a:pt x="152446" y="231225"/>
                        <a:pt x="151499" y="235960"/>
                      </a:cubicBezTo>
                      <a:cubicBezTo>
                        <a:pt x="150552" y="240505"/>
                        <a:pt x="149416" y="245050"/>
                        <a:pt x="147901" y="249216"/>
                      </a:cubicBezTo>
                      <a:cubicBezTo>
                        <a:pt x="146386" y="253571"/>
                        <a:pt x="144682" y="257359"/>
                        <a:pt x="142788" y="260768"/>
                      </a:cubicBezTo>
                      <a:lnTo>
                        <a:pt x="102262" y="260768"/>
                      </a:lnTo>
                      <a:cubicBezTo>
                        <a:pt x="106049" y="252056"/>
                        <a:pt x="115707" y="227248"/>
                        <a:pt x="114571" y="209258"/>
                      </a:cubicBezTo>
                      <a:lnTo>
                        <a:pt x="114571" y="192025"/>
                      </a:lnTo>
                      <a:lnTo>
                        <a:pt x="0" y="192025"/>
                      </a:lnTo>
                      <a:lnTo>
                        <a:pt x="0" y="161346"/>
                      </a:lnTo>
                      <a:lnTo>
                        <a:pt x="114571" y="161346"/>
                      </a:lnTo>
                      <a:lnTo>
                        <a:pt x="114571" y="161346"/>
                      </a:lnTo>
                      <a:moveTo>
                        <a:pt x="218348" y="73098"/>
                      </a:moveTo>
                      <a:lnTo>
                        <a:pt x="38064" y="73098"/>
                      </a:lnTo>
                      <a:lnTo>
                        <a:pt x="38064" y="93172"/>
                      </a:lnTo>
                      <a:lnTo>
                        <a:pt x="2462" y="93172"/>
                      </a:lnTo>
                      <a:lnTo>
                        <a:pt x="2462" y="42420"/>
                      </a:lnTo>
                      <a:lnTo>
                        <a:pt x="172709" y="42420"/>
                      </a:lnTo>
                      <a:cubicBezTo>
                        <a:pt x="177443" y="34466"/>
                        <a:pt x="181609" y="26891"/>
                        <a:pt x="184829" y="19884"/>
                      </a:cubicBezTo>
                      <a:cubicBezTo>
                        <a:pt x="188238" y="12877"/>
                        <a:pt x="191078" y="6249"/>
                        <a:pt x="193351" y="0"/>
                      </a:cubicBezTo>
                      <a:lnTo>
                        <a:pt x="233687" y="0"/>
                      </a:lnTo>
                      <a:cubicBezTo>
                        <a:pt x="231036" y="7007"/>
                        <a:pt x="228006" y="14014"/>
                        <a:pt x="224787" y="20831"/>
                      </a:cubicBezTo>
                      <a:cubicBezTo>
                        <a:pt x="221567" y="27649"/>
                        <a:pt x="217780" y="34845"/>
                        <a:pt x="213614" y="42420"/>
                      </a:cubicBezTo>
                      <a:lnTo>
                        <a:pt x="253761" y="42420"/>
                      </a:lnTo>
                      <a:lnTo>
                        <a:pt x="253761" y="93172"/>
                      </a:lnTo>
                      <a:lnTo>
                        <a:pt x="218159" y="93172"/>
                      </a:lnTo>
                      <a:lnTo>
                        <a:pt x="218159" y="73098"/>
                      </a:lnTo>
                      <a:close/>
                      <a:moveTo>
                        <a:pt x="36170" y="35792"/>
                      </a:moveTo>
                      <a:cubicBezTo>
                        <a:pt x="35034" y="30868"/>
                        <a:pt x="33330" y="24997"/>
                        <a:pt x="31057" y="18180"/>
                      </a:cubicBezTo>
                      <a:cubicBezTo>
                        <a:pt x="28785" y="11362"/>
                        <a:pt x="26512" y="5302"/>
                        <a:pt x="24240" y="0"/>
                      </a:cubicBezTo>
                      <a:lnTo>
                        <a:pt x="63819" y="0"/>
                      </a:lnTo>
                      <a:cubicBezTo>
                        <a:pt x="64955" y="2272"/>
                        <a:pt x="66091" y="4924"/>
                        <a:pt x="67417" y="7954"/>
                      </a:cubicBezTo>
                      <a:cubicBezTo>
                        <a:pt x="68743" y="10984"/>
                        <a:pt x="69879" y="14203"/>
                        <a:pt x="71204" y="17422"/>
                      </a:cubicBezTo>
                      <a:cubicBezTo>
                        <a:pt x="72530" y="20642"/>
                        <a:pt x="73666" y="23861"/>
                        <a:pt x="74613" y="27080"/>
                      </a:cubicBezTo>
                      <a:cubicBezTo>
                        <a:pt x="75749" y="30300"/>
                        <a:pt x="76507" y="33140"/>
                        <a:pt x="77265" y="35602"/>
                      </a:cubicBezTo>
                      <a:lnTo>
                        <a:pt x="36170" y="35602"/>
                      </a:lnTo>
                      <a:close/>
                      <a:moveTo>
                        <a:pt x="108890" y="36360"/>
                      </a:moveTo>
                      <a:cubicBezTo>
                        <a:pt x="107375" y="30489"/>
                        <a:pt x="105481" y="24050"/>
                        <a:pt x="103209" y="17422"/>
                      </a:cubicBezTo>
                      <a:cubicBezTo>
                        <a:pt x="100936" y="10794"/>
                        <a:pt x="98853" y="4924"/>
                        <a:pt x="96770" y="0"/>
                      </a:cubicBezTo>
                      <a:lnTo>
                        <a:pt x="137675" y="0"/>
                      </a:lnTo>
                      <a:cubicBezTo>
                        <a:pt x="138622" y="2083"/>
                        <a:pt x="139758" y="4545"/>
                        <a:pt x="140894" y="7575"/>
                      </a:cubicBezTo>
                      <a:cubicBezTo>
                        <a:pt x="142220" y="10605"/>
                        <a:pt x="143356" y="13635"/>
                        <a:pt x="144682" y="16854"/>
                      </a:cubicBezTo>
                      <a:cubicBezTo>
                        <a:pt x="146007" y="20074"/>
                        <a:pt x="147144" y="23482"/>
                        <a:pt x="148090" y="26702"/>
                      </a:cubicBezTo>
                      <a:cubicBezTo>
                        <a:pt x="149227" y="30110"/>
                        <a:pt x="150173" y="33330"/>
                        <a:pt x="151120" y="36360"/>
                      </a:cubicBezTo>
                      <a:lnTo>
                        <a:pt x="108890" y="36360"/>
                      </a:lnTo>
                      <a:close/>
                    </a:path>
                  </a:pathLst>
                </a:custGeom>
                <a:grpFill/>
                <a:ln w="1894" cap="flat">
                  <a:noFill/>
                  <a:prstDash val="solid"/>
                  <a:miter/>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endParaRPr>
                </a:p>
              </p:txBody>
            </p:sp>
            <p:sp>
              <p:nvSpPr>
                <p:cNvPr id="20" name="任意多边形: 形状 20"/>
                <p:cNvSpPr/>
                <p:nvPr/>
              </p:nvSpPr>
              <p:spPr>
                <a:xfrm>
                  <a:off x="8228647" y="3305663"/>
                  <a:ext cx="256601" cy="260956"/>
                </a:xfrm>
                <a:custGeom>
                  <a:avLst/>
                  <a:gdLst>
                    <a:gd name="connsiteX0" fmla="*/ 41662 w 256601"/>
                    <a:gd name="connsiteY0" fmla="*/ 236906 h 260956"/>
                    <a:gd name="connsiteX1" fmla="*/ 53782 w 256601"/>
                    <a:gd name="connsiteY1" fmla="*/ 207554 h 260956"/>
                    <a:gd name="connsiteX2" fmla="*/ 57759 w 256601"/>
                    <a:gd name="connsiteY2" fmla="*/ 169679 h 260956"/>
                    <a:gd name="connsiteX3" fmla="*/ 57759 w 256601"/>
                    <a:gd name="connsiteY3" fmla="*/ 128963 h 260956"/>
                    <a:gd name="connsiteX4" fmla="*/ 44882 w 256601"/>
                    <a:gd name="connsiteY4" fmla="*/ 128963 h 260956"/>
                    <a:gd name="connsiteX5" fmla="*/ 53214 w 256601"/>
                    <a:gd name="connsiteY5" fmla="*/ 78590 h 260956"/>
                    <a:gd name="connsiteX6" fmla="*/ 58138 w 256601"/>
                    <a:gd name="connsiteY6" fmla="*/ 35413 h 260956"/>
                    <a:gd name="connsiteX7" fmla="*/ 32572 w 256601"/>
                    <a:gd name="connsiteY7" fmla="*/ 35413 h 260956"/>
                    <a:gd name="connsiteX8" fmla="*/ 32572 w 256601"/>
                    <a:gd name="connsiteY8" fmla="*/ 260957 h 260956"/>
                    <a:gd name="connsiteX9" fmla="*/ 0 w 256601"/>
                    <a:gd name="connsiteY9" fmla="*/ 260957 h 260956"/>
                    <a:gd name="connsiteX10" fmla="*/ 0 w 256601"/>
                    <a:gd name="connsiteY10" fmla="*/ 6628 h 260956"/>
                    <a:gd name="connsiteX11" fmla="*/ 89953 w 256601"/>
                    <a:gd name="connsiteY11" fmla="*/ 6628 h 260956"/>
                    <a:gd name="connsiteX12" fmla="*/ 87491 w 256601"/>
                    <a:gd name="connsiteY12" fmla="*/ 31625 h 260956"/>
                    <a:gd name="connsiteX13" fmla="*/ 84840 w 256601"/>
                    <a:gd name="connsiteY13" fmla="*/ 54918 h 260956"/>
                    <a:gd name="connsiteX14" fmla="*/ 81810 w 256601"/>
                    <a:gd name="connsiteY14" fmla="*/ 77643 h 260956"/>
                    <a:gd name="connsiteX15" fmla="*/ 78590 w 256601"/>
                    <a:gd name="connsiteY15" fmla="*/ 100557 h 260956"/>
                    <a:gd name="connsiteX16" fmla="*/ 89385 w 256601"/>
                    <a:gd name="connsiteY16" fmla="*/ 100557 h 260956"/>
                    <a:gd name="connsiteX17" fmla="*/ 89385 w 256601"/>
                    <a:gd name="connsiteY17" fmla="*/ 169679 h 260956"/>
                    <a:gd name="connsiteX18" fmla="*/ 88627 w 256601"/>
                    <a:gd name="connsiteY18" fmla="*/ 192972 h 260956"/>
                    <a:gd name="connsiteX19" fmla="*/ 86544 w 256601"/>
                    <a:gd name="connsiteY19" fmla="*/ 211152 h 260956"/>
                    <a:gd name="connsiteX20" fmla="*/ 83324 w 256601"/>
                    <a:gd name="connsiteY20" fmla="*/ 225355 h 260956"/>
                    <a:gd name="connsiteX21" fmla="*/ 78969 w 256601"/>
                    <a:gd name="connsiteY21" fmla="*/ 236906 h 260956"/>
                    <a:gd name="connsiteX22" fmla="*/ 41662 w 256601"/>
                    <a:gd name="connsiteY22" fmla="*/ 236906 h 260956"/>
                    <a:gd name="connsiteX23" fmla="*/ 218727 w 256601"/>
                    <a:gd name="connsiteY23" fmla="*/ 49048 h 260956"/>
                    <a:gd name="connsiteX24" fmla="*/ 129911 w 256601"/>
                    <a:gd name="connsiteY24" fmla="*/ 49048 h 260956"/>
                    <a:gd name="connsiteX25" fmla="*/ 129911 w 256601"/>
                    <a:gd name="connsiteY25" fmla="*/ 71962 h 260956"/>
                    <a:gd name="connsiteX26" fmla="*/ 96581 w 256601"/>
                    <a:gd name="connsiteY26" fmla="*/ 71962 h 260956"/>
                    <a:gd name="connsiteX27" fmla="*/ 96581 w 256601"/>
                    <a:gd name="connsiteY27" fmla="*/ 18559 h 260956"/>
                    <a:gd name="connsiteX28" fmla="*/ 153961 w 256601"/>
                    <a:gd name="connsiteY28" fmla="*/ 18559 h 260956"/>
                    <a:gd name="connsiteX29" fmla="*/ 150742 w 256601"/>
                    <a:gd name="connsiteY29" fmla="*/ 8901 h 260956"/>
                    <a:gd name="connsiteX30" fmla="*/ 146954 w 256601"/>
                    <a:gd name="connsiteY30" fmla="*/ 0 h 260956"/>
                    <a:gd name="connsiteX31" fmla="*/ 188238 w 256601"/>
                    <a:gd name="connsiteY31" fmla="*/ 0 h 260956"/>
                    <a:gd name="connsiteX32" fmla="*/ 191457 w 256601"/>
                    <a:gd name="connsiteY32" fmla="*/ 8711 h 260956"/>
                    <a:gd name="connsiteX33" fmla="*/ 194676 w 256601"/>
                    <a:gd name="connsiteY33" fmla="*/ 18559 h 260956"/>
                    <a:gd name="connsiteX34" fmla="*/ 253382 w 256601"/>
                    <a:gd name="connsiteY34" fmla="*/ 18559 h 260956"/>
                    <a:gd name="connsiteX35" fmla="*/ 253382 w 256601"/>
                    <a:gd name="connsiteY35" fmla="*/ 71962 h 260956"/>
                    <a:gd name="connsiteX36" fmla="*/ 218916 w 256601"/>
                    <a:gd name="connsiteY36" fmla="*/ 71962 h 260956"/>
                    <a:gd name="connsiteX37" fmla="*/ 218916 w 256601"/>
                    <a:gd name="connsiteY37" fmla="*/ 49048 h 260956"/>
                    <a:gd name="connsiteX38" fmla="*/ 97906 w 256601"/>
                    <a:gd name="connsiteY38" fmla="*/ 260768 h 260956"/>
                    <a:gd name="connsiteX39" fmla="*/ 114761 w 256601"/>
                    <a:gd name="connsiteY39" fmla="*/ 219295 h 260956"/>
                    <a:gd name="connsiteX40" fmla="*/ 124797 w 256601"/>
                    <a:gd name="connsiteY40" fmla="*/ 165513 h 260956"/>
                    <a:gd name="connsiteX41" fmla="*/ 96770 w 256601"/>
                    <a:gd name="connsiteY41" fmla="*/ 165513 h 260956"/>
                    <a:gd name="connsiteX42" fmla="*/ 96770 w 256601"/>
                    <a:gd name="connsiteY42" fmla="*/ 132940 h 260956"/>
                    <a:gd name="connsiteX43" fmla="*/ 253193 w 256601"/>
                    <a:gd name="connsiteY43" fmla="*/ 132940 h 260956"/>
                    <a:gd name="connsiteX44" fmla="*/ 253193 w 256601"/>
                    <a:gd name="connsiteY44" fmla="*/ 165513 h 260956"/>
                    <a:gd name="connsiteX45" fmla="*/ 221946 w 256601"/>
                    <a:gd name="connsiteY45" fmla="*/ 165513 h 260956"/>
                    <a:gd name="connsiteX46" fmla="*/ 221946 w 256601"/>
                    <a:gd name="connsiteY46" fmla="*/ 228574 h 260956"/>
                    <a:gd name="connsiteX47" fmla="*/ 256601 w 256601"/>
                    <a:gd name="connsiteY47" fmla="*/ 228574 h 260956"/>
                    <a:gd name="connsiteX48" fmla="*/ 256601 w 256601"/>
                    <a:gd name="connsiteY48" fmla="*/ 260578 h 260956"/>
                    <a:gd name="connsiteX49" fmla="*/ 186723 w 256601"/>
                    <a:gd name="connsiteY49" fmla="*/ 260578 h 260956"/>
                    <a:gd name="connsiteX50" fmla="*/ 186723 w 256601"/>
                    <a:gd name="connsiteY50" fmla="*/ 165513 h 260956"/>
                    <a:gd name="connsiteX51" fmla="*/ 160589 w 256601"/>
                    <a:gd name="connsiteY51" fmla="*/ 165513 h 260956"/>
                    <a:gd name="connsiteX52" fmla="*/ 156802 w 256601"/>
                    <a:gd name="connsiteY52" fmla="*/ 196949 h 260956"/>
                    <a:gd name="connsiteX53" fmla="*/ 151878 w 256601"/>
                    <a:gd name="connsiteY53" fmla="*/ 221946 h 260956"/>
                    <a:gd name="connsiteX54" fmla="*/ 145628 w 256601"/>
                    <a:gd name="connsiteY54" fmla="*/ 242398 h 260956"/>
                    <a:gd name="connsiteX55" fmla="*/ 138243 w 256601"/>
                    <a:gd name="connsiteY55" fmla="*/ 260578 h 260956"/>
                    <a:gd name="connsiteX56" fmla="*/ 97906 w 256601"/>
                    <a:gd name="connsiteY56" fmla="*/ 260578 h 260956"/>
                    <a:gd name="connsiteX57" fmla="*/ 240884 w 256601"/>
                    <a:gd name="connsiteY57" fmla="*/ 81999 h 260956"/>
                    <a:gd name="connsiteX58" fmla="*/ 240884 w 256601"/>
                    <a:gd name="connsiteY58" fmla="*/ 113245 h 260956"/>
                    <a:gd name="connsiteX59" fmla="*/ 105671 w 256601"/>
                    <a:gd name="connsiteY59" fmla="*/ 113245 h 260956"/>
                    <a:gd name="connsiteX60" fmla="*/ 105671 w 256601"/>
                    <a:gd name="connsiteY60" fmla="*/ 81999 h 260956"/>
                    <a:gd name="connsiteX61" fmla="*/ 240884 w 256601"/>
                    <a:gd name="connsiteY61" fmla="*/ 81999 h 260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256601" h="260956">
                      <a:moveTo>
                        <a:pt x="41662" y="236906"/>
                      </a:moveTo>
                      <a:cubicBezTo>
                        <a:pt x="46965" y="227817"/>
                        <a:pt x="50942" y="217969"/>
                        <a:pt x="53782" y="207554"/>
                      </a:cubicBezTo>
                      <a:cubicBezTo>
                        <a:pt x="56433" y="197138"/>
                        <a:pt x="57759" y="184450"/>
                        <a:pt x="57759" y="169679"/>
                      </a:cubicBezTo>
                      <a:lnTo>
                        <a:pt x="57759" y="128963"/>
                      </a:lnTo>
                      <a:lnTo>
                        <a:pt x="44882" y="128963"/>
                      </a:lnTo>
                      <a:cubicBezTo>
                        <a:pt x="48101" y="111162"/>
                        <a:pt x="50942" y="94308"/>
                        <a:pt x="53214" y="78590"/>
                      </a:cubicBezTo>
                      <a:cubicBezTo>
                        <a:pt x="55487" y="62683"/>
                        <a:pt x="57191" y="48290"/>
                        <a:pt x="58138" y="35413"/>
                      </a:cubicBezTo>
                      <a:lnTo>
                        <a:pt x="32572" y="35413"/>
                      </a:lnTo>
                      <a:lnTo>
                        <a:pt x="32572" y="260957"/>
                      </a:lnTo>
                      <a:lnTo>
                        <a:pt x="0" y="260957"/>
                      </a:lnTo>
                      <a:lnTo>
                        <a:pt x="0" y="6628"/>
                      </a:lnTo>
                      <a:lnTo>
                        <a:pt x="89953" y="6628"/>
                      </a:lnTo>
                      <a:cubicBezTo>
                        <a:pt x="89195" y="15339"/>
                        <a:pt x="88438" y="23861"/>
                        <a:pt x="87491" y="31625"/>
                      </a:cubicBezTo>
                      <a:cubicBezTo>
                        <a:pt x="86544" y="39579"/>
                        <a:pt x="85786" y="47343"/>
                        <a:pt x="84840" y="54918"/>
                      </a:cubicBezTo>
                      <a:cubicBezTo>
                        <a:pt x="83893" y="62493"/>
                        <a:pt x="82946" y="70068"/>
                        <a:pt x="81810" y="77643"/>
                      </a:cubicBezTo>
                      <a:cubicBezTo>
                        <a:pt x="80673" y="85029"/>
                        <a:pt x="79727" y="92793"/>
                        <a:pt x="78590" y="100557"/>
                      </a:cubicBezTo>
                      <a:lnTo>
                        <a:pt x="89385" y="100557"/>
                      </a:lnTo>
                      <a:lnTo>
                        <a:pt x="89385" y="169679"/>
                      </a:lnTo>
                      <a:cubicBezTo>
                        <a:pt x="89385" y="178390"/>
                        <a:pt x="89195" y="186344"/>
                        <a:pt x="88627" y="192972"/>
                      </a:cubicBezTo>
                      <a:cubicBezTo>
                        <a:pt x="88059" y="199789"/>
                        <a:pt x="87491" y="205849"/>
                        <a:pt x="86544" y="211152"/>
                      </a:cubicBezTo>
                      <a:cubicBezTo>
                        <a:pt x="85597" y="216454"/>
                        <a:pt x="84650" y="221188"/>
                        <a:pt x="83324" y="225355"/>
                      </a:cubicBezTo>
                      <a:cubicBezTo>
                        <a:pt x="81999" y="229521"/>
                        <a:pt x="80484" y="233308"/>
                        <a:pt x="78969" y="236906"/>
                      </a:cubicBezTo>
                      <a:lnTo>
                        <a:pt x="41662" y="236906"/>
                      </a:lnTo>
                      <a:close/>
                      <a:moveTo>
                        <a:pt x="218727" y="49048"/>
                      </a:moveTo>
                      <a:lnTo>
                        <a:pt x="129911" y="49048"/>
                      </a:lnTo>
                      <a:lnTo>
                        <a:pt x="129911" y="71962"/>
                      </a:lnTo>
                      <a:lnTo>
                        <a:pt x="96581" y="71962"/>
                      </a:lnTo>
                      <a:lnTo>
                        <a:pt x="96581" y="18559"/>
                      </a:lnTo>
                      <a:lnTo>
                        <a:pt x="153961" y="18559"/>
                      </a:lnTo>
                      <a:cubicBezTo>
                        <a:pt x="153014" y="15339"/>
                        <a:pt x="151878" y="12120"/>
                        <a:pt x="150742" y="8901"/>
                      </a:cubicBezTo>
                      <a:cubicBezTo>
                        <a:pt x="149416" y="5681"/>
                        <a:pt x="148280" y="2651"/>
                        <a:pt x="146954" y="0"/>
                      </a:cubicBezTo>
                      <a:lnTo>
                        <a:pt x="188238" y="0"/>
                      </a:lnTo>
                      <a:cubicBezTo>
                        <a:pt x="189184" y="2462"/>
                        <a:pt x="190321" y="5492"/>
                        <a:pt x="191457" y="8711"/>
                      </a:cubicBezTo>
                      <a:cubicBezTo>
                        <a:pt x="192593" y="12120"/>
                        <a:pt x="193729" y="15339"/>
                        <a:pt x="194676" y="18559"/>
                      </a:cubicBezTo>
                      <a:lnTo>
                        <a:pt x="253382" y="18559"/>
                      </a:lnTo>
                      <a:lnTo>
                        <a:pt x="253382" y="71962"/>
                      </a:lnTo>
                      <a:lnTo>
                        <a:pt x="218916" y="71962"/>
                      </a:lnTo>
                      <a:lnTo>
                        <a:pt x="218916" y="49048"/>
                      </a:lnTo>
                      <a:close/>
                      <a:moveTo>
                        <a:pt x="97906" y="260768"/>
                      </a:moveTo>
                      <a:cubicBezTo>
                        <a:pt x="104345" y="248269"/>
                        <a:pt x="110026" y="234634"/>
                        <a:pt x="114761" y="219295"/>
                      </a:cubicBezTo>
                      <a:cubicBezTo>
                        <a:pt x="119495" y="204145"/>
                        <a:pt x="122904" y="186154"/>
                        <a:pt x="124797" y="165513"/>
                      </a:cubicBezTo>
                      <a:lnTo>
                        <a:pt x="96770" y="165513"/>
                      </a:lnTo>
                      <a:lnTo>
                        <a:pt x="96770" y="132940"/>
                      </a:lnTo>
                      <a:lnTo>
                        <a:pt x="253193" y="132940"/>
                      </a:lnTo>
                      <a:lnTo>
                        <a:pt x="253193" y="165513"/>
                      </a:lnTo>
                      <a:lnTo>
                        <a:pt x="221946" y="165513"/>
                      </a:lnTo>
                      <a:lnTo>
                        <a:pt x="221946" y="228574"/>
                      </a:lnTo>
                      <a:lnTo>
                        <a:pt x="256601" y="228574"/>
                      </a:lnTo>
                      <a:lnTo>
                        <a:pt x="256601" y="260578"/>
                      </a:lnTo>
                      <a:lnTo>
                        <a:pt x="186723" y="260578"/>
                      </a:lnTo>
                      <a:lnTo>
                        <a:pt x="186723" y="165513"/>
                      </a:lnTo>
                      <a:lnTo>
                        <a:pt x="160589" y="165513"/>
                      </a:lnTo>
                      <a:cubicBezTo>
                        <a:pt x="159453" y="177443"/>
                        <a:pt x="158127" y="187859"/>
                        <a:pt x="156802" y="196949"/>
                      </a:cubicBezTo>
                      <a:cubicBezTo>
                        <a:pt x="155286" y="206039"/>
                        <a:pt x="153772" y="214371"/>
                        <a:pt x="151878" y="221946"/>
                      </a:cubicBezTo>
                      <a:cubicBezTo>
                        <a:pt x="149984" y="229332"/>
                        <a:pt x="147901" y="236149"/>
                        <a:pt x="145628" y="242398"/>
                      </a:cubicBezTo>
                      <a:cubicBezTo>
                        <a:pt x="143356" y="248648"/>
                        <a:pt x="140894" y="254708"/>
                        <a:pt x="138243" y="260578"/>
                      </a:cubicBezTo>
                      <a:lnTo>
                        <a:pt x="97906" y="260578"/>
                      </a:lnTo>
                      <a:close/>
                      <a:moveTo>
                        <a:pt x="240884" y="81999"/>
                      </a:moveTo>
                      <a:lnTo>
                        <a:pt x="240884" y="113245"/>
                      </a:lnTo>
                      <a:lnTo>
                        <a:pt x="105671" y="113245"/>
                      </a:lnTo>
                      <a:lnTo>
                        <a:pt x="105671" y="81999"/>
                      </a:lnTo>
                      <a:lnTo>
                        <a:pt x="240884" y="81999"/>
                      </a:lnTo>
                      <a:close/>
                    </a:path>
                  </a:pathLst>
                </a:custGeom>
                <a:grpFill/>
                <a:ln w="1894" cap="flat">
                  <a:noFill/>
                  <a:prstDash val="solid"/>
                  <a:miter/>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endParaRPr>
                </a:p>
              </p:txBody>
            </p:sp>
          </p:grpSp>
        </p:grpSp>
        <p:pic>
          <p:nvPicPr>
            <p:cNvPr id="95239" name="图形 4"/>
            <p:cNvPicPr>
              <a:picLocks noChangeAspect="1"/>
            </p:cNvPicPr>
            <p:nvPr/>
          </p:nvPicPr>
          <p:blipFill>
            <a:blip r:embed="rId3"/>
            <a:stretch>
              <a:fillRect/>
            </a:stretch>
          </p:blipFill>
          <p:spPr>
            <a:xfrm>
              <a:off x="8394642" y="741050"/>
              <a:ext cx="1386675" cy="316260"/>
            </a:xfrm>
            <a:prstGeom prst="rect">
              <a:avLst/>
            </a:prstGeom>
            <a:noFill/>
            <a:ln w="9525">
              <a:noFill/>
            </a:ln>
          </p:spPr>
        </p:pic>
        <p:cxnSp>
          <p:nvCxnSpPr>
            <p:cNvPr id="9" name="直接连接符 9"/>
            <p:cNvCxnSpPr/>
            <p:nvPr/>
          </p:nvCxnSpPr>
          <p:spPr>
            <a:xfrm>
              <a:off x="9879250" y="751395"/>
              <a:ext cx="0" cy="295570"/>
            </a:xfrm>
            <a:prstGeom prst="line">
              <a:avLst/>
            </a:prstGeom>
            <a:ln w="5080">
              <a:solidFill>
                <a:srgbClr val="004097"/>
              </a:solidFill>
            </a:ln>
          </p:spPr>
          <p:style>
            <a:lnRef idx="1">
              <a:schemeClr val="accent1"/>
            </a:lnRef>
            <a:fillRef idx="0">
              <a:schemeClr val="accent1"/>
            </a:fillRef>
            <a:effectRef idx="0">
              <a:schemeClr val="accent1"/>
            </a:effectRef>
            <a:fontRef idx="minor">
              <a:schemeClr val="tx1"/>
            </a:fontRef>
          </p:style>
        </p:cxnSp>
      </p:grpSp>
      <p:sp>
        <p:nvSpPr>
          <p:cNvPr id="3" name="日期占位符 2"/>
          <p:cNvSpPr>
            <a:spLocks noGrp="1"/>
          </p:cNvSpPr>
          <p:nvPr>
            <p:ph type="dt" sz="half" idx="10"/>
          </p:nvPr>
        </p:nvSpPr>
        <p:spPr/>
        <p:txBody>
          <a:bodyPr/>
          <a:lstStyle>
            <a:lvl1pPr>
              <a:defRPr b="0" i="0">
                <a:ea typeface="Microsoft YaHei" panose="020B0503020204020204" pitchFamily="34" charset="-122"/>
              </a:defRPr>
            </a:lvl1pPr>
          </a:lstStyle>
          <a:p>
            <a:pPr>
              <a:defRPr/>
            </a:pPr>
            <a:fld id="{ED154B9E-9E8D-2441-8282-423B6E56074C}" type="datetimeFigureOut">
              <a:rPr lang="zh-CN" altLang="en-US" smtClean="0"/>
              <a:pPr>
                <a:defRPr/>
              </a:pPr>
              <a:t>2026/7/2</a:t>
            </a:fld>
            <a:endParaRPr lang="zh-CN" altLang="en-US" dirty="0"/>
          </a:p>
        </p:txBody>
      </p:sp>
      <p:sp>
        <p:nvSpPr>
          <p:cNvPr id="4" name="页脚占位符 3"/>
          <p:cNvSpPr>
            <a:spLocks noGrp="1"/>
          </p:cNvSpPr>
          <p:nvPr>
            <p:ph type="ftr" sz="quarter" idx="11"/>
          </p:nvPr>
        </p:nvSpPr>
        <p:spPr/>
        <p:txBody>
          <a:bodyPr/>
          <a:lstStyle>
            <a:lvl1pPr>
              <a:defRPr b="0" i="0">
                <a:ea typeface="Microsoft YaHei" panose="020B0503020204020204" pitchFamily="34" charset="-122"/>
              </a:defRPr>
            </a:lvl1pPr>
          </a:lstStyle>
          <a:p>
            <a:pPr>
              <a:defRPr/>
            </a:pPr>
            <a:endParaRPr lang="zh-CN" altLang="en-US" dirty="0"/>
          </a:p>
        </p:txBody>
      </p:sp>
      <p:sp>
        <p:nvSpPr>
          <p:cNvPr id="5" name="灯片编号占位符 4"/>
          <p:cNvSpPr>
            <a:spLocks noGrp="1"/>
          </p:cNvSpPr>
          <p:nvPr>
            <p:ph type="sldNum" sz="quarter" idx="12"/>
          </p:nvPr>
        </p:nvSpPr>
        <p:spPr/>
        <p:txBody>
          <a:bodyPr/>
          <a:lstStyle/>
          <a:p>
            <a:pPr lvl="0">
              <a:buNone/>
            </a:pPr>
            <a:fld id="{9A0DB2DC-4C9A-4742-B13C-FB6460FD3503}" type="slidenum">
              <a:rPr lang="zh-CN" altLang="en-US">
                <a:latin typeface="Arial" panose="020B0604020202090204" pitchFamily="34" charset="0"/>
              </a:rPr>
              <a:t>‹#›</a:t>
            </a:fld>
            <a:endParaRPr lang="zh-CN" altLang="en-US">
              <a:latin typeface="Arial" panose="020B0604020202090204" pitchFamily="34" charset="0"/>
            </a:endParaRPr>
          </a:p>
        </p:txBody>
      </p:sp>
    </p:spTree>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内容页">
    <p:bg>
      <p:bgPr>
        <a:solidFill>
          <a:schemeClr val="bg1"/>
        </a:solidFill>
        <a:effectLst/>
      </p:bgPr>
    </p:bg>
    <p:spTree>
      <p:nvGrpSpPr>
        <p:cNvPr id="1" name=""/>
        <p:cNvGrpSpPr/>
        <p:nvPr/>
      </p:nvGrpSpPr>
      <p:grpSpPr>
        <a:xfrm>
          <a:off x="0" y="0"/>
          <a:ext cx="0" cy="0"/>
          <a:chOff x="0" y="0"/>
          <a:chExt cx="0" cy="0"/>
        </a:xfrm>
      </p:grpSpPr>
      <p:sp>
        <p:nvSpPr>
          <p:cNvPr id="2" name="任意多边形 4"/>
          <p:cNvSpPr/>
          <p:nvPr/>
        </p:nvSpPr>
        <p:spPr>
          <a:xfrm>
            <a:off x="0" y="252413"/>
            <a:ext cx="404813" cy="155575"/>
          </a:xfrm>
          <a:custGeom>
            <a:avLst/>
            <a:gdLst>
              <a:gd name="connsiteX0" fmla="*/ 0 w 539552"/>
              <a:gd name="connsiteY0" fmla="*/ 0 h 205898"/>
              <a:gd name="connsiteX1" fmla="*/ 436603 w 539552"/>
              <a:gd name="connsiteY1" fmla="*/ 0 h 205898"/>
              <a:gd name="connsiteX2" fmla="*/ 539552 w 539552"/>
              <a:gd name="connsiteY2" fmla="*/ 102949 h 205898"/>
              <a:gd name="connsiteX3" fmla="*/ 436603 w 539552"/>
              <a:gd name="connsiteY3" fmla="*/ 205898 h 205898"/>
              <a:gd name="connsiteX4" fmla="*/ 0 w 539552"/>
              <a:gd name="connsiteY4" fmla="*/ 205898 h 205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552" h="205898">
                <a:moveTo>
                  <a:pt x="0" y="0"/>
                </a:moveTo>
                <a:lnTo>
                  <a:pt x="436603" y="0"/>
                </a:lnTo>
                <a:cubicBezTo>
                  <a:pt x="493460" y="0"/>
                  <a:pt x="539552" y="46092"/>
                  <a:pt x="539552" y="102949"/>
                </a:cubicBezTo>
                <a:cubicBezTo>
                  <a:pt x="539552" y="159806"/>
                  <a:pt x="493460" y="205898"/>
                  <a:pt x="436603" y="205898"/>
                </a:cubicBezTo>
                <a:lnTo>
                  <a:pt x="0" y="205898"/>
                </a:lnTo>
                <a:close/>
              </a:path>
            </a:pathLst>
          </a:custGeom>
          <a:solidFill>
            <a:srgbClr val="57575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Microsoft YaHei" panose="020B0503020204020204" pitchFamily="34" charset="-122"/>
              <a:ea typeface="Microsoft YaHei" panose="020B0503020204020204" pitchFamily="34" charset="-122"/>
              <a:cs typeface="+mn-cs"/>
            </a:endParaRPr>
          </a:p>
        </p:txBody>
      </p:sp>
      <p:pic>
        <p:nvPicPr>
          <p:cNvPr id="96259" name="图片 7"/>
          <p:cNvPicPr>
            <a:picLocks noChangeAspect="1"/>
          </p:cNvPicPr>
          <p:nvPr userDrawn="1"/>
        </p:nvPicPr>
        <p:blipFill>
          <a:blip r:embed="rId2"/>
          <a:stretch>
            <a:fillRect/>
          </a:stretch>
        </p:blipFill>
        <p:spPr>
          <a:xfrm>
            <a:off x="6151563" y="4776788"/>
            <a:ext cx="2992437" cy="366712"/>
          </a:xfrm>
          <a:prstGeom prst="rect">
            <a:avLst/>
          </a:prstGeom>
          <a:noFill/>
          <a:ln w="9525">
            <a:noFill/>
          </a:ln>
        </p:spPr>
      </p:pic>
      <p:sp>
        <p:nvSpPr>
          <p:cNvPr id="4" name="标题 1"/>
          <p:cNvSpPr>
            <a:spLocks noGrp="1"/>
          </p:cNvSpPr>
          <p:nvPr>
            <p:ph type="title"/>
          </p:nvPr>
        </p:nvSpPr>
        <p:spPr>
          <a:xfrm>
            <a:off x="499295" y="87766"/>
            <a:ext cx="8170112" cy="591554"/>
          </a:xfrm>
          <a:prstGeom prst="rect">
            <a:avLst/>
          </a:prstGeom>
        </p:spPr>
        <p:txBody>
          <a:bodyPr/>
          <a:lstStyle>
            <a:lvl1pPr>
              <a:defRPr lang="zh-CN" altLang="en-US" sz="2025" b="0" i="0" dirty="0" smtClean="0">
                <a:solidFill>
                  <a:srgbClr val="0070C0"/>
                </a:solidFill>
                <a:latin typeface="Microsoft YaHei" panose="020B0503020204020204" pitchFamily="34" charset="-122"/>
                <a:ea typeface="Microsoft YaHei" panose="020B0503020204020204" pitchFamily="34" charset="-122"/>
                <a:cs typeface="+mj-cs"/>
              </a:defRPr>
            </a:lvl1pPr>
          </a:lstStyle>
          <a:p>
            <a:r>
              <a:rPr lang="zh-CN" altLang="en-US" dirty="0"/>
              <a:t>单击此处编辑母版标题样式</a:t>
            </a:r>
          </a:p>
        </p:txBody>
      </p:sp>
      <p:sp>
        <p:nvSpPr>
          <p:cNvPr id="7" name="内容占位符 2"/>
          <p:cNvSpPr>
            <a:spLocks noGrp="1"/>
          </p:cNvSpPr>
          <p:nvPr>
            <p:ph idx="1" hasCustomPrompt="1"/>
          </p:nvPr>
        </p:nvSpPr>
        <p:spPr>
          <a:xfrm>
            <a:off x="484533" y="789974"/>
            <a:ext cx="8184875" cy="3860919"/>
          </a:xfrm>
          <a:prstGeom prst="rect">
            <a:avLst/>
          </a:prstGeom>
        </p:spPr>
        <p:txBody>
          <a:bodyPr/>
          <a:lstStyle>
            <a:lvl1pPr>
              <a:lnSpc>
                <a:spcPct val="120000"/>
              </a:lnSpc>
              <a:defRPr/>
            </a:lvl1pPr>
            <a:lvl2pPr>
              <a:lnSpc>
                <a:spcPct val="120000"/>
              </a:lnSpc>
              <a:defRPr/>
            </a:lvl2pPr>
            <a:lvl3pPr>
              <a:lnSpc>
                <a:spcPct val="120000"/>
              </a:lnSpc>
              <a:defRPr/>
            </a:lvl3pPr>
            <a:lvl4pPr>
              <a:lnSpc>
                <a:spcPct val="120000"/>
              </a:lnSpc>
              <a:defRPr/>
            </a:lvl4pPr>
            <a:lvl5pPr>
              <a:lnSpc>
                <a:spcPct val="120000"/>
              </a:lnSpc>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3" name="日期占位符 2"/>
          <p:cNvSpPr>
            <a:spLocks noGrp="1"/>
          </p:cNvSpPr>
          <p:nvPr>
            <p:ph type="dt" sz="half" idx="10"/>
          </p:nvPr>
        </p:nvSpPr>
        <p:spPr/>
        <p:txBody>
          <a:bodyPr/>
          <a:lstStyle>
            <a:lvl1pPr>
              <a:defRPr b="0" i="0">
                <a:ea typeface="Microsoft YaHei" panose="020B0503020204020204" pitchFamily="34" charset="-122"/>
              </a:defRPr>
            </a:lvl1pPr>
          </a:lstStyle>
          <a:p>
            <a:pPr>
              <a:defRPr/>
            </a:pPr>
            <a:fld id="{ED154B9E-9E8D-2441-8282-423B6E56074C}" type="datetimeFigureOut">
              <a:rPr lang="zh-CN" altLang="en-US" smtClean="0"/>
              <a:pPr>
                <a:defRPr/>
              </a:pPr>
              <a:t>2026/7/2</a:t>
            </a:fld>
            <a:endParaRPr lang="zh-CN" altLang="en-US" dirty="0"/>
          </a:p>
        </p:txBody>
      </p:sp>
      <p:sp>
        <p:nvSpPr>
          <p:cNvPr id="5" name="页脚占位符 4"/>
          <p:cNvSpPr>
            <a:spLocks noGrp="1"/>
          </p:cNvSpPr>
          <p:nvPr>
            <p:ph type="ftr" sz="quarter" idx="11"/>
          </p:nvPr>
        </p:nvSpPr>
        <p:spPr/>
        <p:txBody>
          <a:bodyPr/>
          <a:lstStyle>
            <a:lvl1pPr>
              <a:defRPr b="0" i="0">
                <a:ea typeface="Microsoft YaHei" panose="020B0503020204020204" pitchFamily="34" charset="-122"/>
              </a:defRPr>
            </a:lvl1pPr>
          </a:lstStyle>
          <a:p>
            <a:pPr>
              <a:defRPr/>
            </a:pPr>
            <a:endParaRPr lang="zh-CN" altLang="en-US" dirty="0"/>
          </a:p>
        </p:txBody>
      </p:sp>
      <p:sp>
        <p:nvSpPr>
          <p:cNvPr id="6" name="灯片编号占位符 5"/>
          <p:cNvSpPr>
            <a:spLocks noGrp="1"/>
          </p:cNvSpPr>
          <p:nvPr>
            <p:ph type="sldNum" sz="quarter" idx="12"/>
          </p:nvPr>
        </p:nvSpPr>
        <p:spPr/>
        <p:txBody>
          <a:bodyPr/>
          <a:lstStyle/>
          <a:p>
            <a:pPr lvl="0">
              <a:buNone/>
            </a:pPr>
            <a:fld id="{9A0DB2DC-4C9A-4742-B13C-FB6460FD3503}" type="slidenum">
              <a:rPr lang="zh-CN" altLang="en-US">
                <a:latin typeface="Arial" panose="020B0604020202090204" pitchFamily="34" charset="0"/>
              </a:rPr>
              <a:t>‹#›</a:t>
            </a:fld>
            <a:endParaRPr lang="zh-CN" altLang="en-US">
              <a:latin typeface="Arial" panose="020B060402020209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内容页">
    <p:bg>
      <p:bgPr>
        <a:solidFill>
          <a:schemeClr val="bg1"/>
        </a:solidFill>
        <a:effectLst/>
      </p:bgPr>
    </p:bg>
    <p:spTree>
      <p:nvGrpSpPr>
        <p:cNvPr id="1" name=""/>
        <p:cNvGrpSpPr/>
        <p:nvPr/>
      </p:nvGrpSpPr>
      <p:grpSpPr>
        <a:xfrm>
          <a:off x="0" y="0"/>
          <a:ext cx="0" cy="0"/>
          <a:chOff x="0" y="0"/>
          <a:chExt cx="0" cy="0"/>
        </a:xfrm>
      </p:grpSpPr>
      <p:sp>
        <p:nvSpPr>
          <p:cNvPr id="2" name="任意多边形 4"/>
          <p:cNvSpPr/>
          <p:nvPr/>
        </p:nvSpPr>
        <p:spPr>
          <a:xfrm>
            <a:off x="0" y="252413"/>
            <a:ext cx="404813" cy="155575"/>
          </a:xfrm>
          <a:custGeom>
            <a:avLst/>
            <a:gdLst>
              <a:gd name="connsiteX0" fmla="*/ 0 w 539552"/>
              <a:gd name="connsiteY0" fmla="*/ 0 h 205898"/>
              <a:gd name="connsiteX1" fmla="*/ 436603 w 539552"/>
              <a:gd name="connsiteY1" fmla="*/ 0 h 205898"/>
              <a:gd name="connsiteX2" fmla="*/ 539552 w 539552"/>
              <a:gd name="connsiteY2" fmla="*/ 102949 h 205898"/>
              <a:gd name="connsiteX3" fmla="*/ 436603 w 539552"/>
              <a:gd name="connsiteY3" fmla="*/ 205898 h 205898"/>
              <a:gd name="connsiteX4" fmla="*/ 0 w 539552"/>
              <a:gd name="connsiteY4" fmla="*/ 205898 h 205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552" h="205898">
                <a:moveTo>
                  <a:pt x="0" y="0"/>
                </a:moveTo>
                <a:lnTo>
                  <a:pt x="436603" y="0"/>
                </a:lnTo>
                <a:cubicBezTo>
                  <a:pt x="493460" y="0"/>
                  <a:pt x="539552" y="46092"/>
                  <a:pt x="539552" y="102949"/>
                </a:cubicBezTo>
                <a:cubicBezTo>
                  <a:pt x="539552" y="159806"/>
                  <a:pt x="493460" y="205898"/>
                  <a:pt x="436603" y="205898"/>
                </a:cubicBezTo>
                <a:lnTo>
                  <a:pt x="0" y="205898"/>
                </a:lnTo>
                <a:close/>
              </a:path>
            </a:pathLst>
          </a:custGeom>
          <a:solidFill>
            <a:srgbClr val="57575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Microsoft YaHei" panose="020B0503020204020204" pitchFamily="34" charset="-122"/>
              <a:ea typeface="Microsoft YaHei" panose="020B0503020204020204" pitchFamily="34" charset="-122"/>
              <a:cs typeface="+mn-cs"/>
            </a:endParaRPr>
          </a:p>
        </p:txBody>
      </p:sp>
      <p:pic>
        <p:nvPicPr>
          <p:cNvPr id="97283" name="图片 7"/>
          <p:cNvPicPr>
            <a:picLocks noChangeAspect="1"/>
          </p:cNvPicPr>
          <p:nvPr userDrawn="1"/>
        </p:nvPicPr>
        <p:blipFill>
          <a:blip r:embed="rId2"/>
          <a:stretch>
            <a:fillRect/>
          </a:stretch>
        </p:blipFill>
        <p:spPr>
          <a:xfrm>
            <a:off x="6151563" y="4776788"/>
            <a:ext cx="2992437" cy="366712"/>
          </a:xfrm>
          <a:prstGeom prst="rect">
            <a:avLst/>
          </a:prstGeom>
          <a:noFill/>
          <a:ln w="9525">
            <a:noFill/>
          </a:ln>
        </p:spPr>
      </p:pic>
      <p:sp>
        <p:nvSpPr>
          <p:cNvPr id="4" name="标题 1"/>
          <p:cNvSpPr>
            <a:spLocks noGrp="1"/>
          </p:cNvSpPr>
          <p:nvPr>
            <p:ph type="title"/>
          </p:nvPr>
        </p:nvSpPr>
        <p:spPr>
          <a:xfrm>
            <a:off x="499295" y="87766"/>
            <a:ext cx="8170112" cy="591554"/>
          </a:xfrm>
          <a:prstGeom prst="rect">
            <a:avLst/>
          </a:prstGeom>
        </p:spPr>
        <p:txBody>
          <a:bodyPr/>
          <a:lstStyle>
            <a:lvl1pPr>
              <a:defRPr lang="zh-CN" altLang="en-US" sz="2025" b="0" i="0" dirty="0" smtClean="0">
                <a:solidFill>
                  <a:srgbClr val="0070C0"/>
                </a:solidFill>
                <a:latin typeface="Microsoft YaHei" panose="020B0503020204020204" pitchFamily="34" charset="-122"/>
                <a:ea typeface="Microsoft YaHei" panose="020B0503020204020204" pitchFamily="34" charset="-122"/>
                <a:cs typeface="+mj-cs"/>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lvl1pPr>
              <a:defRPr b="0" i="0">
                <a:ea typeface="Microsoft YaHei" panose="020B0503020204020204" pitchFamily="34" charset="-122"/>
              </a:defRPr>
            </a:lvl1pPr>
          </a:lstStyle>
          <a:p>
            <a:pPr>
              <a:defRPr/>
            </a:pPr>
            <a:fld id="{ED154B9E-9E8D-2441-8282-423B6E56074C}" type="datetimeFigureOut">
              <a:rPr lang="zh-CN" altLang="en-US" smtClean="0"/>
              <a:pPr>
                <a:defRPr/>
              </a:pPr>
              <a:t>2026/7/2</a:t>
            </a:fld>
            <a:endParaRPr lang="zh-CN" altLang="en-US" dirty="0"/>
          </a:p>
        </p:txBody>
      </p:sp>
      <p:sp>
        <p:nvSpPr>
          <p:cNvPr id="5" name="页脚占位符 4"/>
          <p:cNvSpPr>
            <a:spLocks noGrp="1"/>
          </p:cNvSpPr>
          <p:nvPr>
            <p:ph type="ftr" sz="quarter" idx="11"/>
          </p:nvPr>
        </p:nvSpPr>
        <p:spPr/>
        <p:txBody>
          <a:bodyPr/>
          <a:lstStyle>
            <a:lvl1pPr>
              <a:defRPr b="0" i="0">
                <a:ea typeface="Microsoft YaHei" panose="020B0503020204020204" pitchFamily="34" charset="-122"/>
              </a:defRPr>
            </a:lvl1pPr>
          </a:lstStyle>
          <a:p>
            <a:pPr>
              <a:defRPr/>
            </a:pPr>
            <a:endParaRPr lang="zh-CN" altLang="en-US" dirty="0"/>
          </a:p>
        </p:txBody>
      </p:sp>
      <p:sp>
        <p:nvSpPr>
          <p:cNvPr id="6" name="灯片编号占位符 5"/>
          <p:cNvSpPr>
            <a:spLocks noGrp="1"/>
          </p:cNvSpPr>
          <p:nvPr>
            <p:ph type="sldNum" sz="quarter" idx="12"/>
          </p:nvPr>
        </p:nvSpPr>
        <p:spPr/>
        <p:txBody>
          <a:bodyPr/>
          <a:lstStyle/>
          <a:p>
            <a:pPr lvl="0">
              <a:buNone/>
            </a:pPr>
            <a:fld id="{9A0DB2DC-4C9A-4742-B13C-FB6460FD3503}" type="slidenum">
              <a:rPr lang="zh-CN" altLang="en-US">
                <a:latin typeface="Arial" panose="020B0604020202090204" pitchFamily="34" charset="0"/>
              </a:rPr>
              <a:t>‹#›</a:t>
            </a:fld>
            <a:endParaRPr lang="zh-CN" altLang="en-US">
              <a:latin typeface="Arial" panose="020B060402020209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尾页">
    <p:bg>
      <p:bgPr>
        <a:solidFill>
          <a:schemeClr val="bg1"/>
        </a:solidFill>
        <a:effectLst/>
      </p:bgPr>
    </p:bg>
    <p:spTree>
      <p:nvGrpSpPr>
        <p:cNvPr id="1" name=""/>
        <p:cNvGrpSpPr/>
        <p:nvPr/>
      </p:nvGrpSpPr>
      <p:grpSpPr>
        <a:xfrm>
          <a:off x="0" y="0"/>
          <a:ext cx="0" cy="0"/>
          <a:chOff x="0" y="0"/>
          <a:chExt cx="0" cy="0"/>
        </a:xfrm>
      </p:grpSpPr>
      <p:sp>
        <p:nvSpPr>
          <p:cNvPr id="2" name="圆角矩形 4"/>
          <p:cNvSpPr/>
          <p:nvPr/>
        </p:nvSpPr>
        <p:spPr>
          <a:xfrm rot="3249195">
            <a:off x="7554119" y="2355056"/>
            <a:ext cx="442913" cy="3695700"/>
          </a:xfrm>
          <a:prstGeom prst="roundRect">
            <a:avLst>
              <a:gd name="adj" fmla="val 50000"/>
            </a:avLst>
          </a:prstGeom>
          <a:solidFill>
            <a:srgbClr val="686E7E">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Microsoft YaHei" panose="020B0503020204020204" pitchFamily="34" charset="-122"/>
              <a:ea typeface="Microsoft YaHei" panose="020B0503020204020204" pitchFamily="34" charset="-122"/>
              <a:cs typeface="+mn-cs"/>
            </a:endParaRPr>
          </a:p>
        </p:txBody>
      </p:sp>
      <p:sp>
        <p:nvSpPr>
          <p:cNvPr id="3" name="圆角矩形 5"/>
          <p:cNvSpPr/>
          <p:nvPr/>
        </p:nvSpPr>
        <p:spPr>
          <a:xfrm rot="3249195">
            <a:off x="6786563" y="3048000"/>
            <a:ext cx="434975" cy="2667000"/>
          </a:xfrm>
          <a:prstGeom prst="roundRect">
            <a:avLst>
              <a:gd name="adj" fmla="val 50000"/>
            </a:avLst>
          </a:prstGeom>
          <a:solidFill>
            <a:schemeClr val="accent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Microsoft YaHei" panose="020B0503020204020204" pitchFamily="34" charset="-122"/>
              <a:ea typeface="Microsoft YaHei" panose="020B0503020204020204" pitchFamily="34" charset="-122"/>
              <a:cs typeface="+mn-cs"/>
            </a:endParaRPr>
          </a:p>
        </p:txBody>
      </p:sp>
      <p:cxnSp>
        <p:nvCxnSpPr>
          <p:cNvPr id="7" name="直接连接符 3"/>
          <p:cNvCxnSpPr/>
          <p:nvPr/>
        </p:nvCxnSpPr>
        <p:spPr>
          <a:xfrm>
            <a:off x="3925888" y="3300413"/>
            <a:ext cx="3719513" cy="0"/>
          </a:xfrm>
          <a:prstGeom prst="line">
            <a:avLst/>
          </a:prstGeom>
          <a:ln w="25400">
            <a:solidFill>
              <a:srgbClr val="575757"/>
            </a:solidFill>
          </a:ln>
        </p:spPr>
        <p:style>
          <a:lnRef idx="1">
            <a:schemeClr val="accent1"/>
          </a:lnRef>
          <a:fillRef idx="0">
            <a:schemeClr val="accent1"/>
          </a:fillRef>
          <a:effectRef idx="0">
            <a:schemeClr val="accent1"/>
          </a:effectRef>
          <a:fontRef idx="minor">
            <a:schemeClr val="tx1"/>
          </a:fontRef>
        </p:style>
      </p:cxnSp>
      <p:sp>
        <p:nvSpPr>
          <p:cNvPr id="8" name="圆角矩形 10"/>
          <p:cNvSpPr/>
          <p:nvPr/>
        </p:nvSpPr>
        <p:spPr>
          <a:xfrm rot="3368301">
            <a:off x="4722019" y="-389731"/>
            <a:ext cx="442913" cy="3695700"/>
          </a:xfrm>
          <a:prstGeom prst="roundRect">
            <a:avLst>
              <a:gd name="adj" fmla="val 50000"/>
            </a:avLst>
          </a:prstGeom>
          <a:solidFill>
            <a:srgbClr val="686E7E">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Microsoft YaHei" panose="020B0503020204020204" pitchFamily="34" charset="-122"/>
              <a:ea typeface="Microsoft YaHei" panose="020B0503020204020204" pitchFamily="34" charset="-122"/>
              <a:cs typeface="+mn-cs"/>
            </a:endParaRPr>
          </a:p>
        </p:txBody>
      </p:sp>
      <p:sp>
        <p:nvSpPr>
          <p:cNvPr id="9" name="圆角矩形 11"/>
          <p:cNvSpPr/>
          <p:nvPr/>
        </p:nvSpPr>
        <p:spPr>
          <a:xfrm rot="3437467">
            <a:off x="4000500" y="-228600"/>
            <a:ext cx="441325" cy="3695700"/>
          </a:xfrm>
          <a:prstGeom prst="roundRect">
            <a:avLst>
              <a:gd name="adj" fmla="val 50000"/>
            </a:avLst>
          </a:prstGeom>
          <a:solidFill>
            <a:schemeClr val="accent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Microsoft YaHei" panose="020B0503020204020204" pitchFamily="34" charset="-122"/>
              <a:ea typeface="Microsoft YaHei" panose="020B0503020204020204" pitchFamily="34" charset="-122"/>
              <a:cs typeface="+mn-cs"/>
            </a:endParaRPr>
          </a:p>
        </p:txBody>
      </p:sp>
      <p:sp>
        <p:nvSpPr>
          <p:cNvPr id="4" name="日期占位符 3"/>
          <p:cNvSpPr>
            <a:spLocks noGrp="1"/>
          </p:cNvSpPr>
          <p:nvPr>
            <p:ph type="dt" sz="half" idx="10"/>
          </p:nvPr>
        </p:nvSpPr>
        <p:spPr/>
        <p:txBody>
          <a:bodyPr/>
          <a:lstStyle>
            <a:lvl1pPr>
              <a:defRPr b="0" i="0">
                <a:ea typeface="Microsoft YaHei" panose="020B0503020204020204" pitchFamily="34" charset="-122"/>
              </a:defRPr>
            </a:lvl1pPr>
          </a:lstStyle>
          <a:p>
            <a:pPr>
              <a:defRPr/>
            </a:pPr>
            <a:fld id="{ED154B9E-9E8D-2441-8282-423B6E56074C}" type="datetimeFigureOut">
              <a:rPr lang="zh-CN" altLang="en-US" smtClean="0"/>
              <a:pPr>
                <a:defRPr/>
              </a:pPr>
              <a:t>2026/7/2</a:t>
            </a:fld>
            <a:endParaRPr lang="zh-CN" altLang="en-US" dirty="0"/>
          </a:p>
        </p:txBody>
      </p:sp>
      <p:sp>
        <p:nvSpPr>
          <p:cNvPr id="5" name="页脚占位符 4"/>
          <p:cNvSpPr>
            <a:spLocks noGrp="1"/>
          </p:cNvSpPr>
          <p:nvPr>
            <p:ph type="ftr" sz="quarter" idx="11"/>
          </p:nvPr>
        </p:nvSpPr>
        <p:spPr/>
        <p:txBody>
          <a:bodyPr/>
          <a:lstStyle>
            <a:lvl1pPr>
              <a:defRPr b="0" i="0">
                <a:ea typeface="Microsoft YaHei" panose="020B0503020204020204" pitchFamily="34" charset="-122"/>
              </a:defRPr>
            </a:lvl1pPr>
          </a:lstStyle>
          <a:p>
            <a:pPr>
              <a:defRPr/>
            </a:pPr>
            <a:endParaRPr lang="zh-CN" altLang="en-US" dirty="0"/>
          </a:p>
        </p:txBody>
      </p:sp>
      <p:sp>
        <p:nvSpPr>
          <p:cNvPr id="6" name="灯片编号占位符 5"/>
          <p:cNvSpPr>
            <a:spLocks noGrp="1"/>
          </p:cNvSpPr>
          <p:nvPr>
            <p:ph type="sldNum" sz="quarter" idx="12"/>
          </p:nvPr>
        </p:nvSpPr>
        <p:spPr/>
        <p:txBody>
          <a:bodyPr/>
          <a:lstStyle/>
          <a:p>
            <a:pPr lvl="0">
              <a:buNone/>
            </a:pPr>
            <a:fld id="{9A0DB2DC-4C9A-4742-B13C-FB6460FD3503}" type="slidenum">
              <a:rPr lang="zh-CN" altLang="en-US">
                <a:latin typeface="Arial" panose="020B0604020202090204" pitchFamily="34" charset="0"/>
              </a:rPr>
              <a:t>‹#›</a:t>
            </a:fld>
            <a:endParaRPr lang="zh-CN" altLang="en-US">
              <a:latin typeface="Arial" panose="020B060402020209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1" fill="hold" nodeType="after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ppt_x"/>
                                          </p:val>
                                        </p:tav>
                                        <p:tav tm="100000">
                                          <p:val>
                                            <p:strVal val="#ppt_x"/>
                                          </p:val>
                                        </p:tav>
                                      </p:tavLst>
                                    </p:anim>
                                    <p:anim calcmode="lin" valueType="num">
                                      <p:cBhvr additive="base">
                                        <p:cTn id="13" dur="500" fill="hold"/>
                                        <p:tgtEl>
                                          <p:spTgt spid="8"/>
                                        </p:tgtEl>
                                        <p:attrNameLst>
                                          <p:attrName>ppt_y</p:attrName>
                                        </p:attrNameLst>
                                      </p:cBhvr>
                                      <p:tavLst>
                                        <p:tav tm="0">
                                          <p:val>
                                            <p:strVal val="0-#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additive="base">
                                        <p:cTn id="22" dur="500" fill="hold"/>
                                        <p:tgtEl>
                                          <p:spTgt spid="2"/>
                                        </p:tgtEl>
                                        <p:attrNameLst>
                                          <p:attrName>ppt_x</p:attrName>
                                        </p:attrNameLst>
                                      </p:cBhvr>
                                      <p:tavLst>
                                        <p:tav tm="0">
                                          <p:val>
                                            <p:strVal val="#ppt_x"/>
                                          </p:val>
                                        </p:tav>
                                        <p:tav tm="100000">
                                          <p:val>
                                            <p:strVal val="#ppt_x"/>
                                          </p:val>
                                        </p:tav>
                                      </p:tavLst>
                                    </p:anim>
                                    <p:anim calcmode="lin" valueType="num">
                                      <p:cBhvr additive="base">
                                        <p:cTn id="2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8" grpId="0" animBg="1"/>
      <p:bldP spid="9"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目录">
    <p:bg>
      <p:bgPr>
        <a:solidFill>
          <a:schemeClr val="bg1"/>
        </a:solidFill>
        <a:effectLst/>
      </p:bgPr>
    </p:bg>
    <p:spTree>
      <p:nvGrpSpPr>
        <p:cNvPr id="1" name=""/>
        <p:cNvGrpSpPr/>
        <p:nvPr/>
      </p:nvGrpSpPr>
      <p:grpSpPr>
        <a:xfrm>
          <a:off x="0" y="0"/>
          <a:ext cx="0" cy="0"/>
          <a:chOff x="0" y="0"/>
          <a:chExt cx="0" cy="0"/>
        </a:xfrm>
      </p:grpSpPr>
      <p:sp>
        <p:nvSpPr>
          <p:cNvPr id="2" name="任意多边形 14"/>
          <p:cNvSpPr/>
          <p:nvPr/>
        </p:nvSpPr>
        <p:spPr>
          <a:xfrm rot="5400000">
            <a:off x="7458869" y="-353219"/>
            <a:ext cx="441325" cy="2928938"/>
          </a:xfrm>
          <a:custGeom>
            <a:avLst/>
            <a:gdLst>
              <a:gd name="connsiteX0" fmla="*/ 0 w 589616"/>
              <a:gd name="connsiteY0" fmla="*/ 4329742 h 4624550"/>
              <a:gd name="connsiteX1" fmla="*/ 0 w 589616"/>
              <a:gd name="connsiteY1" fmla="*/ 0 h 4624550"/>
              <a:gd name="connsiteX2" fmla="*/ 589616 w 589616"/>
              <a:gd name="connsiteY2" fmla="*/ 0 h 4624550"/>
              <a:gd name="connsiteX3" fmla="*/ 589616 w 589616"/>
              <a:gd name="connsiteY3" fmla="*/ 4329742 h 4624550"/>
              <a:gd name="connsiteX4" fmla="*/ 294808 w 589616"/>
              <a:gd name="connsiteY4" fmla="*/ 4624550 h 4624550"/>
              <a:gd name="connsiteX5" fmla="*/ 0 w 589616"/>
              <a:gd name="connsiteY5" fmla="*/ 4329742 h 4624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9616" h="4624550">
                <a:moveTo>
                  <a:pt x="0" y="4329742"/>
                </a:moveTo>
                <a:lnTo>
                  <a:pt x="0" y="0"/>
                </a:lnTo>
                <a:lnTo>
                  <a:pt x="589616" y="0"/>
                </a:lnTo>
                <a:lnTo>
                  <a:pt x="589616" y="4329742"/>
                </a:lnTo>
                <a:cubicBezTo>
                  <a:pt x="589616" y="4492560"/>
                  <a:pt x="457626" y="4624550"/>
                  <a:pt x="294808" y="4624550"/>
                </a:cubicBezTo>
                <a:cubicBezTo>
                  <a:pt x="131990" y="4624550"/>
                  <a:pt x="0" y="4492560"/>
                  <a:pt x="0" y="4329742"/>
                </a:cubicBezTo>
                <a:close/>
              </a:path>
            </a:pathLst>
          </a:custGeom>
          <a:solidFill>
            <a:srgbClr val="686E7E">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Microsoft YaHei" panose="020B0503020204020204" pitchFamily="34" charset="-122"/>
              <a:ea typeface="Microsoft YaHei" panose="020B0503020204020204" pitchFamily="34" charset="-122"/>
              <a:cs typeface="+mn-cs"/>
            </a:endParaRPr>
          </a:p>
        </p:txBody>
      </p:sp>
      <p:sp>
        <p:nvSpPr>
          <p:cNvPr id="3" name="任意多边形 12"/>
          <p:cNvSpPr/>
          <p:nvPr/>
        </p:nvSpPr>
        <p:spPr>
          <a:xfrm rot="5400000">
            <a:off x="1112044" y="-299244"/>
            <a:ext cx="596900" cy="2820988"/>
          </a:xfrm>
          <a:custGeom>
            <a:avLst/>
            <a:gdLst>
              <a:gd name="connsiteX0" fmla="*/ 0 w 795552"/>
              <a:gd name="connsiteY0" fmla="*/ 3760956 h 3760956"/>
              <a:gd name="connsiteX1" fmla="*/ 0 w 795552"/>
              <a:gd name="connsiteY1" fmla="*/ 397776 h 3760956"/>
              <a:gd name="connsiteX2" fmla="*/ 397776 w 795552"/>
              <a:gd name="connsiteY2" fmla="*/ 0 h 3760956"/>
              <a:gd name="connsiteX3" fmla="*/ 795552 w 795552"/>
              <a:gd name="connsiteY3" fmla="*/ 397776 h 3760956"/>
              <a:gd name="connsiteX4" fmla="*/ 795552 w 795552"/>
              <a:gd name="connsiteY4" fmla="*/ 3760956 h 3760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552" h="3760956">
                <a:moveTo>
                  <a:pt x="0" y="3760956"/>
                </a:moveTo>
                <a:lnTo>
                  <a:pt x="0" y="397776"/>
                </a:lnTo>
                <a:cubicBezTo>
                  <a:pt x="0" y="178090"/>
                  <a:pt x="178090" y="0"/>
                  <a:pt x="397776" y="0"/>
                </a:cubicBezTo>
                <a:cubicBezTo>
                  <a:pt x="617462" y="0"/>
                  <a:pt x="795552" y="178090"/>
                  <a:pt x="795552" y="397776"/>
                </a:cubicBezTo>
                <a:lnTo>
                  <a:pt x="795552" y="3760956"/>
                </a:lnTo>
                <a:close/>
              </a:path>
            </a:pathLst>
          </a:custGeom>
          <a:solidFill>
            <a:schemeClr val="accent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Microsoft YaHei" panose="020B0503020204020204" pitchFamily="34" charset="-122"/>
              <a:ea typeface="Microsoft YaHei" panose="020B0503020204020204" pitchFamily="34" charset="-122"/>
              <a:cs typeface="+mn-cs"/>
            </a:endParaRPr>
          </a:p>
        </p:txBody>
      </p:sp>
      <p:sp>
        <p:nvSpPr>
          <p:cNvPr id="7" name="文本框 6"/>
          <p:cNvSpPr txBox="1">
            <a:spLocks noChangeArrowheads="1"/>
          </p:cNvSpPr>
          <p:nvPr/>
        </p:nvSpPr>
        <p:spPr bwMode="auto">
          <a:xfrm>
            <a:off x="2874963" y="765175"/>
            <a:ext cx="963613" cy="560388"/>
          </a:xfrm>
          <a:prstGeom prst="rect">
            <a:avLst/>
          </a:prstGeom>
          <a:noFill/>
          <a:ln>
            <a:noFill/>
          </a:ln>
        </p:spPr>
        <p:txBody>
          <a:bodyPr wrap="none">
            <a:spAutoFit/>
          </a:bodyPr>
          <a:lstStyle/>
          <a:p>
            <a:pPr lvl="0" eaLnBrk="1" hangingPunct="1">
              <a:buNone/>
            </a:pPr>
            <a:r>
              <a:rPr lang="zh-CN" altLang="en-US" sz="3000" b="1">
                <a:solidFill>
                  <a:srgbClr val="575757"/>
                </a:solidFill>
                <a:latin typeface="Arial" panose="020B0604020202090204" pitchFamily="34" charset="0"/>
                <a:ea typeface="微软雅黑" panose="020B0503020204020204" pitchFamily="34" charset="-122"/>
              </a:rPr>
              <a:t>目录</a:t>
            </a:r>
          </a:p>
        </p:txBody>
      </p:sp>
      <p:sp>
        <p:nvSpPr>
          <p:cNvPr id="8" name="文本框 7"/>
          <p:cNvSpPr txBox="1">
            <a:spLocks noChangeArrowheads="1"/>
          </p:cNvSpPr>
          <p:nvPr/>
        </p:nvSpPr>
        <p:spPr bwMode="auto">
          <a:xfrm>
            <a:off x="4021138" y="822325"/>
            <a:ext cx="1719263" cy="473075"/>
          </a:xfrm>
          <a:prstGeom prst="rect">
            <a:avLst/>
          </a:prstGeom>
          <a:noFill/>
          <a:ln>
            <a:noFill/>
          </a:ln>
        </p:spPr>
        <p:txBody>
          <a:bodyPr wrap="none">
            <a:spAutoFit/>
          </a:bodyPr>
          <a:lstStyle>
            <a:lvl1pPr>
              <a:defRPr>
                <a:solidFill>
                  <a:schemeClr val="tx1"/>
                </a:solidFill>
                <a:latin typeface="Arial" panose="020B0604020202090204" pitchFamily="34" charset="0"/>
                <a:ea typeface="微软雅黑" panose="020B0503020204020204" pitchFamily="34" charset="-122"/>
              </a:defRPr>
            </a:lvl1pPr>
            <a:lvl2pPr marL="742950" indent="-285750">
              <a:defRPr>
                <a:solidFill>
                  <a:schemeClr val="tx1"/>
                </a:solidFill>
                <a:latin typeface="Arial" panose="020B0604020202090204" pitchFamily="34" charset="0"/>
                <a:ea typeface="微软雅黑" panose="020B0503020204020204" pitchFamily="34" charset="-122"/>
              </a:defRPr>
            </a:lvl2pPr>
            <a:lvl3pPr marL="1143000" indent="-228600">
              <a:defRPr>
                <a:solidFill>
                  <a:schemeClr val="tx1"/>
                </a:solidFill>
                <a:latin typeface="Arial" panose="020B0604020202090204" pitchFamily="34" charset="0"/>
                <a:ea typeface="微软雅黑" panose="020B0503020204020204" pitchFamily="34" charset="-122"/>
              </a:defRPr>
            </a:lvl3pPr>
            <a:lvl4pPr marL="1600200" indent="-228600">
              <a:defRPr>
                <a:solidFill>
                  <a:schemeClr val="tx1"/>
                </a:solidFill>
                <a:latin typeface="Arial" panose="020B0604020202090204" pitchFamily="34" charset="0"/>
                <a:ea typeface="微软雅黑" panose="020B0503020204020204" pitchFamily="34" charset="-122"/>
              </a:defRPr>
            </a:lvl4pPr>
            <a:lvl5pPr marL="2057400" indent="-228600">
              <a:defRPr>
                <a:solidFill>
                  <a:schemeClr val="tx1"/>
                </a:solidFill>
                <a:latin typeface="Arial" panose="020B060402020209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rial" panose="020B060402020209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rial" panose="020B060402020209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rial" panose="020B060402020209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rial" panose="020B0604020202090204" pitchFamily="34"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75" b="1" i="0" u="none" strike="noStrike" kern="1200" cap="none" spc="0" normalizeH="0" baseline="0" noProof="0">
                <a:ln>
                  <a:noFill/>
                </a:ln>
                <a:solidFill>
                  <a:srgbClr val="575757"/>
                </a:solidFill>
                <a:effectLst/>
                <a:uLnTx/>
                <a:uFillTx/>
                <a:latin typeface="Arial" panose="020B0604020202090204" pitchFamily="34" charset="0"/>
                <a:ea typeface="微软雅黑" panose="020B0503020204020204" pitchFamily="34" charset="-122"/>
                <a:cs typeface="+mn-cs"/>
              </a:rPr>
              <a:t>CONTENT</a:t>
            </a:r>
            <a:endParaRPr kumimoji="0" lang="zh-CN" altLang="en-US" sz="2475" b="1" i="0" u="none" strike="noStrike" kern="1200" cap="none" spc="0" normalizeH="0" baseline="0" noProof="0">
              <a:ln>
                <a:noFill/>
              </a:ln>
              <a:solidFill>
                <a:srgbClr val="575757"/>
              </a:solidFill>
              <a:effectLst/>
              <a:uLnTx/>
              <a:uFillTx/>
              <a:latin typeface="Arial" panose="020B0604020202090204" pitchFamily="34" charset="0"/>
              <a:ea typeface="微软雅黑" panose="020B0503020204020204" pitchFamily="34" charset="-122"/>
              <a:cs typeface="+mn-cs"/>
            </a:endParaRPr>
          </a:p>
        </p:txBody>
      </p:sp>
      <p:sp>
        <p:nvSpPr>
          <p:cNvPr id="4" name="日期占位符 3"/>
          <p:cNvSpPr>
            <a:spLocks noGrp="1"/>
          </p:cNvSpPr>
          <p:nvPr>
            <p:ph type="dt" sz="half" idx="10"/>
          </p:nvPr>
        </p:nvSpPr>
        <p:spPr/>
        <p:txBody>
          <a:bodyPr/>
          <a:lstStyle>
            <a:lvl1pPr>
              <a:defRPr b="0" i="0">
                <a:ea typeface="Microsoft YaHei" panose="020B0503020204020204" pitchFamily="34" charset="-122"/>
              </a:defRPr>
            </a:lvl1pPr>
          </a:lstStyle>
          <a:p>
            <a:pPr>
              <a:defRPr/>
            </a:pPr>
            <a:fld id="{ED154B9E-9E8D-2441-8282-423B6E56074C}" type="datetimeFigureOut">
              <a:rPr lang="zh-CN" altLang="en-US" smtClean="0"/>
              <a:pPr>
                <a:defRPr/>
              </a:pPr>
              <a:t>2026/7/2</a:t>
            </a:fld>
            <a:endParaRPr lang="zh-CN" altLang="en-US" dirty="0"/>
          </a:p>
        </p:txBody>
      </p:sp>
      <p:sp>
        <p:nvSpPr>
          <p:cNvPr id="5" name="页脚占位符 4"/>
          <p:cNvSpPr>
            <a:spLocks noGrp="1"/>
          </p:cNvSpPr>
          <p:nvPr>
            <p:ph type="ftr" sz="quarter" idx="11"/>
          </p:nvPr>
        </p:nvSpPr>
        <p:spPr/>
        <p:txBody>
          <a:bodyPr/>
          <a:lstStyle>
            <a:lvl1pPr>
              <a:defRPr b="0" i="0">
                <a:ea typeface="Microsoft YaHei" panose="020B0503020204020204" pitchFamily="34" charset="-122"/>
              </a:defRPr>
            </a:lvl1pPr>
          </a:lstStyle>
          <a:p>
            <a:pPr>
              <a:defRPr/>
            </a:pPr>
            <a:endParaRPr lang="zh-CN" altLang="en-US" dirty="0"/>
          </a:p>
        </p:txBody>
      </p:sp>
      <p:sp>
        <p:nvSpPr>
          <p:cNvPr id="6" name="灯片编号占位符 5"/>
          <p:cNvSpPr>
            <a:spLocks noGrp="1"/>
          </p:cNvSpPr>
          <p:nvPr>
            <p:ph type="sldNum" sz="quarter" idx="12"/>
          </p:nvPr>
        </p:nvSpPr>
        <p:spPr/>
        <p:txBody>
          <a:bodyPr/>
          <a:lstStyle/>
          <a:p>
            <a:pPr lvl="0">
              <a:buNone/>
            </a:pPr>
            <a:fld id="{9A0DB2DC-4C9A-4742-B13C-FB6460FD3503}" type="slidenum">
              <a:rPr lang="zh-CN" altLang="en-US">
                <a:latin typeface="Arial" panose="020B0604020202090204" pitchFamily="34" charset="0"/>
              </a:rPr>
              <a:t>‹#›</a:t>
            </a:fld>
            <a:endParaRPr lang="zh-CN" altLang="en-US">
              <a:latin typeface="Arial" panose="020B060402020209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0-#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nodeType="after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0-#ppt_w/2"/>
                                          </p:val>
                                        </p:tav>
                                        <p:tav tm="100000">
                                          <p:val>
                                            <p:strVal val="#ppt_x"/>
                                          </p:val>
                                        </p:tav>
                                      </p:tavLst>
                                    </p:anim>
                                    <p:anim calcmode="lin" valueType="num">
                                      <p:cBhvr additive="base">
                                        <p:cTn id="18" dur="500" fill="hold"/>
                                        <p:tgtEl>
                                          <p:spTgt spid="8"/>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nodeType="after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additive="base">
                                        <p:cTn id="22" dur="500" fill="hold"/>
                                        <p:tgtEl>
                                          <p:spTgt spid="2"/>
                                        </p:tgtEl>
                                        <p:attrNameLst>
                                          <p:attrName>ppt_x</p:attrName>
                                        </p:attrNameLst>
                                      </p:cBhvr>
                                      <p:tavLst>
                                        <p:tav tm="0">
                                          <p:val>
                                            <p:strVal val="0-#ppt_w/2"/>
                                          </p:val>
                                        </p:tav>
                                        <p:tav tm="100000">
                                          <p:val>
                                            <p:strVal val="#ppt_x"/>
                                          </p:val>
                                        </p:tav>
                                      </p:tavLst>
                                    </p:anim>
                                    <p:anim calcmode="lin" valueType="num">
                                      <p:cBhvr additive="base">
                                        <p:cTn id="23"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p:spPr>
        <p:txBody>
          <a:bodyPr anchor="b"/>
          <a:lstStyle>
            <a:lvl1pPr algn="ctr">
              <a:defRPr sz="4500" b="0" i="0">
                <a:latin typeface="Microsoft YaHei" panose="020B0503020204020204" pitchFamily="34" charset="-122"/>
                <a:ea typeface="Microsoft YaHei" panose="020B0503020204020204" pitchFamily="34" charset="-122"/>
              </a:defRPr>
            </a:lvl1pPr>
          </a:lstStyle>
          <a:p>
            <a:r>
              <a:rPr lang="zh-CN" altLang="en-US" dirty="0"/>
              <a:t>单击此处编辑母版标题样式</a:t>
            </a:r>
          </a:p>
        </p:txBody>
      </p:sp>
      <p:sp>
        <p:nvSpPr>
          <p:cNvPr id="3" name="副标题 2"/>
          <p:cNvSpPr>
            <a:spLocks noGrp="1"/>
          </p:cNvSpPr>
          <p:nvPr>
            <p:ph type="subTitle" idx="1"/>
          </p:nvPr>
        </p:nvSpPr>
        <p:spPr>
          <a:xfrm>
            <a:off x="1143000" y="2701926"/>
            <a:ext cx="6858000" cy="1241425"/>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b="0" i="0">
                <a:ea typeface="Microsoft YaHei" panose="020B0503020204020204" pitchFamily="34" charset="-122"/>
              </a:defRPr>
            </a:lvl1pPr>
          </a:lstStyle>
          <a:p>
            <a:pPr>
              <a:defRPr/>
            </a:pPr>
            <a:fld id="{ED154B9E-9E8D-2441-8282-423B6E56074C}" type="datetimeFigureOut">
              <a:rPr lang="zh-CN" altLang="en-US" smtClean="0"/>
              <a:pPr>
                <a:defRPr/>
              </a:pPr>
              <a:t>2026/7/2</a:t>
            </a:fld>
            <a:endParaRPr lang="zh-CN" altLang="en-US" dirty="0"/>
          </a:p>
        </p:txBody>
      </p:sp>
      <p:sp>
        <p:nvSpPr>
          <p:cNvPr id="5" name="页脚占位符 4"/>
          <p:cNvSpPr>
            <a:spLocks noGrp="1"/>
          </p:cNvSpPr>
          <p:nvPr>
            <p:ph type="ftr" sz="quarter" idx="11"/>
          </p:nvPr>
        </p:nvSpPr>
        <p:spPr/>
        <p:txBody>
          <a:bodyPr/>
          <a:lstStyle>
            <a:lvl1pPr>
              <a:defRPr b="0" i="0">
                <a:ea typeface="Microsoft YaHei" panose="020B0503020204020204" pitchFamily="34" charset="-122"/>
              </a:defRPr>
            </a:lvl1pPr>
          </a:lstStyle>
          <a:p>
            <a:pPr>
              <a:defRPr/>
            </a:pPr>
            <a:endParaRPr lang="zh-CN" altLang="en-US" dirty="0"/>
          </a:p>
        </p:txBody>
      </p:sp>
      <p:sp>
        <p:nvSpPr>
          <p:cNvPr id="6" name="灯片编号占位符 5"/>
          <p:cNvSpPr>
            <a:spLocks noGrp="1"/>
          </p:cNvSpPr>
          <p:nvPr>
            <p:ph type="sldNum" sz="quarter" idx="12"/>
          </p:nvPr>
        </p:nvSpPr>
        <p:spPr/>
        <p:txBody>
          <a:bodyPr/>
          <a:lstStyle/>
          <a:p>
            <a:pPr lvl="0">
              <a:buNone/>
            </a:pPr>
            <a:fld id="{9A0DB2DC-4C9A-4742-B13C-FB6460FD3503}" type="slidenum">
              <a:rPr lang="zh-CN" altLang="en-US">
                <a:latin typeface="Arial" panose="020B0604020202090204" pitchFamily="34" charset="0"/>
              </a:rPr>
              <a:t>‹#›</a:t>
            </a:fld>
            <a:endParaRPr lang="zh-CN" altLang="en-US">
              <a:latin typeface="Arial" panose="020B060402020209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0" i="0">
                <a:latin typeface="Microsoft YaHei" panose="020B0503020204020204" pitchFamily="34" charset="-122"/>
                <a:ea typeface="Microsoft YaHei"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lvl1pPr>
              <a:defRPr b="0" i="0">
                <a:ea typeface="Microsoft YaHei" panose="020B0503020204020204" pitchFamily="34" charset="-122"/>
              </a:defRPr>
            </a:lvl1pPr>
          </a:lstStyle>
          <a:p>
            <a:pPr>
              <a:defRPr/>
            </a:pPr>
            <a:fld id="{ED154B9E-9E8D-2441-8282-423B6E56074C}" type="datetimeFigureOut">
              <a:rPr lang="zh-CN" altLang="en-US" smtClean="0"/>
              <a:pPr>
                <a:defRPr/>
              </a:pPr>
              <a:t>2026/7/2</a:t>
            </a:fld>
            <a:endParaRPr lang="zh-CN" altLang="en-US" dirty="0"/>
          </a:p>
        </p:txBody>
      </p:sp>
      <p:sp>
        <p:nvSpPr>
          <p:cNvPr id="5" name="页脚占位符 4"/>
          <p:cNvSpPr>
            <a:spLocks noGrp="1"/>
          </p:cNvSpPr>
          <p:nvPr>
            <p:ph type="ftr" sz="quarter" idx="11"/>
          </p:nvPr>
        </p:nvSpPr>
        <p:spPr/>
        <p:txBody>
          <a:bodyPr/>
          <a:lstStyle>
            <a:lvl1pPr>
              <a:defRPr b="0" i="0">
                <a:ea typeface="Microsoft YaHei" panose="020B0503020204020204" pitchFamily="34" charset="-122"/>
              </a:defRPr>
            </a:lvl1pPr>
          </a:lstStyle>
          <a:p>
            <a:pPr>
              <a:defRPr/>
            </a:pPr>
            <a:endParaRPr lang="zh-CN" altLang="en-US" dirty="0"/>
          </a:p>
        </p:txBody>
      </p:sp>
      <p:sp>
        <p:nvSpPr>
          <p:cNvPr id="6" name="灯片编号占位符 5"/>
          <p:cNvSpPr>
            <a:spLocks noGrp="1"/>
          </p:cNvSpPr>
          <p:nvPr>
            <p:ph type="sldNum" sz="quarter" idx="12"/>
          </p:nvPr>
        </p:nvSpPr>
        <p:spPr/>
        <p:txBody>
          <a:bodyPr/>
          <a:lstStyle/>
          <a:p>
            <a:pPr lvl="0">
              <a:buNone/>
            </a:pPr>
            <a:fld id="{9A0DB2DC-4C9A-4742-B13C-FB6460FD3503}" type="slidenum">
              <a:rPr lang="zh-CN" altLang="en-US">
                <a:latin typeface="Arial" panose="020B0604020202090204" pitchFamily="34" charset="0"/>
              </a:rPr>
              <a:t>‹#›</a:t>
            </a:fld>
            <a:endParaRPr lang="zh-CN" altLang="en-US">
              <a:latin typeface="Arial" panose="020B060402020209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1"/>
            <a:ext cx="7886700" cy="2139950"/>
          </a:xfrm>
        </p:spPr>
        <p:txBody>
          <a:bodyPr anchor="b"/>
          <a:lstStyle>
            <a:lvl1pPr>
              <a:defRPr sz="4500" b="0" i="0">
                <a:latin typeface="Microsoft YaHei" panose="020B0503020204020204" pitchFamily="34" charset="-122"/>
                <a:ea typeface="Microsoft YaHei" panose="020B0503020204020204" pitchFamily="34" charset="-122"/>
              </a:defRPr>
            </a:lvl1pPr>
          </a:lstStyle>
          <a:p>
            <a:r>
              <a:rPr lang="zh-CN" altLang="en-US" dirty="0"/>
              <a:t>单击此处编辑母版标题样式</a:t>
            </a:r>
          </a:p>
        </p:txBody>
      </p:sp>
      <p:sp>
        <p:nvSpPr>
          <p:cNvPr id="3" name="文本占位符 2"/>
          <p:cNvSpPr>
            <a:spLocks noGrp="1"/>
          </p:cNvSpPr>
          <p:nvPr>
            <p:ph type="body" idx="1"/>
          </p:nvPr>
        </p:nvSpPr>
        <p:spPr>
          <a:xfrm>
            <a:off x="623888" y="3441701"/>
            <a:ext cx="7886700" cy="1125538"/>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b="0" i="0">
                <a:ea typeface="Microsoft YaHei" panose="020B0503020204020204" pitchFamily="34" charset="-122"/>
              </a:defRPr>
            </a:lvl1pPr>
          </a:lstStyle>
          <a:p>
            <a:pPr>
              <a:defRPr/>
            </a:pPr>
            <a:fld id="{ED154B9E-9E8D-2441-8282-423B6E56074C}" type="datetimeFigureOut">
              <a:rPr lang="zh-CN" altLang="en-US" smtClean="0"/>
              <a:pPr>
                <a:defRPr/>
              </a:pPr>
              <a:t>2026/7/2</a:t>
            </a:fld>
            <a:endParaRPr lang="zh-CN" altLang="en-US" dirty="0"/>
          </a:p>
        </p:txBody>
      </p:sp>
      <p:sp>
        <p:nvSpPr>
          <p:cNvPr id="5" name="页脚占位符 4"/>
          <p:cNvSpPr>
            <a:spLocks noGrp="1"/>
          </p:cNvSpPr>
          <p:nvPr>
            <p:ph type="ftr" sz="quarter" idx="11"/>
          </p:nvPr>
        </p:nvSpPr>
        <p:spPr/>
        <p:txBody>
          <a:bodyPr/>
          <a:lstStyle>
            <a:lvl1pPr>
              <a:defRPr b="0" i="0">
                <a:ea typeface="Microsoft YaHei" panose="020B0503020204020204" pitchFamily="34" charset="-122"/>
              </a:defRPr>
            </a:lvl1pPr>
          </a:lstStyle>
          <a:p>
            <a:pPr>
              <a:defRPr/>
            </a:pPr>
            <a:endParaRPr lang="zh-CN" altLang="en-US" dirty="0"/>
          </a:p>
        </p:txBody>
      </p:sp>
      <p:sp>
        <p:nvSpPr>
          <p:cNvPr id="6" name="灯片编号占位符 5"/>
          <p:cNvSpPr>
            <a:spLocks noGrp="1"/>
          </p:cNvSpPr>
          <p:nvPr>
            <p:ph type="sldNum" sz="quarter" idx="12"/>
          </p:nvPr>
        </p:nvSpPr>
        <p:spPr/>
        <p:txBody>
          <a:bodyPr/>
          <a:lstStyle/>
          <a:p>
            <a:pPr lvl="0">
              <a:buNone/>
            </a:pPr>
            <a:fld id="{9A0DB2DC-4C9A-4742-B13C-FB6460FD3503}" type="slidenum">
              <a:rPr lang="zh-CN" altLang="en-US">
                <a:latin typeface="Arial" panose="020B0604020202090204" pitchFamily="34" charset="0"/>
              </a:rPr>
              <a:t>‹#›</a:t>
            </a:fld>
            <a:endParaRPr lang="zh-CN" altLang="en-US">
              <a:latin typeface="Arial" panose="020B060402020209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0" i="0">
                <a:latin typeface="Microsoft YaHei" panose="020B0503020204020204" pitchFamily="34" charset="-122"/>
                <a:ea typeface="Microsoft YaHei" panose="020B0503020204020204" pitchFamily="34" charset="-122"/>
              </a:defRPr>
            </a:lvl1pPr>
          </a:lstStyle>
          <a:p>
            <a:r>
              <a:rPr lang="zh-CN" altLang="en-US" dirty="0"/>
              <a:t>单击此处编辑母版标题样式</a:t>
            </a:r>
          </a:p>
        </p:txBody>
      </p:sp>
      <p:sp>
        <p:nvSpPr>
          <p:cNvPr id="3" name="内容占位符 2"/>
          <p:cNvSpPr>
            <a:spLocks noGrp="1"/>
          </p:cNvSpPr>
          <p:nvPr>
            <p:ph sz="half" idx="1"/>
          </p:nvPr>
        </p:nvSpPr>
        <p:spPr>
          <a:xfrm>
            <a:off x="628650" y="1370013"/>
            <a:ext cx="3867150" cy="326231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48200" y="1370013"/>
            <a:ext cx="3867150" cy="326231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lvl1pPr>
              <a:defRPr b="0" i="0">
                <a:ea typeface="Microsoft YaHei" panose="020B0503020204020204" pitchFamily="34" charset="-122"/>
              </a:defRPr>
            </a:lvl1pPr>
          </a:lstStyle>
          <a:p>
            <a:pPr>
              <a:defRPr/>
            </a:pPr>
            <a:fld id="{ED154B9E-9E8D-2441-8282-423B6E56074C}" type="datetimeFigureOut">
              <a:rPr lang="zh-CN" altLang="en-US" smtClean="0"/>
              <a:pPr>
                <a:defRPr/>
              </a:pPr>
              <a:t>2026/7/2</a:t>
            </a:fld>
            <a:endParaRPr lang="zh-CN" altLang="en-US" dirty="0"/>
          </a:p>
        </p:txBody>
      </p:sp>
      <p:sp>
        <p:nvSpPr>
          <p:cNvPr id="6" name="页脚占位符 5"/>
          <p:cNvSpPr>
            <a:spLocks noGrp="1"/>
          </p:cNvSpPr>
          <p:nvPr>
            <p:ph type="ftr" sz="quarter" idx="11"/>
          </p:nvPr>
        </p:nvSpPr>
        <p:spPr/>
        <p:txBody>
          <a:bodyPr/>
          <a:lstStyle>
            <a:lvl1pPr>
              <a:defRPr b="0" i="0">
                <a:ea typeface="Microsoft YaHei" panose="020B0503020204020204" pitchFamily="34" charset="-122"/>
              </a:defRPr>
            </a:lvl1pPr>
          </a:lstStyle>
          <a:p>
            <a:pPr>
              <a:defRPr/>
            </a:pPr>
            <a:endParaRPr lang="zh-CN" altLang="en-US" dirty="0"/>
          </a:p>
        </p:txBody>
      </p:sp>
      <p:sp>
        <p:nvSpPr>
          <p:cNvPr id="7" name="灯片编号占位符 6"/>
          <p:cNvSpPr>
            <a:spLocks noGrp="1"/>
          </p:cNvSpPr>
          <p:nvPr>
            <p:ph type="sldNum" sz="quarter" idx="12"/>
          </p:nvPr>
        </p:nvSpPr>
        <p:spPr/>
        <p:txBody>
          <a:bodyPr/>
          <a:lstStyle/>
          <a:p>
            <a:pPr lvl="0">
              <a:buNone/>
            </a:pPr>
            <a:fld id="{9A0DB2DC-4C9A-4742-B13C-FB6460FD3503}" type="slidenum">
              <a:rPr lang="zh-CN" altLang="en-US">
                <a:latin typeface="Arial" panose="020B0604020202090204" pitchFamily="34" charset="0"/>
              </a:rPr>
              <a:t>‹#›</a:t>
            </a:fld>
            <a:endParaRPr lang="zh-CN" altLang="en-US">
              <a:latin typeface="Arial" panose="020B060402020209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9"/>
            <a:ext cx="7886700" cy="993775"/>
          </a:xfrm>
        </p:spPr>
        <p:txBody>
          <a:bodyPr/>
          <a:lstStyle>
            <a:lvl1pPr>
              <a:defRPr b="0" i="0">
                <a:latin typeface="Microsoft YaHei" panose="020B0503020204020204" pitchFamily="34" charset="-122"/>
                <a:ea typeface="Microsoft YaHei" panose="020B0503020204020204" pitchFamily="34" charset="-122"/>
              </a:defRPr>
            </a:lvl1pPr>
          </a:lstStyle>
          <a:p>
            <a:r>
              <a:rPr lang="zh-CN" altLang="en-US" dirty="0"/>
              <a:t>单击此处编辑母版标题样式</a:t>
            </a:r>
          </a:p>
        </p:txBody>
      </p:sp>
      <p:sp>
        <p:nvSpPr>
          <p:cNvPr id="3" name="文本占位符 2"/>
          <p:cNvSpPr>
            <a:spLocks noGrp="1"/>
          </p:cNvSpPr>
          <p:nvPr>
            <p:ph type="body" idx="1"/>
          </p:nvPr>
        </p:nvSpPr>
        <p:spPr>
          <a:xfrm>
            <a:off x="630239" y="1260475"/>
            <a:ext cx="3868737" cy="61912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630239" y="1879600"/>
            <a:ext cx="3868737" cy="276225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29150" y="1260475"/>
            <a:ext cx="3887788" cy="61912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29150" y="1879600"/>
            <a:ext cx="3887788" cy="276225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lvl1pPr>
              <a:defRPr b="0" i="0">
                <a:ea typeface="Microsoft YaHei" panose="020B0503020204020204" pitchFamily="34" charset="-122"/>
              </a:defRPr>
            </a:lvl1pPr>
          </a:lstStyle>
          <a:p>
            <a:pPr>
              <a:defRPr/>
            </a:pPr>
            <a:fld id="{ED154B9E-9E8D-2441-8282-423B6E56074C}" type="datetimeFigureOut">
              <a:rPr lang="zh-CN" altLang="en-US" smtClean="0"/>
              <a:pPr>
                <a:defRPr/>
              </a:pPr>
              <a:t>2026/7/2</a:t>
            </a:fld>
            <a:endParaRPr lang="zh-CN" altLang="en-US" dirty="0"/>
          </a:p>
        </p:txBody>
      </p:sp>
      <p:sp>
        <p:nvSpPr>
          <p:cNvPr id="8" name="页脚占位符 7"/>
          <p:cNvSpPr>
            <a:spLocks noGrp="1"/>
          </p:cNvSpPr>
          <p:nvPr>
            <p:ph type="ftr" sz="quarter" idx="11"/>
          </p:nvPr>
        </p:nvSpPr>
        <p:spPr/>
        <p:txBody>
          <a:bodyPr/>
          <a:lstStyle>
            <a:lvl1pPr>
              <a:defRPr b="0" i="0">
                <a:ea typeface="Microsoft YaHei" panose="020B0503020204020204" pitchFamily="34" charset="-122"/>
              </a:defRPr>
            </a:lvl1pPr>
          </a:lstStyle>
          <a:p>
            <a:pPr>
              <a:defRPr/>
            </a:pPr>
            <a:endParaRPr lang="zh-CN" altLang="en-US" dirty="0"/>
          </a:p>
        </p:txBody>
      </p:sp>
      <p:sp>
        <p:nvSpPr>
          <p:cNvPr id="9" name="灯片编号占位符 8"/>
          <p:cNvSpPr>
            <a:spLocks noGrp="1"/>
          </p:cNvSpPr>
          <p:nvPr>
            <p:ph type="sldNum" sz="quarter" idx="12"/>
          </p:nvPr>
        </p:nvSpPr>
        <p:spPr/>
        <p:txBody>
          <a:bodyPr/>
          <a:lstStyle/>
          <a:p>
            <a:pPr lvl="0">
              <a:buNone/>
            </a:pPr>
            <a:fld id="{9A0DB2DC-4C9A-4742-B13C-FB6460FD3503}" type="slidenum">
              <a:rPr lang="zh-CN" altLang="en-US">
                <a:latin typeface="Arial" panose="020B0604020202090204" pitchFamily="34" charset="0"/>
              </a:rPr>
              <a:t>‹#›</a:t>
            </a:fld>
            <a:endParaRPr lang="zh-CN" altLang="en-US">
              <a:latin typeface="Arial" panose="020B060402020209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0" i="0">
                <a:latin typeface="Microsoft YaHei" panose="020B0503020204020204" pitchFamily="34" charset="-122"/>
                <a:ea typeface="Microsoft YaHei"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lvl1pPr>
              <a:defRPr b="0" i="0">
                <a:ea typeface="Microsoft YaHei" panose="020B0503020204020204" pitchFamily="34" charset="-122"/>
              </a:defRPr>
            </a:lvl1pPr>
          </a:lstStyle>
          <a:p>
            <a:pPr>
              <a:defRPr/>
            </a:pPr>
            <a:fld id="{ED154B9E-9E8D-2441-8282-423B6E56074C}" type="datetimeFigureOut">
              <a:rPr lang="zh-CN" altLang="en-US" smtClean="0"/>
              <a:pPr>
                <a:defRPr/>
              </a:pPr>
              <a:t>2026/7/2</a:t>
            </a:fld>
            <a:endParaRPr lang="zh-CN" altLang="en-US" dirty="0"/>
          </a:p>
        </p:txBody>
      </p:sp>
      <p:sp>
        <p:nvSpPr>
          <p:cNvPr id="4" name="页脚占位符 3"/>
          <p:cNvSpPr>
            <a:spLocks noGrp="1"/>
          </p:cNvSpPr>
          <p:nvPr>
            <p:ph type="ftr" sz="quarter" idx="11"/>
          </p:nvPr>
        </p:nvSpPr>
        <p:spPr/>
        <p:txBody>
          <a:bodyPr/>
          <a:lstStyle>
            <a:lvl1pPr>
              <a:defRPr b="0" i="0">
                <a:ea typeface="Microsoft YaHei" panose="020B0503020204020204" pitchFamily="34" charset="-122"/>
              </a:defRPr>
            </a:lvl1pPr>
          </a:lstStyle>
          <a:p>
            <a:pPr>
              <a:defRPr/>
            </a:pPr>
            <a:endParaRPr lang="zh-CN" altLang="en-US" dirty="0"/>
          </a:p>
        </p:txBody>
      </p:sp>
      <p:sp>
        <p:nvSpPr>
          <p:cNvPr id="5" name="灯片编号占位符 4"/>
          <p:cNvSpPr>
            <a:spLocks noGrp="1"/>
          </p:cNvSpPr>
          <p:nvPr>
            <p:ph type="sldNum" sz="quarter" idx="12"/>
          </p:nvPr>
        </p:nvSpPr>
        <p:spPr/>
        <p:txBody>
          <a:bodyPr/>
          <a:lstStyle/>
          <a:p>
            <a:pPr lvl="0">
              <a:buNone/>
            </a:pPr>
            <a:fld id="{9A0DB2DC-4C9A-4742-B13C-FB6460FD3503}" type="slidenum">
              <a:rPr lang="zh-CN" altLang="en-US">
                <a:latin typeface="Arial" panose="020B0604020202090204" pitchFamily="34" charset="0"/>
              </a:rPr>
              <a:t>‹#›</a:t>
            </a:fld>
            <a:endParaRPr lang="zh-CN" altLang="en-US">
              <a:latin typeface="Arial" panose="020B060402020209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b="0" i="0">
                <a:ea typeface="Microsoft YaHei" panose="020B0503020204020204" pitchFamily="34" charset="-122"/>
              </a:defRPr>
            </a:lvl1pPr>
          </a:lstStyle>
          <a:p>
            <a:pPr>
              <a:defRPr/>
            </a:pPr>
            <a:fld id="{ED154B9E-9E8D-2441-8282-423B6E56074C}" type="datetimeFigureOut">
              <a:rPr lang="zh-CN" altLang="en-US" smtClean="0"/>
              <a:pPr>
                <a:defRPr/>
              </a:pPr>
              <a:t>2026/7/2</a:t>
            </a:fld>
            <a:endParaRPr lang="zh-CN" altLang="en-US" dirty="0"/>
          </a:p>
        </p:txBody>
      </p:sp>
      <p:sp>
        <p:nvSpPr>
          <p:cNvPr id="3" name="页脚占位符 2"/>
          <p:cNvSpPr>
            <a:spLocks noGrp="1"/>
          </p:cNvSpPr>
          <p:nvPr>
            <p:ph type="ftr" sz="quarter" idx="11"/>
          </p:nvPr>
        </p:nvSpPr>
        <p:spPr/>
        <p:txBody>
          <a:bodyPr/>
          <a:lstStyle>
            <a:lvl1pPr>
              <a:defRPr b="0" i="0">
                <a:ea typeface="Microsoft YaHei" panose="020B0503020204020204" pitchFamily="34" charset="-122"/>
              </a:defRPr>
            </a:lvl1pPr>
          </a:lstStyle>
          <a:p>
            <a:pPr>
              <a:defRPr/>
            </a:pPr>
            <a:endParaRPr lang="zh-CN" altLang="en-US" dirty="0"/>
          </a:p>
        </p:txBody>
      </p:sp>
      <p:sp>
        <p:nvSpPr>
          <p:cNvPr id="4" name="灯片编号占位符 3"/>
          <p:cNvSpPr>
            <a:spLocks noGrp="1"/>
          </p:cNvSpPr>
          <p:nvPr>
            <p:ph type="sldNum" sz="quarter" idx="12"/>
          </p:nvPr>
        </p:nvSpPr>
        <p:spPr/>
        <p:txBody>
          <a:bodyPr/>
          <a:lstStyle/>
          <a:p>
            <a:pPr lvl="0">
              <a:buNone/>
            </a:pPr>
            <a:fld id="{9A0DB2DC-4C9A-4742-B13C-FB6460FD3503}" type="slidenum">
              <a:rPr lang="zh-CN" altLang="en-US">
                <a:latin typeface="Arial" panose="020B0604020202090204" pitchFamily="34" charset="0"/>
              </a:rPr>
              <a:t>‹#›</a:t>
            </a:fld>
            <a:endParaRPr lang="zh-CN" altLang="en-US">
              <a:latin typeface="Arial" panose="020B060402020209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40" y="342900"/>
            <a:ext cx="2949575" cy="1200150"/>
          </a:xfrm>
        </p:spPr>
        <p:txBody>
          <a:bodyPr anchor="b"/>
          <a:lstStyle>
            <a:lvl1pPr>
              <a:defRPr sz="2400" b="0" i="0">
                <a:latin typeface="Microsoft YaHei" panose="020B0503020204020204" pitchFamily="34" charset="-122"/>
                <a:ea typeface="Microsoft YaHei"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a:xfrm>
            <a:off x="3887788" y="741364"/>
            <a:ext cx="4629150" cy="36544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30240" y="1543050"/>
            <a:ext cx="2949575" cy="28590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b="0" i="0">
                <a:ea typeface="Microsoft YaHei" panose="020B0503020204020204" pitchFamily="34" charset="-122"/>
              </a:defRPr>
            </a:lvl1pPr>
          </a:lstStyle>
          <a:p>
            <a:pPr>
              <a:defRPr/>
            </a:pPr>
            <a:fld id="{ED154B9E-9E8D-2441-8282-423B6E56074C}" type="datetimeFigureOut">
              <a:rPr lang="zh-CN" altLang="en-US" smtClean="0"/>
              <a:pPr>
                <a:defRPr/>
              </a:pPr>
              <a:t>2026/7/2</a:t>
            </a:fld>
            <a:endParaRPr lang="zh-CN" altLang="en-US" dirty="0"/>
          </a:p>
        </p:txBody>
      </p:sp>
      <p:sp>
        <p:nvSpPr>
          <p:cNvPr id="6" name="页脚占位符 5"/>
          <p:cNvSpPr>
            <a:spLocks noGrp="1"/>
          </p:cNvSpPr>
          <p:nvPr>
            <p:ph type="ftr" sz="quarter" idx="11"/>
          </p:nvPr>
        </p:nvSpPr>
        <p:spPr/>
        <p:txBody>
          <a:bodyPr/>
          <a:lstStyle>
            <a:lvl1pPr>
              <a:defRPr b="0" i="0">
                <a:ea typeface="Microsoft YaHei" panose="020B0503020204020204" pitchFamily="34" charset="-122"/>
              </a:defRPr>
            </a:lvl1pPr>
          </a:lstStyle>
          <a:p>
            <a:pPr>
              <a:defRPr/>
            </a:pPr>
            <a:endParaRPr lang="zh-CN" altLang="en-US" dirty="0"/>
          </a:p>
        </p:txBody>
      </p:sp>
      <p:sp>
        <p:nvSpPr>
          <p:cNvPr id="7" name="灯片编号占位符 6"/>
          <p:cNvSpPr>
            <a:spLocks noGrp="1"/>
          </p:cNvSpPr>
          <p:nvPr>
            <p:ph type="sldNum" sz="quarter" idx="12"/>
          </p:nvPr>
        </p:nvSpPr>
        <p:spPr/>
        <p:txBody>
          <a:bodyPr/>
          <a:lstStyle/>
          <a:p>
            <a:pPr lvl="0">
              <a:buNone/>
            </a:pPr>
            <a:fld id="{9A0DB2DC-4C9A-4742-B13C-FB6460FD3503}" type="slidenum">
              <a:rPr lang="zh-CN" altLang="en-US">
                <a:latin typeface="Arial" panose="020B0604020202090204" pitchFamily="34" charset="0"/>
              </a:rPr>
              <a:t>‹#›</a:t>
            </a:fld>
            <a:endParaRPr lang="zh-CN" altLang="en-US">
              <a:latin typeface="Arial" panose="020B060402020209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40" y="342900"/>
            <a:ext cx="2949575" cy="1200150"/>
          </a:xfrm>
        </p:spPr>
        <p:txBody>
          <a:bodyPr anchor="b"/>
          <a:lstStyle>
            <a:lvl1pPr>
              <a:defRPr sz="2400" b="0" i="0">
                <a:latin typeface="Microsoft YaHei" panose="020B0503020204020204" pitchFamily="34" charset="-122"/>
                <a:ea typeface="Microsoft YaHei" panose="020B0503020204020204" pitchFamily="34" charset="-122"/>
              </a:defRPr>
            </a:lvl1pPr>
          </a:lstStyle>
          <a:p>
            <a:r>
              <a:rPr lang="zh-CN" altLang="en-US" dirty="0"/>
              <a:t>单击此处编辑母版标题样式</a:t>
            </a:r>
          </a:p>
        </p:txBody>
      </p:sp>
      <p:sp>
        <p:nvSpPr>
          <p:cNvPr id="3" name="图片占位符 2"/>
          <p:cNvSpPr>
            <a:spLocks noGrp="1"/>
          </p:cNvSpPr>
          <p:nvPr>
            <p:ph type="pic" idx="1"/>
          </p:nvPr>
        </p:nvSpPr>
        <p:spPr>
          <a:xfrm>
            <a:off x="3887788" y="741364"/>
            <a:ext cx="4629150" cy="3654425"/>
          </a:xfrm>
        </p:spPr>
        <p:txBody>
          <a:bodyPr vert="horz" wrap="square" lIns="91440" tIns="45720" rIns="91440" bIns="45720" numCol="1" rtlCol="0" anchor="t" anchorCtr="0" compatLnSpc="1">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90000"/>
              </a:lnSpc>
              <a:spcBef>
                <a:spcPts val="750"/>
              </a:spcBef>
              <a:spcAft>
                <a:spcPct val="0"/>
              </a:spcAft>
              <a:buClrTx/>
              <a:buSzTx/>
              <a:buFont typeface="Arial" panose="020B0604020202090204" pitchFamily="34" charset="0"/>
              <a:buNone/>
              <a:defRPr/>
            </a:pPr>
            <a:endParaRPr kumimoji="0" lang="zh-CN" altLang="en-US" sz="24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4" name="文本占位符 3"/>
          <p:cNvSpPr>
            <a:spLocks noGrp="1"/>
          </p:cNvSpPr>
          <p:nvPr>
            <p:ph type="body" sz="half" idx="2"/>
          </p:nvPr>
        </p:nvSpPr>
        <p:spPr>
          <a:xfrm>
            <a:off x="630240" y="1543050"/>
            <a:ext cx="2949575" cy="28590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b="0" i="0">
                <a:ea typeface="Microsoft YaHei" panose="020B0503020204020204" pitchFamily="34" charset="-122"/>
              </a:defRPr>
            </a:lvl1pPr>
          </a:lstStyle>
          <a:p>
            <a:pPr>
              <a:defRPr/>
            </a:pPr>
            <a:fld id="{ED154B9E-9E8D-2441-8282-423B6E56074C}" type="datetimeFigureOut">
              <a:rPr lang="zh-CN" altLang="en-US" smtClean="0"/>
              <a:pPr>
                <a:defRPr/>
              </a:pPr>
              <a:t>2026/7/2</a:t>
            </a:fld>
            <a:endParaRPr lang="zh-CN" altLang="en-US" dirty="0"/>
          </a:p>
        </p:txBody>
      </p:sp>
      <p:sp>
        <p:nvSpPr>
          <p:cNvPr id="6" name="页脚占位符 5"/>
          <p:cNvSpPr>
            <a:spLocks noGrp="1"/>
          </p:cNvSpPr>
          <p:nvPr>
            <p:ph type="ftr" sz="quarter" idx="11"/>
          </p:nvPr>
        </p:nvSpPr>
        <p:spPr/>
        <p:txBody>
          <a:bodyPr/>
          <a:lstStyle>
            <a:lvl1pPr>
              <a:defRPr b="0" i="0">
                <a:ea typeface="Microsoft YaHei" panose="020B0503020204020204" pitchFamily="34" charset="-122"/>
              </a:defRPr>
            </a:lvl1pPr>
          </a:lstStyle>
          <a:p>
            <a:pPr>
              <a:defRPr/>
            </a:pPr>
            <a:endParaRPr lang="zh-CN" altLang="en-US" dirty="0"/>
          </a:p>
        </p:txBody>
      </p:sp>
      <p:sp>
        <p:nvSpPr>
          <p:cNvPr id="7" name="灯片编号占位符 6"/>
          <p:cNvSpPr>
            <a:spLocks noGrp="1"/>
          </p:cNvSpPr>
          <p:nvPr>
            <p:ph type="sldNum" sz="quarter" idx="12"/>
          </p:nvPr>
        </p:nvSpPr>
        <p:spPr/>
        <p:txBody>
          <a:bodyPr/>
          <a:lstStyle/>
          <a:p>
            <a:pPr lvl="0">
              <a:buNone/>
            </a:pPr>
            <a:fld id="{9A0DB2DC-4C9A-4742-B13C-FB6460FD3503}" type="slidenum">
              <a:rPr lang="zh-CN" altLang="en-US">
                <a:latin typeface="Arial" panose="020B0604020202090204" pitchFamily="34" charset="0"/>
              </a:rPr>
              <a:t>‹#›</a:t>
            </a:fld>
            <a:endParaRPr lang="zh-CN" altLang="en-US">
              <a:latin typeface="Arial" panose="020B060402020209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0" i="0">
                <a:latin typeface="Microsoft YaHei" panose="020B0503020204020204" pitchFamily="34" charset="-122"/>
                <a:ea typeface="Microsoft YaHei" panose="020B0503020204020204" pitchFamily="34" charset="-122"/>
              </a:defRPr>
            </a:lvl1pPr>
          </a:lstStyle>
          <a:p>
            <a:r>
              <a:rPr lang="zh-CN" altLang="en-US" dirty="0"/>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lvl1pPr>
              <a:defRPr b="0" i="0">
                <a:ea typeface="Microsoft YaHei" panose="020B0503020204020204" pitchFamily="34" charset="-122"/>
              </a:defRPr>
            </a:lvl1pPr>
          </a:lstStyle>
          <a:p>
            <a:pPr>
              <a:defRPr/>
            </a:pPr>
            <a:fld id="{ED154B9E-9E8D-2441-8282-423B6E56074C}" type="datetimeFigureOut">
              <a:rPr lang="zh-CN" altLang="en-US" smtClean="0"/>
              <a:pPr>
                <a:defRPr/>
              </a:pPr>
              <a:t>2026/7/2</a:t>
            </a:fld>
            <a:endParaRPr lang="zh-CN" altLang="en-US" dirty="0"/>
          </a:p>
        </p:txBody>
      </p:sp>
      <p:sp>
        <p:nvSpPr>
          <p:cNvPr id="5" name="页脚占位符 4"/>
          <p:cNvSpPr>
            <a:spLocks noGrp="1"/>
          </p:cNvSpPr>
          <p:nvPr>
            <p:ph type="ftr" sz="quarter" idx="11"/>
          </p:nvPr>
        </p:nvSpPr>
        <p:spPr/>
        <p:txBody>
          <a:bodyPr/>
          <a:lstStyle>
            <a:lvl1pPr>
              <a:defRPr b="0" i="0">
                <a:ea typeface="Microsoft YaHei" panose="020B0503020204020204" pitchFamily="34" charset="-122"/>
              </a:defRPr>
            </a:lvl1pPr>
          </a:lstStyle>
          <a:p>
            <a:pPr>
              <a:defRPr/>
            </a:pPr>
            <a:endParaRPr lang="zh-CN" altLang="en-US" dirty="0"/>
          </a:p>
        </p:txBody>
      </p:sp>
      <p:sp>
        <p:nvSpPr>
          <p:cNvPr id="6" name="灯片编号占位符 5"/>
          <p:cNvSpPr>
            <a:spLocks noGrp="1"/>
          </p:cNvSpPr>
          <p:nvPr>
            <p:ph type="sldNum" sz="quarter" idx="12"/>
          </p:nvPr>
        </p:nvSpPr>
        <p:spPr/>
        <p:txBody>
          <a:bodyPr/>
          <a:lstStyle/>
          <a:p>
            <a:pPr lvl="0">
              <a:buNone/>
            </a:pPr>
            <a:fld id="{9A0DB2DC-4C9A-4742-B13C-FB6460FD3503}" type="slidenum">
              <a:rPr lang="zh-CN" altLang="en-US">
                <a:latin typeface="Arial" panose="020B0604020202090204" pitchFamily="34" charset="0"/>
              </a:rPr>
              <a:t>‹#›</a:t>
            </a:fld>
            <a:endParaRPr lang="zh-CN" altLang="en-US">
              <a:latin typeface="Arial" panose="020B060402020209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6" y="274639"/>
            <a:ext cx="1971675" cy="4357687"/>
          </a:xfrm>
        </p:spPr>
        <p:txBody>
          <a:bodyPr vert="eaVert"/>
          <a:lstStyle>
            <a:lvl1pPr>
              <a:defRPr b="0" i="0">
                <a:latin typeface="Microsoft YaHei" panose="020B0503020204020204" pitchFamily="34" charset="-122"/>
                <a:ea typeface="Microsoft YaHei" panose="020B0503020204020204" pitchFamily="34" charset="-122"/>
              </a:defRPr>
            </a:lvl1pPr>
          </a:lstStyle>
          <a:p>
            <a:r>
              <a:rPr lang="zh-CN" altLang="en-US" dirty="0"/>
              <a:t>单击此处编辑母版标题样式</a:t>
            </a:r>
          </a:p>
        </p:txBody>
      </p:sp>
      <p:sp>
        <p:nvSpPr>
          <p:cNvPr id="3" name="竖排文字占位符 2"/>
          <p:cNvSpPr>
            <a:spLocks noGrp="1"/>
          </p:cNvSpPr>
          <p:nvPr>
            <p:ph type="body" orient="vert" idx="1"/>
          </p:nvPr>
        </p:nvSpPr>
        <p:spPr>
          <a:xfrm>
            <a:off x="628652" y="274639"/>
            <a:ext cx="5762625" cy="4357687"/>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lvl1pPr>
              <a:defRPr b="0" i="0">
                <a:ea typeface="Microsoft YaHei" panose="020B0503020204020204" pitchFamily="34" charset="-122"/>
              </a:defRPr>
            </a:lvl1pPr>
          </a:lstStyle>
          <a:p>
            <a:pPr>
              <a:defRPr/>
            </a:pPr>
            <a:fld id="{ED154B9E-9E8D-2441-8282-423B6E56074C}" type="datetimeFigureOut">
              <a:rPr lang="zh-CN" altLang="en-US" smtClean="0"/>
              <a:pPr>
                <a:defRPr/>
              </a:pPr>
              <a:t>2026/7/2</a:t>
            </a:fld>
            <a:endParaRPr lang="zh-CN" altLang="en-US" dirty="0"/>
          </a:p>
        </p:txBody>
      </p:sp>
      <p:sp>
        <p:nvSpPr>
          <p:cNvPr id="5" name="页脚占位符 4"/>
          <p:cNvSpPr>
            <a:spLocks noGrp="1"/>
          </p:cNvSpPr>
          <p:nvPr>
            <p:ph type="ftr" sz="quarter" idx="11"/>
          </p:nvPr>
        </p:nvSpPr>
        <p:spPr/>
        <p:txBody>
          <a:bodyPr/>
          <a:lstStyle>
            <a:lvl1pPr>
              <a:defRPr b="0" i="0">
                <a:ea typeface="Microsoft YaHei" panose="020B0503020204020204" pitchFamily="34" charset="-122"/>
              </a:defRPr>
            </a:lvl1pPr>
          </a:lstStyle>
          <a:p>
            <a:pPr>
              <a:defRPr/>
            </a:pPr>
            <a:endParaRPr lang="zh-CN" altLang="en-US" dirty="0"/>
          </a:p>
        </p:txBody>
      </p:sp>
      <p:sp>
        <p:nvSpPr>
          <p:cNvPr id="6" name="灯片编号占位符 5"/>
          <p:cNvSpPr>
            <a:spLocks noGrp="1"/>
          </p:cNvSpPr>
          <p:nvPr>
            <p:ph type="sldNum" sz="quarter" idx="12"/>
          </p:nvPr>
        </p:nvSpPr>
        <p:spPr/>
        <p:txBody>
          <a:bodyPr/>
          <a:lstStyle/>
          <a:p>
            <a:pPr lvl="0">
              <a:buNone/>
            </a:pPr>
            <a:fld id="{9A0DB2DC-4C9A-4742-B13C-FB6460FD3503}" type="slidenum">
              <a:rPr lang="zh-CN" altLang="en-US">
                <a:latin typeface="Arial" panose="020B0604020202090204" pitchFamily="34" charset="0"/>
              </a:rPr>
              <a:t>‹#›</a:t>
            </a:fld>
            <a:endParaRPr lang="zh-CN" altLang="en-US">
              <a:latin typeface="Arial" panose="020B060402020209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628650" y="274638"/>
            <a:ext cx="7886700" cy="993775"/>
          </a:xfrm>
          <a:prstGeom prst="rect">
            <a:avLst/>
          </a:prstGeom>
          <a:noFill/>
          <a:ln w="9525">
            <a:noFill/>
          </a:ln>
        </p:spPr>
        <p:txBody>
          <a:bodyPr anchor="ctr" anchorCtr="0"/>
          <a:lstStyle/>
          <a:p>
            <a:pPr lvl="0"/>
            <a:r>
              <a:rPr lang="zh-CN" altLang="en-US" dirty="0"/>
              <a:t>单击此处编辑母版标题样式</a:t>
            </a:r>
          </a:p>
        </p:txBody>
      </p:sp>
      <p:sp>
        <p:nvSpPr>
          <p:cNvPr id="1027" name="文本占位符 2"/>
          <p:cNvSpPr>
            <a:spLocks noGrp="1"/>
          </p:cNvSpPr>
          <p:nvPr>
            <p:ph type="body" idx="1"/>
          </p:nvPr>
        </p:nvSpPr>
        <p:spPr>
          <a:xfrm>
            <a:off x="628650" y="1370013"/>
            <a:ext cx="7886700" cy="3262312"/>
          </a:xfrm>
          <a:prstGeom prst="rect">
            <a:avLst/>
          </a:prstGeom>
          <a:noFill/>
          <a:ln w="9525">
            <a:noFill/>
          </a:ln>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628650" y="4767263"/>
            <a:ext cx="2057400" cy="274638"/>
          </a:xfrm>
          <a:prstGeom prst="rect">
            <a:avLst/>
          </a:prstGeom>
        </p:spPr>
        <p:txBody>
          <a:bodyPr vert="horz" lIns="91440" tIns="45720" rIns="91440" bIns="45720" rtlCol="0" anchor="ctr"/>
          <a:lstStyle>
            <a:lvl1pPr algn="l">
              <a:defRPr kumimoji="1" sz="900" b="0" i="0">
                <a:solidFill>
                  <a:schemeClr val="tx1">
                    <a:tint val="82000"/>
                  </a:schemeClr>
                </a:solidFill>
                <a:ea typeface="Microsoft YaHei" panose="020B0503020204020204" pitchFamily="34" charset="-122"/>
              </a:defRPr>
            </a:lvl1pPr>
          </a:lstStyle>
          <a:p>
            <a:pPr>
              <a:defRPr/>
            </a:pPr>
            <a:fld id="{ED154B9E-9E8D-2441-8282-423B6E56074C}" type="datetimeFigureOut">
              <a:rPr lang="zh-CN" altLang="en-US" smtClean="0"/>
              <a:pPr>
                <a:defRPr/>
              </a:pPr>
              <a:t>2026/7/2</a:t>
            </a:fld>
            <a:endParaRPr lang="zh-CN" altLang="en-US" dirty="0"/>
          </a:p>
        </p:txBody>
      </p:sp>
      <p:sp>
        <p:nvSpPr>
          <p:cNvPr id="5" name="页脚占位符 4"/>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lgn="ctr">
              <a:defRPr kumimoji="1" sz="900" b="0" i="0">
                <a:solidFill>
                  <a:schemeClr val="tx1">
                    <a:tint val="82000"/>
                  </a:schemeClr>
                </a:solidFill>
                <a:ea typeface="Microsoft YaHei" panose="020B0503020204020204" pitchFamily="34" charset="-122"/>
              </a:defRPr>
            </a:lvl1pPr>
          </a:lstStyle>
          <a:p>
            <a:pPr>
              <a:defRPr/>
            </a:pPr>
            <a:endParaRPr lang="zh-CN" altLang="en-US" dirty="0"/>
          </a:p>
        </p:txBody>
      </p:sp>
      <p:sp>
        <p:nvSpPr>
          <p:cNvPr id="6" name="灯片编号占位符 5"/>
          <p:cNvSpPr>
            <a:spLocks noGrp="1"/>
          </p:cNvSpPr>
          <p:nvPr>
            <p:ph type="sldNum" sz="quarter" idx="4"/>
          </p:nvPr>
        </p:nvSpPr>
        <p:spPr>
          <a:xfrm>
            <a:off x="6457950" y="4767263"/>
            <a:ext cx="2057400" cy="274638"/>
          </a:xfrm>
          <a:prstGeom prst="rect">
            <a:avLst/>
          </a:prstGeom>
        </p:spPr>
        <p:txBody>
          <a:bodyPr vert="horz" lIns="91440" tIns="45720" rIns="91440" bIns="45720" rtlCol="0" anchor="ctr"/>
          <a:lstStyle>
            <a:lvl1pPr algn="r">
              <a:defRPr sz="900">
                <a:solidFill>
                  <a:srgbClr val="767676"/>
                </a:solidFill>
                <a:ea typeface="微软雅黑" panose="020B0503020204020204" pitchFamily="34" charset="-122"/>
              </a:defRPr>
            </a:lvl1pPr>
          </a:lstStyle>
          <a:p>
            <a:pPr lvl="0">
              <a:buNone/>
            </a:pPr>
            <a:fld id="{9A0DB2DC-4C9A-4742-B13C-FB6460FD3503}" type="slidenum">
              <a:rPr lang="zh-CN" altLang="en-US">
                <a:latin typeface="Arial" panose="020B0604020202090204" pitchFamily="34" charset="0"/>
              </a:rPr>
              <a:t>‹#›</a:t>
            </a:fld>
            <a:endParaRPr lang="zh-CN" altLang="en-US">
              <a:latin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lvl1pPr algn="l" rtl="0" eaLnBrk="0" fontAlgn="base" hangingPunct="0">
        <a:lnSpc>
          <a:spcPct val="90000"/>
        </a:lnSpc>
        <a:spcBef>
          <a:spcPct val="0"/>
        </a:spcBef>
        <a:spcAft>
          <a:spcPct val="0"/>
        </a:spcAft>
        <a:defRPr sz="3300" b="0" i="0" kern="1200">
          <a:solidFill>
            <a:schemeClr val="tx1"/>
          </a:solidFill>
          <a:latin typeface="Microsoft YaHei" panose="020B0503020204020204" pitchFamily="34" charset="-122"/>
          <a:ea typeface="Microsoft YaHei" panose="020B0503020204020204" pitchFamily="34" charset="-122"/>
          <a:cs typeface="+mj-cs"/>
        </a:defRPr>
      </a:lvl1pPr>
      <a:lvl2pPr algn="l" rtl="0" eaLnBrk="0" fontAlgn="base" hangingPunct="0">
        <a:lnSpc>
          <a:spcPct val="90000"/>
        </a:lnSpc>
        <a:spcBef>
          <a:spcPct val="0"/>
        </a:spcBef>
        <a:spcAft>
          <a:spcPct val="0"/>
        </a:spcAft>
        <a:defRPr sz="3300">
          <a:solidFill>
            <a:schemeClr val="tx1"/>
          </a:solidFill>
          <a:latin typeface="等线 Light" pitchFamily="2" charset="-122"/>
        </a:defRPr>
      </a:lvl2pPr>
      <a:lvl3pPr algn="l" rtl="0" eaLnBrk="0" fontAlgn="base" hangingPunct="0">
        <a:lnSpc>
          <a:spcPct val="90000"/>
        </a:lnSpc>
        <a:spcBef>
          <a:spcPct val="0"/>
        </a:spcBef>
        <a:spcAft>
          <a:spcPct val="0"/>
        </a:spcAft>
        <a:defRPr sz="3300">
          <a:solidFill>
            <a:schemeClr val="tx1"/>
          </a:solidFill>
          <a:latin typeface="等线 Light" pitchFamily="2" charset="-122"/>
        </a:defRPr>
      </a:lvl3pPr>
      <a:lvl4pPr algn="l" rtl="0" eaLnBrk="0" fontAlgn="base" hangingPunct="0">
        <a:lnSpc>
          <a:spcPct val="90000"/>
        </a:lnSpc>
        <a:spcBef>
          <a:spcPct val="0"/>
        </a:spcBef>
        <a:spcAft>
          <a:spcPct val="0"/>
        </a:spcAft>
        <a:defRPr sz="3300">
          <a:solidFill>
            <a:schemeClr val="tx1"/>
          </a:solidFill>
          <a:latin typeface="等线 Light" pitchFamily="2" charset="-122"/>
        </a:defRPr>
      </a:lvl4pPr>
      <a:lvl5pPr algn="l" rtl="0" eaLnBrk="0" fontAlgn="base" hangingPunct="0">
        <a:lnSpc>
          <a:spcPct val="90000"/>
        </a:lnSpc>
        <a:spcBef>
          <a:spcPct val="0"/>
        </a:spcBef>
        <a:spcAft>
          <a:spcPct val="0"/>
        </a:spcAft>
        <a:defRPr sz="3300">
          <a:solidFill>
            <a:schemeClr val="tx1"/>
          </a:solidFill>
          <a:latin typeface="等线 Light" pitchFamily="2" charset="-122"/>
        </a:defRPr>
      </a:lvl5pPr>
      <a:lvl6pPr marL="342900" algn="l" rtl="0" fontAlgn="base">
        <a:lnSpc>
          <a:spcPct val="90000"/>
        </a:lnSpc>
        <a:spcBef>
          <a:spcPct val="0"/>
        </a:spcBef>
        <a:spcAft>
          <a:spcPct val="0"/>
        </a:spcAft>
        <a:defRPr sz="3300">
          <a:solidFill>
            <a:schemeClr val="tx1"/>
          </a:solidFill>
          <a:latin typeface="等线 Light" pitchFamily="2" charset="-122"/>
        </a:defRPr>
      </a:lvl6pPr>
      <a:lvl7pPr marL="685800" algn="l" rtl="0" fontAlgn="base">
        <a:lnSpc>
          <a:spcPct val="90000"/>
        </a:lnSpc>
        <a:spcBef>
          <a:spcPct val="0"/>
        </a:spcBef>
        <a:spcAft>
          <a:spcPct val="0"/>
        </a:spcAft>
        <a:defRPr sz="3300">
          <a:solidFill>
            <a:schemeClr val="tx1"/>
          </a:solidFill>
          <a:latin typeface="等线 Light" pitchFamily="2" charset="-122"/>
        </a:defRPr>
      </a:lvl7pPr>
      <a:lvl8pPr marL="1028700" algn="l" rtl="0" fontAlgn="base">
        <a:lnSpc>
          <a:spcPct val="90000"/>
        </a:lnSpc>
        <a:spcBef>
          <a:spcPct val="0"/>
        </a:spcBef>
        <a:spcAft>
          <a:spcPct val="0"/>
        </a:spcAft>
        <a:defRPr sz="3300">
          <a:solidFill>
            <a:schemeClr val="tx1"/>
          </a:solidFill>
          <a:latin typeface="等线 Light" pitchFamily="2" charset="-122"/>
        </a:defRPr>
      </a:lvl8pPr>
      <a:lvl9pPr marL="1371600" algn="l" rtl="0" fontAlgn="base">
        <a:lnSpc>
          <a:spcPct val="90000"/>
        </a:lnSpc>
        <a:spcBef>
          <a:spcPct val="0"/>
        </a:spcBef>
        <a:spcAft>
          <a:spcPct val="0"/>
        </a:spcAft>
        <a:defRPr sz="3300">
          <a:solidFill>
            <a:schemeClr val="tx1"/>
          </a:solidFill>
          <a:latin typeface="等线 Light" pitchFamily="2" charset="-122"/>
        </a:defRPr>
      </a:lvl9pPr>
    </p:titleStyle>
    <p:body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idx="4294967295"/>
          </p:nvPr>
        </p:nvSpPr>
        <p:spPr>
          <a:xfrm>
            <a:off x="755650" y="2128838"/>
            <a:ext cx="7200900" cy="1090613"/>
          </a:xfrm>
        </p:spPr>
        <p:txBody>
          <a:bodyPr vert="horz" wrap="square" lIns="91440" tIns="45720" rIns="91440" bIns="45720" numCol="1" rtlCol="0" anchor="ctr" anchorCtr="0" compatLnSpc="1">
            <a:spAutoFit/>
          </a:bodyPr>
          <a:lstStyle>
            <a:lvl1pPr lvl="0">
              <a:buClrTx/>
              <a:buSzTx/>
              <a:buFontTx/>
              <a:defRPr/>
            </a:lvl1pPr>
          </a:lstStyle>
          <a:p>
            <a:pPr lvl="0" algn="ctr" eaLnBrk="1" hangingPunct="1">
              <a:buNone/>
            </a:pPr>
            <a:r>
              <a:rPr lang="en-US" altLang="zh-CN" sz="3600" b="1">
                <a:solidFill>
                  <a:schemeClr val="bg1"/>
                </a:solidFill>
                <a:effectLst>
                  <a:outerShdw blurRad="38100" dist="38100" dir="2700000">
                    <a:srgbClr val="C0C0C0"/>
                  </a:outerShdw>
                </a:effectLst>
                <a:latin typeface="微软雅黑" panose="020B0503020204020204" pitchFamily="34" charset="-122"/>
                <a:ea typeface="微软雅黑" panose="020B0503020204020204" pitchFamily="34" charset="-122"/>
              </a:rPr>
              <a:t>W2D1&amp;W2D2</a:t>
            </a:r>
            <a:r>
              <a:rPr lang="zh-CN" altLang="en-US" sz="3600" b="1">
                <a:solidFill>
                  <a:schemeClr val="bg1"/>
                </a:solidFill>
                <a:effectLst>
                  <a:outerShdw blurRad="38100" dist="38100" dir="2700000">
                    <a:srgbClr val="C0C0C0"/>
                  </a:outerShdw>
                </a:effectLst>
                <a:latin typeface="微软雅黑" panose="020B0503020204020204" pitchFamily="34" charset="-122"/>
                <a:ea typeface="微软雅黑" panose="020B0503020204020204" pitchFamily="34" charset="-122"/>
              </a:rPr>
              <a:t>：</a:t>
            </a:r>
            <a:r>
              <a:rPr lang="en-US" altLang="zh-CN" sz="3600" b="1">
                <a:solidFill>
                  <a:schemeClr val="bg1"/>
                </a:solidFill>
                <a:effectLst>
                  <a:outerShdw blurRad="38100" dist="38100" dir="2700000">
                    <a:srgbClr val="C0C0C0"/>
                  </a:outerShdw>
                </a:effectLst>
                <a:latin typeface="微软雅黑" panose="020B0503020204020204" pitchFamily="34" charset="-122"/>
                <a:ea typeface="微软雅黑" panose="020B0503020204020204" pitchFamily="34" charset="-122"/>
              </a:rPr>
              <a:t>Linux</a:t>
            </a:r>
            <a:r>
              <a:rPr lang="zh-CN" altLang="en-US" sz="3600" b="1">
                <a:solidFill>
                  <a:schemeClr val="bg1"/>
                </a:solidFill>
                <a:effectLst>
                  <a:outerShdw blurRad="38100" dist="38100" dir="2700000">
                    <a:srgbClr val="C0C0C0"/>
                  </a:outerShdw>
                </a:effectLst>
                <a:latin typeface="微软雅黑" panose="020B0503020204020204" pitchFamily="34" charset="-122"/>
                <a:ea typeface="微软雅黑" panose="020B0503020204020204" pitchFamily="34" charset="-122"/>
              </a:rPr>
              <a:t>下的网络编程基础</a:t>
            </a:r>
          </a:p>
        </p:txBody>
      </p:sp>
      <p:sp>
        <p:nvSpPr>
          <p:cNvPr id="19458" name="MH_Entry_1">
            <a:hlinkClick r:id="" action="ppaction://noaction"/>
          </p:cNvPr>
          <p:cNvSpPr/>
          <p:nvPr>
            <p:custDataLst>
              <p:tags r:id="rId1"/>
            </p:custDataLst>
          </p:nvPr>
        </p:nvSpPr>
        <p:spPr>
          <a:xfrm>
            <a:off x="890588" y="3292475"/>
            <a:ext cx="7361237" cy="774700"/>
          </a:xfrm>
          <a:custGeom>
            <a:avLst/>
            <a:gdLst>
              <a:gd name="txL" fmla="*/ 0 w 3064329"/>
              <a:gd name="txT" fmla="*/ 0 h 437055"/>
              <a:gd name="txR" fmla="*/ 3064329 w 3064329"/>
              <a:gd name="txB" fmla="*/ 437055 h 437055"/>
            </a:gdLst>
            <a:ahLst/>
            <a:cxnLst>
              <a:cxn ang="0">
                <a:pos x="238035976" y="6324394"/>
              </a:cxn>
              <a:cxn ang="0">
                <a:pos x="0" y="6324394"/>
              </a:cxn>
              <a:cxn ang="0">
                <a:pos x="0" y="0"/>
              </a:cxn>
              <a:cxn ang="0">
                <a:pos x="238035976" y="0"/>
              </a:cxn>
            </a:cxnLst>
            <a:rect l="txL" t="txT" r="txR" b="txB"/>
            <a:pathLst>
              <a:path w="3064329" h="437055">
                <a:moveTo>
                  <a:pt x="3064329" y="437055"/>
                </a:moveTo>
                <a:lnTo>
                  <a:pt x="0" y="437055"/>
                </a:lnTo>
                <a:lnTo>
                  <a:pt x="0" y="0"/>
                </a:lnTo>
                <a:lnTo>
                  <a:pt x="3064329" y="0"/>
                </a:lnTo>
              </a:path>
            </a:pathLst>
          </a:custGeom>
          <a:noFill/>
          <a:ln w="3175">
            <a:noFill/>
          </a:ln>
        </p:spPr>
        <p:txBody>
          <a:bodyPr lIns="360000" tIns="0" rIns="0" bIns="0"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50000"/>
              </a:lnSpc>
              <a:spcBef>
                <a:spcPct val="0"/>
              </a:spcBef>
              <a:buFontTx/>
              <a:buNone/>
            </a:pPr>
            <a:endParaRPr lang="en-US" altLang="zh-CN" sz="2800" b="1">
              <a:solidFill>
                <a:srgbClr val="0070C0"/>
              </a:solidFill>
              <a:cs typeface="Times New Roman" panose="02020503050405090304" pitchFamily="18" charset="0"/>
            </a:endParaRPr>
          </a:p>
          <a:p>
            <a:pPr marL="0" lvl="0" indent="0" algn="ctr" eaLnBrk="1" hangingPunct="1">
              <a:lnSpc>
                <a:spcPct val="150000"/>
              </a:lnSpc>
              <a:spcBef>
                <a:spcPct val="0"/>
              </a:spcBef>
              <a:buFontTx/>
              <a:buNone/>
            </a:pPr>
            <a:r>
              <a:rPr lang="en-US" altLang="zh-CN" sz="2800" b="1">
                <a:solidFill>
                  <a:srgbClr val="0070C0"/>
                </a:solidFill>
                <a:cs typeface="Times New Roman" panose="02020503050405090304" pitchFamily="18" charset="0"/>
              </a:rPr>
              <a:t>Linux</a:t>
            </a:r>
            <a:r>
              <a:rPr lang="zh-CN" altLang="zh-CN" sz="2800" b="1">
                <a:solidFill>
                  <a:srgbClr val="0070C0"/>
                </a:solidFill>
                <a:cs typeface="Times New Roman" panose="02020503050405090304" pitchFamily="18" charset="0"/>
              </a:rPr>
              <a:t>下</a:t>
            </a:r>
            <a:r>
              <a:rPr lang="en-US" altLang="zh-CN" sz="2800" b="1">
                <a:solidFill>
                  <a:srgbClr val="0070C0"/>
                </a:solidFill>
                <a:cs typeface="Times New Roman" panose="02020503050405090304" pitchFamily="18" charset="0"/>
              </a:rPr>
              <a:t>Web Server</a:t>
            </a:r>
            <a:r>
              <a:rPr lang="zh-CN" altLang="zh-CN" sz="2800" b="1">
                <a:solidFill>
                  <a:srgbClr val="0070C0"/>
                </a:solidFill>
                <a:cs typeface="Times New Roman" panose="02020503050405090304" pitchFamily="18" charset="0"/>
              </a:rPr>
              <a:t>的设计</a:t>
            </a:r>
          </a:p>
          <a:p>
            <a:pPr marL="0" lvl="0" indent="0" eaLnBrk="1" hangingPunct="1">
              <a:lnSpc>
                <a:spcPct val="150000"/>
              </a:lnSpc>
              <a:spcBef>
                <a:spcPct val="0"/>
              </a:spcBef>
              <a:buFontTx/>
              <a:buNone/>
            </a:pPr>
            <a:endParaRPr lang="zh-CN" altLang="en-US" sz="2800" b="1">
              <a:solidFill>
                <a:srgbClr val="0070C0"/>
              </a:solidFill>
              <a:ea typeface="Times New Roman" panose="02020503050405090304" pitchFamily="18" charset="0"/>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a:extLst>
              <a:ext uri="{FF2B5EF4-FFF2-40B4-BE49-F238E27FC236}">
                <a16:creationId xmlns:a16="http://schemas.microsoft.com/office/drawing/2014/main" id="{2CFCF633-80AA-8AD7-E9E0-0C386F589BE9}"/>
              </a:ext>
            </a:extLst>
          </p:cNvPr>
          <p:cNvSpPr>
            <a:spLocks noGrp="1" noChangeArrowheads="1"/>
          </p:cNvSpPr>
          <p:nvPr>
            <p:ph type="title"/>
          </p:nvPr>
        </p:nvSpPr>
        <p:spPr/>
        <p:txBody>
          <a:bodyPr/>
          <a:lstStyle/>
          <a:p>
            <a:pPr eaLnBrk="1" hangingPunct="1"/>
            <a:r>
              <a:rPr lang="zh-CN" altLang="en-US" dirty="0"/>
              <a:t>多进程并发服务器基本架构</a:t>
            </a:r>
          </a:p>
        </p:txBody>
      </p:sp>
      <p:sp>
        <p:nvSpPr>
          <p:cNvPr id="5" name="TextBox 2">
            <a:extLst>
              <a:ext uri="{FF2B5EF4-FFF2-40B4-BE49-F238E27FC236}">
                <a16:creationId xmlns:a16="http://schemas.microsoft.com/office/drawing/2014/main" id="{A117A1A0-3362-D49A-28D1-72693A65F97B}"/>
              </a:ext>
            </a:extLst>
          </p:cNvPr>
          <p:cNvSpPr txBox="1">
            <a:spLocks noChangeArrowheads="1"/>
          </p:cNvSpPr>
          <p:nvPr/>
        </p:nvSpPr>
        <p:spPr bwMode="auto">
          <a:xfrm>
            <a:off x="611560" y="619185"/>
            <a:ext cx="7920880" cy="4524315"/>
          </a:xfrm>
          <a:prstGeom prst="rect">
            <a:avLst/>
          </a:prstGeom>
          <a:ln/>
        </p:spPr>
        <p:style>
          <a:lnRef idx="2">
            <a:schemeClr val="accent3"/>
          </a:lnRef>
          <a:fillRef idx="1">
            <a:schemeClr val="lt1"/>
          </a:fillRef>
          <a:effectRef idx="0">
            <a:schemeClr val="accent3"/>
          </a:effectRef>
          <a:fontRef idx="minor">
            <a:schemeClr val="dk1"/>
          </a:fontRef>
        </p:style>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r>
              <a:rPr lang="en-US" altLang="zh-CN" dirty="0" err="1">
                <a:solidFill>
                  <a:srgbClr val="000000"/>
                </a:solidFill>
              </a:rPr>
              <a:t>pid_t</a:t>
            </a:r>
            <a:r>
              <a:rPr lang="en-US" altLang="zh-CN" dirty="0">
                <a:solidFill>
                  <a:srgbClr val="000000"/>
                </a:solidFill>
              </a:rPr>
              <a:t> </a:t>
            </a:r>
            <a:r>
              <a:rPr lang="en-US" altLang="zh-CN" dirty="0" err="1">
                <a:solidFill>
                  <a:srgbClr val="000000"/>
                </a:solidFill>
              </a:rPr>
              <a:t>pid</a:t>
            </a:r>
            <a:r>
              <a:rPr lang="en-US" altLang="zh-CN" dirty="0">
                <a:solidFill>
                  <a:srgbClr val="000000"/>
                </a:solidFill>
              </a:rPr>
              <a:t>;</a:t>
            </a:r>
          </a:p>
          <a:p>
            <a:pPr eaLnBrk="1" hangingPunct="1">
              <a:defRPr/>
            </a:pPr>
            <a:r>
              <a:rPr lang="en-US" altLang="zh-CN" dirty="0" err="1">
                <a:solidFill>
                  <a:srgbClr val="000000"/>
                </a:solidFill>
              </a:rPr>
              <a:t>int</a:t>
            </a:r>
            <a:r>
              <a:rPr lang="en-US" altLang="zh-CN" dirty="0">
                <a:solidFill>
                  <a:srgbClr val="000000"/>
                </a:solidFill>
              </a:rPr>
              <a:t>   </a:t>
            </a:r>
            <a:r>
              <a:rPr lang="en-US" altLang="zh-CN" dirty="0" err="1">
                <a:solidFill>
                  <a:srgbClr val="000000"/>
                </a:solidFill>
              </a:rPr>
              <a:t>listenfd</a:t>
            </a:r>
            <a:r>
              <a:rPr lang="en-US" altLang="zh-CN" dirty="0">
                <a:solidFill>
                  <a:srgbClr val="000000"/>
                </a:solidFill>
              </a:rPr>
              <a:t>,  </a:t>
            </a:r>
            <a:r>
              <a:rPr lang="en-US" altLang="zh-CN" dirty="0" err="1">
                <a:solidFill>
                  <a:srgbClr val="000000"/>
                </a:solidFill>
              </a:rPr>
              <a:t>connfd</a:t>
            </a:r>
            <a:r>
              <a:rPr lang="en-US" altLang="zh-CN" dirty="0">
                <a:solidFill>
                  <a:srgbClr val="000000"/>
                </a:solidFill>
              </a:rPr>
              <a:t>;</a:t>
            </a:r>
          </a:p>
          <a:p>
            <a:pPr eaLnBrk="1" hangingPunct="1">
              <a:defRPr/>
            </a:pPr>
            <a:r>
              <a:rPr lang="en-US" altLang="zh-CN" dirty="0" err="1">
                <a:solidFill>
                  <a:srgbClr val="000000"/>
                </a:solidFill>
              </a:rPr>
              <a:t>listenfd</a:t>
            </a:r>
            <a:r>
              <a:rPr lang="en-US" altLang="zh-CN" dirty="0">
                <a:solidFill>
                  <a:srgbClr val="000000"/>
                </a:solidFill>
              </a:rPr>
              <a:t> = Socket( ... );</a:t>
            </a:r>
          </a:p>
          <a:p>
            <a:pPr eaLnBrk="1" hangingPunct="1">
              <a:defRPr/>
            </a:pPr>
            <a:r>
              <a:rPr lang="en-US" altLang="zh-CN" dirty="0">
                <a:solidFill>
                  <a:srgbClr val="000000"/>
                </a:solidFill>
              </a:rPr>
              <a:t>    /* fill in </a:t>
            </a:r>
            <a:r>
              <a:rPr lang="en-US" altLang="zh-CN" dirty="0" err="1">
                <a:solidFill>
                  <a:srgbClr val="000000"/>
                </a:solidFill>
              </a:rPr>
              <a:t>sockaddr_in</a:t>
            </a:r>
            <a:r>
              <a:rPr lang="en-US" altLang="zh-CN" dirty="0">
                <a:solidFill>
                  <a:srgbClr val="000000"/>
                </a:solidFill>
              </a:rPr>
              <a:t>{} with server's well-known port */</a:t>
            </a:r>
          </a:p>
          <a:p>
            <a:pPr eaLnBrk="1" hangingPunct="1">
              <a:defRPr/>
            </a:pPr>
            <a:r>
              <a:rPr lang="en-US" altLang="zh-CN" dirty="0">
                <a:solidFill>
                  <a:srgbClr val="000000"/>
                </a:solidFill>
              </a:rPr>
              <a:t>Bind(</a:t>
            </a:r>
            <a:r>
              <a:rPr lang="en-US" altLang="zh-CN" dirty="0" err="1">
                <a:solidFill>
                  <a:srgbClr val="000000"/>
                </a:solidFill>
              </a:rPr>
              <a:t>listenfd</a:t>
            </a:r>
            <a:r>
              <a:rPr lang="en-US" altLang="zh-CN" dirty="0">
                <a:solidFill>
                  <a:srgbClr val="000000"/>
                </a:solidFill>
              </a:rPr>
              <a:t>, ... );</a:t>
            </a:r>
          </a:p>
          <a:p>
            <a:pPr eaLnBrk="1" hangingPunct="1">
              <a:defRPr/>
            </a:pPr>
            <a:r>
              <a:rPr lang="en-US" altLang="zh-CN" dirty="0">
                <a:solidFill>
                  <a:srgbClr val="000000"/>
                </a:solidFill>
              </a:rPr>
              <a:t>Listen(</a:t>
            </a:r>
            <a:r>
              <a:rPr lang="en-US" altLang="zh-CN" dirty="0" err="1">
                <a:solidFill>
                  <a:srgbClr val="000000"/>
                </a:solidFill>
              </a:rPr>
              <a:t>listenfd</a:t>
            </a:r>
            <a:r>
              <a:rPr lang="en-US" altLang="zh-CN" dirty="0">
                <a:solidFill>
                  <a:srgbClr val="000000"/>
                </a:solidFill>
              </a:rPr>
              <a:t>, LISTENQ);</a:t>
            </a:r>
          </a:p>
          <a:p>
            <a:pPr eaLnBrk="1" hangingPunct="1">
              <a:defRPr/>
            </a:pPr>
            <a:r>
              <a:rPr lang="en-US" altLang="zh-CN" dirty="0">
                <a:solidFill>
                  <a:srgbClr val="000000"/>
                </a:solidFill>
              </a:rPr>
              <a:t>for ( ; ; ) {</a:t>
            </a:r>
          </a:p>
          <a:p>
            <a:pPr eaLnBrk="1" hangingPunct="1">
              <a:defRPr/>
            </a:pPr>
            <a:r>
              <a:rPr lang="en-US" altLang="zh-CN" dirty="0">
                <a:solidFill>
                  <a:srgbClr val="000000"/>
                </a:solidFill>
              </a:rPr>
              <a:t>	</a:t>
            </a:r>
            <a:r>
              <a:rPr lang="en-US" altLang="zh-CN" dirty="0" err="1">
                <a:solidFill>
                  <a:srgbClr val="000000"/>
                </a:solidFill>
              </a:rPr>
              <a:t>connfd</a:t>
            </a:r>
            <a:r>
              <a:rPr lang="en-US" altLang="zh-CN" dirty="0">
                <a:solidFill>
                  <a:srgbClr val="000000"/>
                </a:solidFill>
              </a:rPr>
              <a:t> = Accept (</a:t>
            </a:r>
            <a:r>
              <a:rPr lang="en-US" altLang="zh-CN" dirty="0" err="1">
                <a:solidFill>
                  <a:srgbClr val="000000"/>
                </a:solidFill>
              </a:rPr>
              <a:t>listenfd</a:t>
            </a:r>
            <a:r>
              <a:rPr lang="en-US" altLang="zh-CN" dirty="0">
                <a:solidFill>
                  <a:srgbClr val="000000"/>
                </a:solidFill>
              </a:rPr>
              <a:t>, ... );    /* probably blocks */</a:t>
            </a:r>
          </a:p>
          <a:p>
            <a:pPr eaLnBrk="1" hangingPunct="1">
              <a:defRPr/>
            </a:pPr>
            <a:r>
              <a:rPr lang="en-US" altLang="zh-CN" dirty="0">
                <a:solidFill>
                  <a:srgbClr val="000000"/>
                </a:solidFill>
              </a:rPr>
              <a:t>    	</a:t>
            </a:r>
            <a:r>
              <a:rPr lang="en-US" altLang="zh-CN" dirty="0">
                <a:solidFill>
                  <a:srgbClr val="FF0000"/>
                </a:solidFill>
              </a:rPr>
              <a:t>if( (</a:t>
            </a:r>
            <a:r>
              <a:rPr lang="en-US" altLang="zh-CN" dirty="0" err="1">
                <a:solidFill>
                  <a:srgbClr val="FF0000"/>
                </a:solidFill>
              </a:rPr>
              <a:t>pid</a:t>
            </a:r>
            <a:r>
              <a:rPr lang="en-US" altLang="zh-CN" dirty="0">
                <a:solidFill>
                  <a:srgbClr val="FF0000"/>
                </a:solidFill>
              </a:rPr>
              <a:t> = Fork()) == 0)</a:t>
            </a:r>
            <a:r>
              <a:rPr lang="en-US" altLang="zh-CN" dirty="0">
                <a:solidFill>
                  <a:srgbClr val="000000"/>
                </a:solidFill>
              </a:rPr>
              <a:t> {</a:t>
            </a:r>
          </a:p>
          <a:p>
            <a:pPr eaLnBrk="1" hangingPunct="1">
              <a:defRPr/>
            </a:pPr>
            <a:r>
              <a:rPr lang="en-US" altLang="zh-CN" dirty="0">
                <a:solidFill>
                  <a:srgbClr val="000000"/>
                </a:solidFill>
              </a:rPr>
              <a:t>       		Close(</a:t>
            </a:r>
            <a:r>
              <a:rPr lang="en-US" altLang="zh-CN" dirty="0" err="1">
                <a:solidFill>
                  <a:srgbClr val="000000"/>
                </a:solidFill>
              </a:rPr>
              <a:t>listenfd</a:t>
            </a:r>
            <a:r>
              <a:rPr lang="en-US" altLang="zh-CN" dirty="0">
                <a:solidFill>
                  <a:srgbClr val="000000"/>
                </a:solidFill>
              </a:rPr>
              <a:t>);  /* child closes listening socket */</a:t>
            </a:r>
          </a:p>
          <a:p>
            <a:pPr eaLnBrk="1" hangingPunct="1">
              <a:defRPr/>
            </a:pPr>
            <a:r>
              <a:rPr lang="en-US" altLang="zh-CN" dirty="0">
                <a:solidFill>
                  <a:srgbClr val="000000"/>
                </a:solidFill>
              </a:rPr>
              <a:t>       		</a:t>
            </a:r>
            <a:r>
              <a:rPr lang="en-US" altLang="zh-CN" dirty="0" err="1">
                <a:solidFill>
                  <a:srgbClr val="000000"/>
                </a:solidFill>
              </a:rPr>
              <a:t>doit</a:t>
            </a:r>
            <a:r>
              <a:rPr lang="en-US" altLang="zh-CN" dirty="0">
                <a:solidFill>
                  <a:srgbClr val="000000"/>
                </a:solidFill>
              </a:rPr>
              <a:t>(</a:t>
            </a:r>
            <a:r>
              <a:rPr lang="en-US" altLang="zh-CN" dirty="0" err="1">
                <a:solidFill>
                  <a:srgbClr val="000000"/>
                </a:solidFill>
              </a:rPr>
              <a:t>connfd</a:t>
            </a:r>
            <a:r>
              <a:rPr lang="en-US" altLang="zh-CN" dirty="0">
                <a:solidFill>
                  <a:srgbClr val="000000"/>
                </a:solidFill>
              </a:rPr>
              <a:t>);       /* process the request */</a:t>
            </a:r>
          </a:p>
          <a:p>
            <a:pPr eaLnBrk="1" hangingPunct="1">
              <a:defRPr/>
            </a:pPr>
            <a:r>
              <a:rPr lang="en-US" altLang="zh-CN" dirty="0">
                <a:solidFill>
                  <a:srgbClr val="000000"/>
                </a:solidFill>
              </a:rPr>
              <a:t>       		Close(</a:t>
            </a:r>
            <a:r>
              <a:rPr lang="en-US" altLang="zh-CN" dirty="0" err="1">
                <a:solidFill>
                  <a:srgbClr val="000000"/>
                </a:solidFill>
              </a:rPr>
              <a:t>connfd</a:t>
            </a:r>
            <a:r>
              <a:rPr lang="en-US" altLang="zh-CN" dirty="0">
                <a:solidFill>
                  <a:srgbClr val="000000"/>
                </a:solidFill>
              </a:rPr>
              <a:t>);      /* done with this client */</a:t>
            </a:r>
          </a:p>
          <a:p>
            <a:pPr eaLnBrk="1" hangingPunct="1">
              <a:defRPr/>
            </a:pPr>
            <a:r>
              <a:rPr lang="en-US" altLang="zh-CN" dirty="0">
                <a:solidFill>
                  <a:srgbClr val="000000"/>
                </a:solidFill>
              </a:rPr>
              <a:t>       		exit(0);            /* child terminates */</a:t>
            </a:r>
          </a:p>
          <a:p>
            <a:pPr eaLnBrk="1" hangingPunct="1">
              <a:defRPr/>
            </a:pPr>
            <a:r>
              <a:rPr lang="en-US" altLang="zh-CN" dirty="0">
                <a:solidFill>
                  <a:srgbClr val="000000"/>
                </a:solidFill>
              </a:rPr>
              <a:t>    	}</a:t>
            </a:r>
          </a:p>
          <a:p>
            <a:pPr eaLnBrk="1" hangingPunct="1">
              <a:defRPr/>
            </a:pPr>
            <a:r>
              <a:rPr lang="en-US" altLang="zh-CN" dirty="0">
                <a:solidFill>
                  <a:srgbClr val="000000"/>
                </a:solidFill>
              </a:rPr>
              <a:t>	Close(</a:t>
            </a:r>
            <a:r>
              <a:rPr lang="en-US" altLang="zh-CN" dirty="0" err="1">
                <a:solidFill>
                  <a:srgbClr val="000000"/>
                </a:solidFill>
              </a:rPr>
              <a:t>connfd</a:t>
            </a:r>
            <a:r>
              <a:rPr lang="en-US" altLang="zh-CN" dirty="0">
                <a:solidFill>
                  <a:srgbClr val="000000"/>
                </a:solidFill>
              </a:rPr>
              <a:t>);         /* parent closes connected socket */</a:t>
            </a:r>
          </a:p>
          <a:p>
            <a:pPr eaLnBrk="1" hangingPunct="1">
              <a:defRPr/>
            </a:pPr>
            <a:r>
              <a:rPr lang="en-US" altLang="zh-CN" dirty="0">
                <a:solidFill>
                  <a:srgbClr val="000000"/>
                </a:solidFill>
              </a:rPr>
              <a:t>}</a:t>
            </a:r>
            <a:endParaRPr lang="zh-CN" altLang="en-US" dirty="0">
              <a:solidFill>
                <a:srgbClr val="000000"/>
              </a:solidFill>
            </a:endParaRP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6DCE6598-31B6-8676-0394-861189580C80}"/>
              </a:ext>
            </a:extLst>
          </p:cNvPr>
          <p:cNvSpPr>
            <a:spLocks noGrp="1" noChangeArrowheads="1"/>
          </p:cNvSpPr>
          <p:nvPr>
            <p:ph type="title"/>
          </p:nvPr>
        </p:nvSpPr>
        <p:spPr/>
        <p:txBody>
          <a:bodyPr/>
          <a:lstStyle/>
          <a:p>
            <a:pPr eaLnBrk="1" hangingPunct="1"/>
            <a:r>
              <a:rPr lang="zh-CN" altLang="en-US" dirty="0"/>
              <a:t>多进程并发服务器执行状态</a:t>
            </a:r>
          </a:p>
        </p:txBody>
      </p:sp>
      <p:pic>
        <p:nvPicPr>
          <p:cNvPr id="44038" name="Picture 6" descr="D:\accept返回前客户-服务器的状态.png">
            <a:extLst>
              <a:ext uri="{FF2B5EF4-FFF2-40B4-BE49-F238E27FC236}">
                <a16:creationId xmlns:a16="http://schemas.microsoft.com/office/drawing/2014/main" id="{2362A68E-2CA9-D782-2E22-612DEB6A56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6160" y="1762125"/>
            <a:ext cx="5800725"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44" name="Picture 12" descr="D:\accept返回后客户-服务器的状态.png">
            <a:extLst>
              <a:ext uri="{FF2B5EF4-FFF2-40B4-BE49-F238E27FC236}">
                <a16:creationId xmlns:a16="http://schemas.microsoft.com/office/drawing/2014/main" id="{A24C9840-5DD1-8836-80D1-150DDA8248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8307" y="2010966"/>
            <a:ext cx="5475685" cy="20169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45" name="Picture 13" descr="D:\fork返回后客户-服务器的状态.png">
            <a:extLst>
              <a:ext uri="{FF2B5EF4-FFF2-40B4-BE49-F238E27FC236}">
                <a16:creationId xmlns:a16="http://schemas.microsoft.com/office/drawing/2014/main" id="{5906B225-37C0-7AED-D957-67E3D05CD3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09813" y="1006079"/>
            <a:ext cx="4537472" cy="3479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46" name="Picture 14" descr="D:\父子进程关闭相应套接口后客户-服务器的状态.png">
            <a:extLst>
              <a:ext uri="{FF2B5EF4-FFF2-40B4-BE49-F238E27FC236}">
                <a16:creationId xmlns:a16="http://schemas.microsoft.com/office/drawing/2014/main" id="{A2D66B1A-E524-8812-44D4-FB255ED26C9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03860" y="897731"/>
            <a:ext cx="4510088" cy="3568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nodeType="clickEffect">
                                  <p:stCondLst>
                                    <p:cond delay="0"/>
                                  </p:stCondLst>
                                  <p:childTnLst>
                                    <p:set>
                                      <p:cBhvr>
                                        <p:cTn id="6" dur="1" fill="hold">
                                          <p:stCondLst>
                                            <p:cond delay="0"/>
                                          </p:stCondLst>
                                        </p:cTn>
                                        <p:tgtEl>
                                          <p:spTgt spid="44038"/>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44044"/>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xit" presetSubtype="0" fill="hold" nodeType="clickEffect">
                                  <p:stCondLst>
                                    <p:cond delay="0"/>
                                  </p:stCondLst>
                                  <p:childTnLst>
                                    <p:set>
                                      <p:cBhvr>
                                        <p:cTn id="12" dur="1" fill="hold">
                                          <p:stCondLst>
                                            <p:cond delay="0"/>
                                          </p:stCondLst>
                                        </p:cTn>
                                        <p:tgtEl>
                                          <p:spTgt spid="44044"/>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4404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xit" presetSubtype="0" fill="hold" nodeType="clickEffect">
                                  <p:stCondLst>
                                    <p:cond delay="0"/>
                                  </p:stCondLst>
                                  <p:childTnLst>
                                    <p:set>
                                      <p:cBhvr>
                                        <p:cTn id="18" dur="1" fill="hold">
                                          <p:stCondLst>
                                            <p:cond delay="0"/>
                                          </p:stCondLst>
                                        </p:cTn>
                                        <p:tgtEl>
                                          <p:spTgt spid="44045"/>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440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5" name="Rectangle 2">
            <a:extLst>
              <a:ext uri="{FF2B5EF4-FFF2-40B4-BE49-F238E27FC236}">
                <a16:creationId xmlns:a16="http://schemas.microsoft.com/office/drawing/2014/main" id="{A063C3B9-CE0C-BC2D-D8E9-9AFAC60A8E03}"/>
              </a:ext>
            </a:extLst>
          </p:cNvPr>
          <p:cNvSpPr>
            <a:spLocks noGrp="1" noChangeArrowheads="1"/>
          </p:cNvSpPr>
          <p:nvPr>
            <p:ph type="title"/>
          </p:nvPr>
        </p:nvSpPr>
        <p:spPr/>
        <p:txBody>
          <a:bodyPr/>
          <a:lstStyle/>
          <a:p>
            <a:pPr eaLnBrk="1" hangingPunct="1"/>
            <a:r>
              <a:rPr lang="zh-CN" altLang="en-US" dirty="0"/>
              <a:t>主要内容</a:t>
            </a:r>
          </a:p>
        </p:txBody>
      </p:sp>
      <p:sp>
        <p:nvSpPr>
          <p:cNvPr id="16386" name="Rectangle 3">
            <a:extLst>
              <a:ext uri="{FF2B5EF4-FFF2-40B4-BE49-F238E27FC236}">
                <a16:creationId xmlns:a16="http://schemas.microsoft.com/office/drawing/2014/main" id="{B749F2B9-CE90-3E64-F0F4-4F6F5EF0A73D}"/>
              </a:ext>
            </a:extLst>
          </p:cNvPr>
          <p:cNvSpPr>
            <a:spLocks noGrp="1" noChangeArrowheads="1"/>
          </p:cNvSpPr>
          <p:nvPr>
            <p:ph idx="1"/>
          </p:nvPr>
        </p:nvSpPr>
        <p:spPr>
          <a:xfrm>
            <a:off x="484532" y="641290"/>
            <a:ext cx="8184875" cy="3860919"/>
          </a:xfrm>
        </p:spPr>
        <p:txBody>
          <a:bodyPr/>
          <a:lstStyle/>
          <a:p>
            <a:pPr eaLnBrk="1" hangingPunct="1"/>
            <a:r>
              <a:rPr lang="zh-CN" altLang="en-US" dirty="0"/>
              <a:t>概述</a:t>
            </a:r>
            <a:endParaRPr lang="en-US" altLang="zh-CN" dirty="0"/>
          </a:p>
          <a:p>
            <a:pPr eaLnBrk="1" hangingPunct="1"/>
            <a:r>
              <a:rPr lang="en-US" altLang="zh-CN" dirty="0">
                <a:solidFill>
                  <a:srgbClr val="FF0000"/>
                </a:solidFill>
              </a:rPr>
              <a:t>TCP</a:t>
            </a:r>
            <a:r>
              <a:rPr lang="zh-CN" altLang="en-US" dirty="0">
                <a:solidFill>
                  <a:srgbClr val="FF0000"/>
                </a:solidFill>
              </a:rPr>
              <a:t>回射服务器</a:t>
            </a:r>
            <a:r>
              <a:rPr lang="en-US" altLang="zh-CN" dirty="0">
                <a:solidFill>
                  <a:srgbClr val="FF0000"/>
                </a:solidFill>
              </a:rPr>
              <a:t>/</a:t>
            </a:r>
            <a:r>
              <a:rPr lang="zh-CN" altLang="en-US" dirty="0">
                <a:solidFill>
                  <a:srgbClr val="FF0000"/>
                </a:solidFill>
              </a:rPr>
              <a:t>客户程序</a:t>
            </a:r>
          </a:p>
          <a:p>
            <a:pPr eaLnBrk="1" hangingPunct="1"/>
            <a:r>
              <a:rPr lang="zh-CN" altLang="en-US" dirty="0">
                <a:solidFill>
                  <a:srgbClr val="FF0000"/>
                </a:solidFill>
              </a:rPr>
              <a:t>正常启动与终止</a:t>
            </a:r>
            <a:endParaRPr lang="en-US" altLang="zh-CN" dirty="0">
              <a:solidFill>
                <a:srgbClr val="FF0000"/>
              </a:solidFill>
            </a:endParaRPr>
          </a:p>
          <a:p>
            <a:pPr eaLnBrk="1" hangingPunct="1"/>
            <a:r>
              <a:rPr lang="en-US" altLang="zh-CN" dirty="0" err="1"/>
              <a:t>Posix</a:t>
            </a:r>
            <a:r>
              <a:rPr lang="zh-CN" altLang="en-US" dirty="0"/>
              <a:t>信号处理</a:t>
            </a:r>
            <a:endParaRPr lang="en-US" altLang="zh-CN" dirty="0"/>
          </a:p>
          <a:p>
            <a:pPr eaLnBrk="1" hangingPunct="1"/>
            <a:r>
              <a:rPr lang="zh-CN" altLang="en-US" dirty="0"/>
              <a:t>处理</a:t>
            </a:r>
            <a:r>
              <a:rPr lang="en-US" altLang="zh-CN" dirty="0"/>
              <a:t>SIGCHLD</a:t>
            </a:r>
            <a:r>
              <a:rPr lang="zh-CN" altLang="en-US" dirty="0"/>
              <a:t>信号</a:t>
            </a:r>
            <a:endParaRPr lang="en-US" altLang="zh-CN" dirty="0"/>
          </a:p>
          <a:p>
            <a:pPr eaLnBrk="1" hangingPunct="1"/>
            <a:r>
              <a:rPr lang="en-US" altLang="zh-CN" dirty="0">
                <a:solidFill>
                  <a:srgbClr val="FF0000"/>
                </a:solidFill>
              </a:rPr>
              <a:t>wait</a:t>
            </a:r>
            <a:r>
              <a:rPr lang="zh-CN" altLang="en-US" dirty="0">
                <a:solidFill>
                  <a:srgbClr val="FF0000"/>
                </a:solidFill>
              </a:rPr>
              <a:t>和</a:t>
            </a:r>
            <a:r>
              <a:rPr lang="en-US" altLang="zh-CN" dirty="0" err="1">
                <a:solidFill>
                  <a:srgbClr val="FF0000"/>
                </a:solidFill>
              </a:rPr>
              <a:t>waitpid</a:t>
            </a:r>
            <a:r>
              <a:rPr lang="zh-CN" altLang="en-US" dirty="0">
                <a:solidFill>
                  <a:srgbClr val="FF0000"/>
                </a:solidFill>
              </a:rPr>
              <a:t>函数</a:t>
            </a:r>
            <a:endParaRPr lang="en-US" altLang="zh-CN" dirty="0">
              <a:solidFill>
                <a:srgbClr val="FF0000"/>
              </a:solidFill>
            </a:endParaRPr>
          </a:p>
          <a:p>
            <a:pPr eaLnBrk="1" hangingPunct="1"/>
            <a:r>
              <a:rPr lang="zh-CN" altLang="en-US" dirty="0"/>
              <a:t>程序运行异常处理</a:t>
            </a:r>
            <a:endParaRPr lang="en-US" altLang="zh-CN" dirty="0"/>
          </a:p>
          <a:p>
            <a:pPr eaLnBrk="1" hangingPunct="1"/>
            <a:r>
              <a:rPr lang="zh-CN" altLang="en-US" dirty="0">
                <a:solidFill>
                  <a:srgbClr val="FF0000"/>
                </a:solidFill>
              </a:rPr>
              <a:t>数据格式</a:t>
            </a:r>
            <a:endParaRPr lang="en-US" altLang="zh-CN" dirty="0">
              <a:solidFill>
                <a:srgbClr val="FF0000"/>
              </a:solidFill>
            </a:endParaRPr>
          </a:p>
          <a:p>
            <a:pPr eaLnBrk="1" hangingPunct="1"/>
            <a:r>
              <a:rPr lang="zh-CN" altLang="en-US" dirty="0"/>
              <a:t>小结</a:t>
            </a: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4" descr="D:\简单的回射客户-服务器.png">
            <a:extLst>
              <a:ext uri="{FF2B5EF4-FFF2-40B4-BE49-F238E27FC236}">
                <a16:creationId xmlns:a16="http://schemas.microsoft.com/office/drawing/2014/main" id="{3E052AB3-CC7F-F51A-47EE-A1C9C18D3E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6160" y="1168004"/>
            <a:ext cx="5897165"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3">
            <a:extLst>
              <a:ext uri="{FF2B5EF4-FFF2-40B4-BE49-F238E27FC236}">
                <a16:creationId xmlns:a16="http://schemas.microsoft.com/office/drawing/2014/main" id="{05778C52-905E-A6E7-D083-6182A36FD764}"/>
              </a:ext>
            </a:extLst>
          </p:cNvPr>
          <p:cNvSpPr txBox="1">
            <a:spLocks noChangeArrowheads="1"/>
          </p:cNvSpPr>
          <p:nvPr/>
        </p:nvSpPr>
        <p:spPr bwMode="auto">
          <a:xfrm>
            <a:off x="1656160" y="2518173"/>
            <a:ext cx="5886450" cy="485848"/>
          </a:xfrm>
          <a:prstGeom prst="rect">
            <a:avLst/>
          </a:prstGeom>
          <a:ln/>
        </p:spPr>
        <p:style>
          <a:lnRef idx="1">
            <a:schemeClr val="accent3"/>
          </a:lnRef>
          <a:fillRef idx="2">
            <a:schemeClr val="accent3"/>
          </a:fillRef>
          <a:effectRef idx="1">
            <a:schemeClr val="accent3"/>
          </a:effectRef>
          <a:fontRef idx="minor">
            <a:schemeClr val="dk1"/>
          </a:fontRef>
        </p:style>
        <p:txBody>
          <a:bodyPr/>
          <a:lstStyle>
            <a:lvl1pPr>
              <a:spcBef>
                <a:spcPct val="20000"/>
              </a:spcBef>
              <a:buClr>
                <a:schemeClr val="accent1"/>
              </a:buClr>
              <a:buSzPct val="65000"/>
              <a:buFont typeface="Wingdings" pitchFamily="2" charset="2"/>
              <a:buChar char="n"/>
              <a:defRPr sz="3000" b="1">
                <a:solidFill>
                  <a:schemeClr val="tx1"/>
                </a:solidFill>
                <a:latin typeface="Arial" panose="020B0604020202020204" pitchFamily="34" charset="0"/>
                <a:ea typeface="宋体" panose="02010600030101010101" pitchFamily="2" charset="-122"/>
              </a:defRPr>
            </a:lvl1pPr>
            <a:lvl2pPr marL="669925" indent="-325438">
              <a:spcBef>
                <a:spcPct val="20000"/>
              </a:spcBef>
              <a:buClr>
                <a:schemeClr val="accent2"/>
              </a:buClr>
              <a:buSzPct val="60000"/>
              <a:buFont typeface="Wingdings" pitchFamily="2" charset="2"/>
              <a:buChar char="q"/>
              <a:defRPr sz="2600" b="1">
                <a:solidFill>
                  <a:schemeClr val="tx1"/>
                </a:solidFill>
                <a:latin typeface="Arial" panose="020B0604020202020204" pitchFamily="34" charset="0"/>
                <a:ea typeface="宋体" panose="02010600030101010101" pitchFamily="2" charset="-122"/>
              </a:defRPr>
            </a:lvl2pPr>
            <a:lvl3pPr marL="1022350" indent="-350838">
              <a:spcBef>
                <a:spcPct val="20000"/>
              </a:spcBef>
              <a:buClr>
                <a:schemeClr val="accent1"/>
              </a:buClr>
              <a:buSzPct val="65000"/>
              <a:buFont typeface="Wingdings" pitchFamily="2" charset="2"/>
              <a:buChar char="n"/>
              <a:defRPr sz="2200" b="1">
                <a:solidFill>
                  <a:schemeClr val="tx1"/>
                </a:solidFill>
                <a:latin typeface="Arial" panose="020B0604020202020204" pitchFamily="34" charset="0"/>
                <a:ea typeface="宋体" panose="02010600030101010101" pitchFamily="2" charset="-122"/>
              </a:defRPr>
            </a:lvl3pPr>
            <a:lvl4pPr marL="1339850" indent="-315913">
              <a:spcBef>
                <a:spcPct val="20000"/>
              </a:spcBef>
              <a:buClr>
                <a:schemeClr val="accent2"/>
              </a:buClr>
              <a:buSzPct val="70000"/>
              <a:buFont typeface="Wingdings" pitchFamily="2" charset="2"/>
              <a:buChar char="q"/>
              <a:defRPr sz="2000" b="1">
                <a:solidFill>
                  <a:schemeClr val="tx1"/>
                </a:solidFill>
                <a:latin typeface="Arial" panose="020B0604020202020204" pitchFamily="34" charset="0"/>
                <a:ea typeface="宋体" panose="02010600030101010101" pitchFamily="2" charset="-122"/>
              </a:defRPr>
            </a:lvl4pPr>
            <a:lvl5pPr marL="1681163" indent="-339725">
              <a:spcBef>
                <a:spcPct val="20000"/>
              </a:spcBef>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30000"/>
              </a:lnSpc>
              <a:buFont typeface="Wingdings" pitchFamily="2" charset="2"/>
              <a:buNone/>
              <a:defRPr/>
            </a:pPr>
            <a:r>
              <a:rPr lang="en-US" altLang="zh-CN" sz="2000" dirty="0">
                <a:latin typeface="Microsoft YaHei" panose="020B0503020204020204" pitchFamily="34" charset="-122"/>
                <a:ea typeface="Microsoft YaHei" panose="020B0503020204020204" pitchFamily="34" charset="-122"/>
              </a:rPr>
              <a:t>1</a:t>
            </a:r>
            <a:r>
              <a:rPr lang="zh-CN" altLang="en-US" sz="2000" dirty="0">
                <a:latin typeface="Microsoft YaHei" panose="020B0503020204020204" pitchFamily="34" charset="-122"/>
                <a:ea typeface="Microsoft YaHei" panose="020B0503020204020204" pitchFamily="34" charset="-122"/>
              </a:rPr>
              <a:t>）客户从标准输入读一行文本，写到服务器上；</a:t>
            </a:r>
            <a:endParaRPr lang="en-US" altLang="zh-CN" sz="2000" dirty="0">
              <a:latin typeface="Microsoft YaHei" panose="020B0503020204020204" pitchFamily="34" charset="-122"/>
              <a:ea typeface="Microsoft YaHei" panose="020B0503020204020204" pitchFamily="34" charset="-122"/>
            </a:endParaRPr>
          </a:p>
        </p:txBody>
      </p:sp>
      <p:sp>
        <p:nvSpPr>
          <p:cNvPr id="6" name="Rectangle 3">
            <a:extLst>
              <a:ext uri="{FF2B5EF4-FFF2-40B4-BE49-F238E27FC236}">
                <a16:creationId xmlns:a16="http://schemas.microsoft.com/office/drawing/2014/main" id="{A858317A-9EAA-A387-9F16-78871CA6754A}"/>
              </a:ext>
            </a:extLst>
          </p:cNvPr>
          <p:cNvSpPr txBox="1">
            <a:spLocks noChangeArrowheads="1"/>
          </p:cNvSpPr>
          <p:nvPr/>
        </p:nvSpPr>
        <p:spPr bwMode="auto">
          <a:xfrm>
            <a:off x="1641264" y="3246068"/>
            <a:ext cx="5886450" cy="487381"/>
          </a:xfrm>
          <a:prstGeom prst="rect">
            <a:avLst/>
          </a:prstGeom>
          <a:ln/>
        </p:spPr>
        <p:style>
          <a:lnRef idx="1">
            <a:schemeClr val="accent3"/>
          </a:lnRef>
          <a:fillRef idx="2">
            <a:schemeClr val="accent3"/>
          </a:fillRef>
          <a:effectRef idx="1">
            <a:schemeClr val="accent3"/>
          </a:effectRef>
          <a:fontRef idx="minor">
            <a:schemeClr val="dk1"/>
          </a:fontRef>
        </p:style>
        <p:txBody>
          <a:bodyPr/>
          <a:lstStyle>
            <a:lvl1pPr>
              <a:spcBef>
                <a:spcPct val="20000"/>
              </a:spcBef>
              <a:buClr>
                <a:schemeClr val="accent1"/>
              </a:buClr>
              <a:buSzPct val="65000"/>
              <a:buFont typeface="Wingdings" pitchFamily="2" charset="2"/>
              <a:buChar char="n"/>
              <a:defRPr sz="3000" b="1">
                <a:solidFill>
                  <a:schemeClr val="tx1"/>
                </a:solidFill>
                <a:latin typeface="Arial" panose="020B0604020202020204" pitchFamily="34" charset="0"/>
                <a:ea typeface="宋体" panose="02010600030101010101" pitchFamily="2" charset="-122"/>
              </a:defRPr>
            </a:lvl1pPr>
            <a:lvl2pPr marL="669925" indent="-325438">
              <a:spcBef>
                <a:spcPct val="20000"/>
              </a:spcBef>
              <a:buClr>
                <a:schemeClr val="accent2"/>
              </a:buClr>
              <a:buSzPct val="60000"/>
              <a:buFont typeface="Wingdings" pitchFamily="2" charset="2"/>
              <a:buChar char="q"/>
              <a:defRPr sz="2600" b="1">
                <a:solidFill>
                  <a:schemeClr val="tx1"/>
                </a:solidFill>
                <a:latin typeface="Arial" panose="020B0604020202020204" pitchFamily="34" charset="0"/>
                <a:ea typeface="宋体" panose="02010600030101010101" pitchFamily="2" charset="-122"/>
              </a:defRPr>
            </a:lvl2pPr>
            <a:lvl3pPr marL="1022350" indent="-350838">
              <a:spcBef>
                <a:spcPct val="20000"/>
              </a:spcBef>
              <a:buClr>
                <a:schemeClr val="accent1"/>
              </a:buClr>
              <a:buSzPct val="65000"/>
              <a:buFont typeface="Wingdings" pitchFamily="2" charset="2"/>
              <a:buChar char="n"/>
              <a:defRPr sz="2200" b="1">
                <a:solidFill>
                  <a:schemeClr val="tx1"/>
                </a:solidFill>
                <a:latin typeface="Arial" panose="020B0604020202020204" pitchFamily="34" charset="0"/>
                <a:ea typeface="宋体" panose="02010600030101010101" pitchFamily="2" charset="-122"/>
              </a:defRPr>
            </a:lvl3pPr>
            <a:lvl4pPr marL="1339850" indent="-315913">
              <a:spcBef>
                <a:spcPct val="20000"/>
              </a:spcBef>
              <a:buClr>
                <a:schemeClr val="accent2"/>
              </a:buClr>
              <a:buSzPct val="70000"/>
              <a:buFont typeface="Wingdings" pitchFamily="2" charset="2"/>
              <a:buChar char="q"/>
              <a:defRPr sz="2000" b="1">
                <a:solidFill>
                  <a:schemeClr val="tx1"/>
                </a:solidFill>
                <a:latin typeface="Arial" panose="020B0604020202020204" pitchFamily="34" charset="0"/>
                <a:ea typeface="宋体" panose="02010600030101010101" pitchFamily="2" charset="-122"/>
              </a:defRPr>
            </a:lvl4pPr>
            <a:lvl5pPr marL="1681163" indent="-339725">
              <a:spcBef>
                <a:spcPct val="20000"/>
              </a:spcBef>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30000"/>
              </a:lnSpc>
              <a:buFont typeface="Wingdings" pitchFamily="2" charset="2"/>
              <a:buNone/>
              <a:defRPr/>
            </a:pPr>
            <a:r>
              <a:rPr lang="en-US" altLang="zh-CN" sz="2000" dirty="0">
                <a:latin typeface="Microsoft YaHei" panose="020B0503020204020204" pitchFamily="34" charset="-122"/>
                <a:ea typeface="Microsoft YaHei" panose="020B0503020204020204" pitchFamily="34" charset="-122"/>
              </a:rPr>
              <a:t>2</a:t>
            </a:r>
            <a:r>
              <a:rPr lang="zh-CN" altLang="en-US" sz="2000" dirty="0">
                <a:latin typeface="Microsoft YaHei" panose="020B0503020204020204" pitchFamily="34" charset="-122"/>
                <a:ea typeface="Microsoft YaHei" panose="020B0503020204020204" pitchFamily="34" charset="-122"/>
              </a:rPr>
              <a:t>）服务器从网络输入读此行，并回射给客户；</a:t>
            </a:r>
            <a:endParaRPr lang="en-US" altLang="zh-CN" sz="2000" dirty="0">
              <a:latin typeface="Microsoft YaHei" panose="020B0503020204020204" pitchFamily="34" charset="-122"/>
              <a:ea typeface="Microsoft YaHei" panose="020B0503020204020204" pitchFamily="34" charset="-122"/>
            </a:endParaRPr>
          </a:p>
        </p:txBody>
      </p:sp>
      <p:sp>
        <p:nvSpPr>
          <p:cNvPr id="7" name="Rectangle 3">
            <a:extLst>
              <a:ext uri="{FF2B5EF4-FFF2-40B4-BE49-F238E27FC236}">
                <a16:creationId xmlns:a16="http://schemas.microsoft.com/office/drawing/2014/main" id="{0F015815-3E89-6362-59BA-064C9F1E5473}"/>
              </a:ext>
            </a:extLst>
          </p:cNvPr>
          <p:cNvSpPr txBox="1">
            <a:spLocks noChangeArrowheads="1"/>
          </p:cNvSpPr>
          <p:nvPr/>
        </p:nvSpPr>
        <p:spPr bwMode="auto">
          <a:xfrm>
            <a:off x="1666875" y="3975496"/>
            <a:ext cx="5886450" cy="485849"/>
          </a:xfrm>
          <a:prstGeom prst="rect">
            <a:avLst/>
          </a:prstGeom>
          <a:ln/>
        </p:spPr>
        <p:style>
          <a:lnRef idx="1">
            <a:schemeClr val="accent3"/>
          </a:lnRef>
          <a:fillRef idx="2">
            <a:schemeClr val="accent3"/>
          </a:fillRef>
          <a:effectRef idx="1">
            <a:schemeClr val="accent3"/>
          </a:effectRef>
          <a:fontRef idx="minor">
            <a:schemeClr val="dk1"/>
          </a:fontRef>
        </p:style>
        <p:txBody>
          <a:bodyPr/>
          <a:lstStyle>
            <a:lvl1pPr>
              <a:spcBef>
                <a:spcPct val="20000"/>
              </a:spcBef>
              <a:buClr>
                <a:schemeClr val="accent1"/>
              </a:buClr>
              <a:buSzPct val="65000"/>
              <a:buFont typeface="Wingdings" pitchFamily="2" charset="2"/>
              <a:buChar char="n"/>
              <a:defRPr sz="3000" b="1">
                <a:solidFill>
                  <a:schemeClr val="tx1"/>
                </a:solidFill>
                <a:latin typeface="Arial" panose="020B0604020202020204" pitchFamily="34" charset="0"/>
                <a:ea typeface="宋体" panose="02010600030101010101" pitchFamily="2" charset="-122"/>
              </a:defRPr>
            </a:lvl1pPr>
            <a:lvl2pPr marL="669925" indent="-325438">
              <a:spcBef>
                <a:spcPct val="20000"/>
              </a:spcBef>
              <a:buClr>
                <a:schemeClr val="accent2"/>
              </a:buClr>
              <a:buSzPct val="60000"/>
              <a:buFont typeface="Wingdings" pitchFamily="2" charset="2"/>
              <a:buChar char="q"/>
              <a:defRPr sz="2600" b="1">
                <a:solidFill>
                  <a:schemeClr val="tx1"/>
                </a:solidFill>
                <a:latin typeface="Arial" panose="020B0604020202020204" pitchFamily="34" charset="0"/>
                <a:ea typeface="宋体" panose="02010600030101010101" pitchFamily="2" charset="-122"/>
              </a:defRPr>
            </a:lvl2pPr>
            <a:lvl3pPr marL="1022350" indent="-350838">
              <a:spcBef>
                <a:spcPct val="20000"/>
              </a:spcBef>
              <a:buClr>
                <a:schemeClr val="accent1"/>
              </a:buClr>
              <a:buSzPct val="65000"/>
              <a:buFont typeface="Wingdings" pitchFamily="2" charset="2"/>
              <a:buChar char="n"/>
              <a:defRPr sz="2200" b="1">
                <a:solidFill>
                  <a:schemeClr val="tx1"/>
                </a:solidFill>
                <a:latin typeface="Arial" panose="020B0604020202020204" pitchFamily="34" charset="0"/>
                <a:ea typeface="宋体" panose="02010600030101010101" pitchFamily="2" charset="-122"/>
              </a:defRPr>
            </a:lvl3pPr>
            <a:lvl4pPr marL="1339850" indent="-315913">
              <a:spcBef>
                <a:spcPct val="20000"/>
              </a:spcBef>
              <a:buClr>
                <a:schemeClr val="accent2"/>
              </a:buClr>
              <a:buSzPct val="70000"/>
              <a:buFont typeface="Wingdings" pitchFamily="2" charset="2"/>
              <a:buChar char="q"/>
              <a:defRPr sz="2000" b="1">
                <a:solidFill>
                  <a:schemeClr val="tx1"/>
                </a:solidFill>
                <a:latin typeface="Arial" panose="020B0604020202020204" pitchFamily="34" charset="0"/>
                <a:ea typeface="宋体" panose="02010600030101010101" pitchFamily="2" charset="-122"/>
              </a:defRPr>
            </a:lvl4pPr>
            <a:lvl5pPr marL="1681163" indent="-339725">
              <a:spcBef>
                <a:spcPct val="20000"/>
              </a:spcBef>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30000"/>
              </a:lnSpc>
              <a:buFont typeface="Wingdings" pitchFamily="2" charset="2"/>
              <a:buNone/>
              <a:defRPr/>
            </a:pPr>
            <a:r>
              <a:rPr lang="en-US" altLang="zh-CN" sz="2000" dirty="0">
                <a:latin typeface="Microsoft YaHei" panose="020B0503020204020204" pitchFamily="34" charset="-122"/>
                <a:ea typeface="Microsoft YaHei" panose="020B0503020204020204" pitchFamily="34" charset="-122"/>
              </a:rPr>
              <a:t>3</a:t>
            </a:r>
            <a:r>
              <a:rPr lang="zh-CN" altLang="en-US" sz="2000" dirty="0">
                <a:latin typeface="Microsoft YaHei" panose="020B0503020204020204" pitchFamily="34" charset="-122"/>
                <a:ea typeface="Microsoft YaHei" panose="020B0503020204020204" pitchFamily="34" charset="-122"/>
              </a:rPr>
              <a:t>）客户读此回射行并写到标准输出。</a:t>
            </a:r>
            <a:endParaRPr lang="en-US" altLang="zh-CN" sz="2000" dirty="0">
              <a:latin typeface="Microsoft YaHei" panose="020B0503020204020204" pitchFamily="34" charset="-122"/>
              <a:ea typeface="Microsoft YaHei" panose="020B0503020204020204" pitchFamily="34" charset="-122"/>
            </a:endParaRPr>
          </a:p>
        </p:txBody>
      </p:sp>
      <p:sp>
        <p:nvSpPr>
          <p:cNvPr id="2" name="标题 1">
            <a:extLst>
              <a:ext uri="{FF2B5EF4-FFF2-40B4-BE49-F238E27FC236}">
                <a16:creationId xmlns:a16="http://schemas.microsoft.com/office/drawing/2014/main" id="{3A62F1AF-BCE3-1705-D5BA-9712F7FD2B5A}"/>
              </a:ext>
            </a:extLst>
          </p:cNvPr>
          <p:cNvSpPr>
            <a:spLocks noGrp="1"/>
          </p:cNvSpPr>
          <p:nvPr>
            <p:ph type="title"/>
          </p:nvPr>
        </p:nvSpPr>
        <p:spPr>
          <a:xfrm>
            <a:off x="474592" y="114579"/>
            <a:ext cx="8170112" cy="591554"/>
          </a:xfrm>
        </p:spPr>
        <p:txBody>
          <a:bodyPr/>
          <a:lstStyle/>
          <a:p>
            <a:r>
              <a:rPr lang="zh-CN" altLang="en-US" dirty="0"/>
              <a:t>概述</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a:extLst>
              <a:ext uri="{FF2B5EF4-FFF2-40B4-BE49-F238E27FC236}">
                <a16:creationId xmlns:a16="http://schemas.microsoft.com/office/drawing/2014/main" id="{F4A008D6-7C69-B62D-2F64-7773A9596EA9}"/>
              </a:ext>
            </a:extLst>
          </p:cNvPr>
          <p:cNvSpPr>
            <a:spLocks noGrp="1" noChangeArrowheads="1"/>
          </p:cNvSpPr>
          <p:nvPr>
            <p:ph type="title"/>
          </p:nvPr>
        </p:nvSpPr>
        <p:spPr/>
        <p:txBody>
          <a:bodyPr/>
          <a:lstStyle/>
          <a:p>
            <a:pPr eaLnBrk="1" hangingPunct="1"/>
            <a:r>
              <a:rPr lang="zh-CN" altLang="en-US" dirty="0"/>
              <a:t>二、</a:t>
            </a:r>
            <a:r>
              <a:rPr lang="en-US" altLang="zh-CN" dirty="0"/>
              <a:t>TCP</a:t>
            </a:r>
            <a:r>
              <a:rPr lang="zh-CN" altLang="en-US" dirty="0"/>
              <a:t>回射服务器</a:t>
            </a:r>
            <a:r>
              <a:rPr lang="en-US" altLang="zh-CN" dirty="0"/>
              <a:t>/</a:t>
            </a:r>
            <a:r>
              <a:rPr lang="zh-CN" altLang="en-US" dirty="0"/>
              <a:t>客户程序</a:t>
            </a:r>
          </a:p>
        </p:txBody>
      </p:sp>
      <p:sp>
        <p:nvSpPr>
          <p:cNvPr id="9" name="TextBox 2">
            <a:extLst>
              <a:ext uri="{FF2B5EF4-FFF2-40B4-BE49-F238E27FC236}">
                <a16:creationId xmlns:a16="http://schemas.microsoft.com/office/drawing/2014/main" id="{134A62D4-6DBD-EAEF-BE0C-B83A1212B542}"/>
              </a:ext>
            </a:extLst>
          </p:cNvPr>
          <p:cNvSpPr txBox="1">
            <a:spLocks noChangeArrowheads="1"/>
          </p:cNvSpPr>
          <p:nvPr/>
        </p:nvSpPr>
        <p:spPr bwMode="auto">
          <a:xfrm>
            <a:off x="611560" y="679320"/>
            <a:ext cx="7776864" cy="772584"/>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lvl1pPr>
              <a:spcBef>
                <a:spcPct val="20000"/>
              </a:spcBef>
              <a:buClr>
                <a:schemeClr val="accent1"/>
              </a:buClr>
              <a:buSzPct val="65000"/>
              <a:buFont typeface="Wingdings"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itchFamily="2" charset="2"/>
              <a:buChar char="q"/>
              <a:defRPr sz="26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ClrTx/>
              <a:buSzTx/>
              <a:buFontTx/>
              <a:buNone/>
              <a:defRPr/>
            </a:pPr>
            <a:r>
              <a:rPr lang="zh-CN" altLang="en-US" sz="1800" dirty="0">
                <a:latin typeface="Microsoft YaHei" panose="020B0503020204020204" pitchFamily="34" charset="-122"/>
                <a:ea typeface="Microsoft YaHei" panose="020B0503020204020204" pitchFamily="34" charset="-122"/>
              </a:rPr>
              <a:t>服务器程序：</a:t>
            </a:r>
            <a:endParaRPr lang="en-US" altLang="zh-CN" sz="1800" dirty="0">
              <a:latin typeface="Microsoft YaHei" panose="020B0503020204020204" pitchFamily="34" charset="-122"/>
              <a:ea typeface="Microsoft YaHei" panose="020B0503020204020204" pitchFamily="34" charset="-122"/>
            </a:endParaRPr>
          </a:p>
          <a:p>
            <a:pPr eaLnBrk="1" hangingPunct="1">
              <a:lnSpc>
                <a:spcPct val="130000"/>
              </a:lnSpc>
              <a:spcBef>
                <a:spcPct val="0"/>
              </a:spcBef>
              <a:buClrTx/>
              <a:buSzTx/>
              <a:buFontTx/>
              <a:buNone/>
              <a:defRPr/>
            </a:pPr>
            <a:r>
              <a:rPr lang="en-US" altLang="zh-CN" sz="1800" b="0" dirty="0">
                <a:latin typeface="Microsoft YaHei" panose="020B0503020204020204" pitchFamily="34" charset="-122"/>
                <a:ea typeface="Microsoft YaHei" panose="020B0503020204020204" pitchFamily="34" charset="-122"/>
              </a:rPr>
              <a:t>Socket</a:t>
            </a:r>
            <a:r>
              <a:rPr lang="zh-CN" altLang="en-US" sz="1800" b="0" dirty="0">
                <a:latin typeface="Microsoft YaHei" panose="020B0503020204020204" pitchFamily="34" charset="-122"/>
                <a:ea typeface="Microsoft YaHei" panose="020B0503020204020204" pitchFamily="34" charset="-122"/>
              </a:rPr>
              <a:t>，</a:t>
            </a:r>
            <a:r>
              <a:rPr lang="en-US" altLang="zh-CN" sz="1800" b="0" dirty="0">
                <a:latin typeface="Microsoft YaHei" panose="020B0503020204020204" pitchFamily="34" charset="-122"/>
                <a:ea typeface="Microsoft YaHei" panose="020B0503020204020204" pitchFamily="34" charset="-122"/>
              </a:rPr>
              <a:t>Bind</a:t>
            </a:r>
            <a:r>
              <a:rPr lang="zh-CN" altLang="en-US" sz="1800" b="0" dirty="0">
                <a:latin typeface="Microsoft YaHei" panose="020B0503020204020204" pitchFamily="34" charset="-122"/>
                <a:ea typeface="Microsoft YaHei" panose="020B0503020204020204" pitchFamily="34" charset="-122"/>
              </a:rPr>
              <a:t>，</a:t>
            </a:r>
            <a:r>
              <a:rPr lang="en-US" altLang="zh-CN" sz="1800" b="0" dirty="0">
                <a:latin typeface="Microsoft YaHei" panose="020B0503020204020204" pitchFamily="34" charset="-122"/>
                <a:ea typeface="Microsoft YaHei" panose="020B0503020204020204" pitchFamily="34" charset="-122"/>
              </a:rPr>
              <a:t>Listen</a:t>
            </a:r>
            <a:r>
              <a:rPr lang="zh-CN" altLang="en-US" sz="1800" b="0" dirty="0">
                <a:latin typeface="Microsoft YaHei" panose="020B0503020204020204" pitchFamily="34" charset="-122"/>
                <a:ea typeface="Microsoft YaHei" panose="020B0503020204020204" pitchFamily="34" charset="-122"/>
              </a:rPr>
              <a:t>，</a:t>
            </a:r>
            <a:r>
              <a:rPr lang="en-US" altLang="zh-CN" sz="1800" b="0" dirty="0">
                <a:latin typeface="Microsoft YaHei" panose="020B0503020204020204" pitchFamily="34" charset="-122"/>
                <a:ea typeface="Microsoft YaHei" panose="020B0503020204020204" pitchFamily="34" charset="-122"/>
              </a:rPr>
              <a:t>Accept</a:t>
            </a:r>
            <a:r>
              <a:rPr lang="zh-CN" altLang="en-US" sz="1800" b="0" dirty="0">
                <a:latin typeface="Microsoft YaHei" panose="020B0503020204020204" pitchFamily="34" charset="-122"/>
                <a:ea typeface="Microsoft YaHei" panose="020B0503020204020204" pitchFamily="34" charset="-122"/>
              </a:rPr>
              <a:t>，</a:t>
            </a:r>
            <a:r>
              <a:rPr lang="en-US" altLang="zh-CN" sz="1800" b="0" dirty="0">
                <a:latin typeface="Microsoft YaHei" panose="020B0503020204020204" pitchFamily="34" charset="-122"/>
                <a:ea typeface="Microsoft YaHei" panose="020B0503020204020204" pitchFamily="34" charset="-122"/>
              </a:rPr>
              <a:t>Fork</a:t>
            </a:r>
            <a:r>
              <a:rPr lang="zh-CN" altLang="en-US" sz="1800" b="0" dirty="0">
                <a:latin typeface="Microsoft YaHei" panose="020B0503020204020204" pitchFamily="34" charset="-122"/>
                <a:ea typeface="Microsoft YaHei" panose="020B0503020204020204" pitchFamily="34" charset="-122"/>
              </a:rPr>
              <a:t>，</a:t>
            </a:r>
            <a:r>
              <a:rPr lang="en-US" altLang="zh-CN" sz="1800" b="0" dirty="0" err="1">
                <a:solidFill>
                  <a:srgbClr val="FF0000"/>
                </a:solidFill>
                <a:latin typeface="Microsoft YaHei" panose="020B0503020204020204" pitchFamily="34" charset="-122"/>
                <a:ea typeface="Microsoft YaHei" panose="020B0503020204020204" pitchFamily="34" charset="-122"/>
              </a:rPr>
              <a:t>str_echo</a:t>
            </a:r>
            <a:r>
              <a:rPr lang="zh-CN" altLang="en-US" sz="1800" b="0" dirty="0">
                <a:latin typeface="Microsoft YaHei" panose="020B0503020204020204" pitchFamily="34" charset="-122"/>
                <a:ea typeface="Microsoft YaHei" panose="020B0503020204020204" pitchFamily="34" charset="-122"/>
              </a:rPr>
              <a:t>，</a:t>
            </a:r>
            <a:r>
              <a:rPr lang="en-US" altLang="zh-CN" sz="1800" b="0" dirty="0">
                <a:latin typeface="Microsoft YaHei" panose="020B0503020204020204" pitchFamily="34" charset="-122"/>
                <a:ea typeface="Microsoft YaHei" panose="020B0503020204020204" pitchFamily="34" charset="-122"/>
              </a:rPr>
              <a:t>Close</a:t>
            </a:r>
          </a:p>
        </p:txBody>
      </p:sp>
      <p:sp>
        <p:nvSpPr>
          <p:cNvPr id="10" name="TextBox 9">
            <a:extLst>
              <a:ext uri="{FF2B5EF4-FFF2-40B4-BE49-F238E27FC236}">
                <a16:creationId xmlns:a16="http://schemas.microsoft.com/office/drawing/2014/main" id="{BB405B7C-6F2F-41B8-049D-C7D13E50BE7B}"/>
              </a:ext>
            </a:extLst>
          </p:cNvPr>
          <p:cNvSpPr txBox="1">
            <a:spLocks noChangeArrowheads="1"/>
          </p:cNvSpPr>
          <p:nvPr/>
        </p:nvSpPr>
        <p:spPr bwMode="auto">
          <a:xfrm>
            <a:off x="611560" y="1453178"/>
            <a:ext cx="7776864" cy="756047"/>
          </a:xfrm>
          <a:prstGeom prst="rect">
            <a:avLst/>
          </a:prstGeom>
          <a:ln/>
        </p:spPr>
        <p:style>
          <a:lnRef idx="1">
            <a:schemeClr val="accent3"/>
          </a:lnRef>
          <a:fillRef idx="2">
            <a:schemeClr val="accent3"/>
          </a:fillRef>
          <a:effectRef idx="1">
            <a:schemeClr val="accent3"/>
          </a:effectRef>
          <a:fontRef idx="minor">
            <a:schemeClr val="dk1"/>
          </a:fontRef>
        </p:style>
        <p:txBody>
          <a:bodyPr/>
          <a:lstStyle>
            <a:defPPr>
              <a:defRPr lang="zh-CN"/>
            </a:defPPr>
            <a:lvl1pPr marL="0" indent="0" eaLnBrk="1" hangingPunct="1">
              <a:lnSpc>
                <a:spcPct val="130000"/>
              </a:lnSpc>
              <a:spcBef>
                <a:spcPct val="20000"/>
              </a:spcBef>
              <a:buClr>
                <a:schemeClr val="accent1"/>
              </a:buClr>
              <a:buSzPct val="65000"/>
              <a:buFont typeface="Wingdings" pitchFamily="2" charset="2"/>
              <a:buNone/>
              <a:defRPr sz="2000" b="1" kern="0">
                <a:solidFill>
                  <a:schemeClr val="tx1"/>
                </a:solidFill>
              </a:defRPr>
            </a:lvl1pPr>
            <a:lvl2pPr marL="669925" indent="-325438" eaLnBrk="0" hangingPunct="0">
              <a:spcBef>
                <a:spcPct val="20000"/>
              </a:spcBef>
              <a:buClr>
                <a:schemeClr val="accent2"/>
              </a:buClr>
              <a:buSzPct val="60000"/>
              <a:buFont typeface="Wingdings" pitchFamily="2" charset="2"/>
              <a:buChar char="q"/>
              <a:defRPr sz="2600" b="1">
                <a:solidFill>
                  <a:schemeClr val="tx1"/>
                </a:solidFill>
              </a:defRPr>
            </a:lvl2pPr>
            <a:lvl3pPr marL="1022350" indent="-350838" eaLnBrk="0" hangingPunct="0">
              <a:spcBef>
                <a:spcPct val="20000"/>
              </a:spcBef>
              <a:buClr>
                <a:schemeClr val="accent1"/>
              </a:buClr>
              <a:buSzPct val="65000"/>
              <a:buFont typeface="Wingdings" pitchFamily="2" charset="2"/>
              <a:buChar char="n"/>
              <a:defRPr sz="2200" b="1">
                <a:solidFill>
                  <a:schemeClr val="tx1"/>
                </a:solidFill>
              </a:defRPr>
            </a:lvl3pPr>
            <a:lvl4pPr marL="1339850" indent="-315913" eaLnBrk="0" hangingPunct="0">
              <a:spcBef>
                <a:spcPct val="20000"/>
              </a:spcBef>
              <a:buClr>
                <a:schemeClr val="accent2"/>
              </a:buClr>
              <a:buSzPct val="70000"/>
              <a:buFont typeface="Wingdings" pitchFamily="2" charset="2"/>
              <a:buChar char="q"/>
              <a:defRPr sz="2000" b="1">
                <a:solidFill>
                  <a:schemeClr val="tx1"/>
                </a:solidFill>
              </a:defRPr>
            </a:lvl4pPr>
            <a:lvl5pPr marL="1681163" indent="-339725" eaLnBrk="0" hangingPunct="0">
              <a:spcBef>
                <a:spcPct val="20000"/>
              </a:spcBef>
              <a:buClr>
                <a:schemeClr val="accent1"/>
              </a:buClr>
              <a:buSzPct val="75000"/>
              <a:buFont typeface="Wingdings" pitchFamily="2" charset="2"/>
              <a:buChar char="§"/>
              <a:defRPr sz="2000" b="1">
                <a:solidFill>
                  <a:schemeClr val="tx1"/>
                </a:solidFill>
              </a:defRPr>
            </a:lvl5pPr>
            <a:lvl6pPr marL="2138363" indent="-339725" fontAlgn="base">
              <a:spcBef>
                <a:spcPct val="20000"/>
              </a:spcBef>
              <a:spcAft>
                <a:spcPct val="0"/>
              </a:spcAft>
              <a:buClr>
                <a:schemeClr val="accent1"/>
              </a:buClr>
              <a:buSzPct val="75000"/>
              <a:buFont typeface="Wingdings" pitchFamily="2" charset="2"/>
              <a:buChar char="§"/>
              <a:defRPr sz="2000" b="1">
                <a:solidFill>
                  <a:schemeClr val="tx1"/>
                </a:solidFill>
              </a:defRPr>
            </a:lvl6pPr>
            <a:lvl7pPr marL="2595563" indent="-339725" fontAlgn="base">
              <a:spcBef>
                <a:spcPct val="20000"/>
              </a:spcBef>
              <a:spcAft>
                <a:spcPct val="0"/>
              </a:spcAft>
              <a:buClr>
                <a:schemeClr val="accent1"/>
              </a:buClr>
              <a:buSzPct val="75000"/>
              <a:buFont typeface="Wingdings" pitchFamily="2" charset="2"/>
              <a:buChar char="§"/>
              <a:defRPr sz="2000" b="1">
                <a:solidFill>
                  <a:schemeClr val="tx1"/>
                </a:solidFill>
              </a:defRPr>
            </a:lvl7pPr>
            <a:lvl8pPr marL="3052763" indent="-339725" fontAlgn="base">
              <a:spcBef>
                <a:spcPct val="20000"/>
              </a:spcBef>
              <a:spcAft>
                <a:spcPct val="0"/>
              </a:spcAft>
              <a:buClr>
                <a:schemeClr val="accent1"/>
              </a:buClr>
              <a:buSzPct val="75000"/>
              <a:buFont typeface="Wingdings" pitchFamily="2" charset="2"/>
              <a:buChar char="§"/>
              <a:defRPr sz="2000" b="1">
                <a:solidFill>
                  <a:schemeClr val="tx1"/>
                </a:solidFill>
              </a:defRPr>
            </a:lvl8pPr>
            <a:lvl9pPr marL="3509963" indent="-339725" fontAlgn="base">
              <a:spcBef>
                <a:spcPct val="20000"/>
              </a:spcBef>
              <a:spcAft>
                <a:spcPct val="0"/>
              </a:spcAft>
              <a:buClr>
                <a:schemeClr val="accent1"/>
              </a:buClr>
              <a:buSzPct val="75000"/>
              <a:buFont typeface="Wingdings" pitchFamily="2" charset="2"/>
              <a:buChar char="§"/>
              <a:defRPr sz="2000" b="1">
                <a:solidFill>
                  <a:schemeClr val="tx1"/>
                </a:solidFill>
              </a:defRPr>
            </a:lvl9pPr>
          </a:lstStyle>
          <a:p>
            <a:pPr>
              <a:defRPr/>
            </a:pPr>
            <a:r>
              <a:rPr lang="en-US" altLang="zh-CN" sz="1800" dirty="0" err="1">
                <a:latin typeface="Microsoft YaHei" panose="020B0503020204020204" pitchFamily="34" charset="-122"/>
                <a:ea typeface="Microsoft YaHei" panose="020B0503020204020204" pitchFamily="34" charset="-122"/>
              </a:rPr>
              <a:t>str_echo</a:t>
            </a:r>
            <a:r>
              <a:rPr lang="zh-CN" altLang="en-US" sz="1800" dirty="0">
                <a:latin typeface="Microsoft YaHei" panose="020B0503020204020204" pitchFamily="34" charset="-122"/>
                <a:ea typeface="Microsoft YaHei" panose="020B0503020204020204" pitchFamily="34" charset="-122"/>
              </a:rPr>
              <a:t>函数：</a:t>
            </a:r>
            <a:endParaRPr lang="en-US" altLang="zh-CN" sz="1800" dirty="0">
              <a:latin typeface="Microsoft YaHei" panose="020B0503020204020204" pitchFamily="34" charset="-122"/>
              <a:ea typeface="Microsoft YaHei" panose="020B0503020204020204" pitchFamily="34" charset="-122"/>
            </a:endParaRPr>
          </a:p>
          <a:p>
            <a:pPr>
              <a:defRPr/>
            </a:pPr>
            <a:r>
              <a:rPr lang="en-US" altLang="zh-CN" sz="1800" b="0" dirty="0" err="1">
                <a:latin typeface="Microsoft YaHei" panose="020B0503020204020204" pitchFamily="34" charset="-122"/>
                <a:ea typeface="Microsoft YaHei" panose="020B0503020204020204" pitchFamily="34" charset="-122"/>
              </a:rPr>
              <a:t>Readline</a:t>
            </a:r>
            <a:r>
              <a:rPr lang="zh-CN" altLang="en-US" sz="1800" b="0" dirty="0">
                <a:latin typeface="Microsoft YaHei" panose="020B0503020204020204" pitchFamily="34" charset="-122"/>
                <a:ea typeface="Microsoft YaHei" panose="020B0503020204020204" pitchFamily="34" charset="-122"/>
              </a:rPr>
              <a:t>，</a:t>
            </a:r>
            <a:r>
              <a:rPr lang="en-US" altLang="zh-CN" sz="1800" b="0" dirty="0" err="1">
                <a:latin typeface="Microsoft YaHei" panose="020B0503020204020204" pitchFamily="34" charset="-122"/>
                <a:ea typeface="Microsoft YaHei" panose="020B0503020204020204" pitchFamily="34" charset="-122"/>
              </a:rPr>
              <a:t>Writen</a:t>
            </a:r>
            <a:endParaRPr lang="zh-CN" altLang="en-US" sz="1800" b="0" dirty="0">
              <a:latin typeface="Microsoft YaHei" panose="020B0503020204020204" pitchFamily="34" charset="-122"/>
              <a:ea typeface="Microsoft YaHei" panose="020B0503020204020204" pitchFamily="34" charset="-122"/>
            </a:endParaRPr>
          </a:p>
        </p:txBody>
      </p:sp>
      <p:sp>
        <p:nvSpPr>
          <p:cNvPr id="11" name="TextBox 10">
            <a:extLst>
              <a:ext uri="{FF2B5EF4-FFF2-40B4-BE49-F238E27FC236}">
                <a16:creationId xmlns:a16="http://schemas.microsoft.com/office/drawing/2014/main" id="{924CC258-5721-E621-6A9F-C3AE784460C6}"/>
              </a:ext>
            </a:extLst>
          </p:cNvPr>
          <p:cNvSpPr txBox="1">
            <a:spLocks noChangeArrowheads="1"/>
          </p:cNvSpPr>
          <p:nvPr/>
        </p:nvSpPr>
        <p:spPr bwMode="auto">
          <a:xfrm>
            <a:off x="600088" y="2427734"/>
            <a:ext cx="7776864" cy="756047"/>
          </a:xfrm>
          <a:prstGeom prst="rect">
            <a:avLst/>
          </a:prstGeom>
          <a:ln/>
        </p:spPr>
        <p:style>
          <a:lnRef idx="1">
            <a:schemeClr val="accent3"/>
          </a:lnRef>
          <a:fillRef idx="2">
            <a:schemeClr val="accent3"/>
          </a:fillRef>
          <a:effectRef idx="1">
            <a:schemeClr val="accent3"/>
          </a:effectRef>
          <a:fontRef idx="minor">
            <a:schemeClr val="dk1"/>
          </a:fontRef>
        </p:style>
        <p:txBody>
          <a:bodyPr/>
          <a:lstStyle>
            <a:lvl1pPr>
              <a:spcBef>
                <a:spcPct val="20000"/>
              </a:spcBef>
              <a:buClr>
                <a:schemeClr val="accent1"/>
              </a:buClr>
              <a:buSzPct val="65000"/>
              <a:buFont typeface="Wingdings" pitchFamily="2" charset="2"/>
              <a:buChar char="n"/>
              <a:defRPr sz="3000" b="1">
                <a:solidFill>
                  <a:schemeClr val="tx1"/>
                </a:solidFill>
                <a:latin typeface="Arial" panose="020B0604020202020204" pitchFamily="34" charset="0"/>
                <a:ea typeface="宋体" panose="02010600030101010101" pitchFamily="2" charset="-122"/>
              </a:defRPr>
            </a:lvl1pPr>
            <a:lvl2pPr marL="669925" indent="-325438">
              <a:spcBef>
                <a:spcPct val="20000"/>
              </a:spcBef>
              <a:buClr>
                <a:schemeClr val="accent2"/>
              </a:buClr>
              <a:buSzPct val="60000"/>
              <a:buFont typeface="Wingdings" pitchFamily="2" charset="2"/>
              <a:buChar char="q"/>
              <a:defRPr sz="2600" b="1">
                <a:solidFill>
                  <a:schemeClr val="tx1"/>
                </a:solidFill>
                <a:latin typeface="Arial" panose="020B0604020202020204" pitchFamily="34" charset="0"/>
                <a:ea typeface="宋体" panose="02010600030101010101" pitchFamily="2" charset="-122"/>
              </a:defRPr>
            </a:lvl2pPr>
            <a:lvl3pPr marL="1022350" indent="-350838">
              <a:spcBef>
                <a:spcPct val="20000"/>
              </a:spcBef>
              <a:buClr>
                <a:schemeClr val="accent1"/>
              </a:buClr>
              <a:buSzPct val="65000"/>
              <a:buFont typeface="Wingdings" pitchFamily="2" charset="2"/>
              <a:buChar char="n"/>
              <a:defRPr sz="2200" b="1">
                <a:solidFill>
                  <a:schemeClr val="tx1"/>
                </a:solidFill>
                <a:latin typeface="Arial" panose="020B0604020202020204" pitchFamily="34" charset="0"/>
                <a:ea typeface="宋体" panose="02010600030101010101" pitchFamily="2" charset="-122"/>
              </a:defRPr>
            </a:lvl3pPr>
            <a:lvl4pPr marL="1339850" indent="-315913">
              <a:spcBef>
                <a:spcPct val="20000"/>
              </a:spcBef>
              <a:buClr>
                <a:schemeClr val="accent2"/>
              </a:buClr>
              <a:buSzPct val="70000"/>
              <a:buFont typeface="Wingdings" pitchFamily="2" charset="2"/>
              <a:buChar char="q"/>
              <a:defRPr sz="2000" b="1">
                <a:solidFill>
                  <a:schemeClr val="tx1"/>
                </a:solidFill>
                <a:latin typeface="Arial" panose="020B0604020202020204" pitchFamily="34" charset="0"/>
                <a:ea typeface="宋体" panose="02010600030101010101" pitchFamily="2" charset="-122"/>
              </a:defRPr>
            </a:lvl4pPr>
            <a:lvl5pPr marL="1681163" indent="-339725">
              <a:spcBef>
                <a:spcPct val="20000"/>
              </a:spcBef>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30000"/>
              </a:lnSpc>
              <a:buFont typeface="Wingdings" pitchFamily="2" charset="2"/>
              <a:buNone/>
              <a:defRPr/>
            </a:pPr>
            <a:r>
              <a:rPr lang="zh-CN" altLang="en-US" sz="1800" dirty="0">
                <a:latin typeface="Microsoft YaHei" panose="020B0503020204020204" pitchFamily="34" charset="-122"/>
                <a:ea typeface="Microsoft YaHei" panose="020B0503020204020204" pitchFamily="34" charset="-122"/>
              </a:rPr>
              <a:t>客户程序：</a:t>
            </a:r>
            <a:endParaRPr lang="en-US" altLang="zh-CN" sz="1800" dirty="0">
              <a:latin typeface="Microsoft YaHei" panose="020B0503020204020204" pitchFamily="34" charset="-122"/>
              <a:ea typeface="Microsoft YaHei" panose="020B0503020204020204" pitchFamily="34" charset="-122"/>
            </a:endParaRPr>
          </a:p>
          <a:p>
            <a:pPr eaLnBrk="1" hangingPunct="1">
              <a:lnSpc>
                <a:spcPct val="130000"/>
              </a:lnSpc>
              <a:buFont typeface="Wingdings" pitchFamily="2" charset="2"/>
              <a:buNone/>
              <a:defRPr/>
            </a:pPr>
            <a:r>
              <a:rPr lang="en-US" altLang="zh-CN" sz="1800" b="0" dirty="0">
                <a:latin typeface="Microsoft YaHei" panose="020B0503020204020204" pitchFamily="34" charset="-122"/>
                <a:ea typeface="Microsoft YaHei" panose="020B0503020204020204" pitchFamily="34" charset="-122"/>
              </a:rPr>
              <a:t>Socket</a:t>
            </a:r>
            <a:r>
              <a:rPr lang="zh-CN" altLang="en-US" sz="1800" b="0" dirty="0">
                <a:latin typeface="Microsoft YaHei" panose="020B0503020204020204" pitchFamily="34" charset="-122"/>
                <a:ea typeface="Microsoft YaHei" panose="020B0503020204020204" pitchFamily="34" charset="-122"/>
              </a:rPr>
              <a:t>，</a:t>
            </a:r>
            <a:r>
              <a:rPr lang="en-US" altLang="zh-CN" sz="1800" b="0" dirty="0" err="1">
                <a:latin typeface="Microsoft YaHei" panose="020B0503020204020204" pitchFamily="34" charset="-122"/>
                <a:ea typeface="Microsoft YaHei" panose="020B0503020204020204" pitchFamily="34" charset="-122"/>
              </a:rPr>
              <a:t>Inet_pton</a:t>
            </a:r>
            <a:r>
              <a:rPr lang="zh-CN" altLang="en-US" sz="1800" b="0" dirty="0">
                <a:latin typeface="Microsoft YaHei" panose="020B0503020204020204" pitchFamily="34" charset="-122"/>
                <a:ea typeface="Microsoft YaHei" panose="020B0503020204020204" pitchFamily="34" charset="-122"/>
              </a:rPr>
              <a:t>，</a:t>
            </a:r>
            <a:r>
              <a:rPr lang="en-US" altLang="zh-CN" sz="1800" b="0" dirty="0">
                <a:latin typeface="Microsoft YaHei" panose="020B0503020204020204" pitchFamily="34" charset="-122"/>
                <a:ea typeface="Microsoft YaHei" panose="020B0503020204020204" pitchFamily="34" charset="-122"/>
              </a:rPr>
              <a:t>Connect</a:t>
            </a:r>
            <a:r>
              <a:rPr lang="zh-CN" altLang="en-US" sz="1800" b="0" dirty="0">
                <a:latin typeface="Microsoft YaHei" panose="020B0503020204020204" pitchFamily="34" charset="-122"/>
                <a:ea typeface="Microsoft YaHei" panose="020B0503020204020204" pitchFamily="34" charset="-122"/>
              </a:rPr>
              <a:t>，</a:t>
            </a:r>
            <a:r>
              <a:rPr lang="en-US" altLang="zh-CN" sz="1800" b="0" dirty="0" err="1">
                <a:solidFill>
                  <a:srgbClr val="FF0000"/>
                </a:solidFill>
                <a:latin typeface="Microsoft YaHei" panose="020B0503020204020204" pitchFamily="34" charset="-122"/>
                <a:ea typeface="Microsoft YaHei" panose="020B0503020204020204" pitchFamily="34" charset="-122"/>
              </a:rPr>
              <a:t>str_cli</a:t>
            </a:r>
            <a:endParaRPr lang="zh-CN" altLang="en-US" sz="1800" b="0" dirty="0">
              <a:solidFill>
                <a:srgbClr val="FF0000"/>
              </a:solidFill>
              <a:latin typeface="Microsoft YaHei" panose="020B0503020204020204" pitchFamily="34" charset="-122"/>
              <a:ea typeface="Microsoft YaHei" panose="020B0503020204020204" pitchFamily="34" charset="-122"/>
            </a:endParaRPr>
          </a:p>
        </p:txBody>
      </p:sp>
      <p:sp>
        <p:nvSpPr>
          <p:cNvPr id="12" name="TextBox 11">
            <a:extLst>
              <a:ext uri="{FF2B5EF4-FFF2-40B4-BE49-F238E27FC236}">
                <a16:creationId xmlns:a16="http://schemas.microsoft.com/office/drawing/2014/main" id="{7D6E35A0-7E84-3ABF-20BB-DE9615F7D173}"/>
              </a:ext>
            </a:extLst>
          </p:cNvPr>
          <p:cNvSpPr txBox="1">
            <a:spLocks noChangeArrowheads="1"/>
          </p:cNvSpPr>
          <p:nvPr/>
        </p:nvSpPr>
        <p:spPr bwMode="auto">
          <a:xfrm>
            <a:off x="600088" y="3196473"/>
            <a:ext cx="7776864" cy="756047"/>
          </a:xfrm>
          <a:prstGeom prst="rect">
            <a:avLst/>
          </a:prstGeom>
          <a:ln/>
        </p:spPr>
        <p:style>
          <a:lnRef idx="1">
            <a:schemeClr val="accent3"/>
          </a:lnRef>
          <a:fillRef idx="2">
            <a:schemeClr val="accent3"/>
          </a:fillRef>
          <a:effectRef idx="1">
            <a:schemeClr val="accent3"/>
          </a:effectRef>
          <a:fontRef idx="minor">
            <a:schemeClr val="dk1"/>
          </a:fontRef>
        </p:style>
        <p:txBody>
          <a:bodyPr/>
          <a:lstStyle>
            <a:defPPr>
              <a:defRPr lang="zh-CN"/>
            </a:defPPr>
            <a:lvl1pPr marL="0" indent="0" eaLnBrk="1" hangingPunct="1">
              <a:lnSpc>
                <a:spcPct val="130000"/>
              </a:lnSpc>
              <a:spcBef>
                <a:spcPct val="20000"/>
              </a:spcBef>
              <a:buClr>
                <a:schemeClr val="accent1"/>
              </a:buClr>
              <a:buSzPct val="65000"/>
              <a:buFont typeface="Wingdings" pitchFamily="2" charset="2"/>
              <a:buNone/>
              <a:defRPr sz="2000" b="1" kern="0">
                <a:solidFill>
                  <a:schemeClr val="tx1"/>
                </a:solidFill>
              </a:defRPr>
            </a:lvl1pPr>
            <a:lvl2pPr marL="669925" indent="-325438" eaLnBrk="0" hangingPunct="0">
              <a:spcBef>
                <a:spcPct val="20000"/>
              </a:spcBef>
              <a:buClr>
                <a:schemeClr val="accent2"/>
              </a:buClr>
              <a:buSzPct val="60000"/>
              <a:buFont typeface="Wingdings" pitchFamily="2" charset="2"/>
              <a:buChar char="q"/>
              <a:defRPr sz="2600" b="1">
                <a:solidFill>
                  <a:schemeClr val="tx1"/>
                </a:solidFill>
              </a:defRPr>
            </a:lvl2pPr>
            <a:lvl3pPr marL="1022350" indent="-350838" eaLnBrk="0" hangingPunct="0">
              <a:spcBef>
                <a:spcPct val="20000"/>
              </a:spcBef>
              <a:buClr>
                <a:schemeClr val="accent1"/>
              </a:buClr>
              <a:buSzPct val="65000"/>
              <a:buFont typeface="Wingdings" pitchFamily="2" charset="2"/>
              <a:buChar char="n"/>
              <a:defRPr sz="2200" b="1">
                <a:solidFill>
                  <a:schemeClr val="tx1"/>
                </a:solidFill>
              </a:defRPr>
            </a:lvl3pPr>
            <a:lvl4pPr marL="1339850" indent="-315913" eaLnBrk="0" hangingPunct="0">
              <a:spcBef>
                <a:spcPct val="20000"/>
              </a:spcBef>
              <a:buClr>
                <a:schemeClr val="accent2"/>
              </a:buClr>
              <a:buSzPct val="70000"/>
              <a:buFont typeface="Wingdings" pitchFamily="2" charset="2"/>
              <a:buChar char="q"/>
              <a:defRPr sz="2000" b="1">
                <a:solidFill>
                  <a:schemeClr val="tx1"/>
                </a:solidFill>
              </a:defRPr>
            </a:lvl4pPr>
            <a:lvl5pPr marL="1681163" indent="-339725" eaLnBrk="0" hangingPunct="0">
              <a:spcBef>
                <a:spcPct val="20000"/>
              </a:spcBef>
              <a:buClr>
                <a:schemeClr val="accent1"/>
              </a:buClr>
              <a:buSzPct val="75000"/>
              <a:buFont typeface="Wingdings" pitchFamily="2" charset="2"/>
              <a:buChar char="§"/>
              <a:defRPr sz="2000" b="1">
                <a:solidFill>
                  <a:schemeClr val="tx1"/>
                </a:solidFill>
              </a:defRPr>
            </a:lvl5pPr>
            <a:lvl6pPr marL="2138363" indent="-339725" fontAlgn="base">
              <a:spcBef>
                <a:spcPct val="20000"/>
              </a:spcBef>
              <a:spcAft>
                <a:spcPct val="0"/>
              </a:spcAft>
              <a:buClr>
                <a:schemeClr val="accent1"/>
              </a:buClr>
              <a:buSzPct val="75000"/>
              <a:buFont typeface="Wingdings" pitchFamily="2" charset="2"/>
              <a:buChar char="§"/>
              <a:defRPr sz="2000" b="1">
                <a:solidFill>
                  <a:schemeClr val="tx1"/>
                </a:solidFill>
              </a:defRPr>
            </a:lvl6pPr>
            <a:lvl7pPr marL="2595563" indent="-339725" fontAlgn="base">
              <a:spcBef>
                <a:spcPct val="20000"/>
              </a:spcBef>
              <a:spcAft>
                <a:spcPct val="0"/>
              </a:spcAft>
              <a:buClr>
                <a:schemeClr val="accent1"/>
              </a:buClr>
              <a:buSzPct val="75000"/>
              <a:buFont typeface="Wingdings" pitchFamily="2" charset="2"/>
              <a:buChar char="§"/>
              <a:defRPr sz="2000" b="1">
                <a:solidFill>
                  <a:schemeClr val="tx1"/>
                </a:solidFill>
              </a:defRPr>
            </a:lvl7pPr>
            <a:lvl8pPr marL="3052763" indent="-339725" fontAlgn="base">
              <a:spcBef>
                <a:spcPct val="20000"/>
              </a:spcBef>
              <a:spcAft>
                <a:spcPct val="0"/>
              </a:spcAft>
              <a:buClr>
                <a:schemeClr val="accent1"/>
              </a:buClr>
              <a:buSzPct val="75000"/>
              <a:buFont typeface="Wingdings" pitchFamily="2" charset="2"/>
              <a:buChar char="§"/>
              <a:defRPr sz="2000" b="1">
                <a:solidFill>
                  <a:schemeClr val="tx1"/>
                </a:solidFill>
              </a:defRPr>
            </a:lvl8pPr>
            <a:lvl9pPr marL="3509963" indent="-339725" fontAlgn="base">
              <a:spcBef>
                <a:spcPct val="20000"/>
              </a:spcBef>
              <a:spcAft>
                <a:spcPct val="0"/>
              </a:spcAft>
              <a:buClr>
                <a:schemeClr val="accent1"/>
              </a:buClr>
              <a:buSzPct val="75000"/>
              <a:buFont typeface="Wingdings" pitchFamily="2" charset="2"/>
              <a:buChar char="§"/>
              <a:defRPr sz="2000" b="1">
                <a:solidFill>
                  <a:schemeClr val="tx1"/>
                </a:solidFill>
              </a:defRPr>
            </a:lvl9pPr>
          </a:lstStyle>
          <a:p>
            <a:pPr>
              <a:defRPr/>
            </a:pPr>
            <a:r>
              <a:rPr lang="en-US" altLang="zh-CN" sz="1800" dirty="0" err="1">
                <a:latin typeface="Microsoft YaHei" panose="020B0503020204020204" pitchFamily="34" charset="-122"/>
                <a:ea typeface="Microsoft YaHei" panose="020B0503020204020204" pitchFamily="34" charset="-122"/>
              </a:rPr>
              <a:t>str_cli</a:t>
            </a:r>
            <a:r>
              <a:rPr lang="zh-CN" altLang="en-US" sz="1800" dirty="0">
                <a:latin typeface="Microsoft YaHei" panose="020B0503020204020204" pitchFamily="34" charset="-122"/>
                <a:ea typeface="Microsoft YaHei" panose="020B0503020204020204" pitchFamily="34" charset="-122"/>
              </a:rPr>
              <a:t>函数：</a:t>
            </a:r>
            <a:endParaRPr lang="en-US" altLang="zh-CN" sz="1800" dirty="0">
              <a:latin typeface="Microsoft YaHei" panose="020B0503020204020204" pitchFamily="34" charset="-122"/>
              <a:ea typeface="Microsoft YaHei" panose="020B0503020204020204" pitchFamily="34" charset="-122"/>
            </a:endParaRPr>
          </a:p>
          <a:p>
            <a:pPr>
              <a:defRPr/>
            </a:pPr>
            <a:r>
              <a:rPr lang="en-US" altLang="zh-CN" sz="1800" b="0" dirty="0" err="1">
                <a:latin typeface="Microsoft YaHei" panose="020B0503020204020204" pitchFamily="34" charset="-122"/>
                <a:ea typeface="Microsoft YaHei" panose="020B0503020204020204" pitchFamily="34" charset="-122"/>
              </a:rPr>
              <a:t>Fgets</a:t>
            </a:r>
            <a:r>
              <a:rPr lang="zh-CN" altLang="en-US" sz="1800" b="0" dirty="0">
                <a:latin typeface="Microsoft YaHei" panose="020B0503020204020204" pitchFamily="34" charset="-122"/>
                <a:ea typeface="Microsoft YaHei" panose="020B0503020204020204" pitchFamily="34" charset="-122"/>
              </a:rPr>
              <a:t>，</a:t>
            </a:r>
            <a:r>
              <a:rPr lang="en-US" altLang="zh-CN" sz="1800" b="0" dirty="0" err="1">
                <a:latin typeface="Microsoft YaHei" panose="020B0503020204020204" pitchFamily="34" charset="-122"/>
                <a:ea typeface="Microsoft YaHei" panose="020B0503020204020204" pitchFamily="34" charset="-122"/>
              </a:rPr>
              <a:t>Writen</a:t>
            </a:r>
            <a:r>
              <a:rPr lang="zh-CN" altLang="en-US" sz="1800" b="0" dirty="0">
                <a:latin typeface="Microsoft YaHei" panose="020B0503020204020204" pitchFamily="34" charset="-122"/>
                <a:ea typeface="Microsoft YaHei" panose="020B0503020204020204" pitchFamily="34" charset="-122"/>
              </a:rPr>
              <a:t>，</a:t>
            </a:r>
            <a:r>
              <a:rPr lang="en-US" altLang="zh-CN" sz="1800" b="0" dirty="0" err="1">
                <a:latin typeface="Microsoft YaHei" panose="020B0503020204020204" pitchFamily="34" charset="-122"/>
                <a:ea typeface="Microsoft YaHei" panose="020B0503020204020204" pitchFamily="34" charset="-122"/>
              </a:rPr>
              <a:t>Readline</a:t>
            </a:r>
            <a:r>
              <a:rPr lang="zh-CN" altLang="en-US" sz="1800" b="0" dirty="0">
                <a:latin typeface="Microsoft YaHei" panose="020B0503020204020204" pitchFamily="34" charset="-122"/>
                <a:ea typeface="Microsoft YaHei" panose="020B0503020204020204" pitchFamily="34" charset="-122"/>
              </a:rPr>
              <a:t>，</a:t>
            </a:r>
            <a:r>
              <a:rPr lang="en-US" altLang="zh-CN" sz="1800" b="0" dirty="0" err="1">
                <a:latin typeface="Microsoft YaHei" panose="020B0503020204020204" pitchFamily="34" charset="-122"/>
                <a:ea typeface="Microsoft YaHei" panose="020B0503020204020204" pitchFamily="34" charset="-122"/>
              </a:rPr>
              <a:t>Fputs</a:t>
            </a:r>
            <a:endParaRPr lang="zh-CN" altLang="en-US" sz="1800" b="0" dirty="0">
              <a:latin typeface="Microsoft YaHei" panose="020B0503020204020204" pitchFamily="34" charset="-122"/>
              <a:ea typeface="Microsoft YaHei" panose="020B0503020204020204" pitchFamily="34" charset="-122"/>
            </a:endParaRPr>
          </a:p>
        </p:txBody>
      </p:sp>
      <p:sp>
        <p:nvSpPr>
          <p:cNvPr id="2" name="TextBox 2">
            <a:extLst>
              <a:ext uri="{FF2B5EF4-FFF2-40B4-BE49-F238E27FC236}">
                <a16:creationId xmlns:a16="http://schemas.microsoft.com/office/drawing/2014/main" id="{E4AC25EB-32C8-8D38-AD53-3DECFDDF1853}"/>
              </a:ext>
            </a:extLst>
          </p:cNvPr>
          <p:cNvSpPr txBox="1">
            <a:spLocks noChangeArrowheads="1"/>
          </p:cNvSpPr>
          <p:nvPr/>
        </p:nvSpPr>
        <p:spPr bwMode="auto">
          <a:xfrm>
            <a:off x="611560" y="4207553"/>
            <a:ext cx="7776864" cy="848181"/>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lvl1pPr>
              <a:spcBef>
                <a:spcPct val="20000"/>
              </a:spcBef>
              <a:buClr>
                <a:schemeClr val="accent1"/>
              </a:buClr>
              <a:buSzPct val="65000"/>
              <a:buFont typeface="Wingdings"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itchFamily="2" charset="2"/>
              <a:buChar char="q"/>
              <a:defRPr sz="26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ClrTx/>
              <a:buSzTx/>
              <a:buFontTx/>
              <a:buNone/>
              <a:defRPr/>
            </a:pPr>
            <a:r>
              <a:rPr lang="zh-CN" altLang="en-US" sz="2000" dirty="0">
                <a:solidFill>
                  <a:srgbClr val="000000"/>
                </a:solidFill>
                <a:latin typeface="Microsoft YaHei" panose="020B0503020204020204" pitchFamily="34" charset="-122"/>
                <a:ea typeface="Microsoft YaHei" panose="020B0503020204020204" pitchFamily="34" charset="-122"/>
              </a:rPr>
              <a:t>服务器启动后，调用</a:t>
            </a:r>
            <a:r>
              <a:rPr lang="en-US" altLang="zh-CN" sz="2000" dirty="0">
                <a:solidFill>
                  <a:srgbClr val="000000"/>
                </a:solidFill>
                <a:latin typeface="Microsoft YaHei" panose="020B0503020204020204" pitchFamily="34" charset="-122"/>
                <a:ea typeface="Microsoft YaHei" panose="020B0503020204020204" pitchFamily="34" charset="-122"/>
              </a:rPr>
              <a:t>socket</a:t>
            </a:r>
            <a:r>
              <a:rPr lang="zh-CN" altLang="en-US" sz="2000" dirty="0">
                <a:solidFill>
                  <a:srgbClr val="000000"/>
                </a:solidFill>
                <a:latin typeface="Microsoft YaHei" panose="020B0503020204020204" pitchFamily="34" charset="-122"/>
                <a:ea typeface="Microsoft YaHei" panose="020B0503020204020204" pitchFamily="34" charset="-122"/>
              </a:rPr>
              <a:t>、</a:t>
            </a:r>
            <a:r>
              <a:rPr lang="en-US" altLang="zh-CN" sz="2000" dirty="0">
                <a:solidFill>
                  <a:srgbClr val="000000"/>
                </a:solidFill>
                <a:latin typeface="Microsoft YaHei" panose="020B0503020204020204" pitchFamily="34" charset="-122"/>
                <a:ea typeface="Microsoft YaHei" panose="020B0503020204020204" pitchFamily="34" charset="-122"/>
              </a:rPr>
              <a:t>bind</a:t>
            </a:r>
            <a:r>
              <a:rPr lang="zh-CN" altLang="en-US" sz="2000" dirty="0">
                <a:solidFill>
                  <a:srgbClr val="000000"/>
                </a:solidFill>
                <a:latin typeface="Microsoft YaHei" panose="020B0503020204020204" pitchFamily="34" charset="-122"/>
                <a:ea typeface="Microsoft YaHei" panose="020B0503020204020204" pitchFamily="34" charset="-122"/>
              </a:rPr>
              <a:t>、 </a:t>
            </a:r>
            <a:r>
              <a:rPr lang="en-US" altLang="zh-CN" sz="2000" dirty="0">
                <a:solidFill>
                  <a:srgbClr val="000000"/>
                </a:solidFill>
                <a:latin typeface="Microsoft YaHei" panose="020B0503020204020204" pitchFamily="34" charset="-122"/>
                <a:ea typeface="Microsoft YaHei" panose="020B0503020204020204" pitchFamily="34" charset="-122"/>
              </a:rPr>
              <a:t>listen</a:t>
            </a:r>
            <a:r>
              <a:rPr lang="zh-CN" altLang="en-US" sz="2000" dirty="0">
                <a:solidFill>
                  <a:srgbClr val="000000"/>
                </a:solidFill>
                <a:latin typeface="Microsoft YaHei" panose="020B0503020204020204" pitchFamily="34" charset="-122"/>
                <a:ea typeface="Microsoft YaHei" panose="020B0503020204020204" pitchFamily="34" charset="-122"/>
              </a:rPr>
              <a:t>和</a:t>
            </a:r>
            <a:r>
              <a:rPr lang="en-US" altLang="zh-CN" sz="2000" dirty="0">
                <a:solidFill>
                  <a:srgbClr val="000000"/>
                </a:solidFill>
                <a:latin typeface="Microsoft YaHei" panose="020B0503020204020204" pitchFamily="34" charset="-122"/>
                <a:ea typeface="Microsoft YaHei" panose="020B0503020204020204" pitchFamily="34" charset="-122"/>
              </a:rPr>
              <a:t>accept</a:t>
            </a:r>
            <a:r>
              <a:rPr lang="zh-CN" altLang="en-US" sz="2000" dirty="0">
                <a:solidFill>
                  <a:srgbClr val="000000"/>
                </a:solidFill>
                <a:latin typeface="Microsoft YaHei" panose="020B0503020204020204" pitchFamily="34" charset="-122"/>
                <a:ea typeface="Microsoft YaHei" panose="020B0503020204020204" pitchFamily="34" charset="-122"/>
              </a:rPr>
              <a:t>，并阻塞于</a:t>
            </a:r>
            <a:r>
              <a:rPr lang="en-US" altLang="zh-CN" sz="2000" dirty="0">
                <a:solidFill>
                  <a:srgbClr val="000000"/>
                </a:solidFill>
                <a:latin typeface="Microsoft YaHei" panose="020B0503020204020204" pitchFamily="34" charset="-122"/>
                <a:ea typeface="Microsoft YaHei" panose="020B0503020204020204" pitchFamily="34" charset="-122"/>
              </a:rPr>
              <a:t>accept</a:t>
            </a:r>
            <a:r>
              <a:rPr lang="zh-CN" altLang="en-US" sz="2000" dirty="0">
                <a:solidFill>
                  <a:srgbClr val="000000"/>
                </a:solidFill>
                <a:latin typeface="Microsoft YaHei" panose="020B0503020204020204" pitchFamily="34" charset="-122"/>
                <a:ea typeface="Microsoft YaHei" panose="020B0503020204020204" pitchFamily="34" charset="-122"/>
              </a:rPr>
              <a:t>调用（还没有启动客户）。</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ppt_x"/>
                                          </p:val>
                                        </p:tav>
                                        <p:tav tm="100000">
                                          <p:val>
                                            <p:strVal val="#ppt_x"/>
                                          </p:val>
                                        </p:tav>
                                      </p:tavLst>
                                    </p:anim>
                                    <p:anim calcmode="lin" valueType="num">
                                      <p:cBhvr additive="base">
                                        <p:cTn id="2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a:extLst>
              <a:ext uri="{FF2B5EF4-FFF2-40B4-BE49-F238E27FC236}">
                <a16:creationId xmlns:a16="http://schemas.microsoft.com/office/drawing/2014/main" id="{AD13662F-A060-2FFA-07BE-0BCD8FCD29AF}"/>
              </a:ext>
            </a:extLst>
          </p:cNvPr>
          <p:cNvSpPr>
            <a:spLocks noGrp="1" noChangeArrowheads="1"/>
          </p:cNvSpPr>
          <p:nvPr>
            <p:ph type="title"/>
          </p:nvPr>
        </p:nvSpPr>
        <p:spPr/>
        <p:txBody>
          <a:bodyPr/>
          <a:lstStyle/>
          <a:p>
            <a:pPr eaLnBrk="1" hangingPunct="1"/>
            <a:r>
              <a:rPr lang="zh-CN" altLang="en-US" dirty="0"/>
              <a:t>三、正常启动与终止</a:t>
            </a:r>
          </a:p>
        </p:txBody>
      </p:sp>
      <p:sp>
        <p:nvSpPr>
          <p:cNvPr id="7" name="TextBox 2">
            <a:extLst>
              <a:ext uri="{FF2B5EF4-FFF2-40B4-BE49-F238E27FC236}">
                <a16:creationId xmlns:a16="http://schemas.microsoft.com/office/drawing/2014/main" id="{DB421C34-78EE-D319-E16B-1A3E5E471420}"/>
              </a:ext>
            </a:extLst>
          </p:cNvPr>
          <p:cNvSpPr txBox="1">
            <a:spLocks noChangeArrowheads="1"/>
          </p:cNvSpPr>
          <p:nvPr/>
        </p:nvSpPr>
        <p:spPr bwMode="auto">
          <a:xfrm>
            <a:off x="611559" y="679320"/>
            <a:ext cx="8170111" cy="1132682"/>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lvl1pPr>
              <a:spcBef>
                <a:spcPct val="20000"/>
              </a:spcBef>
              <a:buClr>
                <a:schemeClr val="accent1"/>
              </a:buClr>
              <a:buSzPct val="65000"/>
              <a:buFont typeface="Wingdings"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itchFamily="2" charset="2"/>
              <a:buChar char="q"/>
              <a:defRPr sz="26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ClrTx/>
              <a:buSzTx/>
              <a:buFontTx/>
              <a:buNone/>
              <a:defRPr/>
            </a:pPr>
            <a:r>
              <a:rPr lang="zh-CN" altLang="en-US" sz="1800" dirty="0">
                <a:solidFill>
                  <a:srgbClr val="000000"/>
                </a:solidFill>
                <a:latin typeface="Microsoft YaHei" panose="020B0503020204020204" pitchFamily="34" charset="-122"/>
                <a:ea typeface="Microsoft YaHei" panose="020B0503020204020204" pitchFamily="34" charset="-122"/>
              </a:rPr>
              <a:t>客户调用</a:t>
            </a:r>
            <a:r>
              <a:rPr lang="en-US" altLang="zh-CN" sz="1800" dirty="0">
                <a:solidFill>
                  <a:srgbClr val="000000"/>
                </a:solidFill>
                <a:latin typeface="Microsoft YaHei" panose="020B0503020204020204" pitchFamily="34" charset="-122"/>
                <a:ea typeface="Microsoft YaHei" panose="020B0503020204020204" pitchFamily="34" charset="-122"/>
              </a:rPr>
              <a:t>socket </a:t>
            </a:r>
            <a:r>
              <a:rPr lang="zh-CN" altLang="en-US" sz="1800" dirty="0">
                <a:solidFill>
                  <a:srgbClr val="000000"/>
                </a:solidFill>
                <a:latin typeface="Microsoft YaHei" panose="020B0503020204020204" pitchFamily="34" charset="-122"/>
                <a:ea typeface="Microsoft YaHei" panose="020B0503020204020204" pitchFamily="34" charset="-122"/>
              </a:rPr>
              <a:t>和</a:t>
            </a:r>
            <a:r>
              <a:rPr lang="en-US" altLang="zh-CN" sz="1800" dirty="0">
                <a:solidFill>
                  <a:srgbClr val="000000"/>
                </a:solidFill>
                <a:latin typeface="Microsoft YaHei" panose="020B0503020204020204" pitchFamily="34" charset="-122"/>
                <a:ea typeface="Microsoft YaHei" panose="020B0503020204020204" pitchFamily="34" charset="-122"/>
              </a:rPr>
              <a:t>connect</a:t>
            </a:r>
            <a:r>
              <a:rPr lang="zh-CN" altLang="en-US" sz="1800" dirty="0">
                <a:solidFill>
                  <a:srgbClr val="000000"/>
                </a:solidFill>
                <a:latin typeface="Microsoft YaHei" panose="020B0503020204020204" pitchFamily="34" charset="-122"/>
                <a:ea typeface="Microsoft YaHei" panose="020B0503020204020204" pitchFamily="34" charset="-122"/>
              </a:rPr>
              <a:t>（引起</a:t>
            </a:r>
            <a:r>
              <a:rPr lang="en-US" altLang="zh-CN" sz="1800" dirty="0">
                <a:solidFill>
                  <a:srgbClr val="000000"/>
                </a:solidFill>
                <a:latin typeface="Microsoft YaHei" panose="020B0503020204020204" pitchFamily="34" charset="-122"/>
                <a:ea typeface="Microsoft YaHei" panose="020B0503020204020204" pitchFamily="34" charset="-122"/>
              </a:rPr>
              <a:t>TCP</a:t>
            </a:r>
            <a:r>
              <a:rPr lang="zh-CN" altLang="en-US" sz="1800" dirty="0">
                <a:solidFill>
                  <a:srgbClr val="000000"/>
                </a:solidFill>
                <a:latin typeface="Microsoft YaHei" panose="020B0503020204020204" pitchFamily="34" charset="-122"/>
                <a:ea typeface="Microsoft YaHei" panose="020B0503020204020204" pitchFamily="34" charset="-122"/>
              </a:rPr>
              <a:t>的三次握手过程）：</a:t>
            </a:r>
            <a:endParaRPr lang="en-US" altLang="zh-CN" sz="1800" dirty="0">
              <a:solidFill>
                <a:srgbClr val="000000"/>
              </a:solidFill>
              <a:latin typeface="Microsoft YaHei" panose="020B0503020204020204" pitchFamily="34" charset="-122"/>
              <a:ea typeface="Microsoft YaHei" panose="020B0503020204020204" pitchFamily="34" charset="-122"/>
            </a:endParaRPr>
          </a:p>
          <a:p>
            <a:pPr eaLnBrk="1" hangingPunct="1">
              <a:lnSpc>
                <a:spcPct val="130000"/>
              </a:lnSpc>
              <a:spcBef>
                <a:spcPct val="0"/>
              </a:spcBef>
              <a:buClrTx/>
              <a:buSzTx/>
              <a:buFontTx/>
              <a:buNone/>
              <a:defRPr/>
            </a:pPr>
            <a:r>
              <a:rPr lang="zh-CN" altLang="en-US" sz="1800" dirty="0">
                <a:solidFill>
                  <a:srgbClr val="000000"/>
                </a:solidFill>
                <a:latin typeface="Microsoft YaHei" panose="020B0503020204020204" pitchFamily="34" charset="-122"/>
                <a:ea typeface="Microsoft YaHei" panose="020B0503020204020204" pitchFamily="34" charset="-122"/>
              </a:rPr>
              <a:t>当三次握手完成后，</a:t>
            </a:r>
            <a:r>
              <a:rPr lang="en-US" altLang="zh-CN" sz="1800" dirty="0">
                <a:solidFill>
                  <a:srgbClr val="000000"/>
                </a:solidFill>
                <a:latin typeface="Microsoft YaHei" panose="020B0503020204020204" pitchFamily="34" charset="-122"/>
                <a:ea typeface="Microsoft YaHei" panose="020B0503020204020204" pitchFamily="34" charset="-122"/>
              </a:rPr>
              <a:t>connect</a:t>
            </a:r>
            <a:r>
              <a:rPr lang="zh-CN" altLang="en-US" sz="1800" dirty="0">
                <a:solidFill>
                  <a:srgbClr val="000000"/>
                </a:solidFill>
                <a:latin typeface="Microsoft YaHei" panose="020B0503020204020204" pitchFamily="34" charset="-122"/>
                <a:ea typeface="Microsoft YaHei" panose="020B0503020204020204" pitchFamily="34" charset="-122"/>
              </a:rPr>
              <a:t>返回客户，</a:t>
            </a:r>
            <a:r>
              <a:rPr lang="en-US" altLang="zh-CN" sz="1800" dirty="0">
                <a:solidFill>
                  <a:srgbClr val="000000"/>
                </a:solidFill>
                <a:latin typeface="Microsoft YaHei" panose="020B0503020204020204" pitchFamily="34" charset="-122"/>
                <a:ea typeface="Microsoft YaHei" panose="020B0503020204020204" pitchFamily="34" charset="-122"/>
              </a:rPr>
              <a:t>accept </a:t>
            </a:r>
            <a:r>
              <a:rPr lang="zh-CN" altLang="en-US" sz="1800" dirty="0">
                <a:solidFill>
                  <a:srgbClr val="000000"/>
                </a:solidFill>
                <a:latin typeface="Microsoft YaHei" panose="020B0503020204020204" pitchFamily="34" charset="-122"/>
                <a:ea typeface="Microsoft YaHei" panose="020B0503020204020204" pitchFamily="34" charset="-122"/>
              </a:rPr>
              <a:t>返回服务器，连接建立，接着执行以下步骤：</a:t>
            </a:r>
          </a:p>
        </p:txBody>
      </p:sp>
      <p:sp>
        <p:nvSpPr>
          <p:cNvPr id="8" name="TextBox 2">
            <a:extLst>
              <a:ext uri="{FF2B5EF4-FFF2-40B4-BE49-F238E27FC236}">
                <a16:creationId xmlns:a16="http://schemas.microsoft.com/office/drawing/2014/main" id="{579C1AB5-F7D3-5EFE-7870-D7C930521375}"/>
              </a:ext>
            </a:extLst>
          </p:cNvPr>
          <p:cNvSpPr txBox="1">
            <a:spLocks noChangeArrowheads="1"/>
          </p:cNvSpPr>
          <p:nvPr/>
        </p:nvSpPr>
        <p:spPr bwMode="auto">
          <a:xfrm>
            <a:off x="611559" y="2020990"/>
            <a:ext cx="8170108" cy="772584"/>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lvl1pPr>
              <a:spcBef>
                <a:spcPct val="20000"/>
              </a:spcBef>
              <a:buClr>
                <a:schemeClr val="accent1"/>
              </a:buClr>
              <a:buSzPct val="65000"/>
              <a:buFont typeface="Wingdings"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itchFamily="2" charset="2"/>
              <a:buChar char="q"/>
              <a:defRPr sz="26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ClrTx/>
              <a:buSzTx/>
              <a:buFontTx/>
              <a:buNone/>
              <a:defRPr/>
            </a:pPr>
            <a:r>
              <a:rPr lang="en-US" altLang="zh-CN" sz="1800" dirty="0">
                <a:solidFill>
                  <a:srgbClr val="000000"/>
                </a:solidFill>
                <a:latin typeface="Microsoft YaHei" panose="020B0503020204020204" pitchFamily="34" charset="-122"/>
                <a:ea typeface="Microsoft YaHei" panose="020B0503020204020204" pitchFamily="34" charset="-122"/>
              </a:rPr>
              <a:t>1</a:t>
            </a:r>
            <a:r>
              <a:rPr lang="zh-CN" altLang="en-US" sz="1800" dirty="0">
                <a:solidFill>
                  <a:srgbClr val="000000"/>
                </a:solidFill>
                <a:latin typeface="Microsoft YaHei" panose="020B0503020204020204" pitchFamily="34" charset="-122"/>
                <a:ea typeface="Microsoft YaHei" panose="020B0503020204020204" pitchFamily="34" charset="-122"/>
              </a:rPr>
              <a:t>）客户调用</a:t>
            </a:r>
            <a:r>
              <a:rPr lang="en-US" altLang="zh-CN" sz="1800" dirty="0" err="1">
                <a:solidFill>
                  <a:srgbClr val="000000"/>
                </a:solidFill>
                <a:latin typeface="Microsoft YaHei" panose="020B0503020204020204" pitchFamily="34" charset="-122"/>
                <a:ea typeface="Microsoft YaHei" panose="020B0503020204020204" pitchFamily="34" charset="-122"/>
              </a:rPr>
              <a:t>str_cli</a:t>
            </a:r>
            <a:r>
              <a:rPr lang="zh-CN" altLang="en-US" sz="1800" dirty="0">
                <a:solidFill>
                  <a:srgbClr val="000000"/>
                </a:solidFill>
                <a:latin typeface="Microsoft YaHei" panose="020B0503020204020204" pitchFamily="34" charset="-122"/>
                <a:ea typeface="Microsoft YaHei" panose="020B0503020204020204" pitchFamily="34" charset="-122"/>
              </a:rPr>
              <a:t>函数，该函数将阻塞于</a:t>
            </a:r>
            <a:r>
              <a:rPr lang="en-US" altLang="zh-CN" sz="1800" dirty="0" err="1">
                <a:solidFill>
                  <a:srgbClr val="000000"/>
                </a:solidFill>
                <a:latin typeface="Microsoft YaHei" panose="020B0503020204020204" pitchFamily="34" charset="-122"/>
                <a:ea typeface="Microsoft YaHei" panose="020B0503020204020204" pitchFamily="34" charset="-122"/>
              </a:rPr>
              <a:t>fgets</a:t>
            </a:r>
            <a:r>
              <a:rPr lang="zh-CN" altLang="en-US" sz="1800" dirty="0">
                <a:solidFill>
                  <a:srgbClr val="000000"/>
                </a:solidFill>
                <a:latin typeface="Microsoft YaHei" panose="020B0503020204020204" pitchFamily="34" charset="-122"/>
                <a:ea typeface="Microsoft YaHei" panose="020B0503020204020204" pitchFamily="34" charset="-122"/>
              </a:rPr>
              <a:t>调用，因为我们还从未输入过一行文本。</a:t>
            </a:r>
          </a:p>
        </p:txBody>
      </p:sp>
      <p:sp>
        <p:nvSpPr>
          <p:cNvPr id="9" name="TextBox 2">
            <a:extLst>
              <a:ext uri="{FF2B5EF4-FFF2-40B4-BE49-F238E27FC236}">
                <a16:creationId xmlns:a16="http://schemas.microsoft.com/office/drawing/2014/main" id="{A7515CBF-B89A-FB36-7687-2F910098DBC6}"/>
              </a:ext>
            </a:extLst>
          </p:cNvPr>
          <p:cNvSpPr txBox="1">
            <a:spLocks noChangeArrowheads="1"/>
          </p:cNvSpPr>
          <p:nvPr/>
        </p:nvSpPr>
        <p:spPr bwMode="auto">
          <a:xfrm>
            <a:off x="611559" y="2882658"/>
            <a:ext cx="8170109" cy="772584"/>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lvl1pPr>
              <a:spcBef>
                <a:spcPct val="20000"/>
              </a:spcBef>
              <a:buClr>
                <a:schemeClr val="accent1"/>
              </a:buClr>
              <a:buSzPct val="65000"/>
              <a:buFont typeface="Wingdings"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itchFamily="2" charset="2"/>
              <a:buChar char="q"/>
              <a:defRPr sz="26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ClrTx/>
              <a:buSzTx/>
              <a:buFontTx/>
              <a:buNone/>
              <a:defRPr/>
            </a:pPr>
            <a:r>
              <a:rPr lang="en-US" altLang="zh-CN" sz="1800" dirty="0">
                <a:solidFill>
                  <a:srgbClr val="000000"/>
                </a:solidFill>
                <a:latin typeface="Microsoft YaHei" panose="020B0503020204020204" pitchFamily="34" charset="-122"/>
                <a:ea typeface="Microsoft YaHei" panose="020B0503020204020204" pitchFamily="34" charset="-122"/>
              </a:rPr>
              <a:t>2</a:t>
            </a:r>
            <a:r>
              <a:rPr lang="zh-CN" altLang="en-US" sz="1800" dirty="0">
                <a:solidFill>
                  <a:srgbClr val="000000"/>
                </a:solidFill>
                <a:latin typeface="Microsoft YaHei" panose="020B0503020204020204" pitchFamily="34" charset="-122"/>
                <a:ea typeface="Microsoft YaHei" panose="020B0503020204020204" pitchFamily="34" charset="-122"/>
              </a:rPr>
              <a:t>）当</a:t>
            </a:r>
            <a:r>
              <a:rPr lang="en-US" altLang="zh-CN" sz="1800" dirty="0">
                <a:solidFill>
                  <a:srgbClr val="000000"/>
                </a:solidFill>
                <a:latin typeface="Microsoft YaHei" panose="020B0503020204020204" pitchFamily="34" charset="-122"/>
                <a:ea typeface="Microsoft YaHei" panose="020B0503020204020204" pitchFamily="34" charset="-122"/>
              </a:rPr>
              <a:t>accept</a:t>
            </a:r>
            <a:r>
              <a:rPr lang="zh-CN" altLang="en-US" sz="1800" dirty="0">
                <a:solidFill>
                  <a:srgbClr val="000000"/>
                </a:solidFill>
                <a:latin typeface="Microsoft YaHei" panose="020B0503020204020204" pitchFamily="34" charset="-122"/>
                <a:ea typeface="Microsoft YaHei" panose="020B0503020204020204" pitchFamily="34" charset="-122"/>
              </a:rPr>
              <a:t>返回服务器后，服务器调用</a:t>
            </a:r>
            <a:r>
              <a:rPr lang="en-US" altLang="zh-CN" sz="1800" dirty="0">
                <a:solidFill>
                  <a:srgbClr val="000000"/>
                </a:solidFill>
                <a:latin typeface="Microsoft YaHei" panose="020B0503020204020204" pitchFamily="34" charset="-122"/>
                <a:ea typeface="Microsoft YaHei" panose="020B0503020204020204" pitchFamily="34" charset="-122"/>
              </a:rPr>
              <a:t>fork</a:t>
            </a:r>
            <a:r>
              <a:rPr lang="zh-CN" altLang="en-US" sz="1800" dirty="0">
                <a:solidFill>
                  <a:srgbClr val="000000"/>
                </a:solidFill>
                <a:latin typeface="Microsoft YaHei" panose="020B0503020204020204" pitchFamily="34" charset="-122"/>
                <a:ea typeface="Microsoft YaHei" panose="020B0503020204020204" pitchFamily="34" charset="-122"/>
              </a:rPr>
              <a:t>。由子进程调用</a:t>
            </a:r>
            <a:r>
              <a:rPr lang="en-US" altLang="zh-CN" sz="1800" dirty="0" err="1">
                <a:solidFill>
                  <a:srgbClr val="000000"/>
                </a:solidFill>
                <a:latin typeface="Microsoft YaHei" panose="020B0503020204020204" pitchFamily="34" charset="-122"/>
                <a:ea typeface="Microsoft YaHei" panose="020B0503020204020204" pitchFamily="34" charset="-122"/>
              </a:rPr>
              <a:t>str_echo</a:t>
            </a:r>
            <a:r>
              <a:rPr lang="zh-CN" altLang="en-US" sz="1800" dirty="0">
                <a:solidFill>
                  <a:srgbClr val="000000"/>
                </a:solidFill>
                <a:latin typeface="Microsoft YaHei" panose="020B0503020204020204" pitchFamily="34" charset="-122"/>
                <a:ea typeface="Microsoft YaHei" panose="020B0503020204020204" pitchFamily="34" charset="-122"/>
              </a:rPr>
              <a:t>。此函数调用</a:t>
            </a:r>
            <a:r>
              <a:rPr lang="en-US" altLang="zh-CN" sz="1800" dirty="0" err="1">
                <a:solidFill>
                  <a:srgbClr val="000000"/>
                </a:solidFill>
                <a:latin typeface="Microsoft YaHei" panose="020B0503020204020204" pitchFamily="34" charset="-122"/>
                <a:ea typeface="Microsoft YaHei" panose="020B0503020204020204" pitchFamily="34" charset="-122"/>
              </a:rPr>
              <a:t>readline</a:t>
            </a:r>
            <a:r>
              <a:rPr lang="zh-CN" altLang="en-US" sz="1800" dirty="0">
                <a:solidFill>
                  <a:srgbClr val="000000"/>
                </a:solidFill>
                <a:latin typeface="Microsoft YaHei" panose="020B0503020204020204" pitchFamily="34" charset="-122"/>
                <a:ea typeface="Microsoft YaHei" panose="020B0503020204020204" pitchFamily="34" charset="-122"/>
              </a:rPr>
              <a:t>，它又因调用</a:t>
            </a:r>
            <a:r>
              <a:rPr lang="en-US" altLang="zh-CN" sz="1800" dirty="0">
                <a:solidFill>
                  <a:srgbClr val="000000"/>
                </a:solidFill>
                <a:latin typeface="Microsoft YaHei" panose="020B0503020204020204" pitchFamily="34" charset="-122"/>
                <a:ea typeface="Microsoft YaHei" panose="020B0503020204020204" pitchFamily="34" charset="-122"/>
              </a:rPr>
              <a:t>read</a:t>
            </a:r>
            <a:r>
              <a:rPr lang="zh-CN" altLang="en-US" sz="1800" dirty="0">
                <a:solidFill>
                  <a:srgbClr val="000000"/>
                </a:solidFill>
                <a:latin typeface="Microsoft YaHei" panose="020B0503020204020204" pitchFamily="34" charset="-122"/>
                <a:ea typeface="Microsoft YaHei" panose="020B0503020204020204" pitchFamily="34" charset="-122"/>
              </a:rPr>
              <a:t>而阻塞，等待客户送出一行。</a:t>
            </a:r>
          </a:p>
        </p:txBody>
      </p:sp>
      <p:sp>
        <p:nvSpPr>
          <p:cNvPr id="10" name="TextBox 2">
            <a:extLst>
              <a:ext uri="{FF2B5EF4-FFF2-40B4-BE49-F238E27FC236}">
                <a16:creationId xmlns:a16="http://schemas.microsoft.com/office/drawing/2014/main" id="{1206D935-DF03-1872-A604-7B5AB4396A32}"/>
              </a:ext>
            </a:extLst>
          </p:cNvPr>
          <p:cNvSpPr txBox="1">
            <a:spLocks noChangeArrowheads="1"/>
          </p:cNvSpPr>
          <p:nvPr/>
        </p:nvSpPr>
        <p:spPr bwMode="auto">
          <a:xfrm>
            <a:off x="621181" y="3744326"/>
            <a:ext cx="8150863" cy="417358"/>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lvl1pPr>
              <a:spcBef>
                <a:spcPct val="20000"/>
              </a:spcBef>
              <a:buClr>
                <a:schemeClr val="accent1"/>
              </a:buClr>
              <a:buSzPct val="65000"/>
              <a:buFont typeface="Wingdings"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itchFamily="2" charset="2"/>
              <a:buChar char="q"/>
              <a:defRPr sz="26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ClrTx/>
              <a:buSzTx/>
              <a:buFontTx/>
              <a:buNone/>
              <a:defRPr/>
            </a:pPr>
            <a:r>
              <a:rPr lang="en-US" altLang="zh-CN" sz="1800" dirty="0">
                <a:solidFill>
                  <a:srgbClr val="000000"/>
                </a:solidFill>
                <a:latin typeface="Microsoft YaHei" panose="020B0503020204020204" pitchFamily="34" charset="-122"/>
                <a:ea typeface="Microsoft YaHei" panose="020B0503020204020204" pitchFamily="34" charset="-122"/>
              </a:rPr>
              <a:t>3</a:t>
            </a:r>
            <a:r>
              <a:rPr lang="zh-CN" altLang="en-US" sz="1800" dirty="0">
                <a:solidFill>
                  <a:srgbClr val="000000"/>
                </a:solidFill>
                <a:latin typeface="Microsoft YaHei" panose="020B0503020204020204" pitchFamily="34" charset="-122"/>
                <a:ea typeface="Microsoft YaHei" panose="020B0503020204020204" pitchFamily="34" charset="-122"/>
              </a:rPr>
              <a:t>）另一方面，服务器父进程再次调用</a:t>
            </a:r>
            <a:r>
              <a:rPr lang="en-US" altLang="zh-CN" sz="1800" dirty="0">
                <a:solidFill>
                  <a:srgbClr val="000000"/>
                </a:solidFill>
                <a:latin typeface="Microsoft YaHei" panose="020B0503020204020204" pitchFamily="34" charset="-122"/>
                <a:ea typeface="Microsoft YaHei" panose="020B0503020204020204" pitchFamily="34" charset="-122"/>
              </a:rPr>
              <a:t>accept </a:t>
            </a:r>
            <a:r>
              <a:rPr lang="zh-CN" altLang="en-US" sz="1800" dirty="0">
                <a:solidFill>
                  <a:srgbClr val="000000"/>
                </a:solidFill>
                <a:latin typeface="Microsoft YaHei" panose="020B0503020204020204" pitchFamily="34" charset="-122"/>
                <a:ea typeface="Microsoft YaHei" panose="020B0503020204020204" pitchFamily="34" charset="-122"/>
              </a:rPr>
              <a:t>阻塞，等待下一个客户连接。</a:t>
            </a:r>
          </a:p>
        </p:txBody>
      </p:sp>
      <p:sp>
        <p:nvSpPr>
          <p:cNvPr id="11" name="TextBox 2">
            <a:extLst>
              <a:ext uri="{FF2B5EF4-FFF2-40B4-BE49-F238E27FC236}">
                <a16:creationId xmlns:a16="http://schemas.microsoft.com/office/drawing/2014/main" id="{E952CA6E-F808-C3D1-7EFC-46564E9A09A6}"/>
              </a:ext>
            </a:extLst>
          </p:cNvPr>
          <p:cNvSpPr txBox="1">
            <a:spLocks noChangeArrowheads="1"/>
          </p:cNvSpPr>
          <p:nvPr/>
        </p:nvSpPr>
        <p:spPr bwMode="auto">
          <a:xfrm>
            <a:off x="611559" y="4366761"/>
            <a:ext cx="8157758" cy="381258"/>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wrap="square">
            <a:spAutoFit/>
          </a:bodyPr>
          <a:lstStyle>
            <a:lvl1pPr>
              <a:spcBef>
                <a:spcPct val="20000"/>
              </a:spcBef>
              <a:buClr>
                <a:schemeClr val="accent1"/>
              </a:buClr>
              <a:buSzPct val="65000"/>
              <a:buFont typeface="Wingdings"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itchFamily="2" charset="2"/>
              <a:buChar char="q"/>
              <a:defRPr sz="26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ClrTx/>
              <a:buSzTx/>
              <a:buFontTx/>
              <a:buNone/>
              <a:defRPr/>
            </a:pPr>
            <a:r>
              <a:rPr lang="zh-CN" altLang="en-US" sz="1600" dirty="0">
                <a:solidFill>
                  <a:srgbClr val="FF0000"/>
                </a:solidFill>
                <a:latin typeface="Microsoft YaHei" panose="020B0503020204020204" pitchFamily="34" charset="-122"/>
                <a:ea typeface="Microsoft YaHei" panose="020B0503020204020204" pitchFamily="34" charset="-122"/>
              </a:rPr>
              <a:t>至此，我们有三个进程，它们都在睡眠（阻塞）：客户、服务器父进程和服务器子进程。</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1CD88216-FEE0-960E-E136-64A3ABFD3AA8}"/>
              </a:ext>
            </a:extLst>
          </p:cNvPr>
          <p:cNvSpPr>
            <a:spLocks noGrp="1" noChangeArrowheads="1"/>
          </p:cNvSpPr>
          <p:nvPr>
            <p:ph type="title"/>
          </p:nvPr>
        </p:nvSpPr>
        <p:spPr/>
        <p:txBody>
          <a:bodyPr/>
          <a:lstStyle/>
          <a:p>
            <a:pPr eaLnBrk="1" hangingPunct="1"/>
            <a:r>
              <a:rPr lang="zh-CN" altLang="en-US" dirty="0"/>
              <a:t>三、正常启动与终止</a:t>
            </a:r>
          </a:p>
        </p:txBody>
      </p:sp>
      <p:sp>
        <p:nvSpPr>
          <p:cNvPr id="8" name="TextBox 2">
            <a:extLst>
              <a:ext uri="{FF2B5EF4-FFF2-40B4-BE49-F238E27FC236}">
                <a16:creationId xmlns:a16="http://schemas.microsoft.com/office/drawing/2014/main" id="{88CAB513-7EDC-7033-2AB6-E713C183E204}"/>
              </a:ext>
            </a:extLst>
          </p:cNvPr>
          <p:cNvSpPr txBox="1">
            <a:spLocks noChangeArrowheads="1"/>
          </p:cNvSpPr>
          <p:nvPr/>
        </p:nvSpPr>
        <p:spPr bwMode="auto">
          <a:xfrm>
            <a:off x="543076" y="1275606"/>
            <a:ext cx="8057847" cy="381258"/>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lvl1pPr>
              <a:spcBef>
                <a:spcPct val="20000"/>
              </a:spcBef>
              <a:buClr>
                <a:schemeClr val="accent1"/>
              </a:buClr>
              <a:buSzPct val="65000"/>
              <a:buFont typeface="Wingdings"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itchFamily="2" charset="2"/>
              <a:buChar char="q"/>
              <a:defRPr sz="26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ClrTx/>
              <a:buSzTx/>
              <a:buFontTx/>
              <a:buNone/>
              <a:defRPr/>
            </a:pPr>
            <a:r>
              <a:rPr lang="en-US" altLang="zh-CN" sz="1600">
                <a:solidFill>
                  <a:srgbClr val="000000"/>
                </a:solidFill>
                <a:latin typeface="Microsoft YaHei" panose="020B0503020204020204" pitchFamily="34" charset="-122"/>
                <a:ea typeface="Microsoft YaHei" panose="020B0503020204020204" pitchFamily="34" charset="-122"/>
                <a:cs typeface="Consolas" panose="020B0609020204030204" pitchFamily="49" charset="0"/>
              </a:rPr>
              <a:t>1</a:t>
            </a:r>
            <a:r>
              <a:rPr lang="zh-CN" altLang="en-US" sz="1600">
                <a:solidFill>
                  <a:srgbClr val="000000"/>
                </a:solidFill>
                <a:latin typeface="Microsoft YaHei" panose="020B0503020204020204" pitchFamily="34" charset="-122"/>
                <a:ea typeface="Microsoft YaHei" panose="020B0503020204020204" pitchFamily="34" charset="-122"/>
                <a:cs typeface="Consolas" panose="020B0609020204030204" pitchFamily="49" charset="0"/>
              </a:rPr>
              <a:t>）当我们键入</a:t>
            </a:r>
            <a:r>
              <a:rPr lang="en-US" altLang="zh-CN" sz="1600">
                <a:solidFill>
                  <a:srgbClr val="000000"/>
                </a:solidFill>
                <a:latin typeface="Microsoft YaHei" panose="020B0503020204020204" pitchFamily="34" charset="-122"/>
                <a:ea typeface="Microsoft YaHei" panose="020B0503020204020204" pitchFamily="34" charset="-122"/>
                <a:cs typeface="Consolas" panose="020B0609020204030204" pitchFamily="49" charset="0"/>
              </a:rPr>
              <a:t>EOF</a:t>
            </a:r>
            <a:r>
              <a:rPr lang="zh-CN" altLang="en-US" sz="1600">
                <a:solidFill>
                  <a:srgbClr val="000000"/>
                </a:solidFill>
                <a:latin typeface="Microsoft YaHei" panose="020B0503020204020204" pitchFamily="34" charset="-122"/>
                <a:ea typeface="Microsoft YaHei" panose="020B0503020204020204" pitchFamily="34" charset="-122"/>
                <a:cs typeface="Consolas" panose="020B0609020204030204" pitchFamily="49" charset="0"/>
              </a:rPr>
              <a:t>（</a:t>
            </a:r>
            <a:r>
              <a:rPr lang="en-US" altLang="zh-CN" sz="1600">
                <a:solidFill>
                  <a:srgbClr val="000000"/>
                </a:solidFill>
                <a:latin typeface="Microsoft YaHei" panose="020B0503020204020204" pitchFamily="34" charset="-122"/>
                <a:ea typeface="Microsoft YaHei" panose="020B0503020204020204" pitchFamily="34" charset="-122"/>
                <a:cs typeface="Consolas" panose="020B0609020204030204" pitchFamily="49" charset="0"/>
              </a:rPr>
              <a:t>Ctrl+D</a:t>
            </a:r>
            <a:r>
              <a:rPr lang="zh-CN" altLang="en-US" sz="1600">
                <a:solidFill>
                  <a:srgbClr val="000000"/>
                </a:solidFill>
                <a:latin typeface="Microsoft YaHei" panose="020B0503020204020204" pitchFamily="34" charset="-122"/>
                <a:ea typeface="Microsoft YaHei" panose="020B0503020204020204" pitchFamily="34" charset="-122"/>
                <a:cs typeface="Consolas" panose="020B0609020204030204" pitchFamily="49" charset="0"/>
              </a:rPr>
              <a:t>）字符时，</a:t>
            </a:r>
            <a:r>
              <a:rPr lang="en-US" altLang="zh-CN" sz="1600">
                <a:solidFill>
                  <a:srgbClr val="000000"/>
                </a:solidFill>
                <a:latin typeface="Microsoft YaHei" panose="020B0503020204020204" pitchFamily="34" charset="-122"/>
                <a:ea typeface="Microsoft YaHei" panose="020B0503020204020204" pitchFamily="34" charset="-122"/>
                <a:cs typeface="Consolas" panose="020B0609020204030204" pitchFamily="49" charset="0"/>
              </a:rPr>
              <a:t>fgets</a:t>
            </a:r>
            <a:r>
              <a:rPr lang="zh-CN" altLang="en-US" sz="1600">
                <a:solidFill>
                  <a:srgbClr val="000000"/>
                </a:solidFill>
                <a:latin typeface="Microsoft YaHei" panose="020B0503020204020204" pitchFamily="34" charset="-122"/>
                <a:ea typeface="Microsoft YaHei" panose="020B0503020204020204" pitchFamily="34" charset="-122"/>
                <a:cs typeface="Consolas" panose="020B0609020204030204" pitchFamily="49" charset="0"/>
              </a:rPr>
              <a:t>返回一个空指针，于是</a:t>
            </a:r>
            <a:r>
              <a:rPr lang="en-US" altLang="zh-CN" sz="1600">
                <a:solidFill>
                  <a:srgbClr val="000000"/>
                </a:solidFill>
                <a:latin typeface="Microsoft YaHei" panose="020B0503020204020204" pitchFamily="34" charset="-122"/>
                <a:ea typeface="Microsoft YaHei" panose="020B0503020204020204" pitchFamily="34" charset="-122"/>
                <a:cs typeface="Consolas" panose="020B0609020204030204" pitchFamily="49" charset="0"/>
              </a:rPr>
              <a:t>str_cli</a:t>
            </a:r>
            <a:r>
              <a:rPr lang="zh-CN" altLang="en-US" sz="1600">
                <a:solidFill>
                  <a:srgbClr val="000000"/>
                </a:solidFill>
                <a:latin typeface="Microsoft YaHei" panose="020B0503020204020204" pitchFamily="34" charset="-122"/>
                <a:ea typeface="Microsoft YaHei" panose="020B0503020204020204" pitchFamily="34" charset="-122"/>
                <a:cs typeface="Consolas" panose="020B0609020204030204" pitchFamily="49" charset="0"/>
              </a:rPr>
              <a:t>返回。</a:t>
            </a:r>
          </a:p>
        </p:txBody>
      </p:sp>
      <p:sp>
        <p:nvSpPr>
          <p:cNvPr id="9" name="TextBox 2">
            <a:extLst>
              <a:ext uri="{FF2B5EF4-FFF2-40B4-BE49-F238E27FC236}">
                <a16:creationId xmlns:a16="http://schemas.microsoft.com/office/drawing/2014/main" id="{856AEB51-B6E9-A158-C1DE-D7317D43C506}"/>
              </a:ext>
            </a:extLst>
          </p:cNvPr>
          <p:cNvSpPr txBox="1">
            <a:spLocks noChangeArrowheads="1"/>
          </p:cNvSpPr>
          <p:nvPr/>
        </p:nvSpPr>
        <p:spPr bwMode="auto">
          <a:xfrm>
            <a:off x="543076" y="1809784"/>
            <a:ext cx="8057847" cy="417358"/>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lvl1pPr>
              <a:spcBef>
                <a:spcPct val="20000"/>
              </a:spcBef>
              <a:buClr>
                <a:schemeClr val="accent1"/>
              </a:buClr>
              <a:buSzPct val="65000"/>
              <a:buFont typeface="Wingdings"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itchFamily="2" charset="2"/>
              <a:buChar char="q"/>
              <a:defRPr sz="26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ClrTx/>
              <a:buSzTx/>
              <a:buFontTx/>
              <a:buNone/>
              <a:defRPr/>
            </a:pPr>
            <a:r>
              <a:rPr lang="en-US" altLang="zh-CN" sz="1800">
                <a:solidFill>
                  <a:srgbClr val="000000"/>
                </a:solidFill>
                <a:latin typeface="Microsoft YaHei" panose="020B0503020204020204" pitchFamily="34" charset="-122"/>
                <a:ea typeface="Microsoft YaHei" panose="020B0503020204020204" pitchFamily="34" charset="-122"/>
              </a:rPr>
              <a:t>2</a:t>
            </a:r>
            <a:r>
              <a:rPr lang="zh-CN" altLang="en-US" sz="1800">
                <a:solidFill>
                  <a:srgbClr val="000000"/>
                </a:solidFill>
                <a:latin typeface="Microsoft YaHei" panose="020B0503020204020204" pitchFamily="34" charset="-122"/>
                <a:ea typeface="Microsoft YaHei" panose="020B0503020204020204" pitchFamily="34" charset="-122"/>
              </a:rPr>
              <a:t>）当</a:t>
            </a:r>
            <a:r>
              <a:rPr lang="en-US" altLang="zh-CN" sz="1800">
                <a:solidFill>
                  <a:srgbClr val="000000"/>
                </a:solidFill>
                <a:latin typeface="Microsoft YaHei" panose="020B0503020204020204" pitchFamily="34" charset="-122"/>
                <a:ea typeface="Microsoft YaHei" panose="020B0503020204020204" pitchFamily="34" charset="-122"/>
              </a:rPr>
              <a:t>str_cli</a:t>
            </a:r>
            <a:r>
              <a:rPr lang="zh-CN" altLang="en-US" sz="1800">
                <a:solidFill>
                  <a:srgbClr val="000000"/>
                </a:solidFill>
                <a:latin typeface="Microsoft YaHei" panose="020B0503020204020204" pitchFamily="34" charset="-122"/>
                <a:ea typeface="Microsoft YaHei" panose="020B0503020204020204" pitchFamily="34" charset="-122"/>
              </a:rPr>
              <a:t>返回到客户的函数</a:t>
            </a:r>
            <a:r>
              <a:rPr lang="en-US" altLang="zh-CN" sz="1800">
                <a:solidFill>
                  <a:srgbClr val="000000"/>
                </a:solidFill>
                <a:latin typeface="Microsoft YaHei" panose="020B0503020204020204" pitchFamily="34" charset="-122"/>
                <a:ea typeface="Microsoft YaHei" panose="020B0503020204020204" pitchFamily="34" charset="-122"/>
              </a:rPr>
              <a:t>main</a:t>
            </a:r>
            <a:r>
              <a:rPr lang="zh-CN" altLang="en-US" sz="1800">
                <a:solidFill>
                  <a:srgbClr val="000000"/>
                </a:solidFill>
                <a:latin typeface="Microsoft YaHei" panose="020B0503020204020204" pitchFamily="34" charset="-122"/>
                <a:ea typeface="Microsoft YaHei" panose="020B0503020204020204" pitchFamily="34" charset="-122"/>
              </a:rPr>
              <a:t>时，</a:t>
            </a:r>
            <a:r>
              <a:rPr lang="en-US" altLang="zh-CN" sz="1800">
                <a:solidFill>
                  <a:srgbClr val="000000"/>
                </a:solidFill>
                <a:latin typeface="Microsoft YaHei" panose="020B0503020204020204" pitchFamily="34" charset="-122"/>
                <a:ea typeface="Microsoft YaHei" panose="020B0503020204020204" pitchFamily="34" charset="-122"/>
              </a:rPr>
              <a:t>main</a:t>
            </a:r>
            <a:r>
              <a:rPr lang="zh-CN" altLang="en-US" sz="1800">
                <a:solidFill>
                  <a:srgbClr val="000000"/>
                </a:solidFill>
                <a:latin typeface="Microsoft YaHei" panose="020B0503020204020204" pitchFamily="34" charset="-122"/>
                <a:ea typeface="Microsoft YaHei" panose="020B0503020204020204" pitchFamily="34" charset="-122"/>
              </a:rPr>
              <a:t>通过调用</a:t>
            </a:r>
            <a:r>
              <a:rPr lang="en-US" altLang="zh-CN" sz="1800">
                <a:solidFill>
                  <a:srgbClr val="000000"/>
                </a:solidFill>
                <a:latin typeface="Microsoft YaHei" panose="020B0503020204020204" pitchFamily="34" charset="-122"/>
                <a:ea typeface="Microsoft YaHei" panose="020B0503020204020204" pitchFamily="34" charset="-122"/>
              </a:rPr>
              <a:t>exit</a:t>
            </a:r>
            <a:r>
              <a:rPr lang="zh-CN" altLang="en-US" sz="1800">
                <a:solidFill>
                  <a:srgbClr val="000000"/>
                </a:solidFill>
                <a:latin typeface="Microsoft YaHei" panose="020B0503020204020204" pitchFamily="34" charset="-122"/>
                <a:ea typeface="Microsoft YaHei" panose="020B0503020204020204" pitchFamily="34" charset="-122"/>
              </a:rPr>
              <a:t>终止。</a:t>
            </a:r>
          </a:p>
        </p:txBody>
      </p:sp>
      <p:sp>
        <p:nvSpPr>
          <p:cNvPr id="10" name="TextBox 2">
            <a:extLst>
              <a:ext uri="{FF2B5EF4-FFF2-40B4-BE49-F238E27FC236}">
                <a16:creationId xmlns:a16="http://schemas.microsoft.com/office/drawing/2014/main" id="{6E440C29-C7D2-C574-6389-0365FBB26DCE}"/>
              </a:ext>
            </a:extLst>
          </p:cNvPr>
          <p:cNvSpPr txBox="1">
            <a:spLocks noChangeArrowheads="1"/>
          </p:cNvSpPr>
          <p:nvPr/>
        </p:nvSpPr>
        <p:spPr bwMode="auto">
          <a:xfrm>
            <a:off x="543076" y="2343496"/>
            <a:ext cx="8057847" cy="1137556"/>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lvl1pPr>
              <a:spcBef>
                <a:spcPct val="20000"/>
              </a:spcBef>
              <a:buClr>
                <a:schemeClr val="accent1"/>
              </a:buClr>
              <a:buSzPct val="65000"/>
              <a:buFont typeface="Wingdings"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itchFamily="2" charset="2"/>
              <a:buChar char="q"/>
              <a:defRPr sz="26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ClrTx/>
              <a:buSzTx/>
              <a:buFontTx/>
              <a:buNone/>
              <a:defRPr/>
            </a:pPr>
            <a:r>
              <a:rPr lang="en-US" altLang="zh-CN" sz="1800">
                <a:solidFill>
                  <a:srgbClr val="000000"/>
                </a:solidFill>
                <a:latin typeface="Microsoft YaHei" panose="020B0503020204020204" pitchFamily="34" charset="-122"/>
                <a:ea typeface="Microsoft YaHei" panose="020B0503020204020204" pitchFamily="34" charset="-122"/>
              </a:rPr>
              <a:t>3</a:t>
            </a:r>
            <a:r>
              <a:rPr lang="zh-CN" altLang="en-US" sz="1800">
                <a:solidFill>
                  <a:srgbClr val="000000"/>
                </a:solidFill>
                <a:latin typeface="Microsoft YaHei" panose="020B0503020204020204" pitchFamily="34" charset="-122"/>
                <a:ea typeface="Microsoft YaHei" panose="020B0503020204020204" pitchFamily="34" charset="-122"/>
              </a:rPr>
              <a:t>）进程终止处理的一部分是关闭所有打开的描述字，所以客户套接口由内核关闭。这导致客户</a:t>
            </a:r>
            <a:r>
              <a:rPr lang="en-US" altLang="zh-CN" sz="1800">
                <a:solidFill>
                  <a:srgbClr val="000000"/>
                </a:solidFill>
                <a:latin typeface="Microsoft YaHei" panose="020B0503020204020204" pitchFamily="34" charset="-122"/>
                <a:ea typeface="Microsoft YaHei" panose="020B0503020204020204" pitchFamily="34" charset="-122"/>
              </a:rPr>
              <a:t>TCP</a:t>
            </a:r>
            <a:r>
              <a:rPr lang="zh-CN" altLang="en-US" sz="1800">
                <a:solidFill>
                  <a:srgbClr val="000000"/>
                </a:solidFill>
                <a:latin typeface="Microsoft YaHei" panose="020B0503020204020204" pitchFamily="34" charset="-122"/>
                <a:ea typeface="Microsoft YaHei" panose="020B0503020204020204" pitchFamily="34" charset="-122"/>
              </a:rPr>
              <a:t>发送一个</a:t>
            </a:r>
            <a:r>
              <a:rPr lang="en-US" altLang="zh-CN" sz="1800">
                <a:solidFill>
                  <a:srgbClr val="000000"/>
                </a:solidFill>
                <a:latin typeface="Microsoft YaHei" panose="020B0503020204020204" pitchFamily="34" charset="-122"/>
                <a:ea typeface="Microsoft YaHei" panose="020B0503020204020204" pitchFamily="34" charset="-122"/>
              </a:rPr>
              <a:t>FIN</a:t>
            </a:r>
            <a:r>
              <a:rPr lang="zh-CN" altLang="en-US" sz="1800">
                <a:solidFill>
                  <a:srgbClr val="000000"/>
                </a:solidFill>
                <a:latin typeface="Microsoft YaHei" panose="020B0503020204020204" pitchFamily="34" charset="-122"/>
                <a:ea typeface="Microsoft YaHei" panose="020B0503020204020204" pitchFamily="34" charset="-122"/>
              </a:rPr>
              <a:t>给服务器，服务器</a:t>
            </a:r>
            <a:r>
              <a:rPr lang="en-US" altLang="zh-CN" sz="1800">
                <a:solidFill>
                  <a:srgbClr val="000000"/>
                </a:solidFill>
                <a:latin typeface="Microsoft YaHei" panose="020B0503020204020204" pitchFamily="34" charset="-122"/>
                <a:ea typeface="Microsoft YaHei" panose="020B0503020204020204" pitchFamily="34" charset="-122"/>
              </a:rPr>
              <a:t>TCP</a:t>
            </a:r>
            <a:r>
              <a:rPr lang="zh-CN" altLang="en-US" sz="1800">
                <a:solidFill>
                  <a:srgbClr val="000000"/>
                </a:solidFill>
                <a:latin typeface="Microsoft YaHei" panose="020B0503020204020204" pitchFamily="34" charset="-122"/>
                <a:ea typeface="Microsoft YaHei" panose="020B0503020204020204" pitchFamily="34" charset="-122"/>
              </a:rPr>
              <a:t>则以</a:t>
            </a:r>
            <a:r>
              <a:rPr lang="en-US" altLang="zh-CN" sz="1800">
                <a:solidFill>
                  <a:srgbClr val="000000"/>
                </a:solidFill>
                <a:latin typeface="Microsoft YaHei" panose="020B0503020204020204" pitchFamily="34" charset="-122"/>
                <a:ea typeface="Microsoft YaHei" panose="020B0503020204020204" pitchFamily="34" charset="-122"/>
              </a:rPr>
              <a:t>ACK</a:t>
            </a:r>
            <a:r>
              <a:rPr lang="zh-CN" altLang="en-US" sz="1800">
                <a:solidFill>
                  <a:srgbClr val="000000"/>
                </a:solidFill>
                <a:latin typeface="Microsoft YaHei" panose="020B0503020204020204" pitchFamily="34" charset="-122"/>
                <a:ea typeface="Microsoft YaHei" panose="020B0503020204020204" pitchFamily="34" charset="-122"/>
              </a:rPr>
              <a:t>响应，这就是</a:t>
            </a:r>
            <a:r>
              <a:rPr lang="en-US" altLang="zh-CN" sz="1800">
                <a:solidFill>
                  <a:srgbClr val="000000"/>
                </a:solidFill>
                <a:latin typeface="Microsoft YaHei" panose="020B0503020204020204" pitchFamily="34" charset="-122"/>
                <a:ea typeface="Microsoft YaHei" panose="020B0503020204020204" pitchFamily="34" charset="-122"/>
              </a:rPr>
              <a:t>TCP</a:t>
            </a:r>
            <a:r>
              <a:rPr lang="zh-CN" altLang="en-US" sz="1800">
                <a:solidFill>
                  <a:srgbClr val="000000"/>
                </a:solidFill>
                <a:latin typeface="Microsoft YaHei" panose="020B0503020204020204" pitchFamily="34" charset="-122"/>
                <a:ea typeface="Microsoft YaHei" panose="020B0503020204020204" pitchFamily="34" charset="-122"/>
              </a:rPr>
              <a:t>连接终止序列的前半部分。</a:t>
            </a:r>
          </a:p>
        </p:txBody>
      </p:sp>
      <p:sp>
        <p:nvSpPr>
          <p:cNvPr id="12" name="TextBox 2">
            <a:extLst>
              <a:ext uri="{FF2B5EF4-FFF2-40B4-BE49-F238E27FC236}">
                <a16:creationId xmlns:a16="http://schemas.microsoft.com/office/drawing/2014/main" id="{6CB1DDC4-0E1F-94F6-928E-26DA3B177E16}"/>
              </a:ext>
            </a:extLst>
          </p:cNvPr>
          <p:cNvSpPr txBox="1">
            <a:spLocks noChangeArrowheads="1"/>
          </p:cNvSpPr>
          <p:nvPr/>
        </p:nvSpPr>
        <p:spPr bwMode="auto">
          <a:xfrm>
            <a:off x="544621" y="3592533"/>
            <a:ext cx="8056302" cy="772584"/>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lvl1pPr>
              <a:spcBef>
                <a:spcPct val="20000"/>
              </a:spcBef>
              <a:buClr>
                <a:schemeClr val="accent1"/>
              </a:buClr>
              <a:buSzPct val="65000"/>
              <a:buFont typeface="Wingdings"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itchFamily="2" charset="2"/>
              <a:buChar char="q"/>
              <a:defRPr sz="26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ClrTx/>
              <a:buSzTx/>
              <a:buFontTx/>
              <a:buNone/>
              <a:defRPr/>
            </a:pPr>
            <a:r>
              <a:rPr lang="en-US" altLang="zh-CN" sz="1800" dirty="0">
                <a:solidFill>
                  <a:srgbClr val="000000"/>
                </a:solidFill>
                <a:latin typeface="Microsoft YaHei" panose="020B0503020204020204" pitchFamily="34" charset="-122"/>
                <a:ea typeface="Microsoft YaHei" panose="020B0503020204020204" pitchFamily="34" charset="-122"/>
              </a:rPr>
              <a:t>4</a:t>
            </a:r>
            <a:r>
              <a:rPr lang="zh-CN" altLang="en-US" sz="1800" dirty="0">
                <a:solidFill>
                  <a:srgbClr val="000000"/>
                </a:solidFill>
                <a:latin typeface="Microsoft YaHei" panose="020B0503020204020204" pitchFamily="34" charset="-122"/>
                <a:ea typeface="Microsoft YaHei" panose="020B0503020204020204" pitchFamily="34" charset="-122"/>
              </a:rPr>
              <a:t>）当服务器</a:t>
            </a:r>
            <a:r>
              <a:rPr lang="en-US" altLang="zh-CN" sz="1800" dirty="0">
                <a:solidFill>
                  <a:srgbClr val="000000"/>
                </a:solidFill>
                <a:latin typeface="Microsoft YaHei" panose="020B0503020204020204" pitchFamily="34" charset="-122"/>
                <a:ea typeface="Microsoft YaHei" panose="020B0503020204020204" pitchFamily="34" charset="-122"/>
              </a:rPr>
              <a:t>TCP</a:t>
            </a:r>
            <a:r>
              <a:rPr lang="zh-CN" altLang="en-US" sz="1800" dirty="0">
                <a:solidFill>
                  <a:srgbClr val="000000"/>
                </a:solidFill>
                <a:latin typeface="Microsoft YaHei" panose="020B0503020204020204" pitchFamily="34" charset="-122"/>
                <a:ea typeface="Microsoft YaHei" panose="020B0503020204020204" pitchFamily="34" charset="-122"/>
              </a:rPr>
              <a:t>接收</a:t>
            </a:r>
            <a:r>
              <a:rPr lang="en-US" altLang="zh-CN" sz="1800" dirty="0">
                <a:solidFill>
                  <a:srgbClr val="000000"/>
                </a:solidFill>
                <a:latin typeface="Microsoft YaHei" panose="020B0503020204020204" pitchFamily="34" charset="-122"/>
                <a:ea typeface="Microsoft YaHei" panose="020B0503020204020204" pitchFamily="34" charset="-122"/>
              </a:rPr>
              <a:t>FIN</a:t>
            </a:r>
            <a:r>
              <a:rPr lang="zh-CN" altLang="en-US" sz="1800" dirty="0">
                <a:solidFill>
                  <a:srgbClr val="000000"/>
                </a:solidFill>
                <a:latin typeface="Microsoft YaHei" panose="020B0503020204020204" pitchFamily="34" charset="-122"/>
                <a:ea typeface="Microsoft YaHei" panose="020B0503020204020204" pitchFamily="34" charset="-122"/>
              </a:rPr>
              <a:t>时，服务器子进程阻塞于</a:t>
            </a:r>
            <a:r>
              <a:rPr lang="en-US" altLang="zh-CN" sz="1800" dirty="0" err="1">
                <a:solidFill>
                  <a:srgbClr val="000000"/>
                </a:solidFill>
                <a:latin typeface="Microsoft YaHei" panose="020B0503020204020204" pitchFamily="34" charset="-122"/>
                <a:ea typeface="Microsoft YaHei" panose="020B0503020204020204" pitchFamily="34" charset="-122"/>
              </a:rPr>
              <a:t>readline</a:t>
            </a:r>
            <a:r>
              <a:rPr lang="zh-CN" altLang="en-US" sz="1800" dirty="0">
                <a:solidFill>
                  <a:srgbClr val="000000"/>
                </a:solidFill>
                <a:latin typeface="Microsoft YaHei" panose="020B0503020204020204" pitchFamily="34" charset="-122"/>
                <a:ea typeface="Microsoft YaHei" panose="020B0503020204020204" pitchFamily="34" charset="-122"/>
              </a:rPr>
              <a:t>调用，于是</a:t>
            </a:r>
            <a:r>
              <a:rPr lang="en-US" altLang="zh-CN" sz="1800" dirty="0" err="1">
                <a:solidFill>
                  <a:srgbClr val="000000"/>
                </a:solidFill>
                <a:latin typeface="Microsoft YaHei" panose="020B0503020204020204" pitchFamily="34" charset="-122"/>
                <a:ea typeface="Microsoft YaHei" panose="020B0503020204020204" pitchFamily="34" charset="-122"/>
              </a:rPr>
              <a:t>readline</a:t>
            </a:r>
            <a:r>
              <a:rPr lang="zh-CN" altLang="en-US" sz="1800" dirty="0">
                <a:solidFill>
                  <a:srgbClr val="000000"/>
                </a:solidFill>
                <a:latin typeface="Microsoft YaHei" panose="020B0503020204020204" pitchFamily="34" charset="-122"/>
                <a:ea typeface="Microsoft YaHei" panose="020B0503020204020204" pitchFamily="34" charset="-122"/>
              </a:rPr>
              <a:t>返回</a:t>
            </a:r>
            <a:r>
              <a:rPr lang="en-US" altLang="zh-CN" sz="1800" dirty="0">
                <a:solidFill>
                  <a:srgbClr val="000000"/>
                </a:solidFill>
                <a:latin typeface="Microsoft YaHei" panose="020B0503020204020204" pitchFamily="34" charset="-122"/>
                <a:ea typeface="Microsoft YaHei" panose="020B0503020204020204" pitchFamily="34" charset="-122"/>
              </a:rPr>
              <a:t>0</a:t>
            </a:r>
            <a:r>
              <a:rPr lang="zh-CN" altLang="en-US" sz="1800" dirty="0">
                <a:solidFill>
                  <a:srgbClr val="000000"/>
                </a:solidFill>
                <a:latin typeface="Microsoft YaHei" panose="020B0503020204020204" pitchFamily="34" charset="-122"/>
                <a:ea typeface="Microsoft YaHei" panose="020B0503020204020204" pitchFamily="34" charset="-122"/>
              </a:rPr>
              <a:t>，这导致函数</a:t>
            </a:r>
            <a:r>
              <a:rPr lang="en-US" altLang="zh-CN" sz="1800" dirty="0" err="1">
                <a:solidFill>
                  <a:srgbClr val="000000"/>
                </a:solidFill>
                <a:latin typeface="Microsoft YaHei" panose="020B0503020204020204" pitchFamily="34" charset="-122"/>
                <a:ea typeface="Microsoft YaHei" panose="020B0503020204020204" pitchFamily="34" charset="-122"/>
              </a:rPr>
              <a:t>str_echo</a:t>
            </a:r>
            <a:r>
              <a:rPr lang="zh-CN" altLang="en-US" sz="1800" dirty="0">
                <a:solidFill>
                  <a:srgbClr val="000000"/>
                </a:solidFill>
                <a:latin typeface="Microsoft YaHei" panose="020B0503020204020204" pitchFamily="34" charset="-122"/>
                <a:ea typeface="Microsoft YaHei" panose="020B0503020204020204" pitchFamily="34" charset="-122"/>
              </a:rPr>
              <a:t>返回服务器子进程的</a:t>
            </a:r>
            <a:r>
              <a:rPr lang="en-US" altLang="zh-CN" sz="1800" dirty="0">
                <a:solidFill>
                  <a:srgbClr val="000000"/>
                </a:solidFill>
                <a:latin typeface="Microsoft YaHei" panose="020B0503020204020204" pitchFamily="34" charset="-122"/>
                <a:ea typeface="Microsoft YaHei" panose="020B0503020204020204" pitchFamily="34" charset="-122"/>
              </a:rPr>
              <a:t>main</a:t>
            </a:r>
            <a:r>
              <a:rPr lang="zh-CN" altLang="en-US" sz="1800" dirty="0">
                <a:solidFill>
                  <a:srgbClr val="000000"/>
                </a:solidFill>
                <a:latin typeface="Microsoft YaHei" panose="020B0503020204020204" pitchFamily="34" charset="-122"/>
                <a:ea typeface="Microsoft YaHei" panose="020B0503020204020204" pitchFamily="34" charset="-122"/>
              </a:rPr>
              <a:t>。</a:t>
            </a:r>
          </a:p>
        </p:txBody>
      </p:sp>
      <p:sp>
        <p:nvSpPr>
          <p:cNvPr id="3" name="文本框 2">
            <a:extLst>
              <a:ext uri="{FF2B5EF4-FFF2-40B4-BE49-F238E27FC236}">
                <a16:creationId xmlns:a16="http://schemas.microsoft.com/office/drawing/2014/main" id="{439E2981-C088-74C0-241E-C9270801D5DE}"/>
              </a:ext>
            </a:extLst>
          </p:cNvPr>
          <p:cNvSpPr txBox="1"/>
          <p:nvPr/>
        </p:nvSpPr>
        <p:spPr>
          <a:xfrm>
            <a:off x="499294" y="776164"/>
            <a:ext cx="7889129" cy="369332"/>
          </a:xfrm>
          <a:prstGeom prst="rect">
            <a:avLst/>
          </a:prstGeom>
          <a:noFill/>
        </p:spPr>
        <p:txBody>
          <a:bodyPr wrap="square">
            <a:spAutoFit/>
          </a:bodyPr>
          <a:lstStyle/>
          <a:p>
            <a:r>
              <a:rPr lang="zh-CN" altLang="en-US" sz="1800" dirty="0">
                <a:solidFill>
                  <a:srgbClr val="000000"/>
                </a:solidFill>
                <a:latin typeface="Microsoft YaHei" panose="020B0503020204020204" pitchFamily="34" charset="-122"/>
                <a:ea typeface="Microsoft YaHei" panose="020B0503020204020204" pitchFamily="34" charset="-122"/>
              </a:rPr>
              <a:t>在标准输入上输入，得到回射。键入</a:t>
            </a:r>
            <a:r>
              <a:rPr lang="en-US" altLang="zh-CN" sz="1800" dirty="0">
                <a:solidFill>
                  <a:srgbClr val="000000"/>
                </a:solidFill>
                <a:latin typeface="Microsoft YaHei" panose="020B0503020204020204" pitchFamily="34" charset="-122"/>
                <a:ea typeface="Microsoft YaHei" panose="020B0503020204020204" pitchFamily="34" charset="-122"/>
              </a:rPr>
              <a:t>EOF</a:t>
            </a:r>
            <a:r>
              <a:rPr lang="zh-CN" altLang="en-US" sz="1800" dirty="0">
                <a:solidFill>
                  <a:srgbClr val="000000"/>
                </a:solidFill>
                <a:latin typeface="Microsoft YaHei" panose="020B0503020204020204" pitchFamily="34" charset="-122"/>
                <a:ea typeface="Microsoft YaHei" panose="020B0503020204020204" pitchFamily="34" charset="-122"/>
              </a:rPr>
              <a:t>字符（</a:t>
            </a:r>
            <a:r>
              <a:rPr lang="en-US" altLang="zh-CN" sz="1800" dirty="0" err="1">
                <a:solidFill>
                  <a:srgbClr val="000000"/>
                </a:solidFill>
                <a:latin typeface="Microsoft YaHei" panose="020B0503020204020204" pitchFamily="34" charset="-122"/>
                <a:ea typeface="Microsoft YaHei" panose="020B0503020204020204" pitchFamily="34" charset="-122"/>
              </a:rPr>
              <a:t>Ctrl+D</a:t>
            </a:r>
            <a:r>
              <a:rPr lang="zh-CN" altLang="en-US" sz="1800" dirty="0">
                <a:solidFill>
                  <a:srgbClr val="000000"/>
                </a:solidFill>
                <a:latin typeface="Microsoft YaHei" panose="020B0503020204020204" pitchFamily="34" charset="-122"/>
                <a:ea typeface="Microsoft YaHei" panose="020B0503020204020204" pitchFamily="34" charset="-122"/>
              </a:rPr>
              <a:t>）以终止客户</a:t>
            </a:r>
            <a:endParaRPr lang="zh-CN" alt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ppt_x"/>
                                          </p:val>
                                        </p:tav>
                                        <p:tav tm="100000">
                                          <p:val>
                                            <p:strVal val="#ppt_x"/>
                                          </p:val>
                                        </p:tav>
                                      </p:tavLst>
                                    </p:anim>
                                    <p:anim calcmode="lin" valueType="num">
                                      <p:cBhvr additive="base">
                                        <p:cTn id="2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a:extLst>
              <a:ext uri="{FF2B5EF4-FFF2-40B4-BE49-F238E27FC236}">
                <a16:creationId xmlns:a16="http://schemas.microsoft.com/office/drawing/2014/main" id="{D9D338C4-314A-5158-154C-85F40285E6A0}"/>
              </a:ext>
            </a:extLst>
          </p:cNvPr>
          <p:cNvSpPr>
            <a:spLocks noGrp="1" noChangeArrowheads="1"/>
          </p:cNvSpPr>
          <p:nvPr>
            <p:ph type="title"/>
          </p:nvPr>
        </p:nvSpPr>
        <p:spPr/>
        <p:txBody>
          <a:bodyPr/>
          <a:lstStyle/>
          <a:p>
            <a:pPr eaLnBrk="1" hangingPunct="1"/>
            <a:r>
              <a:rPr lang="zh-CN" altLang="en-US" dirty="0"/>
              <a:t>三、正常启动与终止</a:t>
            </a:r>
          </a:p>
        </p:txBody>
      </p:sp>
      <p:sp>
        <p:nvSpPr>
          <p:cNvPr id="8" name="TextBox 2">
            <a:extLst>
              <a:ext uri="{FF2B5EF4-FFF2-40B4-BE49-F238E27FC236}">
                <a16:creationId xmlns:a16="http://schemas.microsoft.com/office/drawing/2014/main" id="{C0E95503-E994-AA64-D04E-C7F5209D0850}"/>
              </a:ext>
            </a:extLst>
          </p:cNvPr>
          <p:cNvSpPr txBox="1">
            <a:spLocks noChangeArrowheads="1"/>
          </p:cNvSpPr>
          <p:nvPr/>
        </p:nvSpPr>
        <p:spPr bwMode="auto">
          <a:xfrm>
            <a:off x="499294" y="950744"/>
            <a:ext cx="8321177" cy="417358"/>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lvl1pPr>
              <a:spcBef>
                <a:spcPct val="20000"/>
              </a:spcBef>
              <a:buClr>
                <a:schemeClr val="accent1"/>
              </a:buClr>
              <a:buSzPct val="65000"/>
              <a:buFont typeface="Wingdings"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itchFamily="2" charset="2"/>
              <a:buChar char="q"/>
              <a:defRPr sz="26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ClrTx/>
              <a:buSzTx/>
              <a:buFontTx/>
              <a:buNone/>
              <a:defRPr/>
            </a:pPr>
            <a:r>
              <a:rPr lang="en-US" altLang="zh-CN" sz="1800" dirty="0">
                <a:solidFill>
                  <a:srgbClr val="000000"/>
                </a:solidFill>
                <a:latin typeface="Microsoft YaHei" panose="020B0503020204020204" pitchFamily="34" charset="-122"/>
                <a:ea typeface="Microsoft YaHei" panose="020B0503020204020204" pitchFamily="34" charset="-122"/>
              </a:rPr>
              <a:t>5</a:t>
            </a:r>
            <a:r>
              <a:rPr lang="zh-CN" altLang="en-US" sz="1800" dirty="0">
                <a:solidFill>
                  <a:srgbClr val="000000"/>
                </a:solidFill>
                <a:latin typeface="Microsoft YaHei" panose="020B0503020204020204" pitchFamily="34" charset="-122"/>
                <a:ea typeface="Microsoft YaHei" panose="020B0503020204020204" pitchFamily="34" charset="-122"/>
              </a:rPr>
              <a:t>）服务器子进程通过调用</a:t>
            </a:r>
            <a:r>
              <a:rPr lang="en-US" altLang="zh-CN" sz="1800" dirty="0">
                <a:solidFill>
                  <a:srgbClr val="000000"/>
                </a:solidFill>
                <a:latin typeface="Microsoft YaHei" panose="020B0503020204020204" pitchFamily="34" charset="-122"/>
                <a:ea typeface="Microsoft YaHei" panose="020B0503020204020204" pitchFamily="34" charset="-122"/>
              </a:rPr>
              <a:t>exit</a:t>
            </a:r>
            <a:r>
              <a:rPr lang="zh-CN" altLang="en-US" sz="1800" dirty="0">
                <a:solidFill>
                  <a:srgbClr val="000000"/>
                </a:solidFill>
                <a:latin typeface="Microsoft YaHei" panose="020B0503020204020204" pitchFamily="34" charset="-122"/>
                <a:ea typeface="Microsoft YaHei" panose="020B0503020204020204" pitchFamily="34" charset="-122"/>
              </a:rPr>
              <a:t>来终止。</a:t>
            </a:r>
          </a:p>
        </p:txBody>
      </p:sp>
      <p:sp>
        <p:nvSpPr>
          <p:cNvPr id="9" name="TextBox 2">
            <a:extLst>
              <a:ext uri="{FF2B5EF4-FFF2-40B4-BE49-F238E27FC236}">
                <a16:creationId xmlns:a16="http://schemas.microsoft.com/office/drawing/2014/main" id="{0FF9E626-1294-F72B-7AD3-962E0507DA91}"/>
              </a:ext>
            </a:extLst>
          </p:cNvPr>
          <p:cNvSpPr txBox="1">
            <a:spLocks noChangeArrowheads="1"/>
          </p:cNvSpPr>
          <p:nvPr/>
        </p:nvSpPr>
        <p:spPr bwMode="auto">
          <a:xfrm>
            <a:off x="499294" y="1511725"/>
            <a:ext cx="8321177" cy="1137556"/>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lvl1pPr>
              <a:spcBef>
                <a:spcPct val="20000"/>
              </a:spcBef>
              <a:buClr>
                <a:schemeClr val="accent1"/>
              </a:buClr>
              <a:buSzPct val="65000"/>
              <a:buFont typeface="Wingdings"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itchFamily="2" charset="2"/>
              <a:buChar char="q"/>
              <a:defRPr sz="26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ClrTx/>
              <a:buSzTx/>
              <a:buFontTx/>
              <a:buNone/>
              <a:defRPr/>
            </a:pPr>
            <a:r>
              <a:rPr lang="en-US" altLang="zh-CN" sz="1800">
                <a:solidFill>
                  <a:srgbClr val="000000"/>
                </a:solidFill>
                <a:latin typeface="Microsoft YaHei" panose="020B0503020204020204" pitchFamily="34" charset="-122"/>
                <a:ea typeface="Microsoft YaHei" panose="020B0503020204020204" pitchFamily="34" charset="-122"/>
              </a:rPr>
              <a:t>6</a:t>
            </a:r>
            <a:r>
              <a:rPr lang="zh-CN" altLang="en-US" sz="1800">
                <a:solidFill>
                  <a:srgbClr val="000000"/>
                </a:solidFill>
                <a:latin typeface="Microsoft YaHei" panose="020B0503020204020204" pitchFamily="34" charset="-122"/>
                <a:ea typeface="Microsoft YaHei" panose="020B0503020204020204" pitchFamily="34" charset="-122"/>
              </a:rPr>
              <a:t>）服务器子进程中打开的所有描述字随之关闭。由子进程来关闭已连接套接口引发</a:t>
            </a:r>
            <a:r>
              <a:rPr lang="en-US" altLang="zh-CN" sz="1800">
                <a:solidFill>
                  <a:srgbClr val="000000"/>
                </a:solidFill>
                <a:latin typeface="Microsoft YaHei" panose="020B0503020204020204" pitchFamily="34" charset="-122"/>
                <a:ea typeface="Microsoft YaHei" panose="020B0503020204020204" pitchFamily="34" charset="-122"/>
              </a:rPr>
              <a:t>TCP</a:t>
            </a:r>
            <a:r>
              <a:rPr lang="zh-CN" altLang="en-US" sz="1800">
                <a:solidFill>
                  <a:srgbClr val="000000"/>
                </a:solidFill>
                <a:latin typeface="Microsoft YaHei" panose="020B0503020204020204" pitchFamily="34" charset="-122"/>
                <a:ea typeface="Microsoft YaHei" panose="020B0503020204020204" pitchFamily="34" charset="-122"/>
              </a:rPr>
              <a:t>连接终止序列的最后两个分节。至此，连接完全终止，客户套接口进入</a:t>
            </a:r>
            <a:r>
              <a:rPr lang="en-US" altLang="zh-CN" sz="1800">
                <a:solidFill>
                  <a:srgbClr val="000000"/>
                </a:solidFill>
                <a:latin typeface="Microsoft YaHei" panose="020B0503020204020204" pitchFamily="34" charset="-122"/>
                <a:ea typeface="Microsoft YaHei" panose="020B0503020204020204" pitchFamily="34" charset="-122"/>
              </a:rPr>
              <a:t>TIME_WAIT</a:t>
            </a:r>
            <a:r>
              <a:rPr lang="zh-CN" altLang="en-US" sz="1800">
                <a:solidFill>
                  <a:srgbClr val="000000"/>
                </a:solidFill>
                <a:latin typeface="Microsoft YaHei" panose="020B0503020204020204" pitchFamily="34" charset="-122"/>
                <a:ea typeface="Microsoft YaHei" panose="020B0503020204020204" pitchFamily="34" charset="-122"/>
              </a:rPr>
              <a:t>状态。</a:t>
            </a:r>
          </a:p>
        </p:txBody>
      </p:sp>
      <p:sp>
        <p:nvSpPr>
          <p:cNvPr id="10" name="TextBox 2">
            <a:extLst>
              <a:ext uri="{FF2B5EF4-FFF2-40B4-BE49-F238E27FC236}">
                <a16:creationId xmlns:a16="http://schemas.microsoft.com/office/drawing/2014/main" id="{BEC3B183-4321-DD7B-C737-6F2BC3A8CB4F}"/>
              </a:ext>
            </a:extLst>
          </p:cNvPr>
          <p:cNvSpPr txBox="1">
            <a:spLocks noChangeArrowheads="1"/>
          </p:cNvSpPr>
          <p:nvPr/>
        </p:nvSpPr>
        <p:spPr bwMode="auto">
          <a:xfrm>
            <a:off x="499293" y="2808415"/>
            <a:ext cx="8321177" cy="1137556"/>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lvl1pPr>
              <a:spcBef>
                <a:spcPct val="20000"/>
              </a:spcBef>
              <a:buClr>
                <a:schemeClr val="accent1"/>
              </a:buClr>
              <a:buSzPct val="65000"/>
              <a:buFont typeface="Wingdings"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itchFamily="2" charset="2"/>
              <a:buChar char="q"/>
              <a:defRPr sz="26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ClrTx/>
              <a:buSzTx/>
              <a:buFontTx/>
              <a:buNone/>
              <a:defRPr/>
            </a:pPr>
            <a:r>
              <a:rPr lang="en-US" altLang="zh-CN" sz="1800" dirty="0">
                <a:solidFill>
                  <a:srgbClr val="000000"/>
                </a:solidFill>
                <a:latin typeface="Microsoft YaHei" panose="020B0503020204020204" pitchFamily="34" charset="-122"/>
                <a:ea typeface="Microsoft YaHei" panose="020B0503020204020204" pitchFamily="34" charset="-122"/>
              </a:rPr>
              <a:t>7</a:t>
            </a:r>
            <a:r>
              <a:rPr lang="zh-CN" altLang="en-US" sz="1800" dirty="0">
                <a:solidFill>
                  <a:srgbClr val="000000"/>
                </a:solidFill>
                <a:latin typeface="Microsoft YaHei" panose="020B0503020204020204" pitchFamily="34" charset="-122"/>
                <a:ea typeface="Microsoft YaHei" panose="020B0503020204020204" pitchFamily="34" charset="-122"/>
              </a:rPr>
              <a:t>）进程终止处理的另一部分是在服务器子进程终止时给父进程发一个信号</a:t>
            </a:r>
            <a:r>
              <a:rPr lang="en-US" altLang="zh-CN" sz="1800" dirty="0">
                <a:solidFill>
                  <a:srgbClr val="000000"/>
                </a:solidFill>
                <a:latin typeface="Microsoft YaHei" panose="020B0503020204020204" pitchFamily="34" charset="-122"/>
                <a:ea typeface="Microsoft YaHei" panose="020B0503020204020204" pitchFamily="34" charset="-122"/>
              </a:rPr>
              <a:t>SIGCHLD</a:t>
            </a:r>
            <a:r>
              <a:rPr lang="zh-CN" altLang="en-US" sz="1800" dirty="0">
                <a:solidFill>
                  <a:srgbClr val="000000"/>
                </a:solidFill>
                <a:latin typeface="Microsoft YaHei" panose="020B0503020204020204" pitchFamily="34" charset="-122"/>
                <a:ea typeface="Microsoft YaHei" panose="020B0503020204020204" pitchFamily="34" charset="-122"/>
              </a:rPr>
              <a:t>。这在本例中发生了，但我们在代码中未捕获这个信号，而这个信号的缺省动作是忽略的。</a:t>
            </a:r>
          </a:p>
        </p:txBody>
      </p:sp>
      <p:sp>
        <p:nvSpPr>
          <p:cNvPr id="11" name="TextBox 2">
            <a:extLst>
              <a:ext uri="{FF2B5EF4-FFF2-40B4-BE49-F238E27FC236}">
                <a16:creationId xmlns:a16="http://schemas.microsoft.com/office/drawing/2014/main" id="{05DF42CE-722D-64E2-2DCA-D4288E94F982}"/>
              </a:ext>
            </a:extLst>
          </p:cNvPr>
          <p:cNvSpPr txBox="1">
            <a:spLocks noChangeArrowheads="1"/>
          </p:cNvSpPr>
          <p:nvPr/>
        </p:nvSpPr>
        <p:spPr bwMode="auto">
          <a:xfrm>
            <a:off x="499294" y="4089594"/>
            <a:ext cx="8321177" cy="417358"/>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lvl1pPr>
              <a:spcBef>
                <a:spcPct val="20000"/>
              </a:spcBef>
              <a:buClr>
                <a:schemeClr val="accent1"/>
              </a:buClr>
              <a:buSzPct val="65000"/>
              <a:buFont typeface="Wingdings"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itchFamily="2" charset="2"/>
              <a:buChar char="q"/>
              <a:defRPr sz="26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ClrTx/>
              <a:buSzTx/>
              <a:buFontTx/>
              <a:buNone/>
              <a:defRPr/>
            </a:pPr>
            <a:r>
              <a:rPr lang="zh-CN" altLang="en-US" sz="1800" dirty="0">
                <a:solidFill>
                  <a:srgbClr val="FF0000"/>
                </a:solidFill>
                <a:latin typeface="Microsoft YaHei" panose="020B0503020204020204" pitchFamily="34" charset="-122"/>
                <a:ea typeface="Microsoft YaHei" panose="020B0503020204020204" pitchFamily="34" charset="-122"/>
              </a:rPr>
              <a:t>现在，子进程的状态是</a:t>
            </a:r>
            <a:r>
              <a:rPr lang="en-US" altLang="zh-CN" sz="1800" dirty="0">
                <a:solidFill>
                  <a:srgbClr val="FF0000"/>
                </a:solidFill>
                <a:latin typeface="Microsoft YaHei" panose="020B0503020204020204" pitchFamily="34" charset="-122"/>
                <a:ea typeface="Microsoft YaHei" panose="020B0503020204020204" pitchFamily="34" charset="-122"/>
              </a:rPr>
              <a:t>Z</a:t>
            </a:r>
            <a:r>
              <a:rPr lang="zh-CN" altLang="en-US" sz="1800" dirty="0">
                <a:solidFill>
                  <a:srgbClr val="FF0000"/>
                </a:solidFill>
                <a:latin typeface="Microsoft YaHei" panose="020B0503020204020204" pitchFamily="34" charset="-122"/>
                <a:ea typeface="Microsoft YaHei" panose="020B0503020204020204" pitchFamily="34" charset="-122"/>
              </a:rPr>
              <a:t>（僵尸）</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Box 2">
            <a:extLst>
              <a:ext uri="{FF2B5EF4-FFF2-40B4-BE49-F238E27FC236}">
                <a16:creationId xmlns:a16="http://schemas.microsoft.com/office/drawing/2014/main" id="{4C105997-9D08-215B-8CF8-556F227D8C1D}"/>
              </a:ext>
            </a:extLst>
          </p:cNvPr>
          <p:cNvSpPr txBox="1">
            <a:spLocks noChangeArrowheads="1"/>
          </p:cNvSpPr>
          <p:nvPr/>
        </p:nvSpPr>
        <p:spPr bwMode="auto">
          <a:xfrm>
            <a:off x="611560" y="771550"/>
            <a:ext cx="8168459" cy="659219"/>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lvl1pPr>
              <a:spcBef>
                <a:spcPct val="20000"/>
              </a:spcBef>
              <a:buClr>
                <a:schemeClr val="accent1"/>
              </a:buClr>
              <a:buSzPct val="65000"/>
              <a:buFont typeface="Wingdings"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itchFamily="2" charset="2"/>
              <a:buChar char="q"/>
              <a:defRPr sz="26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ClrTx/>
              <a:buSzTx/>
              <a:buFontTx/>
              <a:buNone/>
              <a:defRPr/>
            </a:pPr>
            <a:r>
              <a:rPr lang="zh-CN" altLang="en-US" sz="1500" dirty="0">
                <a:solidFill>
                  <a:srgbClr val="000000"/>
                </a:solidFill>
                <a:latin typeface="Microsoft YaHei" panose="020B0503020204020204" pitchFamily="34" charset="-122"/>
                <a:ea typeface="Microsoft YaHei" panose="020B0503020204020204" pitchFamily="34" charset="-122"/>
              </a:rPr>
              <a:t>信号是发生某事件时对进程的通知，有时称为软中断。它一般是异步的，这就是说，进程不可能提前知道信号发生的时间。</a:t>
            </a:r>
          </a:p>
        </p:txBody>
      </p:sp>
      <p:sp>
        <p:nvSpPr>
          <p:cNvPr id="23554" name="Rectangle 2">
            <a:extLst>
              <a:ext uri="{FF2B5EF4-FFF2-40B4-BE49-F238E27FC236}">
                <a16:creationId xmlns:a16="http://schemas.microsoft.com/office/drawing/2014/main" id="{F16FF354-667C-8C52-B210-DFC24713E3E3}"/>
              </a:ext>
            </a:extLst>
          </p:cNvPr>
          <p:cNvSpPr>
            <a:spLocks noGrp="1" noChangeArrowheads="1"/>
          </p:cNvSpPr>
          <p:nvPr>
            <p:ph type="title"/>
          </p:nvPr>
        </p:nvSpPr>
        <p:spPr/>
        <p:txBody>
          <a:bodyPr/>
          <a:lstStyle/>
          <a:p>
            <a:pPr eaLnBrk="1" hangingPunct="1"/>
            <a:r>
              <a:rPr lang="zh-CN" altLang="en-US" dirty="0"/>
              <a:t>四、</a:t>
            </a:r>
            <a:r>
              <a:rPr lang="en-US" altLang="zh-CN" dirty="0" err="1"/>
              <a:t>Posix</a:t>
            </a:r>
            <a:r>
              <a:rPr lang="zh-CN" altLang="en-US" dirty="0"/>
              <a:t>信号处理</a:t>
            </a:r>
          </a:p>
        </p:txBody>
      </p:sp>
      <p:sp>
        <p:nvSpPr>
          <p:cNvPr id="5" name="TextBox 1">
            <a:extLst>
              <a:ext uri="{FF2B5EF4-FFF2-40B4-BE49-F238E27FC236}">
                <a16:creationId xmlns:a16="http://schemas.microsoft.com/office/drawing/2014/main" id="{89480D23-A702-2A7C-9206-7AC20AC82C96}"/>
              </a:ext>
            </a:extLst>
          </p:cNvPr>
          <p:cNvSpPr txBox="1">
            <a:spLocks noChangeArrowheads="1"/>
          </p:cNvSpPr>
          <p:nvPr/>
        </p:nvSpPr>
        <p:spPr bwMode="auto">
          <a:xfrm>
            <a:off x="610370" y="1527596"/>
            <a:ext cx="8170112" cy="959302"/>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lvl1pPr>
              <a:spcBef>
                <a:spcPct val="20000"/>
              </a:spcBef>
              <a:buClr>
                <a:schemeClr val="accent1"/>
              </a:buClr>
              <a:buSzPct val="65000"/>
              <a:buFont typeface="Wingdings"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itchFamily="2" charset="2"/>
              <a:buChar char="q"/>
              <a:defRPr sz="26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ClrTx/>
              <a:buSzTx/>
              <a:buFontTx/>
              <a:buNone/>
              <a:defRPr/>
            </a:pPr>
            <a:r>
              <a:rPr lang="zh-CN" altLang="en-US" sz="1500">
                <a:latin typeface="Microsoft YaHei" panose="020B0503020204020204" pitchFamily="34" charset="-122"/>
                <a:ea typeface="Microsoft YaHei" panose="020B0503020204020204" pitchFamily="34" charset="-122"/>
              </a:rPr>
              <a:t>信号可以：</a:t>
            </a:r>
            <a:endParaRPr lang="en-US" altLang="zh-CN" sz="1500">
              <a:latin typeface="Microsoft YaHei" panose="020B0503020204020204" pitchFamily="34" charset="-122"/>
              <a:ea typeface="Microsoft YaHei" panose="020B0503020204020204" pitchFamily="34" charset="-122"/>
            </a:endParaRPr>
          </a:p>
          <a:p>
            <a:pPr eaLnBrk="1" hangingPunct="1">
              <a:lnSpc>
                <a:spcPct val="130000"/>
              </a:lnSpc>
              <a:spcBef>
                <a:spcPct val="0"/>
              </a:spcBef>
              <a:buClrTx/>
              <a:buSzTx/>
              <a:buFontTx/>
              <a:buNone/>
              <a:defRPr/>
            </a:pPr>
            <a:r>
              <a:rPr lang="en-US" altLang="zh-CN" sz="1500">
                <a:latin typeface="Microsoft YaHei" panose="020B0503020204020204" pitchFamily="34" charset="-122"/>
                <a:ea typeface="Microsoft YaHei" panose="020B0503020204020204" pitchFamily="34" charset="-122"/>
              </a:rPr>
              <a:t>1</a:t>
            </a:r>
            <a:r>
              <a:rPr lang="zh-CN" altLang="en-US" sz="1500">
                <a:latin typeface="Microsoft YaHei" panose="020B0503020204020204" pitchFamily="34" charset="-122"/>
                <a:ea typeface="Microsoft YaHei" panose="020B0503020204020204" pitchFamily="34" charset="-122"/>
              </a:rPr>
              <a:t>）由一进程发往另一进程（或本身）；</a:t>
            </a:r>
          </a:p>
          <a:p>
            <a:pPr eaLnBrk="1" hangingPunct="1">
              <a:lnSpc>
                <a:spcPct val="130000"/>
              </a:lnSpc>
              <a:spcBef>
                <a:spcPct val="0"/>
              </a:spcBef>
              <a:buClrTx/>
              <a:buSzTx/>
              <a:buFontTx/>
              <a:buNone/>
              <a:defRPr/>
            </a:pPr>
            <a:r>
              <a:rPr lang="en-US" altLang="zh-CN" sz="1500">
                <a:latin typeface="Microsoft YaHei" panose="020B0503020204020204" pitchFamily="34" charset="-122"/>
                <a:ea typeface="Microsoft YaHei" panose="020B0503020204020204" pitchFamily="34" charset="-122"/>
              </a:rPr>
              <a:t>2</a:t>
            </a:r>
            <a:r>
              <a:rPr lang="zh-CN" altLang="en-US" sz="1500">
                <a:latin typeface="Microsoft YaHei" panose="020B0503020204020204" pitchFamily="34" charset="-122"/>
                <a:ea typeface="Microsoft YaHei" panose="020B0503020204020204" pitchFamily="34" charset="-122"/>
              </a:rPr>
              <a:t>）由内核发往某进程。</a:t>
            </a:r>
            <a:endParaRPr lang="en-US" altLang="zh-CN" sz="1500">
              <a:latin typeface="Microsoft YaHei" panose="020B0503020204020204" pitchFamily="34" charset="-122"/>
              <a:ea typeface="Microsoft YaHei" panose="020B0503020204020204" pitchFamily="34" charset="-122"/>
            </a:endParaRPr>
          </a:p>
        </p:txBody>
      </p:sp>
      <p:sp>
        <p:nvSpPr>
          <p:cNvPr id="6" name="TextBox 1">
            <a:extLst>
              <a:ext uri="{FF2B5EF4-FFF2-40B4-BE49-F238E27FC236}">
                <a16:creationId xmlns:a16="http://schemas.microsoft.com/office/drawing/2014/main" id="{919236E0-A100-8B6C-8D32-0DBD18BC1440}"/>
              </a:ext>
            </a:extLst>
          </p:cNvPr>
          <p:cNvSpPr txBox="1">
            <a:spLocks noChangeArrowheads="1"/>
          </p:cNvSpPr>
          <p:nvPr/>
        </p:nvSpPr>
        <p:spPr bwMode="auto">
          <a:xfrm>
            <a:off x="611560" y="2664643"/>
            <a:ext cx="8170111" cy="363176"/>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lvl1pPr>
              <a:spcBef>
                <a:spcPct val="20000"/>
              </a:spcBef>
              <a:buClr>
                <a:schemeClr val="accent1"/>
              </a:buClr>
              <a:buSzPct val="65000"/>
              <a:buFont typeface="Wingdings"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itchFamily="2" charset="2"/>
              <a:buChar char="q"/>
              <a:defRPr sz="26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ClrTx/>
              <a:buSzTx/>
              <a:buFontTx/>
              <a:buNone/>
              <a:defRPr/>
            </a:pPr>
            <a:r>
              <a:rPr lang="en-US" altLang="zh-CN" sz="1500">
                <a:latin typeface="Microsoft YaHei" panose="020B0503020204020204" pitchFamily="34" charset="-122"/>
                <a:ea typeface="Microsoft YaHei" panose="020B0503020204020204" pitchFamily="34" charset="-122"/>
              </a:rPr>
              <a:t>SIGCHLD</a:t>
            </a:r>
            <a:r>
              <a:rPr lang="zh-CN" altLang="en-US" sz="1500">
                <a:latin typeface="Microsoft YaHei" panose="020B0503020204020204" pitchFamily="34" charset="-122"/>
                <a:ea typeface="Microsoft YaHei" panose="020B0503020204020204" pitchFamily="34" charset="-122"/>
              </a:rPr>
              <a:t>就是内核在某进程终止时发给此进程的父进程的信号。</a:t>
            </a:r>
            <a:endParaRPr lang="en-US" altLang="zh-CN" sz="1500">
              <a:latin typeface="Microsoft YaHei" panose="020B0503020204020204" pitchFamily="34" charset="-122"/>
              <a:ea typeface="Microsoft YaHei" panose="020B0503020204020204" pitchFamily="34" charset="-122"/>
            </a:endParaRPr>
          </a:p>
        </p:txBody>
      </p:sp>
      <p:sp>
        <p:nvSpPr>
          <p:cNvPr id="7" name="TextBox 2">
            <a:extLst>
              <a:ext uri="{FF2B5EF4-FFF2-40B4-BE49-F238E27FC236}">
                <a16:creationId xmlns:a16="http://schemas.microsoft.com/office/drawing/2014/main" id="{37FF1773-66AB-1D51-1958-531DE40BE14D}"/>
              </a:ext>
            </a:extLst>
          </p:cNvPr>
          <p:cNvSpPr txBox="1">
            <a:spLocks noChangeArrowheads="1"/>
          </p:cNvSpPr>
          <p:nvPr/>
        </p:nvSpPr>
        <p:spPr bwMode="auto">
          <a:xfrm>
            <a:off x="611560" y="3153990"/>
            <a:ext cx="8168459" cy="959302"/>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lvl1pPr>
              <a:spcBef>
                <a:spcPct val="20000"/>
              </a:spcBef>
              <a:buClr>
                <a:schemeClr val="accent1"/>
              </a:buClr>
              <a:buSzPct val="65000"/>
              <a:buFont typeface="Wingdings"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itchFamily="2" charset="2"/>
              <a:buChar char="q"/>
              <a:defRPr sz="26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ClrTx/>
              <a:buSzTx/>
              <a:buFontTx/>
              <a:buNone/>
              <a:defRPr/>
            </a:pPr>
            <a:r>
              <a:rPr lang="zh-CN" altLang="en-US" sz="1500">
                <a:solidFill>
                  <a:srgbClr val="000000"/>
                </a:solidFill>
                <a:latin typeface="Microsoft YaHei" panose="020B0503020204020204" pitchFamily="34" charset="-122"/>
                <a:ea typeface="Microsoft YaHei" panose="020B0503020204020204" pitchFamily="34" charset="-122"/>
              </a:rPr>
              <a:t>建立信号的处理办法的</a:t>
            </a:r>
            <a:r>
              <a:rPr lang="en-US" altLang="zh-CN" sz="1500">
                <a:solidFill>
                  <a:srgbClr val="000000"/>
                </a:solidFill>
                <a:latin typeface="Microsoft YaHei" panose="020B0503020204020204" pitchFamily="34" charset="-122"/>
                <a:ea typeface="Microsoft YaHei" panose="020B0503020204020204" pitchFamily="34" charset="-122"/>
              </a:rPr>
              <a:t>Posix</a:t>
            </a:r>
            <a:r>
              <a:rPr lang="zh-CN" altLang="en-US" sz="1500">
                <a:solidFill>
                  <a:srgbClr val="000000"/>
                </a:solidFill>
                <a:latin typeface="Microsoft YaHei" panose="020B0503020204020204" pitchFamily="34" charset="-122"/>
                <a:ea typeface="Microsoft YaHei" panose="020B0503020204020204" pitchFamily="34" charset="-122"/>
              </a:rPr>
              <a:t>方法就是调用函数</a:t>
            </a:r>
            <a:r>
              <a:rPr lang="en-US" altLang="zh-CN" sz="1500">
                <a:solidFill>
                  <a:srgbClr val="000000"/>
                </a:solidFill>
                <a:latin typeface="Microsoft YaHei" panose="020B0503020204020204" pitchFamily="34" charset="-122"/>
                <a:ea typeface="Microsoft YaHei" panose="020B0503020204020204" pitchFamily="34" charset="-122"/>
              </a:rPr>
              <a:t>sigaction</a:t>
            </a:r>
            <a:r>
              <a:rPr lang="zh-CN" altLang="en-US" sz="1500">
                <a:solidFill>
                  <a:srgbClr val="000000"/>
                </a:solidFill>
                <a:latin typeface="Microsoft YaHei" panose="020B0503020204020204" pitchFamily="34" charset="-122"/>
                <a:ea typeface="Microsoft YaHei" panose="020B0503020204020204" pitchFamily="34" charset="-122"/>
              </a:rPr>
              <a:t>。不过这有点复杂，因为该函数的一个参数是我们必须分配并填写的结构。简单些的方法就是调用函数</a:t>
            </a:r>
            <a:r>
              <a:rPr lang="en-US" altLang="zh-CN" sz="1500">
                <a:solidFill>
                  <a:srgbClr val="000000"/>
                </a:solidFill>
                <a:latin typeface="Microsoft YaHei" panose="020B0503020204020204" pitchFamily="34" charset="-122"/>
                <a:ea typeface="Microsoft YaHei" panose="020B0503020204020204" pitchFamily="34" charset="-122"/>
              </a:rPr>
              <a:t>signal</a:t>
            </a:r>
            <a:r>
              <a:rPr lang="zh-CN" altLang="en-US" sz="1500">
                <a:solidFill>
                  <a:srgbClr val="000000"/>
                </a:solidFill>
                <a:latin typeface="Microsoft YaHei" panose="020B0503020204020204" pitchFamily="34" charset="-122"/>
                <a:ea typeface="Microsoft YaHei" panose="020B0503020204020204" pitchFamily="34" charset="-122"/>
              </a:rPr>
              <a:t>，其第一个参数是信号名，第二个参数或为指向函数的指针，或为常值 </a:t>
            </a:r>
            <a:r>
              <a:rPr lang="en-US" altLang="zh-CN" sz="1500">
                <a:solidFill>
                  <a:srgbClr val="000000"/>
                </a:solidFill>
                <a:latin typeface="Microsoft YaHei" panose="020B0503020204020204" pitchFamily="34" charset="-122"/>
                <a:ea typeface="Microsoft YaHei" panose="020B0503020204020204" pitchFamily="34" charset="-122"/>
              </a:rPr>
              <a:t>SIG_IGN</a:t>
            </a:r>
            <a:r>
              <a:rPr lang="zh-CN" altLang="en-US" sz="1500">
                <a:solidFill>
                  <a:srgbClr val="000000"/>
                </a:solidFill>
                <a:latin typeface="Microsoft YaHei" panose="020B0503020204020204" pitchFamily="34" charset="-122"/>
                <a:ea typeface="Microsoft YaHei" panose="020B0503020204020204" pitchFamily="34" charset="-122"/>
              </a:rPr>
              <a:t>或</a:t>
            </a:r>
            <a:r>
              <a:rPr lang="en-US" altLang="zh-CN" sz="1500">
                <a:solidFill>
                  <a:srgbClr val="000000"/>
                </a:solidFill>
                <a:latin typeface="Microsoft YaHei" panose="020B0503020204020204" pitchFamily="34" charset="-122"/>
                <a:ea typeface="Microsoft YaHei" panose="020B0503020204020204" pitchFamily="34" charset="-122"/>
              </a:rPr>
              <a:t>SIG_DFL </a:t>
            </a:r>
            <a:r>
              <a:rPr lang="zh-CN" altLang="en-US" sz="1500">
                <a:solidFill>
                  <a:srgbClr val="000000"/>
                </a:solidFill>
                <a:latin typeface="Microsoft YaHei" panose="020B0503020204020204" pitchFamily="34" charset="-122"/>
                <a:ea typeface="Microsoft YaHei" panose="020B0503020204020204" pitchFamily="34" charset="-122"/>
              </a:rPr>
              <a:t>。</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26EC58B9-FDB9-EE19-600E-C2D4A9808C2E}"/>
              </a:ext>
            </a:extLst>
          </p:cNvPr>
          <p:cNvSpPr>
            <a:spLocks noGrp="1" noChangeArrowheads="1"/>
          </p:cNvSpPr>
          <p:nvPr>
            <p:ph type="title"/>
          </p:nvPr>
        </p:nvSpPr>
        <p:spPr/>
        <p:txBody>
          <a:bodyPr/>
          <a:lstStyle/>
          <a:p>
            <a:pPr eaLnBrk="1" hangingPunct="1"/>
            <a:r>
              <a:rPr lang="zh-CN" altLang="en-US" dirty="0"/>
              <a:t>五、处理</a:t>
            </a:r>
            <a:r>
              <a:rPr lang="en-US" altLang="zh-CN" dirty="0"/>
              <a:t>SIGCHLD</a:t>
            </a:r>
            <a:r>
              <a:rPr lang="zh-CN" altLang="en-US" dirty="0"/>
              <a:t>信号</a:t>
            </a:r>
          </a:p>
        </p:txBody>
      </p:sp>
      <p:sp>
        <p:nvSpPr>
          <p:cNvPr id="16387" name="TextBox 1">
            <a:extLst>
              <a:ext uri="{FF2B5EF4-FFF2-40B4-BE49-F238E27FC236}">
                <a16:creationId xmlns:a16="http://schemas.microsoft.com/office/drawing/2014/main" id="{BF6F3A20-623A-C975-F770-09A5CF38594C}"/>
              </a:ext>
            </a:extLst>
          </p:cNvPr>
          <p:cNvSpPr txBox="1">
            <a:spLocks noChangeArrowheads="1"/>
          </p:cNvSpPr>
          <p:nvPr/>
        </p:nvSpPr>
        <p:spPr bwMode="auto">
          <a:xfrm>
            <a:off x="611560" y="843558"/>
            <a:ext cx="7920880" cy="1132682"/>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lvl1pPr>
              <a:spcBef>
                <a:spcPct val="20000"/>
              </a:spcBef>
              <a:buClr>
                <a:schemeClr val="accent1"/>
              </a:buClr>
              <a:buSzPct val="65000"/>
              <a:buFont typeface="Wingdings"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itchFamily="2" charset="2"/>
              <a:buChar char="q"/>
              <a:defRPr sz="26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ClrTx/>
              <a:buSzTx/>
              <a:buFontTx/>
              <a:buNone/>
              <a:defRPr/>
            </a:pPr>
            <a:r>
              <a:rPr lang="zh-CN" altLang="en-US" sz="1800">
                <a:solidFill>
                  <a:srgbClr val="000000"/>
                </a:solidFill>
                <a:latin typeface="Microsoft YaHei" panose="020B0503020204020204" pitchFamily="34" charset="-122"/>
                <a:ea typeface="Microsoft YaHei" panose="020B0503020204020204" pitchFamily="34" charset="-122"/>
              </a:rPr>
              <a:t>设置僵尸（</a:t>
            </a:r>
            <a:r>
              <a:rPr lang="en-US" altLang="zh-CN" sz="1800">
                <a:solidFill>
                  <a:srgbClr val="000000"/>
                </a:solidFill>
                <a:latin typeface="Microsoft YaHei" panose="020B0503020204020204" pitchFamily="34" charset="-122"/>
                <a:ea typeface="Microsoft YaHei" panose="020B0503020204020204" pitchFamily="34" charset="-122"/>
              </a:rPr>
              <a:t>zombie</a:t>
            </a:r>
            <a:r>
              <a:rPr lang="zh-CN" altLang="en-US" sz="1800">
                <a:solidFill>
                  <a:srgbClr val="000000"/>
                </a:solidFill>
                <a:latin typeface="Microsoft YaHei" panose="020B0503020204020204" pitchFamily="34" charset="-122"/>
                <a:ea typeface="Microsoft YaHei" panose="020B0503020204020204" pitchFamily="34" charset="-122"/>
              </a:rPr>
              <a:t>）状态的目的就是维护子进程的信息，以便父进程在稍后的某个时候取回。此信息包括子进程的</a:t>
            </a:r>
            <a:r>
              <a:rPr lang="en-US" altLang="zh-CN" sz="1800">
                <a:solidFill>
                  <a:srgbClr val="000000"/>
                </a:solidFill>
                <a:latin typeface="Microsoft YaHei" panose="020B0503020204020204" pitchFamily="34" charset="-122"/>
                <a:ea typeface="Microsoft YaHei" panose="020B0503020204020204" pitchFamily="34" charset="-122"/>
              </a:rPr>
              <a:t>ID</a:t>
            </a:r>
            <a:r>
              <a:rPr lang="zh-CN" altLang="en-US" sz="1800">
                <a:solidFill>
                  <a:srgbClr val="000000"/>
                </a:solidFill>
                <a:latin typeface="Microsoft YaHei" panose="020B0503020204020204" pitchFamily="34" charset="-122"/>
                <a:ea typeface="Microsoft YaHei" panose="020B0503020204020204" pitchFamily="34" charset="-122"/>
              </a:rPr>
              <a:t>、终止状态以及子进程的资源利用信息（</a:t>
            </a:r>
            <a:r>
              <a:rPr lang="en-US" altLang="zh-CN" sz="1800">
                <a:solidFill>
                  <a:srgbClr val="000000"/>
                </a:solidFill>
                <a:latin typeface="Microsoft YaHei" panose="020B0503020204020204" pitchFamily="34" charset="-122"/>
                <a:ea typeface="Microsoft YaHei" panose="020B0503020204020204" pitchFamily="34" charset="-122"/>
              </a:rPr>
              <a:t>CPU</a:t>
            </a:r>
            <a:r>
              <a:rPr lang="zh-CN" altLang="en-US" sz="1800">
                <a:solidFill>
                  <a:srgbClr val="000000"/>
                </a:solidFill>
                <a:latin typeface="Microsoft YaHei" panose="020B0503020204020204" pitchFamily="34" charset="-122"/>
                <a:ea typeface="Microsoft YaHei" panose="020B0503020204020204" pitchFamily="34" charset="-122"/>
              </a:rPr>
              <a:t>时间、内存等等）。</a:t>
            </a:r>
          </a:p>
        </p:txBody>
      </p:sp>
      <p:sp>
        <p:nvSpPr>
          <p:cNvPr id="5" name="TextBox 1">
            <a:extLst>
              <a:ext uri="{FF2B5EF4-FFF2-40B4-BE49-F238E27FC236}">
                <a16:creationId xmlns:a16="http://schemas.microsoft.com/office/drawing/2014/main" id="{B62C01B2-DA83-38CB-DAE8-DAD2B9116C46}"/>
              </a:ext>
            </a:extLst>
          </p:cNvPr>
          <p:cNvSpPr txBox="1">
            <a:spLocks noChangeArrowheads="1"/>
          </p:cNvSpPr>
          <p:nvPr/>
        </p:nvSpPr>
        <p:spPr bwMode="auto">
          <a:xfrm>
            <a:off x="609973" y="2211710"/>
            <a:ext cx="7922467" cy="1497654"/>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lvl1pPr>
              <a:spcBef>
                <a:spcPct val="20000"/>
              </a:spcBef>
              <a:buClr>
                <a:schemeClr val="accent1"/>
              </a:buClr>
              <a:buSzPct val="65000"/>
              <a:buFont typeface="Wingdings"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itchFamily="2" charset="2"/>
              <a:buChar char="q"/>
              <a:defRPr sz="26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ClrTx/>
              <a:buSzTx/>
              <a:buFontTx/>
              <a:buNone/>
              <a:defRPr/>
            </a:pPr>
            <a:r>
              <a:rPr lang="zh-CN" altLang="en-US" sz="1800" dirty="0">
                <a:latin typeface="Microsoft YaHei" panose="020B0503020204020204" pitchFamily="34" charset="-122"/>
                <a:ea typeface="Microsoft YaHei" panose="020B0503020204020204" pitchFamily="34" charset="-122"/>
              </a:rPr>
              <a:t>如果一个进程终止，且该进程有子进程处于僵尸状态，则所有僵尸子进程的父进程</a:t>
            </a:r>
            <a:r>
              <a:rPr lang="en-US" altLang="zh-CN" sz="1800" dirty="0">
                <a:latin typeface="Microsoft YaHei" panose="020B0503020204020204" pitchFamily="34" charset="-122"/>
                <a:ea typeface="Microsoft YaHei" panose="020B0503020204020204" pitchFamily="34" charset="-122"/>
              </a:rPr>
              <a:t>ID</a:t>
            </a:r>
            <a:r>
              <a:rPr lang="zh-CN" altLang="en-US" sz="1800" dirty="0">
                <a:latin typeface="Microsoft YaHei" panose="020B0503020204020204" pitchFamily="34" charset="-122"/>
                <a:ea typeface="Microsoft YaHei" panose="020B0503020204020204" pitchFamily="34" charset="-122"/>
              </a:rPr>
              <a:t>均置为</a:t>
            </a:r>
            <a:r>
              <a:rPr lang="en-US" altLang="zh-CN" sz="1800" dirty="0">
                <a:latin typeface="Microsoft YaHei" panose="020B0503020204020204" pitchFamily="34" charset="-122"/>
                <a:ea typeface="Microsoft YaHei" panose="020B0503020204020204" pitchFamily="34" charset="-122"/>
              </a:rPr>
              <a:t>1</a:t>
            </a:r>
            <a:r>
              <a:rPr lang="zh-CN" altLang="en-US" sz="1800" dirty="0">
                <a:latin typeface="Microsoft YaHei" panose="020B0503020204020204" pitchFamily="34" charset="-122"/>
                <a:ea typeface="Microsoft YaHei" panose="020B0503020204020204" pitchFamily="34" charset="-122"/>
              </a:rPr>
              <a:t>（</a:t>
            </a:r>
            <a:r>
              <a:rPr lang="en-US" altLang="zh-CN" sz="1800" dirty="0" err="1">
                <a:latin typeface="Microsoft YaHei" panose="020B0503020204020204" pitchFamily="34" charset="-122"/>
                <a:ea typeface="Microsoft YaHei" panose="020B0503020204020204" pitchFamily="34" charset="-122"/>
              </a:rPr>
              <a:t>init</a:t>
            </a:r>
            <a:r>
              <a:rPr lang="zh-CN" altLang="en-US" sz="1800" dirty="0">
                <a:latin typeface="Microsoft YaHei" panose="020B0503020204020204" pitchFamily="34" charset="-122"/>
                <a:ea typeface="Microsoft YaHei" panose="020B0503020204020204" pitchFamily="34" charset="-122"/>
              </a:rPr>
              <a:t>进程）。</a:t>
            </a:r>
            <a:endParaRPr lang="en-US" altLang="zh-CN" sz="1800" dirty="0">
              <a:latin typeface="Microsoft YaHei" panose="020B0503020204020204" pitchFamily="34" charset="-122"/>
              <a:ea typeface="Microsoft YaHei" panose="020B0503020204020204" pitchFamily="34" charset="-122"/>
            </a:endParaRPr>
          </a:p>
          <a:p>
            <a:pPr eaLnBrk="1" hangingPunct="1">
              <a:lnSpc>
                <a:spcPct val="130000"/>
              </a:lnSpc>
              <a:spcBef>
                <a:spcPct val="0"/>
              </a:spcBef>
              <a:buClrTx/>
              <a:buSzTx/>
              <a:buFontTx/>
              <a:buNone/>
              <a:defRPr/>
            </a:pPr>
            <a:r>
              <a:rPr lang="en-US" altLang="zh-CN" sz="1800" dirty="0" err="1">
                <a:latin typeface="Microsoft YaHei" panose="020B0503020204020204" pitchFamily="34" charset="-122"/>
                <a:ea typeface="Microsoft YaHei" panose="020B0503020204020204" pitchFamily="34" charset="-122"/>
              </a:rPr>
              <a:t>init</a:t>
            </a:r>
            <a:r>
              <a:rPr lang="zh-CN" altLang="en-US" sz="1800" dirty="0">
                <a:latin typeface="Microsoft YaHei" panose="020B0503020204020204" pitchFamily="34" charset="-122"/>
                <a:ea typeface="Microsoft YaHei" panose="020B0503020204020204" pitchFamily="34" charset="-122"/>
              </a:rPr>
              <a:t>进程将作为这些子进程的继父并负责清除它们（也就是说，</a:t>
            </a:r>
            <a:r>
              <a:rPr lang="en-US" altLang="zh-CN" sz="1800" dirty="0" err="1">
                <a:solidFill>
                  <a:srgbClr val="FF0000"/>
                </a:solidFill>
                <a:latin typeface="Microsoft YaHei" panose="020B0503020204020204" pitchFamily="34" charset="-122"/>
                <a:ea typeface="Microsoft YaHei" panose="020B0503020204020204" pitchFamily="34" charset="-122"/>
              </a:rPr>
              <a:t>init</a:t>
            </a:r>
            <a:r>
              <a:rPr lang="zh-CN" altLang="en-US" sz="1800" dirty="0">
                <a:solidFill>
                  <a:srgbClr val="FF0000"/>
                </a:solidFill>
                <a:latin typeface="Microsoft YaHei" panose="020B0503020204020204" pitchFamily="34" charset="-122"/>
                <a:ea typeface="Microsoft YaHei" panose="020B0503020204020204" pitchFamily="34" charset="-122"/>
              </a:rPr>
              <a:t>进程将</a:t>
            </a:r>
            <a:r>
              <a:rPr lang="en-US" altLang="zh-CN" sz="1800" dirty="0">
                <a:solidFill>
                  <a:srgbClr val="FF0000"/>
                </a:solidFill>
                <a:latin typeface="Microsoft YaHei" panose="020B0503020204020204" pitchFamily="34" charset="-122"/>
                <a:ea typeface="Microsoft YaHei" panose="020B0503020204020204" pitchFamily="34" charset="-122"/>
              </a:rPr>
              <a:t>wait</a:t>
            </a:r>
            <a:r>
              <a:rPr lang="zh-CN" altLang="en-US" sz="1800" dirty="0">
                <a:solidFill>
                  <a:srgbClr val="FF0000"/>
                </a:solidFill>
                <a:latin typeface="Microsoft YaHei" panose="020B0503020204020204" pitchFamily="34" charset="-122"/>
                <a:ea typeface="Microsoft YaHei" panose="020B0503020204020204" pitchFamily="34" charset="-122"/>
              </a:rPr>
              <a:t>它们，从而去除僵尸进程</a:t>
            </a:r>
            <a:r>
              <a:rPr lang="zh-CN" altLang="en-US" sz="1800" dirty="0">
                <a:latin typeface="Microsoft YaHei" panose="020B0503020204020204" pitchFamily="34" charset="-122"/>
                <a:ea typeface="Microsoft YaHei" panose="020B0503020204020204" pitchFamily="34" charset="-122"/>
              </a:rPr>
              <a:t>）。</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49A48A93-B5DB-4F82-05C5-B2D8B53FA157}"/>
              </a:ext>
            </a:extLst>
          </p:cNvPr>
          <p:cNvSpPr>
            <a:spLocks noGrp="1" noChangeArrowheads="1"/>
          </p:cNvSpPr>
          <p:nvPr>
            <p:ph type="title"/>
          </p:nvPr>
        </p:nvSpPr>
        <p:spPr/>
        <p:txBody>
          <a:bodyPr/>
          <a:lstStyle/>
          <a:p>
            <a:pPr eaLnBrk="1" hangingPunct="1"/>
            <a:r>
              <a:rPr lang="zh-CN" altLang="en-US" dirty="0"/>
              <a:t>五、处理</a:t>
            </a:r>
            <a:r>
              <a:rPr lang="en-US" altLang="zh-CN" dirty="0"/>
              <a:t>SIGCHLD</a:t>
            </a:r>
            <a:r>
              <a:rPr lang="zh-CN" altLang="en-US" dirty="0"/>
              <a:t>信号</a:t>
            </a:r>
          </a:p>
        </p:txBody>
      </p:sp>
      <p:sp>
        <p:nvSpPr>
          <p:cNvPr id="16387" name="TextBox 1">
            <a:extLst>
              <a:ext uri="{FF2B5EF4-FFF2-40B4-BE49-F238E27FC236}">
                <a16:creationId xmlns:a16="http://schemas.microsoft.com/office/drawing/2014/main" id="{4F559298-F30B-AE6E-C8B4-7E8231922A69}"/>
              </a:ext>
            </a:extLst>
          </p:cNvPr>
          <p:cNvSpPr txBox="1">
            <a:spLocks noChangeArrowheads="1"/>
          </p:cNvSpPr>
          <p:nvPr/>
        </p:nvSpPr>
        <p:spPr bwMode="auto">
          <a:xfrm>
            <a:off x="529115" y="712486"/>
            <a:ext cx="8170112" cy="1653786"/>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lvl1pPr>
              <a:spcBef>
                <a:spcPct val="20000"/>
              </a:spcBef>
              <a:buClr>
                <a:schemeClr val="accent1"/>
              </a:buClr>
              <a:buSzPct val="65000"/>
              <a:buFont typeface="Wingdings"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itchFamily="2" charset="2"/>
              <a:buChar char="q"/>
              <a:defRPr sz="26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ClrTx/>
              <a:buSzTx/>
              <a:buFontTx/>
              <a:buNone/>
              <a:defRPr/>
            </a:pPr>
            <a:r>
              <a:rPr lang="zh-CN" altLang="en-US" sz="2000" dirty="0">
                <a:solidFill>
                  <a:srgbClr val="000000"/>
                </a:solidFill>
                <a:latin typeface="Microsoft YaHei" panose="020B0503020204020204" pitchFamily="34" charset="-122"/>
                <a:ea typeface="Microsoft YaHei" panose="020B0503020204020204" pitchFamily="34" charset="-122"/>
              </a:rPr>
              <a:t>僵尸进程占用内核空间，最终导致我们无法正常工作。</a:t>
            </a:r>
            <a:endParaRPr lang="en-US" altLang="zh-CN" sz="2000" dirty="0">
              <a:solidFill>
                <a:srgbClr val="000000"/>
              </a:solidFill>
              <a:latin typeface="Microsoft YaHei" panose="020B0503020204020204" pitchFamily="34" charset="-122"/>
              <a:ea typeface="Microsoft YaHei" panose="020B0503020204020204" pitchFamily="34" charset="-122"/>
            </a:endParaRPr>
          </a:p>
          <a:p>
            <a:pPr eaLnBrk="1" hangingPunct="1">
              <a:lnSpc>
                <a:spcPct val="130000"/>
              </a:lnSpc>
              <a:spcBef>
                <a:spcPct val="0"/>
              </a:spcBef>
              <a:buClrTx/>
              <a:buSzTx/>
              <a:buFontTx/>
              <a:buNone/>
              <a:defRPr/>
            </a:pPr>
            <a:r>
              <a:rPr lang="zh-CN" altLang="en-US" sz="2000" dirty="0">
                <a:solidFill>
                  <a:srgbClr val="000000"/>
                </a:solidFill>
                <a:latin typeface="Microsoft YaHei" panose="020B0503020204020204" pitchFamily="34" charset="-122"/>
                <a:ea typeface="Microsoft YaHei" panose="020B0503020204020204" pitchFamily="34" charset="-122"/>
              </a:rPr>
              <a:t>无论何时我们创建子进程都必须等待，以免变成僵尸进程。</a:t>
            </a:r>
            <a:endParaRPr lang="en-US" altLang="zh-CN" sz="2000" dirty="0">
              <a:solidFill>
                <a:srgbClr val="000000"/>
              </a:solidFill>
              <a:latin typeface="Microsoft YaHei" panose="020B0503020204020204" pitchFamily="34" charset="-122"/>
              <a:ea typeface="Microsoft YaHei" panose="020B0503020204020204" pitchFamily="34" charset="-122"/>
            </a:endParaRPr>
          </a:p>
          <a:p>
            <a:pPr eaLnBrk="1" hangingPunct="1">
              <a:lnSpc>
                <a:spcPct val="130000"/>
              </a:lnSpc>
              <a:spcBef>
                <a:spcPct val="0"/>
              </a:spcBef>
              <a:buClrTx/>
              <a:buSzTx/>
              <a:buFontTx/>
              <a:buNone/>
              <a:defRPr/>
            </a:pPr>
            <a:r>
              <a:rPr lang="zh-CN" altLang="en-US" sz="2000" dirty="0">
                <a:solidFill>
                  <a:srgbClr val="000000"/>
                </a:solidFill>
                <a:latin typeface="Microsoft YaHei" panose="020B0503020204020204" pitchFamily="34" charset="-122"/>
                <a:ea typeface="Microsoft YaHei" panose="020B0503020204020204" pitchFamily="34" charset="-122"/>
              </a:rPr>
              <a:t>为此，</a:t>
            </a:r>
            <a:r>
              <a:rPr lang="zh-CN" altLang="en-US" sz="2000" dirty="0">
                <a:solidFill>
                  <a:srgbClr val="FF0000"/>
                </a:solidFill>
                <a:latin typeface="Microsoft YaHei" panose="020B0503020204020204" pitchFamily="34" charset="-122"/>
                <a:ea typeface="Microsoft YaHei" panose="020B0503020204020204" pitchFamily="34" charset="-122"/>
              </a:rPr>
              <a:t>我们需要建立一个信号处理程序来捕获信号</a:t>
            </a:r>
            <a:r>
              <a:rPr lang="en-US" altLang="zh-CN" sz="2000" dirty="0">
                <a:solidFill>
                  <a:srgbClr val="FF0000"/>
                </a:solidFill>
                <a:latin typeface="Microsoft YaHei" panose="020B0503020204020204" pitchFamily="34" charset="-122"/>
                <a:ea typeface="Microsoft YaHei" panose="020B0503020204020204" pitchFamily="34" charset="-122"/>
              </a:rPr>
              <a:t>SIGCHLD</a:t>
            </a:r>
            <a:r>
              <a:rPr lang="zh-CN" altLang="en-US" sz="2000" dirty="0">
                <a:solidFill>
                  <a:srgbClr val="FF0000"/>
                </a:solidFill>
                <a:latin typeface="Microsoft YaHei" panose="020B0503020204020204" pitchFamily="34" charset="-122"/>
                <a:ea typeface="Microsoft YaHei" panose="020B0503020204020204" pitchFamily="34" charset="-122"/>
              </a:rPr>
              <a:t>，在处理程序中我们调用</a:t>
            </a:r>
            <a:r>
              <a:rPr lang="en-US" altLang="zh-CN" sz="2000" dirty="0">
                <a:solidFill>
                  <a:srgbClr val="FF0000"/>
                </a:solidFill>
                <a:latin typeface="Microsoft YaHei" panose="020B0503020204020204" pitchFamily="34" charset="-122"/>
                <a:ea typeface="Microsoft YaHei" panose="020B0503020204020204" pitchFamily="34" charset="-122"/>
              </a:rPr>
              <a:t>wait </a:t>
            </a:r>
            <a:r>
              <a:rPr lang="zh-CN" altLang="en-US" sz="2000" dirty="0">
                <a:solidFill>
                  <a:srgbClr val="FF0000"/>
                </a:solidFill>
                <a:latin typeface="Microsoft YaHei" panose="020B0503020204020204" pitchFamily="34" charset="-122"/>
                <a:ea typeface="Microsoft YaHei" panose="020B0503020204020204" pitchFamily="34" charset="-122"/>
              </a:rPr>
              <a:t>。</a:t>
            </a:r>
          </a:p>
        </p:txBody>
      </p:sp>
      <p:sp>
        <p:nvSpPr>
          <p:cNvPr id="5" name="TextBox 1">
            <a:extLst>
              <a:ext uri="{FF2B5EF4-FFF2-40B4-BE49-F238E27FC236}">
                <a16:creationId xmlns:a16="http://schemas.microsoft.com/office/drawing/2014/main" id="{45392160-7921-0F9A-5E9F-80922A1CDC0A}"/>
              </a:ext>
            </a:extLst>
          </p:cNvPr>
          <p:cNvSpPr txBox="1">
            <a:spLocks noChangeArrowheads="1"/>
          </p:cNvSpPr>
          <p:nvPr/>
        </p:nvSpPr>
        <p:spPr bwMode="auto">
          <a:xfrm>
            <a:off x="532038" y="2643758"/>
            <a:ext cx="8171749" cy="848181"/>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lvl1pPr>
              <a:spcBef>
                <a:spcPct val="20000"/>
              </a:spcBef>
              <a:buClr>
                <a:schemeClr val="accent1"/>
              </a:buClr>
              <a:buSzPct val="65000"/>
              <a:buFont typeface="Wingdings"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itchFamily="2" charset="2"/>
              <a:buChar char="q"/>
              <a:defRPr sz="26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ClrTx/>
              <a:buSzTx/>
              <a:buFontTx/>
              <a:buNone/>
              <a:defRPr/>
            </a:pPr>
            <a:r>
              <a:rPr lang="zh-CN" altLang="en-US" sz="2000">
                <a:latin typeface="Microsoft YaHei" panose="020B0503020204020204" pitchFamily="34" charset="-122"/>
                <a:ea typeface="Microsoft YaHei" panose="020B0503020204020204" pitchFamily="34" charset="-122"/>
              </a:rPr>
              <a:t>调用</a:t>
            </a:r>
            <a:r>
              <a:rPr lang="en-US" altLang="zh-CN" sz="2000">
                <a:latin typeface="Microsoft YaHei" panose="020B0503020204020204" pitchFamily="34" charset="-122"/>
                <a:ea typeface="Microsoft YaHei" panose="020B0503020204020204" pitchFamily="34" charset="-122"/>
              </a:rPr>
              <a:t>Listen </a:t>
            </a:r>
            <a:r>
              <a:rPr lang="zh-CN" altLang="en-US" sz="2000">
                <a:latin typeface="Microsoft YaHei" panose="020B0503020204020204" pitchFamily="34" charset="-122"/>
                <a:ea typeface="Microsoft YaHei" panose="020B0503020204020204" pitchFamily="34" charset="-122"/>
              </a:rPr>
              <a:t>之后，增加函数调用：</a:t>
            </a:r>
          </a:p>
          <a:p>
            <a:pPr eaLnBrk="1" hangingPunct="1">
              <a:lnSpc>
                <a:spcPct val="130000"/>
              </a:lnSpc>
              <a:spcBef>
                <a:spcPct val="0"/>
              </a:spcBef>
              <a:buClrTx/>
              <a:buSzTx/>
              <a:buFontTx/>
              <a:buNone/>
              <a:defRPr/>
            </a:pPr>
            <a:r>
              <a:rPr lang="en-US" altLang="zh-CN" sz="2000">
                <a:latin typeface="Microsoft YaHei" panose="020B0503020204020204" pitchFamily="34" charset="-122"/>
                <a:ea typeface="Microsoft YaHei" panose="020B0503020204020204" pitchFamily="34" charset="-122"/>
              </a:rPr>
              <a:t>Signal (SIGCHLD , sig_chld ) </a:t>
            </a:r>
            <a:r>
              <a:rPr lang="zh-CN" altLang="en-US" sz="2000">
                <a:latin typeface="Microsoft YaHei" panose="020B0503020204020204" pitchFamily="34" charset="-122"/>
                <a:ea typeface="Microsoft YaHei" panose="020B0503020204020204" pitchFamily="34" charset="-122"/>
              </a:rPr>
              <a:t>；</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E9BA78B7-A884-0627-D226-4CB310B67410}"/>
              </a:ext>
            </a:extLst>
          </p:cNvPr>
          <p:cNvSpPr>
            <a:spLocks noGrp="1" noChangeArrowheads="1"/>
          </p:cNvSpPr>
          <p:nvPr>
            <p:ph type="title"/>
          </p:nvPr>
        </p:nvSpPr>
        <p:spPr/>
        <p:txBody>
          <a:bodyPr/>
          <a:lstStyle/>
          <a:p>
            <a:pPr eaLnBrk="1" hangingPunct="1"/>
            <a:r>
              <a:rPr lang="zh-CN" altLang="en-US" dirty="0"/>
              <a:t>五、处理</a:t>
            </a:r>
            <a:r>
              <a:rPr lang="en-US" altLang="zh-CN" dirty="0"/>
              <a:t>SIGCHLD</a:t>
            </a:r>
            <a:r>
              <a:rPr lang="zh-CN" altLang="en-US" dirty="0"/>
              <a:t>信号</a:t>
            </a:r>
          </a:p>
        </p:txBody>
      </p:sp>
      <p:sp>
        <p:nvSpPr>
          <p:cNvPr id="5" name="TextBox 1">
            <a:extLst>
              <a:ext uri="{FF2B5EF4-FFF2-40B4-BE49-F238E27FC236}">
                <a16:creationId xmlns:a16="http://schemas.microsoft.com/office/drawing/2014/main" id="{F9148AB0-1E0A-B6CB-01B0-EBBE875E9383}"/>
              </a:ext>
            </a:extLst>
          </p:cNvPr>
          <p:cNvSpPr txBox="1">
            <a:spLocks noChangeArrowheads="1"/>
          </p:cNvSpPr>
          <p:nvPr/>
        </p:nvSpPr>
        <p:spPr bwMode="auto">
          <a:xfrm>
            <a:off x="207079" y="1059582"/>
            <a:ext cx="8729841" cy="417358"/>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lvl1pPr>
              <a:spcBef>
                <a:spcPct val="20000"/>
              </a:spcBef>
              <a:buClr>
                <a:schemeClr val="accent1"/>
              </a:buClr>
              <a:buSzPct val="65000"/>
              <a:buFont typeface="Wingdings"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itchFamily="2" charset="2"/>
              <a:buChar char="q"/>
              <a:defRPr sz="26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ClrTx/>
              <a:buSzTx/>
              <a:buFontTx/>
              <a:buNone/>
              <a:defRPr/>
            </a:pPr>
            <a:r>
              <a:rPr lang="en-US" altLang="zh-CN" sz="1800" dirty="0">
                <a:latin typeface="Microsoft YaHei" panose="020B0503020204020204" pitchFamily="34" charset="-122"/>
                <a:ea typeface="Microsoft YaHei" panose="020B0503020204020204" pitchFamily="34" charset="-122"/>
              </a:rPr>
              <a:t>1</a:t>
            </a:r>
            <a:r>
              <a:rPr lang="zh-CN" altLang="en-US" sz="1800" dirty="0">
                <a:latin typeface="Microsoft YaHei" panose="020B0503020204020204" pitchFamily="34" charset="-122"/>
                <a:ea typeface="Microsoft YaHei" panose="020B0503020204020204" pitchFamily="34" charset="-122"/>
              </a:rPr>
              <a:t>）键入</a:t>
            </a:r>
            <a:r>
              <a:rPr lang="en-US" altLang="zh-CN" sz="1800" dirty="0">
                <a:latin typeface="Microsoft YaHei" panose="020B0503020204020204" pitchFamily="34" charset="-122"/>
                <a:ea typeface="Microsoft YaHei" panose="020B0503020204020204" pitchFamily="34" charset="-122"/>
              </a:rPr>
              <a:t>EOF</a:t>
            </a:r>
            <a:r>
              <a:rPr lang="zh-CN" altLang="en-US" sz="1800" dirty="0">
                <a:latin typeface="Microsoft YaHei" panose="020B0503020204020204" pitchFamily="34" charset="-122"/>
                <a:ea typeface="Microsoft YaHei" panose="020B0503020204020204" pitchFamily="34" charset="-122"/>
              </a:rPr>
              <a:t>字符来终止客户，客户</a:t>
            </a:r>
            <a:r>
              <a:rPr lang="en-US" altLang="zh-CN" sz="1800" dirty="0">
                <a:latin typeface="Microsoft YaHei" panose="020B0503020204020204" pitchFamily="34" charset="-122"/>
                <a:ea typeface="Microsoft YaHei" panose="020B0503020204020204" pitchFamily="34" charset="-122"/>
              </a:rPr>
              <a:t>TCP</a:t>
            </a:r>
            <a:r>
              <a:rPr lang="zh-CN" altLang="en-US" sz="1800" dirty="0">
                <a:latin typeface="Microsoft YaHei" panose="020B0503020204020204" pitchFamily="34" charset="-122"/>
                <a:ea typeface="Microsoft YaHei" panose="020B0503020204020204" pitchFamily="34" charset="-122"/>
              </a:rPr>
              <a:t>发一个</a:t>
            </a:r>
            <a:r>
              <a:rPr lang="en-US" altLang="zh-CN" sz="1800" dirty="0">
                <a:latin typeface="Microsoft YaHei" panose="020B0503020204020204" pitchFamily="34" charset="-122"/>
                <a:ea typeface="Microsoft YaHei" panose="020B0503020204020204" pitchFamily="34" charset="-122"/>
              </a:rPr>
              <a:t>FIN</a:t>
            </a:r>
            <a:r>
              <a:rPr lang="zh-CN" altLang="en-US" sz="1800" dirty="0">
                <a:latin typeface="Microsoft YaHei" panose="020B0503020204020204" pitchFamily="34" charset="-122"/>
                <a:ea typeface="Microsoft YaHei" panose="020B0503020204020204" pitchFamily="34" charset="-122"/>
              </a:rPr>
              <a:t>给服务器，服务器以</a:t>
            </a:r>
            <a:r>
              <a:rPr lang="en-US" altLang="zh-CN" sz="1800" dirty="0">
                <a:latin typeface="Microsoft YaHei" panose="020B0503020204020204" pitchFamily="34" charset="-122"/>
                <a:ea typeface="Microsoft YaHei" panose="020B0503020204020204" pitchFamily="34" charset="-122"/>
              </a:rPr>
              <a:t>ACK</a:t>
            </a:r>
            <a:r>
              <a:rPr lang="zh-CN" altLang="en-US" sz="1800" dirty="0">
                <a:latin typeface="Microsoft YaHei" panose="020B0503020204020204" pitchFamily="34" charset="-122"/>
                <a:ea typeface="Microsoft YaHei" panose="020B0503020204020204" pitchFamily="34" charset="-122"/>
              </a:rPr>
              <a:t>响应。</a:t>
            </a:r>
          </a:p>
        </p:txBody>
      </p:sp>
      <p:sp>
        <p:nvSpPr>
          <p:cNvPr id="6" name="TextBox 1">
            <a:extLst>
              <a:ext uri="{FF2B5EF4-FFF2-40B4-BE49-F238E27FC236}">
                <a16:creationId xmlns:a16="http://schemas.microsoft.com/office/drawing/2014/main" id="{35377D7A-867D-3E30-3E1C-F62594BA84D5}"/>
              </a:ext>
            </a:extLst>
          </p:cNvPr>
          <p:cNvSpPr txBox="1">
            <a:spLocks noChangeArrowheads="1"/>
          </p:cNvSpPr>
          <p:nvPr/>
        </p:nvSpPr>
        <p:spPr bwMode="auto">
          <a:xfrm>
            <a:off x="202103" y="1600282"/>
            <a:ext cx="8729841" cy="772584"/>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lvl1pPr>
              <a:spcBef>
                <a:spcPct val="20000"/>
              </a:spcBef>
              <a:buClr>
                <a:schemeClr val="accent1"/>
              </a:buClr>
              <a:buSzPct val="65000"/>
              <a:buFont typeface="Wingdings"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itchFamily="2" charset="2"/>
              <a:buChar char="q"/>
              <a:defRPr sz="26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ClrTx/>
              <a:buSzTx/>
              <a:buFontTx/>
              <a:buNone/>
              <a:defRPr/>
            </a:pPr>
            <a:r>
              <a:rPr lang="en-US" altLang="zh-CN" sz="1800" dirty="0">
                <a:latin typeface="Microsoft YaHei" panose="020B0503020204020204" pitchFamily="34" charset="-122"/>
                <a:ea typeface="Microsoft YaHei" panose="020B0503020204020204" pitchFamily="34" charset="-122"/>
              </a:rPr>
              <a:t>2</a:t>
            </a:r>
            <a:r>
              <a:rPr lang="zh-CN" altLang="en-US" sz="1800" dirty="0">
                <a:latin typeface="Microsoft YaHei" panose="020B0503020204020204" pitchFamily="34" charset="-122"/>
                <a:ea typeface="Microsoft YaHei" panose="020B0503020204020204" pitchFamily="34" charset="-122"/>
              </a:rPr>
              <a:t>）</a:t>
            </a:r>
            <a:r>
              <a:rPr lang="en-US" altLang="zh-CN" sz="1800" dirty="0">
                <a:latin typeface="Microsoft YaHei" panose="020B0503020204020204" pitchFamily="34" charset="-122"/>
                <a:ea typeface="Microsoft YaHei" panose="020B0503020204020204" pitchFamily="34" charset="-122"/>
              </a:rPr>
              <a:t>FIN</a:t>
            </a:r>
            <a:r>
              <a:rPr lang="zh-CN" altLang="en-US" sz="1800" dirty="0">
                <a:latin typeface="Microsoft YaHei" panose="020B0503020204020204" pitchFamily="34" charset="-122"/>
                <a:ea typeface="Microsoft YaHei" panose="020B0503020204020204" pitchFamily="34" charset="-122"/>
              </a:rPr>
              <a:t>的接收导致服务器</a:t>
            </a:r>
            <a:r>
              <a:rPr lang="en-US" altLang="zh-CN" sz="1800" dirty="0">
                <a:latin typeface="Microsoft YaHei" panose="020B0503020204020204" pitchFamily="34" charset="-122"/>
                <a:ea typeface="Microsoft YaHei" panose="020B0503020204020204" pitchFamily="34" charset="-122"/>
              </a:rPr>
              <a:t>TCP</a:t>
            </a:r>
            <a:r>
              <a:rPr lang="zh-CN" altLang="en-US" sz="1800" dirty="0">
                <a:latin typeface="Microsoft YaHei" panose="020B0503020204020204" pitchFamily="34" charset="-122"/>
                <a:ea typeface="Microsoft YaHei" panose="020B0503020204020204" pitchFamily="34" charset="-122"/>
              </a:rPr>
              <a:t>递送一个</a:t>
            </a:r>
            <a:r>
              <a:rPr lang="en-US" altLang="zh-CN" sz="1800" dirty="0">
                <a:latin typeface="Microsoft YaHei" panose="020B0503020204020204" pitchFamily="34" charset="-122"/>
                <a:ea typeface="Microsoft YaHei" panose="020B0503020204020204" pitchFamily="34" charset="-122"/>
              </a:rPr>
              <a:t>EOF</a:t>
            </a:r>
            <a:r>
              <a:rPr lang="zh-CN" altLang="en-US" sz="1800" dirty="0">
                <a:latin typeface="Microsoft YaHei" panose="020B0503020204020204" pitchFamily="34" charset="-122"/>
                <a:ea typeface="Microsoft YaHei" panose="020B0503020204020204" pitchFamily="34" charset="-122"/>
              </a:rPr>
              <a:t>给子进程阻塞中的</a:t>
            </a:r>
            <a:r>
              <a:rPr lang="en-US" altLang="zh-CN" sz="1800" dirty="0" err="1">
                <a:latin typeface="Microsoft YaHei" panose="020B0503020204020204" pitchFamily="34" charset="-122"/>
                <a:ea typeface="Microsoft YaHei" panose="020B0503020204020204" pitchFamily="34" charset="-122"/>
              </a:rPr>
              <a:t>readline</a:t>
            </a:r>
            <a:r>
              <a:rPr lang="zh-CN" altLang="en-US" sz="1800" dirty="0">
                <a:latin typeface="Microsoft YaHei" panose="020B0503020204020204" pitchFamily="34" charset="-122"/>
                <a:ea typeface="Microsoft YaHei" panose="020B0503020204020204" pitchFamily="34" charset="-122"/>
              </a:rPr>
              <a:t>，从而子进程终止。</a:t>
            </a:r>
          </a:p>
        </p:txBody>
      </p:sp>
      <p:sp>
        <p:nvSpPr>
          <p:cNvPr id="7" name="TextBox 1">
            <a:extLst>
              <a:ext uri="{FF2B5EF4-FFF2-40B4-BE49-F238E27FC236}">
                <a16:creationId xmlns:a16="http://schemas.microsoft.com/office/drawing/2014/main" id="{2D7363E2-CFCB-0E32-A8B2-AC26EF7564EB}"/>
              </a:ext>
            </a:extLst>
          </p:cNvPr>
          <p:cNvSpPr txBox="1">
            <a:spLocks noChangeArrowheads="1"/>
          </p:cNvSpPr>
          <p:nvPr/>
        </p:nvSpPr>
        <p:spPr bwMode="auto">
          <a:xfrm>
            <a:off x="181527" y="2511613"/>
            <a:ext cx="8729841" cy="1132682"/>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lvl1pPr>
              <a:spcBef>
                <a:spcPct val="20000"/>
              </a:spcBef>
              <a:buClr>
                <a:schemeClr val="accent1"/>
              </a:buClr>
              <a:buSzPct val="65000"/>
              <a:buFont typeface="Wingdings"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itchFamily="2" charset="2"/>
              <a:buChar char="q"/>
              <a:defRPr sz="26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ClrTx/>
              <a:buSzTx/>
              <a:buFontTx/>
              <a:buNone/>
              <a:defRPr/>
            </a:pPr>
            <a:r>
              <a:rPr lang="en-US" altLang="zh-CN" sz="1800" dirty="0">
                <a:latin typeface="Microsoft YaHei" panose="020B0503020204020204" pitchFamily="34" charset="-122"/>
                <a:ea typeface="Microsoft YaHei" panose="020B0503020204020204" pitchFamily="34" charset="-122"/>
              </a:rPr>
              <a:t>3</a:t>
            </a:r>
            <a:r>
              <a:rPr lang="zh-CN" altLang="en-US" sz="1800" dirty="0">
                <a:latin typeface="Microsoft YaHei" panose="020B0503020204020204" pitchFamily="34" charset="-122"/>
                <a:ea typeface="Microsoft YaHei" panose="020B0503020204020204" pitchFamily="34" charset="-122"/>
              </a:rPr>
              <a:t>）当信号</a:t>
            </a:r>
            <a:r>
              <a:rPr lang="en-US" altLang="zh-CN" sz="1800" dirty="0">
                <a:latin typeface="Microsoft YaHei" panose="020B0503020204020204" pitchFamily="34" charset="-122"/>
                <a:ea typeface="Microsoft YaHei" panose="020B0503020204020204" pitchFamily="34" charset="-122"/>
              </a:rPr>
              <a:t>SIGCHLD</a:t>
            </a:r>
            <a:r>
              <a:rPr lang="zh-CN" altLang="en-US" sz="1800" dirty="0">
                <a:latin typeface="Microsoft YaHei" panose="020B0503020204020204" pitchFamily="34" charset="-122"/>
                <a:ea typeface="Microsoft YaHei" panose="020B0503020204020204" pitchFamily="34" charset="-122"/>
              </a:rPr>
              <a:t>递交时，父进程阻塞于</a:t>
            </a:r>
            <a:r>
              <a:rPr lang="en-US" altLang="zh-CN" sz="1800" dirty="0">
                <a:latin typeface="Microsoft YaHei" panose="020B0503020204020204" pitchFamily="34" charset="-122"/>
                <a:ea typeface="Microsoft YaHei" panose="020B0503020204020204" pitchFamily="34" charset="-122"/>
              </a:rPr>
              <a:t>accept</a:t>
            </a:r>
            <a:r>
              <a:rPr lang="zh-CN" altLang="en-US" sz="1800" dirty="0">
                <a:latin typeface="Microsoft YaHei" panose="020B0503020204020204" pitchFamily="34" charset="-122"/>
                <a:ea typeface="Microsoft YaHei" panose="020B0503020204020204" pitchFamily="34" charset="-122"/>
              </a:rPr>
              <a:t>调用。函数</a:t>
            </a:r>
            <a:r>
              <a:rPr lang="en-US" altLang="zh-CN" sz="1800" dirty="0" err="1">
                <a:latin typeface="Microsoft YaHei" panose="020B0503020204020204" pitchFamily="34" charset="-122"/>
                <a:ea typeface="Microsoft YaHei" panose="020B0503020204020204" pitchFamily="34" charset="-122"/>
              </a:rPr>
              <a:t>sig_chld</a:t>
            </a:r>
            <a:r>
              <a:rPr lang="zh-CN" altLang="en-US" sz="1800" dirty="0">
                <a:latin typeface="Microsoft YaHei" panose="020B0503020204020204" pitchFamily="34" charset="-122"/>
                <a:ea typeface="Microsoft YaHei" panose="020B0503020204020204" pitchFamily="34" charset="-122"/>
              </a:rPr>
              <a:t>（信号处理程序）执行，它调用函数</a:t>
            </a:r>
            <a:r>
              <a:rPr lang="en-US" altLang="zh-CN" sz="1800" dirty="0">
                <a:latin typeface="Microsoft YaHei" panose="020B0503020204020204" pitchFamily="34" charset="-122"/>
                <a:ea typeface="Microsoft YaHei" panose="020B0503020204020204" pitchFamily="34" charset="-122"/>
              </a:rPr>
              <a:t>wait</a:t>
            </a:r>
            <a:r>
              <a:rPr lang="zh-CN" altLang="en-US" sz="1800" dirty="0">
                <a:latin typeface="Microsoft YaHei" panose="020B0503020204020204" pitchFamily="34" charset="-122"/>
                <a:ea typeface="Microsoft YaHei" panose="020B0503020204020204" pitchFamily="34" charset="-122"/>
              </a:rPr>
              <a:t>取到子进程的</a:t>
            </a:r>
            <a:r>
              <a:rPr lang="en-US" altLang="zh-CN" sz="1800" dirty="0">
                <a:latin typeface="Microsoft YaHei" panose="020B0503020204020204" pitchFamily="34" charset="-122"/>
                <a:ea typeface="Microsoft YaHei" panose="020B0503020204020204" pitchFamily="34" charset="-122"/>
              </a:rPr>
              <a:t>PID</a:t>
            </a:r>
            <a:r>
              <a:rPr lang="zh-CN" altLang="en-US" sz="1800" dirty="0">
                <a:latin typeface="Microsoft YaHei" panose="020B0503020204020204" pitchFamily="34" charset="-122"/>
                <a:ea typeface="Microsoft YaHei" panose="020B0503020204020204" pitchFamily="34" charset="-122"/>
              </a:rPr>
              <a:t>和终止状态，再调用 </a:t>
            </a:r>
            <a:r>
              <a:rPr lang="en-US" altLang="zh-CN" sz="1800" dirty="0" err="1">
                <a:latin typeface="Microsoft YaHei" panose="020B0503020204020204" pitchFamily="34" charset="-122"/>
                <a:ea typeface="Microsoft YaHei" panose="020B0503020204020204" pitchFamily="34" charset="-122"/>
              </a:rPr>
              <a:t>printf</a:t>
            </a:r>
            <a:r>
              <a:rPr lang="zh-CN" altLang="en-US" sz="1800" dirty="0">
                <a:latin typeface="Microsoft YaHei" panose="020B0503020204020204" pitchFamily="34" charset="-122"/>
                <a:ea typeface="Microsoft YaHei" panose="020B0503020204020204" pitchFamily="34" charset="-122"/>
              </a:rPr>
              <a:t>，然后返回。</a:t>
            </a:r>
          </a:p>
        </p:txBody>
      </p:sp>
      <p:sp>
        <p:nvSpPr>
          <p:cNvPr id="8" name="TextBox 1">
            <a:extLst>
              <a:ext uri="{FF2B5EF4-FFF2-40B4-BE49-F238E27FC236}">
                <a16:creationId xmlns:a16="http://schemas.microsoft.com/office/drawing/2014/main" id="{44628180-5685-20AC-42B1-227E0873AD3B}"/>
              </a:ext>
            </a:extLst>
          </p:cNvPr>
          <p:cNvSpPr txBox="1">
            <a:spLocks noChangeArrowheads="1"/>
          </p:cNvSpPr>
          <p:nvPr/>
        </p:nvSpPr>
        <p:spPr bwMode="auto">
          <a:xfrm>
            <a:off x="216935" y="3783046"/>
            <a:ext cx="8729841" cy="1132682"/>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lvl1pPr>
              <a:spcBef>
                <a:spcPct val="20000"/>
              </a:spcBef>
              <a:buClr>
                <a:schemeClr val="accent1"/>
              </a:buClr>
              <a:buSzPct val="65000"/>
              <a:buFont typeface="Wingdings"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itchFamily="2" charset="2"/>
              <a:buChar char="q"/>
              <a:defRPr sz="26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ClrTx/>
              <a:buSzTx/>
              <a:buFontTx/>
              <a:buNone/>
              <a:defRPr/>
            </a:pPr>
            <a:r>
              <a:rPr lang="en-US" altLang="zh-CN" sz="1800" dirty="0">
                <a:latin typeface="Microsoft YaHei" panose="020B0503020204020204" pitchFamily="34" charset="-122"/>
                <a:ea typeface="Microsoft YaHei" panose="020B0503020204020204" pitchFamily="34" charset="-122"/>
              </a:rPr>
              <a:t>4</a:t>
            </a:r>
            <a:r>
              <a:rPr lang="zh-CN" altLang="en-US" sz="1800" dirty="0">
                <a:latin typeface="Microsoft YaHei" panose="020B0503020204020204" pitchFamily="34" charset="-122"/>
                <a:ea typeface="Microsoft YaHei" panose="020B0503020204020204" pitchFamily="34" charset="-122"/>
              </a:rPr>
              <a:t>）由于该信号是在父进程阻塞于慢系统调用（</a:t>
            </a:r>
            <a:r>
              <a:rPr lang="en-US" altLang="zh-CN" sz="1800" dirty="0">
                <a:latin typeface="Microsoft YaHei" panose="020B0503020204020204" pitchFamily="34" charset="-122"/>
                <a:ea typeface="Microsoft YaHei" panose="020B0503020204020204" pitchFamily="34" charset="-122"/>
              </a:rPr>
              <a:t>accept</a:t>
            </a:r>
            <a:r>
              <a:rPr lang="zh-CN" altLang="en-US" sz="1800" dirty="0">
                <a:latin typeface="Microsoft YaHei" panose="020B0503020204020204" pitchFamily="34" charset="-122"/>
                <a:ea typeface="Microsoft YaHei" panose="020B0503020204020204" pitchFamily="34" charset="-122"/>
              </a:rPr>
              <a:t>）时由父进程捕获的，所以</a:t>
            </a:r>
            <a:r>
              <a:rPr lang="zh-CN" altLang="en-US" sz="1800" dirty="0">
                <a:solidFill>
                  <a:srgbClr val="FF0000"/>
                </a:solidFill>
                <a:latin typeface="Microsoft YaHei" panose="020B0503020204020204" pitchFamily="34" charset="-122"/>
                <a:ea typeface="Microsoft YaHei" panose="020B0503020204020204" pitchFamily="34" charset="-122"/>
              </a:rPr>
              <a:t>内核将使</a:t>
            </a:r>
            <a:r>
              <a:rPr lang="en-US" altLang="zh-CN" sz="1800" dirty="0">
                <a:solidFill>
                  <a:srgbClr val="FF0000"/>
                </a:solidFill>
                <a:latin typeface="Microsoft YaHei" panose="020B0503020204020204" pitchFamily="34" charset="-122"/>
                <a:ea typeface="Microsoft YaHei" panose="020B0503020204020204" pitchFamily="34" charset="-122"/>
              </a:rPr>
              <a:t>accept</a:t>
            </a:r>
            <a:r>
              <a:rPr lang="zh-CN" altLang="en-US" sz="1800" dirty="0">
                <a:solidFill>
                  <a:srgbClr val="FF0000"/>
                </a:solidFill>
                <a:latin typeface="Microsoft YaHei" panose="020B0503020204020204" pitchFamily="34" charset="-122"/>
                <a:ea typeface="Microsoft YaHei" panose="020B0503020204020204" pitchFamily="34" charset="-122"/>
              </a:rPr>
              <a:t>返回一个</a:t>
            </a:r>
            <a:r>
              <a:rPr lang="en-US" altLang="zh-CN" sz="1800" dirty="0">
                <a:solidFill>
                  <a:srgbClr val="FF0000"/>
                </a:solidFill>
                <a:latin typeface="Microsoft YaHei" panose="020B0503020204020204" pitchFamily="34" charset="-122"/>
                <a:ea typeface="Microsoft YaHei" panose="020B0503020204020204" pitchFamily="34" charset="-122"/>
              </a:rPr>
              <a:t>EINTR</a:t>
            </a:r>
            <a:r>
              <a:rPr lang="zh-CN" altLang="en-US" sz="1800" dirty="0">
                <a:solidFill>
                  <a:srgbClr val="FF0000"/>
                </a:solidFill>
                <a:latin typeface="Microsoft YaHei" panose="020B0503020204020204" pitchFamily="34" charset="-122"/>
                <a:ea typeface="Microsoft YaHei" panose="020B0503020204020204" pitchFamily="34" charset="-122"/>
              </a:rPr>
              <a:t>错误（被中断的系统调用），而父进程不处理此错误，所以中止。</a:t>
            </a:r>
          </a:p>
        </p:txBody>
      </p:sp>
      <p:sp>
        <p:nvSpPr>
          <p:cNvPr id="4" name="文本框 3">
            <a:extLst>
              <a:ext uri="{FF2B5EF4-FFF2-40B4-BE49-F238E27FC236}">
                <a16:creationId xmlns:a16="http://schemas.microsoft.com/office/drawing/2014/main" id="{C53D30FB-86AB-383A-00A8-7B19D9F1285B}"/>
              </a:ext>
            </a:extLst>
          </p:cNvPr>
          <p:cNvSpPr txBox="1"/>
          <p:nvPr/>
        </p:nvSpPr>
        <p:spPr>
          <a:xfrm>
            <a:off x="179671" y="604848"/>
            <a:ext cx="4585716" cy="417358"/>
          </a:xfrm>
          <a:prstGeom prst="rect">
            <a:avLst/>
          </a:prstGeom>
          <a:noFill/>
        </p:spPr>
        <p:txBody>
          <a:bodyPr wrap="square">
            <a:spAutoFit/>
          </a:bodyPr>
          <a:lstStyle/>
          <a:p>
            <a:pPr eaLnBrk="1" hangingPunct="1">
              <a:lnSpc>
                <a:spcPct val="130000"/>
              </a:lnSpc>
              <a:spcBef>
                <a:spcPct val="0"/>
              </a:spcBef>
              <a:buClrTx/>
              <a:buSzTx/>
              <a:buFontTx/>
              <a:buNone/>
              <a:defRPr/>
            </a:pPr>
            <a:r>
              <a:rPr lang="zh-CN" altLang="en-US" sz="1800" dirty="0">
                <a:solidFill>
                  <a:srgbClr val="000000"/>
                </a:solidFill>
                <a:latin typeface="Microsoft YaHei" panose="020B0503020204020204" pitchFamily="34" charset="-122"/>
                <a:ea typeface="Microsoft YaHei" panose="020B0503020204020204" pitchFamily="34" charset="-122"/>
              </a:rPr>
              <a:t>处理</a:t>
            </a:r>
            <a:r>
              <a:rPr lang="en-US" altLang="zh-CN" sz="1800" dirty="0">
                <a:solidFill>
                  <a:srgbClr val="000000"/>
                </a:solidFill>
                <a:latin typeface="Microsoft YaHei" panose="020B0503020204020204" pitchFamily="34" charset="-122"/>
                <a:ea typeface="Microsoft YaHei" panose="020B0503020204020204" pitchFamily="34" charset="-122"/>
              </a:rPr>
              <a:t>SIGCHLD</a:t>
            </a:r>
            <a:r>
              <a:rPr lang="zh-CN" altLang="en-US" sz="1800" dirty="0">
                <a:solidFill>
                  <a:srgbClr val="000000"/>
                </a:solidFill>
                <a:latin typeface="Microsoft YaHei" panose="020B0503020204020204" pitchFamily="34" charset="-122"/>
                <a:ea typeface="Microsoft YaHei" panose="020B0503020204020204" pitchFamily="34" charset="-122"/>
              </a:rPr>
              <a:t>信号的流程</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extBox 1">
            <a:extLst>
              <a:ext uri="{FF2B5EF4-FFF2-40B4-BE49-F238E27FC236}">
                <a16:creationId xmlns:a16="http://schemas.microsoft.com/office/drawing/2014/main" id="{7D8BC694-15D2-6EF8-692F-4E4FDF8BD0A3}"/>
              </a:ext>
            </a:extLst>
          </p:cNvPr>
          <p:cNvSpPr txBox="1">
            <a:spLocks noChangeArrowheads="1"/>
          </p:cNvSpPr>
          <p:nvPr/>
        </p:nvSpPr>
        <p:spPr bwMode="auto">
          <a:xfrm>
            <a:off x="531327" y="679320"/>
            <a:ext cx="8113378" cy="3651705"/>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en-US" altLang="zh-CN" sz="2000" b="1" dirty="0">
                <a:solidFill>
                  <a:srgbClr val="000000"/>
                </a:solidFill>
              </a:rPr>
              <a:t>for ( ; ; ) {</a:t>
            </a:r>
          </a:p>
          <a:p>
            <a:pPr eaLnBrk="1" hangingPunct="1">
              <a:lnSpc>
                <a:spcPct val="130000"/>
              </a:lnSpc>
              <a:defRPr/>
            </a:pPr>
            <a:r>
              <a:rPr lang="en-US" altLang="zh-CN" sz="2000" b="1" dirty="0">
                <a:solidFill>
                  <a:srgbClr val="000000"/>
                </a:solidFill>
              </a:rPr>
              <a:t>	</a:t>
            </a:r>
            <a:r>
              <a:rPr lang="en-US" altLang="zh-CN" sz="2000" b="1" dirty="0" err="1">
                <a:solidFill>
                  <a:srgbClr val="000000"/>
                </a:solidFill>
              </a:rPr>
              <a:t>clilen</a:t>
            </a:r>
            <a:r>
              <a:rPr lang="en-US" altLang="zh-CN" sz="2000" b="1" dirty="0">
                <a:solidFill>
                  <a:srgbClr val="000000"/>
                </a:solidFill>
              </a:rPr>
              <a:t> = </a:t>
            </a:r>
            <a:r>
              <a:rPr lang="en-US" altLang="zh-CN" sz="2000" b="1" dirty="0" err="1">
                <a:solidFill>
                  <a:srgbClr val="000000"/>
                </a:solidFill>
              </a:rPr>
              <a:t>sizeof</a:t>
            </a:r>
            <a:r>
              <a:rPr lang="en-US" altLang="zh-CN" sz="2000" b="1" dirty="0">
                <a:solidFill>
                  <a:srgbClr val="000000"/>
                </a:solidFill>
              </a:rPr>
              <a:t> (</a:t>
            </a:r>
            <a:r>
              <a:rPr lang="en-US" altLang="zh-CN" sz="2000" b="1" dirty="0" err="1">
                <a:solidFill>
                  <a:srgbClr val="000000"/>
                </a:solidFill>
              </a:rPr>
              <a:t>cliaddr</a:t>
            </a:r>
            <a:r>
              <a:rPr lang="en-US" altLang="zh-CN" sz="2000" b="1" dirty="0">
                <a:solidFill>
                  <a:srgbClr val="000000"/>
                </a:solidFill>
              </a:rPr>
              <a:t>);</a:t>
            </a:r>
          </a:p>
          <a:p>
            <a:pPr eaLnBrk="1" hangingPunct="1">
              <a:lnSpc>
                <a:spcPct val="130000"/>
              </a:lnSpc>
              <a:defRPr/>
            </a:pPr>
            <a:r>
              <a:rPr lang="en-US" altLang="zh-CN" sz="2000" b="1" dirty="0">
                <a:solidFill>
                  <a:srgbClr val="000000"/>
                </a:solidFill>
              </a:rPr>
              <a:t>        	if ( (</a:t>
            </a:r>
            <a:r>
              <a:rPr lang="en-US" altLang="zh-CN" sz="2000" b="1" dirty="0" err="1">
                <a:solidFill>
                  <a:srgbClr val="000000"/>
                </a:solidFill>
              </a:rPr>
              <a:t>connfd</a:t>
            </a:r>
            <a:r>
              <a:rPr lang="en-US" altLang="zh-CN" sz="2000" b="1" dirty="0">
                <a:solidFill>
                  <a:srgbClr val="000000"/>
                </a:solidFill>
              </a:rPr>
              <a:t> = accept (</a:t>
            </a:r>
            <a:r>
              <a:rPr lang="en-US" altLang="zh-CN" sz="2000" b="1" dirty="0" err="1">
                <a:solidFill>
                  <a:srgbClr val="000000"/>
                </a:solidFill>
              </a:rPr>
              <a:t>listenfd</a:t>
            </a:r>
            <a:r>
              <a:rPr lang="en-US" altLang="zh-CN" sz="2000" b="1" dirty="0">
                <a:solidFill>
                  <a:srgbClr val="000000"/>
                </a:solidFill>
              </a:rPr>
              <a:t>, (SA *) &amp;</a:t>
            </a:r>
            <a:r>
              <a:rPr lang="en-US" altLang="zh-CN" sz="2000" b="1" dirty="0" err="1">
                <a:solidFill>
                  <a:srgbClr val="000000"/>
                </a:solidFill>
              </a:rPr>
              <a:t>cliaddr</a:t>
            </a:r>
            <a:r>
              <a:rPr lang="en-US" altLang="zh-CN" sz="2000" b="1" dirty="0">
                <a:solidFill>
                  <a:srgbClr val="000000"/>
                </a:solidFill>
              </a:rPr>
              <a:t>, &amp;</a:t>
            </a:r>
            <a:r>
              <a:rPr lang="en-US" altLang="zh-CN" sz="2000" b="1" dirty="0" err="1">
                <a:solidFill>
                  <a:srgbClr val="000000"/>
                </a:solidFill>
              </a:rPr>
              <a:t>clilen</a:t>
            </a:r>
            <a:r>
              <a:rPr lang="en-US" altLang="zh-CN" sz="2000" b="1" dirty="0">
                <a:solidFill>
                  <a:srgbClr val="000000"/>
                </a:solidFill>
              </a:rPr>
              <a:t>)) &lt; 0) {</a:t>
            </a:r>
          </a:p>
          <a:p>
            <a:pPr eaLnBrk="1" hangingPunct="1">
              <a:lnSpc>
                <a:spcPct val="130000"/>
              </a:lnSpc>
              <a:defRPr/>
            </a:pPr>
            <a:r>
              <a:rPr lang="en-US" altLang="zh-CN" sz="2000" b="1" dirty="0">
                <a:solidFill>
                  <a:srgbClr val="000000"/>
                </a:solidFill>
              </a:rPr>
              <a:t>        		if (</a:t>
            </a:r>
            <a:r>
              <a:rPr lang="en-US" altLang="zh-CN" sz="2000" b="1" dirty="0" err="1">
                <a:solidFill>
                  <a:srgbClr val="000000"/>
                </a:solidFill>
              </a:rPr>
              <a:t>errno</a:t>
            </a:r>
            <a:r>
              <a:rPr lang="en-US" altLang="zh-CN" sz="2000" b="1" dirty="0">
                <a:solidFill>
                  <a:srgbClr val="000000"/>
                </a:solidFill>
              </a:rPr>
              <a:t> == EINTR)</a:t>
            </a:r>
          </a:p>
          <a:p>
            <a:pPr eaLnBrk="1" hangingPunct="1">
              <a:lnSpc>
                <a:spcPct val="130000"/>
              </a:lnSpc>
              <a:defRPr/>
            </a:pPr>
            <a:r>
              <a:rPr lang="en-US" altLang="zh-CN" sz="2000" b="1" dirty="0">
                <a:solidFill>
                  <a:srgbClr val="000000"/>
                </a:solidFill>
              </a:rPr>
              <a:t>                		continue;         /* back to for () */</a:t>
            </a:r>
          </a:p>
          <a:p>
            <a:pPr eaLnBrk="1" hangingPunct="1">
              <a:lnSpc>
                <a:spcPct val="130000"/>
              </a:lnSpc>
              <a:defRPr/>
            </a:pPr>
            <a:r>
              <a:rPr lang="en-US" altLang="zh-CN" sz="2000" b="1" dirty="0">
                <a:solidFill>
                  <a:srgbClr val="000000"/>
                </a:solidFill>
              </a:rPr>
              <a:t>             		else</a:t>
            </a:r>
          </a:p>
          <a:p>
            <a:pPr eaLnBrk="1" hangingPunct="1">
              <a:lnSpc>
                <a:spcPct val="130000"/>
              </a:lnSpc>
              <a:defRPr/>
            </a:pPr>
            <a:r>
              <a:rPr lang="en-US" altLang="zh-CN" sz="2000" b="1" dirty="0">
                <a:solidFill>
                  <a:srgbClr val="000000"/>
                </a:solidFill>
              </a:rPr>
              <a:t>                 		</a:t>
            </a:r>
            <a:r>
              <a:rPr lang="en-US" altLang="zh-CN" sz="2000" b="1" dirty="0" err="1">
                <a:solidFill>
                  <a:srgbClr val="000000"/>
                </a:solidFill>
              </a:rPr>
              <a:t>err_sys</a:t>
            </a:r>
            <a:r>
              <a:rPr lang="en-US" altLang="zh-CN" sz="2000" b="1" dirty="0">
                <a:solidFill>
                  <a:srgbClr val="000000"/>
                </a:solidFill>
              </a:rPr>
              <a:t> ("accept error");</a:t>
            </a:r>
          </a:p>
          <a:p>
            <a:pPr eaLnBrk="1" hangingPunct="1">
              <a:lnSpc>
                <a:spcPct val="130000"/>
              </a:lnSpc>
              <a:defRPr/>
            </a:pPr>
            <a:r>
              <a:rPr lang="en-US" altLang="zh-CN" sz="2000" b="1" dirty="0">
                <a:solidFill>
                  <a:srgbClr val="000000"/>
                </a:solidFill>
              </a:rPr>
              <a:t>        	}</a:t>
            </a:r>
          </a:p>
        </p:txBody>
      </p:sp>
      <p:sp>
        <p:nvSpPr>
          <p:cNvPr id="6" name="Rectangle 2">
            <a:extLst>
              <a:ext uri="{FF2B5EF4-FFF2-40B4-BE49-F238E27FC236}">
                <a16:creationId xmlns:a16="http://schemas.microsoft.com/office/drawing/2014/main" id="{20980283-8EC4-F411-CB92-A9760A6881FF}"/>
              </a:ext>
            </a:extLst>
          </p:cNvPr>
          <p:cNvSpPr>
            <a:spLocks noGrp="1" noChangeArrowheads="1"/>
          </p:cNvSpPr>
          <p:nvPr>
            <p:ph type="title"/>
          </p:nvPr>
        </p:nvSpPr>
        <p:spPr/>
        <p:txBody>
          <a:bodyPr/>
          <a:lstStyle/>
          <a:p>
            <a:pPr eaLnBrk="1" hangingPunct="1"/>
            <a:r>
              <a:rPr lang="zh-CN" altLang="en-US" dirty="0"/>
              <a:t>五、处理</a:t>
            </a:r>
            <a:r>
              <a:rPr lang="en-US" altLang="zh-CN" dirty="0"/>
              <a:t>SIGCHLD</a:t>
            </a:r>
            <a:r>
              <a:rPr lang="zh-CN" altLang="en-US" dirty="0"/>
              <a:t>信号</a:t>
            </a:r>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24FC0E01-E3B1-4EDD-E30E-C85930647C9B}"/>
              </a:ext>
            </a:extLst>
          </p:cNvPr>
          <p:cNvSpPr>
            <a:spLocks noGrp="1" noChangeArrowheads="1"/>
          </p:cNvSpPr>
          <p:nvPr>
            <p:ph type="title"/>
          </p:nvPr>
        </p:nvSpPr>
        <p:spPr/>
        <p:txBody>
          <a:bodyPr/>
          <a:lstStyle/>
          <a:p>
            <a:pPr eaLnBrk="1" hangingPunct="1"/>
            <a:r>
              <a:rPr lang="zh-CN" altLang="en-US" dirty="0"/>
              <a:t>六、</a:t>
            </a:r>
            <a:r>
              <a:rPr lang="en-US" altLang="zh-CN" dirty="0"/>
              <a:t>wait</a:t>
            </a:r>
            <a:r>
              <a:rPr lang="zh-CN" altLang="en-US" dirty="0"/>
              <a:t>和</a:t>
            </a:r>
            <a:r>
              <a:rPr lang="en-US" altLang="zh-CN" dirty="0" err="1"/>
              <a:t>waitpid</a:t>
            </a:r>
            <a:r>
              <a:rPr lang="zh-CN" altLang="en-US" dirty="0"/>
              <a:t>函数</a:t>
            </a:r>
          </a:p>
        </p:txBody>
      </p:sp>
      <p:sp>
        <p:nvSpPr>
          <p:cNvPr id="16387" name="TextBox 1">
            <a:extLst>
              <a:ext uri="{FF2B5EF4-FFF2-40B4-BE49-F238E27FC236}">
                <a16:creationId xmlns:a16="http://schemas.microsoft.com/office/drawing/2014/main" id="{A8069079-9332-0ECD-5514-3B7D1D840C57}"/>
              </a:ext>
            </a:extLst>
          </p:cNvPr>
          <p:cNvSpPr txBox="1">
            <a:spLocks noChangeArrowheads="1"/>
          </p:cNvSpPr>
          <p:nvPr/>
        </p:nvSpPr>
        <p:spPr bwMode="auto">
          <a:xfrm>
            <a:off x="611560" y="1059582"/>
            <a:ext cx="8280920" cy="1959575"/>
          </a:xfrm>
          <a:prstGeom prst="rect">
            <a:avLst/>
          </a:prstGeom>
          <a:ln/>
        </p:spPr>
        <p:style>
          <a:lnRef idx="2">
            <a:schemeClr val="accent3"/>
          </a:lnRef>
          <a:fillRef idx="1">
            <a:schemeClr val="lt1"/>
          </a:fillRef>
          <a:effectRef idx="0">
            <a:schemeClr val="accent3"/>
          </a:effectRef>
          <a:fontRef idx="minor">
            <a:schemeClr val="dk1"/>
          </a:fontRef>
        </p:style>
        <p:txBody>
          <a:bodyPr wrap="square">
            <a:spAutoFit/>
          </a:bodyPr>
          <a:lstStyle>
            <a:lvl1pPr>
              <a:spcBef>
                <a:spcPct val="20000"/>
              </a:spcBef>
              <a:buClr>
                <a:schemeClr val="accent1"/>
              </a:buClr>
              <a:buSzPct val="65000"/>
              <a:buFont typeface="Wingdings"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itchFamily="2" charset="2"/>
              <a:buChar char="q"/>
              <a:defRPr sz="26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ClrTx/>
              <a:buSzTx/>
              <a:buFontTx/>
              <a:buNone/>
              <a:defRPr/>
            </a:pPr>
            <a:r>
              <a:rPr lang="en-US" altLang="zh-CN" sz="2400" dirty="0">
                <a:solidFill>
                  <a:srgbClr val="000000"/>
                </a:solidFill>
              </a:rPr>
              <a:t>#include &lt;sys/</a:t>
            </a:r>
            <a:r>
              <a:rPr lang="en-US" altLang="zh-CN" sz="2400" dirty="0" err="1">
                <a:solidFill>
                  <a:srgbClr val="000000"/>
                </a:solidFill>
              </a:rPr>
              <a:t>wait.h</a:t>
            </a:r>
            <a:r>
              <a:rPr lang="en-US" altLang="zh-CN" sz="2400" dirty="0">
                <a:solidFill>
                  <a:srgbClr val="000000"/>
                </a:solidFill>
              </a:rPr>
              <a:t>&gt;</a:t>
            </a:r>
          </a:p>
          <a:p>
            <a:pPr eaLnBrk="1" hangingPunct="1">
              <a:lnSpc>
                <a:spcPct val="130000"/>
              </a:lnSpc>
              <a:spcBef>
                <a:spcPct val="0"/>
              </a:spcBef>
              <a:buClrTx/>
              <a:buSzTx/>
              <a:buFontTx/>
              <a:buNone/>
              <a:defRPr/>
            </a:pPr>
            <a:r>
              <a:rPr lang="en-US" altLang="zh-CN" sz="2400" dirty="0" err="1">
                <a:solidFill>
                  <a:srgbClr val="000000"/>
                </a:solidFill>
              </a:rPr>
              <a:t>pid_t</a:t>
            </a:r>
            <a:r>
              <a:rPr lang="en-US" altLang="zh-CN" sz="2400" dirty="0">
                <a:solidFill>
                  <a:srgbClr val="000000"/>
                </a:solidFill>
              </a:rPr>
              <a:t> wait(int * </a:t>
            </a:r>
            <a:r>
              <a:rPr lang="en-US" altLang="zh-CN" sz="2400" dirty="0" err="1">
                <a:solidFill>
                  <a:srgbClr val="000000"/>
                </a:solidFill>
              </a:rPr>
              <a:t>statloc</a:t>
            </a:r>
            <a:r>
              <a:rPr lang="en-US" altLang="zh-CN" sz="2400" dirty="0">
                <a:solidFill>
                  <a:srgbClr val="000000"/>
                </a:solidFill>
              </a:rPr>
              <a:t>);</a:t>
            </a:r>
          </a:p>
          <a:p>
            <a:pPr eaLnBrk="1" hangingPunct="1">
              <a:lnSpc>
                <a:spcPct val="130000"/>
              </a:lnSpc>
              <a:spcBef>
                <a:spcPct val="0"/>
              </a:spcBef>
              <a:buClrTx/>
              <a:buSzTx/>
              <a:buFontTx/>
              <a:buNone/>
              <a:defRPr/>
            </a:pPr>
            <a:r>
              <a:rPr lang="en-US" altLang="zh-CN" sz="2400" dirty="0" err="1">
                <a:solidFill>
                  <a:srgbClr val="000000"/>
                </a:solidFill>
              </a:rPr>
              <a:t>pid_t</a:t>
            </a:r>
            <a:r>
              <a:rPr lang="en-US" altLang="zh-CN" sz="2400" dirty="0">
                <a:solidFill>
                  <a:srgbClr val="000000"/>
                </a:solidFill>
              </a:rPr>
              <a:t> </a:t>
            </a:r>
            <a:r>
              <a:rPr lang="en-US" altLang="zh-CN" sz="2400" dirty="0" err="1">
                <a:solidFill>
                  <a:srgbClr val="000000"/>
                </a:solidFill>
              </a:rPr>
              <a:t>waitpid</a:t>
            </a:r>
            <a:r>
              <a:rPr lang="en-US" altLang="zh-CN" sz="2400" dirty="0">
                <a:solidFill>
                  <a:srgbClr val="000000"/>
                </a:solidFill>
              </a:rPr>
              <a:t>(</a:t>
            </a:r>
            <a:r>
              <a:rPr lang="en-US" altLang="zh-CN" sz="2400" dirty="0" err="1">
                <a:solidFill>
                  <a:srgbClr val="000000"/>
                </a:solidFill>
              </a:rPr>
              <a:t>pid_t</a:t>
            </a:r>
            <a:r>
              <a:rPr lang="en-US" altLang="zh-CN" sz="2400" dirty="0">
                <a:solidFill>
                  <a:srgbClr val="000000"/>
                </a:solidFill>
              </a:rPr>
              <a:t> </a:t>
            </a:r>
            <a:r>
              <a:rPr lang="en-US" altLang="zh-CN" sz="2400" dirty="0" err="1">
                <a:solidFill>
                  <a:srgbClr val="000000"/>
                </a:solidFill>
              </a:rPr>
              <a:t>pid,int</a:t>
            </a:r>
            <a:r>
              <a:rPr lang="en-US" altLang="zh-CN" sz="2400" dirty="0">
                <a:solidFill>
                  <a:srgbClr val="000000"/>
                </a:solidFill>
              </a:rPr>
              <a:t> * </a:t>
            </a:r>
            <a:r>
              <a:rPr lang="en-US" altLang="zh-CN" sz="2400" dirty="0" err="1">
                <a:solidFill>
                  <a:srgbClr val="000000"/>
                </a:solidFill>
              </a:rPr>
              <a:t>statloc,int</a:t>
            </a:r>
            <a:r>
              <a:rPr lang="en-US" altLang="zh-CN" sz="2400" dirty="0">
                <a:solidFill>
                  <a:srgbClr val="000000"/>
                </a:solidFill>
              </a:rPr>
              <a:t> options);</a:t>
            </a:r>
          </a:p>
          <a:p>
            <a:pPr algn="r" eaLnBrk="1" hangingPunct="1">
              <a:lnSpc>
                <a:spcPct val="130000"/>
              </a:lnSpc>
              <a:spcBef>
                <a:spcPct val="0"/>
              </a:spcBef>
              <a:buClrTx/>
              <a:buSzTx/>
              <a:buFontTx/>
              <a:buNone/>
              <a:defRPr/>
            </a:pPr>
            <a:r>
              <a:rPr lang="zh-CN" altLang="en-US" sz="2400" dirty="0">
                <a:solidFill>
                  <a:srgbClr val="000000"/>
                </a:solidFill>
              </a:rPr>
              <a:t>二者均返回：子进程</a:t>
            </a:r>
            <a:r>
              <a:rPr lang="en-US" altLang="zh-CN" sz="2400" dirty="0">
                <a:solidFill>
                  <a:srgbClr val="000000"/>
                </a:solidFill>
              </a:rPr>
              <a:t>PID——</a:t>
            </a:r>
            <a:r>
              <a:rPr lang="zh-CN" altLang="en-US" sz="2400" dirty="0">
                <a:solidFill>
                  <a:srgbClr val="000000"/>
                </a:solidFill>
              </a:rPr>
              <a:t>成功；或为</a:t>
            </a:r>
            <a:r>
              <a:rPr lang="en-US" altLang="zh-CN" sz="2400" dirty="0">
                <a:solidFill>
                  <a:srgbClr val="000000"/>
                </a:solidFill>
              </a:rPr>
              <a:t>-1——</a:t>
            </a:r>
            <a:r>
              <a:rPr lang="zh-CN" altLang="en-US" sz="2400" dirty="0">
                <a:solidFill>
                  <a:srgbClr val="000000"/>
                </a:solidFill>
              </a:rPr>
              <a:t>出错</a:t>
            </a:r>
          </a:p>
        </p:txBody>
      </p:sp>
      <p:sp>
        <p:nvSpPr>
          <p:cNvPr id="8" name="TextBox 1">
            <a:extLst>
              <a:ext uri="{FF2B5EF4-FFF2-40B4-BE49-F238E27FC236}">
                <a16:creationId xmlns:a16="http://schemas.microsoft.com/office/drawing/2014/main" id="{7629E1D4-9FD3-7AB5-623C-75D694A034C4}"/>
              </a:ext>
            </a:extLst>
          </p:cNvPr>
          <p:cNvSpPr txBox="1">
            <a:spLocks noChangeArrowheads="1"/>
          </p:cNvSpPr>
          <p:nvPr/>
        </p:nvSpPr>
        <p:spPr bwMode="auto">
          <a:xfrm>
            <a:off x="592168" y="3219822"/>
            <a:ext cx="8280920" cy="1497654"/>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lvl1pPr>
              <a:spcBef>
                <a:spcPct val="20000"/>
              </a:spcBef>
              <a:buClr>
                <a:schemeClr val="accent1"/>
              </a:buClr>
              <a:buSzPct val="65000"/>
              <a:buFont typeface="Wingdings"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itchFamily="2" charset="2"/>
              <a:buChar char="q"/>
              <a:defRPr sz="26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9pPr>
          </a:lstStyle>
          <a:p>
            <a:pPr marL="285750" indent="-285750" eaLnBrk="1" hangingPunct="1">
              <a:lnSpc>
                <a:spcPct val="130000"/>
              </a:lnSpc>
              <a:spcBef>
                <a:spcPct val="0"/>
              </a:spcBef>
              <a:buClrTx/>
              <a:buSzTx/>
              <a:buFont typeface="Wingdings" pitchFamily="2" charset="2"/>
              <a:buChar char="l"/>
              <a:defRPr/>
            </a:pPr>
            <a:r>
              <a:rPr lang="zh-CN" altLang="en-US" sz="1800" b="0" dirty="0">
                <a:latin typeface="Microsoft YaHei" panose="020B0503020204020204" pitchFamily="34" charset="-122"/>
                <a:ea typeface="Microsoft YaHei" panose="020B0503020204020204" pitchFamily="34" charset="-122"/>
              </a:rPr>
              <a:t>参数 </a:t>
            </a:r>
            <a:r>
              <a:rPr lang="en-US" altLang="zh-CN" sz="1800" b="0" dirty="0" err="1">
                <a:latin typeface="Microsoft YaHei" panose="020B0503020204020204" pitchFamily="34" charset="-122"/>
                <a:ea typeface="Microsoft YaHei" panose="020B0503020204020204" pitchFamily="34" charset="-122"/>
              </a:rPr>
              <a:t>pid</a:t>
            </a:r>
            <a:r>
              <a:rPr lang="zh-CN" altLang="en-US" sz="1800" b="0" dirty="0">
                <a:latin typeface="Microsoft YaHei" panose="020B0503020204020204" pitchFamily="34" charset="-122"/>
                <a:ea typeface="Microsoft YaHei" panose="020B0503020204020204" pitchFamily="34" charset="-122"/>
              </a:rPr>
              <a:t>指定想等待的进程</a:t>
            </a:r>
            <a:r>
              <a:rPr lang="en-US" altLang="zh-CN" sz="1800" b="0" dirty="0">
                <a:latin typeface="Microsoft YaHei" panose="020B0503020204020204" pitchFamily="34" charset="-122"/>
                <a:ea typeface="Microsoft YaHei" panose="020B0503020204020204" pitchFamily="34" charset="-122"/>
              </a:rPr>
              <a:t>ID</a:t>
            </a:r>
            <a:r>
              <a:rPr lang="zh-CN" altLang="en-US" sz="1800" b="0" dirty="0">
                <a:latin typeface="Microsoft YaHei" panose="020B0503020204020204" pitchFamily="34" charset="-122"/>
                <a:ea typeface="Microsoft YaHei" panose="020B0503020204020204" pitchFamily="34" charset="-122"/>
              </a:rPr>
              <a:t>，值</a:t>
            </a:r>
            <a:r>
              <a:rPr lang="en-US" altLang="zh-CN" sz="1800" b="0" dirty="0">
                <a:latin typeface="Microsoft YaHei" panose="020B0503020204020204" pitchFamily="34" charset="-122"/>
                <a:ea typeface="Microsoft YaHei" panose="020B0503020204020204" pitchFamily="34" charset="-122"/>
              </a:rPr>
              <a:t>-1</a:t>
            </a:r>
            <a:r>
              <a:rPr lang="zh-CN" altLang="en-US" sz="1800" b="0" dirty="0">
                <a:latin typeface="Microsoft YaHei" panose="020B0503020204020204" pitchFamily="34" charset="-122"/>
                <a:ea typeface="Microsoft YaHei" panose="020B0503020204020204" pitchFamily="34" charset="-122"/>
              </a:rPr>
              <a:t>表示等待第一个终止的子进程。（也有其他选项，它们涉及到进程组</a:t>
            </a:r>
            <a:r>
              <a:rPr lang="en-US" altLang="zh-CN" sz="1800" b="0" dirty="0">
                <a:latin typeface="Microsoft YaHei" panose="020B0503020204020204" pitchFamily="34" charset="-122"/>
                <a:ea typeface="Microsoft YaHei" panose="020B0503020204020204" pitchFamily="34" charset="-122"/>
              </a:rPr>
              <a:t>ID</a:t>
            </a:r>
            <a:r>
              <a:rPr lang="zh-CN" altLang="en-US" sz="1800" b="0" dirty="0">
                <a:latin typeface="Microsoft YaHei" panose="020B0503020204020204" pitchFamily="34" charset="-122"/>
                <a:ea typeface="Microsoft YaHei" panose="020B0503020204020204" pitchFamily="34" charset="-122"/>
              </a:rPr>
              <a:t>）</a:t>
            </a:r>
            <a:endParaRPr lang="en-US" altLang="zh-CN" sz="1800" b="0" dirty="0">
              <a:latin typeface="Microsoft YaHei" panose="020B0503020204020204" pitchFamily="34" charset="-122"/>
              <a:ea typeface="Microsoft YaHei" panose="020B0503020204020204" pitchFamily="34" charset="-122"/>
            </a:endParaRPr>
          </a:p>
          <a:p>
            <a:pPr marL="285750" indent="-285750" eaLnBrk="1" hangingPunct="1">
              <a:lnSpc>
                <a:spcPct val="130000"/>
              </a:lnSpc>
              <a:spcBef>
                <a:spcPct val="0"/>
              </a:spcBef>
              <a:buClrTx/>
              <a:buSzTx/>
              <a:buFont typeface="Wingdings" pitchFamily="2" charset="2"/>
              <a:buChar char="l"/>
              <a:defRPr/>
            </a:pPr>
            <a:r>
              <a:rPr lang="zh-CN" altLang="en-US" sz="1800" b="0" dirty="0">
                <a:latin typeface="Microsoft YaHei" panose="020B0503020204020204" pitchFamily="34" charset="-122"/>
                <a:ea typeface="Microsoft YaHei" panose="020B0503020204020204" pitchFamily="34" charset="-122"/>
              </a:rPr>
              <a:t>参数</a:t>
            </a:r>
            <a:r>
              <a:rPr lang="en-US" altLang="zh-CN" sz="1800" b="0" dirty="0">
                <a:latin typeface="Microsoft YaHei" panose="020B0503020204020204" pitchFamily="34" charset="-122"/>
                <a:ea typeface="Microsoft YaHei" panose="020B0503020204020204" pitchFamily="34" charset="-122"/>
              </a:rPr>
              <a:t>options</a:t>
            </a:r>
            <a:r>
              <a:rPr lang="zh-CN" altLang="en-US" sz="1800" b="0" dirty="0">
                <a:latin typeface="Microsoft YaHei" panose="020B0503020204020204" pitchFamily="34" charset="-122"/>
                <a:ea typeface="Microsoft YaHei" panose="020B0503020204020204" pitchFamily="34" charset="-122"/>
              </a:rPr>
              <a:t>指定附加选项，最常用的选项是</a:t>
            </a:r>
            <a:r>
              <a:rPr lang="en-US" altLang="zh-CN" sz="1800" b="0" dirty="0">
                <a:latin typeface="Microsoft YaHei" panose="020B0503020204020204" pitchFamily="34" charset="-122"/>
                <a:ea typeface="Microsoft YaHei" panose="020B0503020204020204" pitchFamily="34" charset="-122"/>
              </a:rPr>
              <a:t>WNOHANG</a:t>
            </a:r>
            <a:r>
              <a:rPr lang="zh-CN" altLang="en-US" sz="1800" b="0" dirty="0">
                <a:latin typeface="Microsoft YaHei" panose="020B0503020204020204" pitchFamily="34" charset="-122"/>
                <a:ea typeface="Microsoft YaHei" panose="020B0503020204020204" pitchFamily="34" charset="-122"/>
              </a:rPr>
              <a:t>，它通知内核在没有已终止子进程时不要阻塞。</a:t>
            </a:r>
            <a:endParaRPr lang="zh-CN" altLang="en-US" sz="1800" b="0" dirty="0">
              <a:solidFill>
                <a:srgbClr val="FF0000"/>
              </a:solidFill>
              <a:latin typeface="Microsoft YaHei" panose="020B0503020204020204" pitchFamily="34" charset="-122"/>
              <a:ea typeface="Microsoft YaHei" panose="020B0503020204020204" pitchFamily="34" charset="-122"/>
            </a:endParaRPr>
          </a:p>
        </p:txBody>
      </p:sp>
      <p:sp>
        <p:nvSpPr>
          <p:cNvPr id="3" name="矩形标注 2">
            <a:extLst>
              <a:ext uri="{FF2B5EF4-FFF2-40B4-BE49-F238E27FC236}">
                <a16:creationId xmlns:a16="http://schemas.microsoft.com/office/drawing/2014/main" id="{7E6834AA-B55C-D374-0EB9-2A0287B19149}"/>
              </a:ext>
            </a:extLst>
          </p:cNvPr>
          <p:cNvSpPr/>
          <p:nvPr/>
        </p:nvSpPr>
        <p:spPr>
          <a:xfrm>
            <a:off x="5004048" y="87766"/>
            <a:ext cx="3312368" cy="1763904"/>
          </a:xfrm>
          <a:prstGeom prst="wedgeRect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dirty="0">
                <a:latin typeface="Microsoft YaHei" panose="020B0503020204020204" pitchFamily="34" charset="-122"/>
                <a:ea typeface="Microsoft YaHei" panose="020B0503020204020204" pitchFamily="34" charset="-122"/>
              </a:rPr>
              <a:t>如果没有终止的子进程让进程来调用</a:t>
            </a:r>
            <a:r>
              <a:rPr lang="en-US" altLang="zh-CN" dirty="0">
                <a:latin typeface="Microsoft YaHei" panose="020B0503020204020204" pitchFamily="34" charset="-122"/>
                <a:ea typeface="Microsoft YaHei" panose="020B0503020204020204" pitchFamily="34" charset="-122"/>
              </a:rPr>
              <a:t>wait</a:t>
            </a:r>
            <a:r>
              <a:rPr lang="zh-CN" altLang="en-US" dirty="0">
                <a:latin typeface="Microsoft YaHei" panose="020B0503020204020204" pitchFamily="34" charset="-122"/>
                <a:ea typeface="Microsoft YaHei" panose="020B0503020204020204" pitchFamily="34" charset="-122"/>
              </a:rPr>
              <a:t>，但有一个或多个正在执行的子进程，则</a:t>
            </a:r>
            <a:r>
              <a:rPr lang="en-US" altLang="zh-CN" dirty="0">
                <a:latin typeface="Microsoft YaHei" panose="020B0503020204020204" pitchFamily="34" charset="-122"/>
                <a:ea typeface="Microsoft YaHei" panose="020B0503020204020204" pitchFamily="34" charset="-122"/>
              </a:rPr>
              <a:t>wait</a:t>
            </a:r>
            <a:r>
              <a:rPr lang="zh-CN" altLang="en-US" dirty="0">
                <a:latin typeface="Microsoft YaHei" panose="020B0503020204020204" pitchFamily="34" charset="-122"/>
                <a:ea typeface="Microsoft YaHei" panose="020B0503020204020204" pitchFamily="34" charset="-122"/>
              </a:rPr>
              <a:t>阻塞直到第一个现有子进程终止</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604D69C8-0051-1D9E-79F8-66A3D8F6D246}"/>
              </a:ext>
            </a:extLst>
          </p:cNvPr>
          <p:cNvSpPr>
            <a:spLocks noGrp="1" noChangeArrowheads="1"/>
          </p:cNvSpPr>
          <p:nvPr>
            <p:ph type="title"/>
          </p:nvPr>
        </p:nvSpPr>
        <p:spPr/>
        <p:txBody>
          <a:bodyPr/>
          <a:lstStyle/>
          <a:p>
            <a:pPr eaLnBrk="1" hangingPunct="1"/>
            <a:r>
              <a:rPr lang="zh-CN" altLang="en-US" dirty="0"/>
              <a:t>六、</a:t>
            </a:r>
            <a:r>
              <a:rPr lang="en-US" altLang="zh-CN" dirty="0"/>
              <a:t>wait</a:t>
            </a:r>
            <a:r>
              <a:rPr lang="zh-CN" altLang="en-US" dirty="0"/>
              <a:t>和</a:t>
            </a:r>
            <a:r>
              <a:rPr lang="en-US" altLang="zh-CN" dirty="0" err="1"/>
              <a:t>waitpid</a:t>
            </a:r>
            <a:r>
              <a:rPr lang="zh-CN" altLang="en-US" dirty="0"/>
              <a:t>函数</a:t>
            </a:r>
          </a:p>
        </p:txBody>
      </p:sp>
      <p:pic>
        <p:nvPicPr>
          <p:cNvPr id="39939" name="Picture 3" descr="D:\与同一个并发服务器建立了5个连接的客户.png">
            <a:extLst>
              <a:ext uri="{FF2B5EF4-FFF2-40B4-BE49-F238E27FC236}">
                <a16:creationId xmlns:a16="http://schemas.microsoft.com/office/drawing/2014/main" id="{84DC4E6A-8AD0-E13F-B370-557917245F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554" y="1275717"/>
            <a:ext cx="8128891" cy="2592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1" name="Picture 5" descr="D:\客户终止导致关闭5个连接，终止5个子进程.png">
            <a:extLst>
              <a:ext uri="{FF2B5EF4-FFF2-40B4-BE49-F238E27FC236}">
                <a16:creationId xmlns:a16="http://schemas.microsoft.com/office/drawing/2014/main" id="{D1084132-70C8-90F4-8593-AC9826707B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28" y="771550"/>
            <a:ext cx="8481551" cy="3672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nodeType="clickEffect">
                                  <p:stCondLst>
                                    <p:cond delay="0"/>
                                  </p:stCondLst>
                                  <p:childTnLst>
                                    <p:set>
                                      <p:cBhvr>
                                        <p:cTn id="6" dur="1" fill="hold">
                                          <p:stCondLst>
                                            <p:cond delay="0"/>
                                          </p:stCondLst>
                                        </p:cTn>
                                        <p:tgtEl>
                                          <p:spTgt spid="39939"/>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399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60B077B4-4864-BC55-2482-A24027ABA26B}"/>
              </a:ext>
            </a:extLst>
          </p:cNvPr>
          <p:cNvSpPr>
            <a:spLocks noGrp="1" noChangeArrowheads="1"/>
          </p:cNvSpPr>
          <p:nvPr>
            <p:ph type="title"/>
          </p:nvPr>
        </p:nvSpPr>
        <p:spPr/>
        <p:txBody>
          <a:bodyPr/>
          <a:lstStyle/>
          <a:p>
            <a:pPr eaLnBrk="1" hangingPunct="1"/>
            <a:r>
              <a:rPr lang="zh-CN" altLang="en-US" dirty="0"/>
              <a:t>六、</a:t>
            </a:r>
            <a:r>
              <a:rPr lang="en-US" altLang="zh-CN" dirty="0"/>
              <a:t>wait</a:t>
            </a:r>
            <a:r>
              <a:rPr lang="zh-CN" altLang="en-US" dirty="0"/>
              <a:t>和</a:t>
            </a:r>
            <a:r>
              <a:rPr lang="en-US" altLang="zh-CN" dirty="0" err="1"/>
              <a:t>waitpid</a:t>
            </a:r>
            <a:r>
              <a:rPr lang="zh-CN" altLang="en-US" dirty="0"/>
              <a:t>函数</a:t>
            </a:r>
          </a:p>
        </p:txBody>
      </p:sp>
      <p:sp>
        <p:nvSpPr>
          <p:cNvPr id="16387" name="TextBox 1">
            <a:extLst>
              <a:ext uri="{FF2B5EF4-FFF2-40B4-BE49-F238E27FC236}">
                <a16:creationId xmlns:a16="http://schemas.microsoft.com/office/drawing/2014/main" id="{7A4B840F-C3B2-8E1B-5C93-F0C9757099B0}"/>
              </a:ext>
            </a:extLst>
          </p:cNvPr>
          <p:cNvSpPr txBox="1">
            <a:spLocks noChangeArrowheads="1"/>
          </p:cNvSpPr>
          <p:nvPr/>
        </p:nvSpPr>
        <p:spPr bwMode="auto">
          <a:xfrm>
            <a:off x="539552" y="843558"/>
            <a:ext cx="8170112" cy="3651705"/>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en-US" altLang="zh-CN" sz="2000" b="1" dirty="0">
                <a:solidFill>
                  <a:srgbClr val="000000"/>
                </a:solidFill>
              </a:rPr>
              <a:t>#include	"</a:t>
            </a:r>
            <a:r>
              <a:rPr lang="en-US" altLang="zh-CN" sz="2000" b="1" dirty="0" err="1">
                <a:solidFill>
                  <a:srgbClr val="000000"/>
                </a:solidFill>
              </a:rPr>
              <a:t>unp.h</a:t>
            </a:r>
            <a:r>
              <a:rPr lang="en-US" altLang="zh-CN" sz="2000" b="1" dirty="0">
                <a:solidFill>
                  <a:srgbClr val="000000"/>
                </a:solidFill>
              </a:rPr>
              <a:t>“</a:t>
            </a:r>
          </a:p>
          <a:p>
            <a:pPr eaLnBrk="1" hangingPunct="1">
              <a:lnSpc>
                <a:spcPct val="130000"/>
              </a:lnSpc>
              <a:defRPr/>
            </a:pPr>
            <a:r>
              <a:rPr lang="en-US" altLang="zh-CN" sz="2000" b="1" dirty="0">
                <a:solidFill>
                  <a:srgbClr val="000000"/>
                </a:solidFill>
              </a:rPr>
              <a:t>void</a:t>
            </a:r>
          </a:p>
          <a:p>
            <a:pPr eaLnBrk="1" hangingPunct="1">
              <a:lnSpc>
                <a:spcPct val="130000"/>
              </a:lnSpc>
              <a:defRPr/>
            </a:pPr>
            <a:r>
              <a:rPr lang="en-US" altLang="zh-CN" sz="2000" b="1" dirty="0" err="1">
                <a:solidFill>
                  <a:srgbClr val="000000"/>
                </a:solidFill>
              </a:rPr>
              <a:t>sig_chld</a:t>
            </a:r>
            <a:r>
              <a:rPr lang="en-US" altLang="zh-CN" sz="2000" b="1" dirty="0">
                <a:solidFill>
                  <a:srgbClr val="000000"/>
                </a:solidFill>
              </a:rPr>
              <a:t>(</a:t>
            </a:r>
            <a:r>
              <a:rPr lang="en-US" altLang="zh-CN" sz="2000" b="1" dirty="0" err="1">
                <a:solidFill>
                  <a:srgbClr val="000000"/>
                </a:solidFill>
              </a:rPr>
              <a:t>int</a:t>
            </a:r>
            <a:r>
              <a:rPr lang="en-US" altLang="zh-CN" sz="2000" b="1" dirty="0">
                <a:solidFill>
                  <a:srgbClr val="000000"/>
                </a:solidFill>
              </a:rPr>
              <a:t> </a:t>
            </a:r>
            <a:r>
              <a:rPr lang="en-US" altLang="zh-CN" sz="2000" b="1" dirty="0" err="1">
                <a:solidFill>
                  <a:srgbClr val="000000"/>
                </a:solidFill>
              </a:rPr>
              <a:t>signo</a:t>
            </a:r>
            <a:r>
              <a:rPr lang="en-US" altLang="zh-CN" sz="2000" b="1" dirty="0">
                <a:solidFill>
                  <a:srgbClr val="000000"/>
                </a:solidFill>
              </a:rPr>
              <a:t>){</a:t>
            </a:r>
          </a:p>
          <a:p>
            <a:pPr eaLnBrk="1" hangingPunct="1">
              <a:lnSpc>
                <a:spcPct val="130000"/>
              </a:lnSpc>
              <a:defRPr/>
            </a:pPr>
            <a:r>
              <a:rPr lang="en-US" altLang="zh-CN" sz="2000" b="1" dirty="0">
                <a:solidFill>
                  <a:srgbClr val="000000"/>
                </a:solidFill>
              </a:rPr>
              <a:t>	</a:t>
            </a:r>
            <a:r>
              <a:rPr lang="en-US" altLang="zh-CN" sz="2000" b="1" dirty="0" err="1">
                <a:solidFill>
                  <a:srgbClr val="000000"/>
                </a:solidFill>
              </a:rPr>
              <a:t>pid_t</a:t>
            </a:r>
            <a:r>
              <a:rPr lang="en-US" altLang="zh-CN" sz="2000" b="1" dirty="0">
                <a:solidFill>
                  <a:srgbClr val="000000"/>
                </a:solidFill>
              </a:rPr>
              <a:t>	</a:t>
            </a:r>
            <a:r>
              <a:rPr lang="en-US" altLang="zh-CN" sz="2000" b="1" dirty="0" err="1">
                <a:solidFill>
                  <a:srgbClr val="000000"/>
                </a:solidFill>
              </a:rPr>
              <a:t>pid</a:t>
            </a:r>
            <a:r>
              <a:rPr lang="en-US" altLang="zh-CN" sz="2000" b="1" dirty="0">
                <a:solidFill>
                  <a:srgbClr val="000000"/>
                </a:solidFill>
              </a:rPr>
              <a:t>;</a:t>
            </a:r>
          </a:p>
          <a:p>
            <a:pPr eaLnBrk="1" hangingPunct="1">
              <a:lnSpc>
                <a:spcPct val="130000"/>
              </a:lnSpc>
              <a:defRPr/>
            </a:pPr>
            <a:r>
              <a:rPr lang="en-US" altLang="zh-CN" sz="2000" b="1" dirty="0">
                <a:solidFill>
                  <a:srgbClr val="000000"/>
                </a:solidFill>
              </a:rPr>
              <a:t>	</a:t>
            </a:r>
            <a:r>
              <a:rPr lang="en-US" altLang="zh-CN" sz="2000" b="1" dirty="0" err="1">
                <a:solidFill>
                  <a:srgbClr val="000000"/>
                </a:solidFill>
              </a:rPr>
              <a:t>int</a:t>
            </a:r>
            <a:r>
              <a:rPr lang="en-US" altLang="zh-CN" sz="2000" b="1" dirty="0">
                <a:solidFill>
                  <a:srgbClr val="000000"/>
                </a:solidFill>
              </a:rPr>
              <a:t>	stat;</a:t>
            </a:r>
          </a:p>
          <a:p>
            <a:pPr eaLnBrk="1" hangingPunct="1">
              <a:lnSpc>
                <a:spcPct val="130000"/>
              </a:lnSpc>
              <a:defRPr/>
            </a:pPr>
            <a:r>
              <a:rPr lang="en-US" altLang="zh-CN" sz="2000" b="1" dirty="0">
                <a:solidFill>
                  <a:srgbClr val="000000"/>
                </a:solidFill>
              </a:rPr>
              <a:t>	while ( (</a:t>
            </a:r>
            <a:r>
              <a:rPr lang="en-US" altLang="zh-CN" sz="2000" b="1" dirty="0" err="1">
                <a:solidFill>
                  <a:srgbClr val="000000"/>
                </a:solidFill>
              </a:rPr>
              <a:t>pid</a:t>
            </a:r>
            <a:r>
              <a:rPr lang="en-US" altLang="zh-CN" sz="2000" b="1" dirty="0">
                <a:solidFill>
                  <a:srgbClr val="000000"/>
                </a:solidFill>
              </a:rPr>
              <a:t> = </a:t>
            </a:r>
            <a:r>
              <a:rPr lang="en-US" altLang="zh-CN" sz="2000" b="1" dirty="0" err="1">
                <a:solidFill>
                  <a:srgbClr val="000000"/>
                </a:solidFill>
              </a:rPr>
              <a:t>waitpid</a:t>
            </a:r>
            <a:r>
              <a:rPr lang="en-US" altLang="zh-CN" sz="2000" b="1" dirty="0">
                <a:solidFill>
                  <a:srgbClr val="000000"/>
                </a:solidFill>
              </a:rPr>
              <a:t>(-1, &amp;stat, WNOHANG)) &gt; 0)			</a:t>
            </a:r>
            <a:r>
              <a:rPr lang="en-US" altLang="zh-CN" sz="2000" b="1" dirty="0" err="1">
                <a:solidFill>
                  <a:srgbClr val="000000"/>
                </a:solidFill>
              </a:rPr>
              <a:t>printf</a:t>
            </a:r>
            <a:r>
              <a:rPr lang="en-US" altLang="zh-CN" sz="2000" b="1" dirty="0">
                <a:solidFill>
                  <a:srgbClr val="000000"/>
                </a:solidFill>
              </a:rPr>
              <a:t>("child %d terminated\n", </a:t>
            </a:r>
            <a:r>
              <a:rPr lang="en-US" altLang="zh-CN" sz="2000" b="1" dirty="0" err="1">
                <a:solidFill>
                  <a:srgbClr val="000000"/>
                </a:solidFill>
              </a:rPr>
              <a:t>pid</a:t>
            </a:r>
            <a:r>
              <a:rPr lang="en-US" altLang="zh-CN" sz="2000" b="1" dirty="0">
                <a:solidFill>
                  <a:srgbClr val="000000"/>
                </a:solidFill>
              </a:rPr>
              <a:t>);</a:t>
            </a:r>
          </a:p>
          <a:p>
            <a:pPr eaLnBrk="1" hangingPunct="1">
              <a:lnSpc>
                <a:spcPct val="130000"/>
              </a:lnSpc>
              <a:defRPr/>
            </a:pPr>
            <a:r>
              <a:rPr lang="en-US" altLang="zh-CN" sz="2000" b="1" dirty="0">
                <a:solidFill>
                  <a:srgbClr val="000000"/>
                </a:solidFill>
              </a:rPr>
              <a:t>	return;</a:t>
            </a:r>
          </a:p>
          <a:p>
            <a:pPr eaLnBrk="1" hangingPunct="1">
              <a:lnSpc>
                <a:spcPct val="130000"/>
              </a:lnSpc>
              <a:defRPr/>
            </a:pPr>
            <a:r>
              <a:rPr lang="en-US" altLang="zh-CN" sz="2000" b="1" dirty="0">
                <a:solidFill>
                  <a:srgbClr val="000000"/>
                </a:solidFill>
              </a:rPr>
              <a:t>}</a:t>
            </a:r>
            <a:endParaRPr lang="zh-CN" altLang="en-US" sz="2000" b="1" dirty="0">
              <a:solidFill>
                <a:srgbClr val="000000"/>
              </a:solidFill>
            </a:endParaRP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04538F30-F4D0-9C26-814F-495D7EC98994}"/>
              </a:ext>
            </a:extLst>
          </p:cNvPr>
          <p:cNvSpPr>
            <a:spLocks noGrp="1" noChangeArrowheads="1"/>
          </p:cNvSpPr>
          <p:nvPr>
            <p:ph type="title"/>
          </p:nvPr>
        </p:nvSpPr>
        <p:spPr/>
        <p:txBody>
          <a:bodyPr/>
          <a:lstStyle/>
          <a:p>
            <a:pPr eaLnBrk="1" hangingPunct="1"/>
            <a:r>
              <a:rPr lang="zh-CN" altLang="en-US" dirty="0"/>
              <a:t>七、程序运行异常处理</a:t>
            </a:r>
          </a:p>
        </p:txBody>
      </p:sp>
      <p:sp>
        <p:nvSpPr>
          <p:cNvPr id="16387" name="TextBox 1">
            <a:extLst>
              <a:ext uri="{FF2B5EF4-FFF2-40B4-BE49-F238E27FC236}">
                <a16:creationId xmlns:a16="http://schemas.microsoft.com/office/drawing/2014/main" id="{50E1E428-5B17-3F32-7BD8-38A8FA4208F4}"/>
              </a:ext>
            </a:extLst>
          </p:cNvPr>
          <p:cNvSpPr txBox="1">
            <a:spLocks noChangeArrowheads="1"/>
          </p:cNvSpPr>
          <p:nvPr/>
        </p:nvSpPr>
        <p:spPr bwMode="auto">
          <a:xfrm>
            <a:off x="1614336" y="756350"/>
            <a:ext cx="5940029" cy="359137"/>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a:spcBef>
                <a:spcPct val="20000"/>
              </a:spcBef>
              <a:buClr>
                <a:schemeClr val="accent1"/>
              </a:buClr>
              <a:buSzPct val="65000"/>
              <a:buFont typeface="Wingdings"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itchFamily="2" charset="2"/>
              <a:buChar char="q"/>
              <a:defRPr sz="26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ClrTx/>
              <a:buSzTx/>
              <a:buFontTx/>
              <a:buNone/>
              <a:defRPr/>
            </a:pPr>
            <a:r>
              <a:rPr lang="en-US" altLang="zh-CN" sz="1500">
                <a:solidFill>
                  <a:srgbClr val="000000"/>
                </a:solidFill>
              </a:rPr>
              <a:t>1. Accept</a:t>
            </a:r>
            <a:r>
              <a:rPr lang="zh-CN" altLang="en-US" sz="1500">
                <a:solidFill>
                  <a:srgbClr val="000000"/>
                </a:solidFill>
              </a:rPr>
              <a:t>返回前连接夭折</a:t>
            </a:r>
          </a:p>
        </p:txBody>
      </p:sp>
      <p:pic>
        <p:nvPicPr>
          <p:cNvPr id="31747" name="Picture 2" descr="D:\ESTABLISHED状态的连接在调用accept之前收到RST.png">
            <a:extLst>
              <a:ext uri="{FF2B5EF4-FFF2-40B4-BE49-F238E27FC236}">
                <a16:creationId xmlns:a16="http://schemas.microsoft.com/office/drawing/2014/main" id="{92B7E8E3-EC47-6771-C61C-E4DEC61D3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7907" y="1192473"/>
            <a:ext cx="5688185" cy="3878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a:extLst>
              <a:ext uri="{FF2B5EF4-FFF2-40B4-BE49-F238E27FC236}">
                <a16:creationId xmlns:a16="http://schemas.microsoft.com/office/drawing/2014/main" id="{9C7CA5F0-40EB-AA1C-BE75-9F45EDB0C68A}"/>
              </a:ext>
            </a:extLst>
          </p:cNvPr>
          <p:cNvSpPr>
            <a:spLocks noGrp="1" noChangeArrowheads="1"/>
          </p:cNvSpPr>
          <p:nvPr>
            <p:ph type="title"/>
          </p:nvPr>
        </p:nvSpPr>
        <p:spPr/>
        <p:txBody>
          <a:bodyPr/>
          <a:lstStyle/>
          <a:p>
            <a:pPr eaLnBrk="1" hangingPunct="1"/>
            <a:r>
              <a:rPr lang="zh-CN" altLang="en-US" dirty="0"/>
              <a:t>七、程序运行异常处理</a:t>
            </a:r>
          </a:p>
        </p:txBody>
      </p:sp>
      <p:sp>
        <p:nvSpPr>
          <p:cNvPr id="16387" name="TextBox 1">
            <a:extLst>
              <a:ext uri="{FF2B5EF4-FFF2-40B4-BE49-F238E27FC236}">
                <a16:creationId xmlns:a16="http://schemas.microsoft.com/office/drawing/2014/main" id="{FA13EBF6-DA37-D82A-8DE9-A8AA941B43BE}"/>
              </a:ext>
            </a:extLst>
          </p:cNvPr>
          <p:cNvSpPr txBox="1">
            <a:spLocks noChangeArrowheads="1"/>
          </p:cNvSpPr>
          <p:nvPr/>
        </p:nvSpPr>
        <p:spPr bwMode="auto">
          <a:xfrm>
            <a:off x="611560" y="771550"/>
            <a:ext cx="8057847" cy="453394"/>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lvl1pPr>
              <a:spcBef>
                <a:spcPct val="20000"/>
              </a:spcBef>
              <a:buClr>
                <a:schemeClr val="accent1"/>
              </a:buClr>
              <a:buSzPct val="65000"/>
              <a:buFont typeface="Wingdings"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itchFamily="2" charset="2"/>
              <a:buChar char="q"/>
              <a:defRPr sz="26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ClrTx/>
              <a:buSzTx/>
              <a:buFontTx/>
              <a:buNone/>
              <a:defRPr/>
            </a:pPr>
            <a:r>
              <a:rPr lang="en-US" altLang="zh-CN" sz="2000">
                <a:solidFill>
                  <a:srgbClr val="000000"/>
                </a:solidFill>
                <a:latin typeface="Microsoft YaHei" panose="020B0503020204020204" pitchFamily="34" charset="-122"/>
                <a:ea typeface="Microsoft YaHei" panose="020B0503020204020204" pitchFamily="34" charset="-122"/>
              </a:rPr>
              <a:t>2. </a:t>
            </a:r>
            <a:r>
              <a:rPr lang="zh-CN" altLang="en-US" sz="2000">
                <a:solidFill>
                  <a:srgbClr val="000000"/>
                </a:solidFill>
                <a:latin typeface="Microsoft YaHei" panose="020B0503020204020204" pitchFamily="34" charset="-122"/>
                <a:ea typeface="Microsoft YaHei" panose="020B0503020204020204" pitchFamily="34" charset="-122"/>
              </a:rPr>
              <a:t>服务器进程终止</a:t>
            </a:r>
          </a:p>
        </p:txBody>
      </p:sp>
      <p:sp>
        <p:nvSpPr>
          <p:cNvPr id="5" name="TextBox 1">
            <a:extLst>
              <a:ext uri="{FF2B5EF4-FFF2-40B4-BE49-F238E27FC236}">
                <a16:creationId xmlns:a16="http://schemas.microsoft.com/office/drawing/2014/main" id="{428BE2BA-20E7-FBE5-3F31-A70F4666B326}"/>
              </a:ext>
            </a:extLst>
          </p:cNvPr>
          <p:cNvSpPr txBox="1">
            <a:spLocks noChangeArrowheads="1"/>
          </p:cNvSpPr>
          <p:nvPr/>
        </p:nvSpPr>
        <p:spPr bwMode="auto">
          <a:xfrm>
            <a:off x="611560" y="1310903"/>
            <a:ext cx="8057847" cy="1248290"/>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lvl1pPr>
              <a:spcBef>
                <a:spcPct val="20000"/>
              </a:spcBef>
              <a:buClr>
                <a:schemeClr val="accent1"/>
              </a:buClr>
              <a:buSzPct val="65000"/>
              <a:buFont typeface="Wingdings"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itchFamily="2" charset="2"/>
              <a:buChar char="q"/>
              <a:defRPr sz="26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ClrTx/>
              <a:buSzTx/>
              <a:buFontTx/>
              <a:buNone/>
              <a:defRPr/>
            </a:pPr>
            <a:r>
              <a:rPr lang="zh-CN" altLang="en-US" sz="2000">
                <a:solidFill>
                  <a:srgbClr val="000000"/>
                </a:solidFill>
                <a:latin typeface="Microsoft YaHei" panose="020B0503020204020204" pitchFamily="34" charset="-122"/>
                <a:ea typeface="Microsoft YaHei" panose="020B0503020204020204" pitchFamily="34" charset="-122"/>
              </a:rPr>
              <a:t>服务器子进程终止（杀死该进程），作为进程终止处理的部分工作，子进程打开的描述字都关闭，这引发了一个</a:t>
            </a:r>
            <a:r>
              <a:rPr lang="en-US" altLang="zh-CN" sz="2000">
                <a:solidFill>
                  <a:srgbClr val="000000"/>
                </a:solidFill>
                <a:latin typeface="Microsoft YaHei" panose="020B0503020204020204" pitchFamily="34" charset="-122"/>
                <a:ea typeface="Microsoft YaHei" panose="020B0503020204020204" pitchFamily="34" charset="-122"/>
              </a:rPr>
              <a:t>FIN</a:t>
            </a:r>
            <a:r>
              <a:rPr lang="zh-CN" altLang="en-US" sz="2000">
                <a:solidFill>
                  <a:srgbClr val="000000"/>
                </a:solidFill>
                <a:latin typeface="Microsoft YaHei" panose="020B0503020204020204" pitchFamily="34" charset="-122"/>
                <a:ea typeface="Microsoft YaHei" panose="020B0503020204020204" pitchFamily="34" charset="-122"/>
              </a:rPr>
              <a:t>发送给客户，客户</a:t>
            </a:r>
            <a:r>
              <a:rPr lang="en-US" altLang="zh-CN" sz="2000">
                <a:solidFill>
                  <a:srgbClr val="000000"/>
                </a:solidFill>
                <a:latin typeface="Microsoft YaHei" panose="020B0503020204020204" pitchFamily="34" charset="-122"/>
                <a:ea typeface="Microsoft YaHei" panose="020B0503020204020204" pitchFamily="34" charset="-122"/>
              </a:rPr>
              <a:t>TCP</a:t>
            </a:r>
            <a:r>
              <a:rPr lang="zh-CN" altLang="en-US" sz="2000">
                <a:solidFill>
                  <a:srgbClr val="000000"/>
                </a:solidFill>
                <a:latin typeface="Microsoft YaHei" panose="020B0503020204020204" pitchFamily="34" charset="-122"/>
                <a:ea typeface="Microsoft YaHei" panose="020B0503020204020204" pitchFamily="34" charset="-122"/>
              </a:rPr>
              <a:t>相应地以</a:t>
            </a:r>
            <a:r>
              <a:rPr lang="en-US" altLang="zh-CN" sz="2000">
                <a:solidFill>
                  <a:srgbClr val="000000"/>
                </a:solidFill>
                <a:latin typeface="Microsoft YaHei" panose="020B0503020204020204" pitchFamily="34" charset="-122"/>
                <a:ea typeface="Microsoft YaHei" panose="020B0503020204020204" pitchFamily="34" charset="-122"/>
              </a:rPr>
              <a:t>ACK</a:t>
            </a:r>
            <a:r>
              <a:rPr lang="zh-CN" altLang="en-US" sz="2000">
                <a:solidFill>
                  <a:srgbClr val="000000"/>
                </a:solidFill>
                <a:latin typeface="Microsoft YaHei" panose="020B0503020204020204" pitchFamily="34" charset="-122"/>
                <a:ea typeface="Microsoft YaHei" panose="020B0503020204020204" pitchFamily="34" charset="-122"/>
              </a:rPr>
              <a:t>响应。这就是</a:t>
            </a:r>
            <a:r>
              <a:rPr lang="en-US" altLang="zh-CN" sz="2000">
                <a:solidFill>
                  <a:srgbClr val="000000"/>
                </a:solidFill>
                <a:latin typeface="Microsoft YaHei" panose="020B0503020204020204" pitchFamily="34" charset="-122"/>
                <a:ea typeface="Microsoft YaHei" panose="020B0503020204020204" pitchFamily="34" charset="-122"/>
              </a:rPr>
              <a:t>TCP</a:t>
            </a:r>
            <a:r>
              <a:rPr lang="zh-CN" altLang="en-US" sz="2000">
                <a:solidFill>
                  <a:srgbClr val="000000"/>
                </a:solidFill>
                <a:latin typeface="Microsoft YaHei" panose="020B0503020204020204" pitchFamily="34" charset="-122"/>
                <a:ea typeface="Microsoft YaHei" panose="020B0503020204020204" pitchFamily="34" charset="-122"/>
              </a:rPr>
              <a:t>连接终止的前一半工作。</a:t>
            </a:r>
          </a:p>
        </p:txBody>
      </p:sp>
      <p:sp>
        <p:nvSpPr>
          <p:cNvPr id="6" name="TextBox 1">
            <a:extLst>
              <a:ext uri="{FF2B5EF4-FFF2-40B4-BE49-F238E27FC236}">
                <a16:creationId xmlns:a16="http://schemas.microsoft.com/office/drawing/2014/main" id="{0B6E849F-99F9-A23F-CEFF-0C3C3B6B1EBF}"/>
              </a:ext>
            </a:extLst>
          </p:cNvPr>
          <p:cNvSpPr txBox="1">
            <a:spLocks noChangeArrowheads="1"/>
          </p:cNvSpPr>
          <p:nvPr/>
        </p:nvSpPr>
        <p:spPr bwMode="auto">
          <a:xfrm>
            <a:off x="611560" y="2650475"/>
            <a:ext cx="8057847" cy="1248290"/>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lvl1pPr>
              <a:spcBef>
                <a:spcPct val="20000"/>
              </a:spcBef>
              <a:buClr>
                <a:schemeClr val="accent1"/>
              </a:buClr>
              <a:buSzPct val="65000"/>
              <a:buFont typeface="Wingdings"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itchFamily="2" charset="2"/>
              <a:buChar char="q"/>
              <a:defRPr sz="26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ClrTx/>
              <a:buSzTx/>
              <a:buFontTx/>
              <a:buNone/>
              <a:defRPr/>
            </a:pPr>
            <a:r>
              <a:rPr lang="zh-CN" altLang="en-US" sz="2000" dirty="0">
                <a:solidFill>
                  <a:srgbClr val="000000"/>
                </a:solidFill>
                <a:latin typeface="Microsoft YaHei" panose="020B0503020204020204" pitchFamily="34" charset="-122"/>
                <a:ea typeface="Microsoft YaHei" panose="020B0503020204020204" pitchFamily="34" charset="-122"/>
              </a:rPr>
              <a:t>当</a:t>
            </a:r>
            <a:r>
              <a:rPr lang="en-US" altLang="zh-CN" sz="2000" dirty="0">
                <a:solidFill>
                  <a:srgbClr val="000000"/>
                </a:solidFill>
                <a:latin typeface="Microsoft YaHei" panose="020B0503020204020204" pitchFamily="34" charset="-122"/>
                <a:ea typeface="Microsoft YaHei" panose="020B0503020204020204" pitchFamily="34" charset="-122"/>
              </a:rPr>
              <a:t>FIN</a:t>
            </a:r>
            <a:r>
              <a:rPr lang="zh-CN" altLang="en-US" sz="2000" dirty="0">
                <a:solidFill>
                  <a:srgbClr val="000000"/>
                </a:solidFill>
                <a:latin typeface="Microsoft YaHei" panose="020B0503020204020204" pitchFamily="34" charset="-122"/>
                <a:ea typeface="Microsoft YaHei" panose="020B0503020204020204" pitchFamily="34" charset="-122"/>
              </a:rPr>
              <a:t>到达套接口时，客户阻塞于</a:t>
            </a:r>
            <a:r>
              <a:rPr lang="en-US" altLang="zh-CN" sz="2000" dirty="0" err="1">
                <a:solidFill>
                  <a:srgbClr val="000000"/>
                </a:solidFill>
                <a:latin typeface="Microsoft YaHei" panose="020B0503020204020204" pitchFamily="34" charset="-122"/>
                <a:ea typeface="Microsoft YaHei" panose="020B0503020204020204" pitchFamily="34" charset="-122"/>
              </a:rPr>
              <a:t>fgets</a:t>
            </a:r>
            <a:r>
              <a:rPr lang="zh-CN" altLang="en-US" sz="2000" dirty="0">
                <a:solidFill>
                  <a:srgbClr val="000000"/>
                </a:solidFill>
                <a:latin typeface="Microsoft YaHei" panose="020B0503020204020204" pitchFamily="34" charset="-122"/>
                <a:ea typeface="Microsoft YaHei" panose="020B0503020204020204" pitchFamily="34" charset="-122"/>
              </a:rPr>
              <a:t>调用。客户工作时有两个描述字</a:t>
            </a:r>
            <a:r>
              <a:rPr lang="en-US" altLang="zh-CN" sz="2000" dirty="0">
                <a:solidFill>
                  <a:srgbClr val="000000"/>
                </a:solidFill>
                <a:latin typeface="Microsoft YaHei" panose="020B0503020204020204" pitchFamily="34" charset="-122"/>
                <a:ea typeface="Microsoft YaHei" panose="020B0503020204020204" pitchFamily="34" charset="-122"/>
              </a:rPr>
              <a:t>——</a:t>
            </a:r>
            <a:r>
              <a:rPr lang="zh-CN" altLang="en-US" sz="2000" dirty="0">
                <a:solidFill>
                  <a:srgbClr val="000000"/>
                </a:solidFill>
                <a:latin typeface="Microsoft YaHei" panose="020B0503020204020204" pitchFamily="34" charset="-122"/>
                <a:ea typeface="Microsoft YaHei" panose="020B0503020204020204" pitchFamily="34" charset="-122"/>
              </a:rPr>
              <a:t>套接口和用户输入，</a:t>
            </a:r>
            <a:r>
              <a:rPr lang="zh-CN" altLang="en-US" sz="2000" dirty="0">
                <a:solidFill>
                  <a:srgbClr val="FF0000"/>
                </a:solidFill>
                <a:latin typeface="Microsoft YaHei" panose="020B0503020204020204" pitchFamily="34" charset="-122"/>
                <a:ea typeface="Microsoft YaHei" panose="020B0503020204020204" pitchFamily="34" charset="-122"/>
              </a:rPr>
              <a:t>它不能只阻塞于两个源中的某个特定源输入，而是应阻塞于任一源的输入</a:t>
            </a:r>
            <a:r>
              <a:rPr lang="zh-CN" altLang="en-US" sz="2000" dirty="0">
                <a:solidFill>
                  <a:srgbClr val="000000"/>
                </a:solidFill>
                <a:latin typeface="Microsoft YaHei" panose="020B0503020204020204" pitchFamily="34" charset="-122"/>
                <a:ea typeface="Microsoft YaHei" panose="020B0503020204020204" pitchFamily="34" charset="-122"/>
              </a:rPr>
              <a:t>。</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14B65FC3-AD52-275B-C4A9-2AF8BEA9E758}"/>
              </a:ext>
            </a:extLst>
          </p:cNvPr>
          <p:cNvSpPr>
            <a:spLocks noGrp="1" noChangeArrowheads="1"/>
          </p:cNvSpPr>
          <p:nvPr>
            <p:ph type="title"/>
          </p:nvPr>
        </p:nvSpPr>
        <p:spPr/>
        <p:txBody>
          <a:bodyPr/>
          <a:lstStyle/>
          <a:p>
            <a:pPr eaLnBrk="1" hangingPunct="1"/>
            <a:r>
              <a:rPr lang="zh-CN" altLang="en-US" dirty="0"/>
              <a:t>七、程序运行异常处理</a:t>
            </a:r>
          </a:p>
        </p:txBody>
      </p:sp>
      <p:sp>
        <p:nvSpPr>
          <p:cNvPr id="16387" name="TextBox 1">
            <a:extLst>
              <a:ext uri="{FF2B5EF4-FFF2-40B4-BE49-F238E27FC236}">
                <a16:creationId xmlns:a16="http://schemas.microsoft.com/office/drawing/2014/main" id="{EA09B147-2473-8A3A-1721-923CE313ED24}"/>
              </a:ext>
            </a:extLst>
          </p:cNvPr>
          <p:cNvSpPr txBox="1">
            <a:spLocks noChangeArrowheads="1"/>
          </p:cNvSpPr>
          <p:nvPr/>
        </p:nvSpPr>
        <p:spPr bwMode="auto">
          <a:xfrm>
            <a:off x="499295" y="679320"/>
            <a:ext cx="8170112" cy="417358"/>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en-US" altLang="zh-CN" b="1" dirty="0">
                <a:solidFill>
                  <a:srgbClr val="000000"/>
                </a:solidFill>
                <a:latin typeface="Microsoft YaHei" panose="020B0503020204020204" pitchFamily="34" charset="-122"/>
                <a:ea typeface="Microsoft YaHei" panose="020B0503020204020204" pitchFamily="34" charset="-122"/>
              </a:rPr>
              <a:t>3. SIGPIPE</a:t>
            </a:r>
            <a:r>
              <a:rPr lang="zh-CN" altLang="en-US" b="1" dirty="0">
                <a:solidFill>
                  <a:srgbClr val="000000"/>
                </a:solidFill>
                <a:latin typeface="Microsoft YaHei" panose="020B0503020204020204" pitchFamily="34" charset="-122"/>
                <a:ea typeface="Microsoft YaHei" panose="020B0503020204020204" pitchFamily="34" charset="-122"/>
              </a:rPr>
              <a:t>信号</a:t>
            </a:r>
          </a:p>
        </p:txBody>
      </p:sp>
      <p:sp>
        <p:nvSpPr>
          <p:cNvPr id="5" name="TextBox 1">
            <a:extLst>
              <a:ext uri="{FF2B5EF4-FFF2-40B4-BE49-F238E27FC236}">
                <a16:creationId xmlns:a16="http://schemas.microsoft.com/office/drawing/2014/main" id="{41B12572-187E-A507-6886-633B669476F8}"/>
              </a:ext>
            </a:extLst>
          </p:cNvPr>
          <p:cNvSpPr txBox="1">
            <a:spLocks noChangeArrowheads="1"/>
          </p:cNvSpPr>
          <p:nvPr/>
        </p:nvSpPr>
        <p:spPr bwMode="auto">
          <a:xfrm>
            <a:off x="499295" y="1218673"/>
            <a:ext cx="8170112" cy="1137556"/>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lvl1pPr>
              <a:spcBef>
                <a:spcPct val="20000"/>
              </a:spcBef>
              <a:buClr>
                <a:schemeClr val="accent1"/>
              </a:buClr>
              <a:buSzPct val="65000"/>
              <a:buFont typeface="Wingdings"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itchFamily="2" charset="2"/>
              <a:buChar char="q"/>
              <a:defRPr sz="26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ClrTx/>
              <a:buSzTx/>
              <a:buFontTx/>
              <a:buNone/>
              <a:defRPr/>
            </a:pPr>
            <a:r>
              <a:rPr lang="zh-CN" altLang="en-US" sz="1800">
                <a:solidFill>
                  <a:srgbClr val="000000"/>
                </a:solidFill>
                <a:latin typeface="Microsoft YaHei" panose="020B0503020204020204" pitchFamily="34" charset="-122"/>
                <a:ea typeface="Microsoft YaHei" panose="020B0503020204020204" pitchFamily="34" charset="-122"/>
              </a:rPr>
              <a:t>如果客户不理会函数</a:t>
            </a:r>
            <a:r>
              <a:rPr lang="en-US" altLang="zh-CN" sz="1800">
                <a:solidFill>
                  <a:srgbClr val="000000"/>
                </a:solidFill>
                <a:latin typeface="Microsoft YaHei" panose="020B0503020204020204" pitchFamily="34" charset="-122"/>
                <a:ea typeface="Microsoft YaHei" panose="020B0503020204020204" pitchFamily="34" charset="-122"/>
              </a:rPr>
              <a:t>readline</a:t>
            </a:r>
            <a:r>
              <a:rPr lang="zh-CN" altLang="en-US" sz="1800">
                <a:solidFill>
                  <a:srgbClr val="000000"/>
                </a:solidFill>
                <a:latin typeface="Microsoft YaHei" panose="020B0503020204020204" pitchFamily="34" charset="-122"/>
                <a:ea typeface="Microsoft YaHei" panose="020B0503020204020204" pitchFamily="34" charset="-122"/>
              </a:rPr>
              <a:t>返回的错误而写入更多的数据到服务器上，又会怎样？这种情况是可能发生的，譬如，客户在读回任何东西之前对服务器写两次，而第一次写就引发了一</a:t>
            </a:r>
            <a:r>
              <a:rPr lang="en-US" altLang="zh-CN" sz="1800">
                <a:solidFill>
                  <a:srgbClr val="000000"/>
                </a:solidFill>
                <a:latin typeface="Microsoft YaHei" panose="020B0503020204020204" pitchFamily="34" charset="-122"/>
                <a:ea typeface="Microsoft YaHei" panose="020B0503020204020204" pitchFamily="34" charset="-122"/>
              </a:rPr>
              <a:t>RST</a:t>
            </a:r>
            <a:r>
              <a:rPr lang="zh-CN" altLang="en-US" sz="1800">
                <a:solidFill>
                  <a:srgbClr val="000000"/>
                </a:solidFill>
                <a:latin typeface="Microsoft YaHei" panose="020B0503020204020204" pitchFamily="34" charset="-122"/>
                <a:ea typeface="Microsoft YaHei" panose="020B0503020204020204" pitchFamily="34" charset="-122"/>
              </a:rPr>
              <a:t>。</a:t>
            </a:r>
          </a:p>
        </p:txBody>
      </p:sp>
      <p:sp>
        <p:nvSpPr>
          <p:cNvPr id="6" name="TextBox 1">
            <a:extLst>
              <a:ext uri="{FF2B5EF4-FFF2-40B4-BE49-F238E27FC236}">
                <a16:creationId xmlns:a16="http://schemas.microsoft.com/office/drawing/2014/main" id="{187EDB33-307E-3348-6801-E8492D0382FD}"/>
              </a:ext>
            </a:extLst>
          </p:cNvPr>
          <p:cNvSpPr txBox="1">
            <a:spLocks noChangeArrowheads="1"/>
          </p:cNvSpPr>
          <p:nvPr/>
        </p:nvSpPr>
        <p:spPr bwMode="auto">
          <a:xfrm>
            <a:off x="486944" y="2561048"/>
            <a:ext cx="8170112" cy="1137556"/>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lvl1pPr>
              <a:spcBef>
                <a:spcPct val="20000"/>
              </a:spcBef>
              <a:buClr>
                <a:schemeClr val="accent1"/>
              </a:buClr>
              <a:buSzPct val="65000"/>
              <a:buFont typeface="Wingdings"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itchFamily="2" charset="2"/>
              <a:buChar char="q"/>
              <a:defRPr sz="26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ClrTx/>
              <a:buSzTx/>
              <a:buFontTx/>
              <a:buNone/>
              <a:defRPr/>
            </a:pPr>
            <a:r>
              <a:rPr lang="zh-CN" altLang="en-US" sz="1800" dirty="0">
                <a:solidFill>
                  <a:srgbClr val="000000"/>
                </a:solidFill>
                <a:latin typeface="Microsoft YaHei" panose="020B0503020204020204" pitchFamily="34" charset="-122"/>
                <a:ea typeface="Microsoft YaHei" panose="020B0503020204020204" pitchFamily="34" charset="-122"/>
              </a:rPr>
              <a:t>规则：当一个进程向接收了</a:t>
            </a:r>
            <a:r>
              <a:rPr lang="en-US" altLang="zh-CN" sz="1800" dirty="0">
                <a:solidFill>
                  <a:srgbClr val="000000"/>
                </a:solidFill>
                <a:latin typeface="Microsoft YaHei" panose="020B0503020204020204" pitchFamily="34" charset="-122"/>
                <a:ea typeface="Microsoft YaHei" panose="020B0503020204020204" pitchFamily="34" charset="-122"/>
              </a:rPr>
              <a:t>RST</a:t>
            </a:r>
            <a:r>
              <a:rPr lang="zh-CN" altLang="en-US" sz="1800" dirty="0">
                <a:solidFill>
                  <a:srgbClr val="000000"/>
                </a:solidFill>
                <a:latin typeface="Microsoft YaHei" panose="020B0503020204020204" pitchFamily="34" charset="-122"/>
                <a:ea typeface="Microsoft YaHei" panose="020B0503020204020204" pitchFamily="34" charset="-122"/>
              </a:rPr>
              <a:t>的套接口进行写操作时，内核给该进程发一个</a:t>
            </a:r>
            <a:r>
              <a:rPr lang="en-US" altLang="zh-CN" sz="1800" dirty="0">
                <a:solidFill>
                  <a:srgbClr val="000000"/>
                </a:solidFill>
                <a:latin typeface="Microsoft YaHei" panose="020B0503020204020204" pitchFamily="34" charset="-122"/>
                <a:ea typeface="Microsoft YaHei" panose="020B0503020204020204" pitchFamily="34" charset="-122"/>
              </a:rPr>
              <a:t>SIGPIPE</a:t>
            </a:r>
            <a:r>
              <a:rPr lang="zh-CN" altLang="en-US" sz="1800" dirty="0">
                <a:solidFill>
                  <a:srgbClr val="000000"/>
                </a:solidFill>
                <a:latin typeface="Microsoft YaHei" panose="020B0503020204020204" pitchFamily="34" charset="-122"/>
                <a:ea typeface="Microsoft YaHei" panose="020B0503020204020204" pitchFamily="34" charset="-122"/>
              </a:rPr>
              <a:t>信号。此信号的默认行为是终止进程，所以，进程必须捕获它以避免不情愿地被终止。</a:t>
            </a:r>
          </a:p>
        </p:txBody>
      </p:sp>
      <p:sp>
        <p:nvSpPr>
          <p:cNvPr id="7" name="TextBox 1">
            <a:extLst>
              <a:ext uri="{FF2B5EF4-FFF2-40B4-BE49-F238E27FC236}">
                <a16:creationId xmlns:a16="http://schemas.microsoft.com/office/drawing/2014/main" id="{7E40A990-BFDB-1B2D-3548-902007E4BF45}"/>
              </a:ext>
            </a:extLst>
          </p:cNvPr>
          <p:cNvSpPr txBox="1">
            <a:spLocks noChangeArrowheads="1"/>
          </p:cNvSpPr>
          <p:nvPr/>
        </p:nvSpPr>
        <p:spPr bwMode="auto">
          <a:xfrm>
            <a:off x="486944" y="3903423"/>
            <a:ext cx="8170112" cy="777457"/>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lvl1pPr>
              <a:spcBef>
                <a:spcPct val="20000"/>
              </a:spcBef>
              <a:buClr>
                <a:schemeClr val="accent1"/>
              </a:buClr>
              <a:buSzPct val="65000"/>
              <a:buFont typeface="Wingdings"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itchFamily="2" charset="2"/>
              <a:buChar char="q"/>
              <a:defRPr sz="26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ClrTx/>
              <a:buSzTx/>
              <a:buFontTx/>
              <a:buNone/>
              <a:defRPr/>
            </a:pPr>
            <a:r>
              <a:rPr lang="zh-CN" altLang="en-US" sz="1800" dirty="0">
                <a:solidFill>
                  <a:srgbClr val="000000"/>
                </a:solidFill>
                <a:latin typeface="Microsoft YaHei" panose="020B0503020204020204" pitchFamily="34" charset="-122"/>
                <a:ea typeface="Microsoft YaHei" panose="020B0503020204020204" pitchFamily="34" charset="-122"/>
              </a:rPr>
              <a:t>进程不论是捕获了该信号并从其信号处理程序返回，还是不理会该信号，写操作都返回</a:t>
            </a:r>
            <a:r>
              <a:rPr lang="en-US" altLang="zh-CN" sz="1800" dirty="0">
                <a:solidFill>
                  <a:srgbClr val="000000"/>
                </a:solidFill>
                <a:latin typeface="Microsoft YaHei" panose="020B0503020204020204" pitchFamily="34" charset="-122"/>
                <a:ea typeface="Microsoft YaHei" panose="020B0503020204020204" pitchFamily="34" charset="-122"/>
              </a:rPr>
              <a:t>EPIPE</a:t>
            </a:r>
            <a:r>
              <a:rPr lang="zh-CN" altLang="en-US" sz="1800" dirty="0">
                <a:solidFill>
                  <a:srgbClr val="000000"/>
                </a:solidFill>
                <a:latin typeface="Microsoft YaHei" panose="020B0503020204020204" pitchFamily="34" charset="-122"/>
                <a:ea typeface="Microsoft YaHei" panose="020B0503020204020204" pitchFamily="34" charset="-122"/>
              </a:rPr>
              <a:t>错误。</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a:extLst>
              <a:ext uri="{FF2B5EF4-FFF2-40B4-BE49-F238E27FC236}">
                <a16:creationId xmlns:a16="http://schemas.microsoft.com/office/drawing/2014/main" id="{069E8708-FEED-E991-6FFB-21FE25EF7F8E}"/>
              </a:ext>
            </a:extLst>
          </p:cNvPr>
          <p:cNvSpPr>
            <a:spLocks noGrp="1" noChangeArrowheads="1"/>
          </p:cNvSpPr>
          <p:nvPr>
            <p:ph type="title"/>
          </p:nvPr>
        </p:nvSpPr>
        <p:spPr/>
        <p:txBody>
          <a:bodyPr/>
          <a:lstStyle/>
          <a:p>
            <a:pPr eaLnBrk="1" hangingPunct="1"/>
            <a:r>
              <a:rPr lang="zh-CN" altLang="en-US" dirty="0"/>
              <a:t>七、程序运行异常处理</a:t>
            </a:r>
          </a:p>
        </p:txBody>
      </p:sp>
      <p:sp>
        <p:nvSpPr>
          <p:cNvPr id="16387" name="TextBox 1">
            <a:extLst>
              <a:ext uri="{FF2B5EF4-FFF2-40B4-BE49-F238E27FC236}">
                <a16:creationId xmlns:a16="http://schemas.microsoft.com/office/drawing/2014/main" id="{502EF00E-89FB-5FB1-1215-96A0EF03F958}"/>
              </a:ext>
            </a:extLst>
          </p:cNvPr>
          <p:cNvSpPr txBox="1">
            <a:spLocks noChangeArrowheads="1"/>
          </p:cNvSpPr>
          <p:nvPr/>
        </p:nvSpPr>
        <p:spPr bwMode="auto">
          <a:xfrm>
            <a:off x="683568" y="843558"/>
            <a:ext cx="5940029" cy="453394"/>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a:spcBef>
                <a:spcPct val="20000"/>
              </a:spcBef>
              <a:buClr>
                <a:schemeClr val="accent1"/>
              </a:buClr>
              <a:buSzPct val="65000"/>
              <a:buFont typeface="Wingdings"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itchFamily="2" charset="2"/>
              <a:buChar char="q"/>
              <a:defRPr sz="26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ClrTx/>
              <a:buSzTx/>
              <a:buFontTx/>
              <a:buNone/>
              <a:defRPr/>
            </a:pPr>
            <a:r>
              <a:rPr lang="en-US" altLang="zh-CN" sz="2000">
                <a:solidFill>
                  <a:srgbClr val="000000"/>
                </a:solidFill>
                <a:latin typeface="Microsoft YaHei" panose="020B0503020204020204" pitchFamily="34" charset="-122"/>
                <a:ea typeface="Microsoft YaHei" panose="020B0503020204020204" pitchFamily="34" charset="-122"/>
              </a:rPr>
              <a:t>4. </a:t>
            </a:r>
            <a:r>
              <a:rPr lang="zh-CN" altLang="en-US" sz="2000">
                <a:solidFill>
                  <a:srgbClr val="000000"/>
                </a:solidFill>
                <a:latin typeface="Microsoft YaHei" panose="020B0503020204020204" pitchFamily="34" charset="-122"/>
                <a:ea typeface="Microsoft YaHei" panose="020B0503020204020204" pitchFamily="34" charset="-122"/>
              </a:rPr>
              <a:t>服务器主机崩溃</a:t>
            </a:r>
          </a:p>
        </p:txBody>
      </p:sp>
      <p:sp>
        <p:nvSpPr>
          <p:cNvPr id="8" name="TextBox 1">
            <a:extLst>
              <a:ext uri="{FF2B5EF4-FFF2-40B4-BE49-F238E27FC236}">
                <a16:creationId xmlns:a16="http://schemas.microsoft.com/office/drawing/2014/main" id="{35FEDCF1-2A60-5F50-38A7-C9A4EBD022C4}"/>
              </a:ext>
            </a:extLst>
          </p:cNvPr>
          <p:cNvSpPr txBox="1">
            <a:spLocks noChangeArrowheads="1"/>
          </p:cNvSpPr>
          <p:nvPr/>
        </p:nvSpPr>
        <p:spPr bwMode="auto">
          <a:xfrm>
            <a:off x="695475" y="1337667"/>
            <a:ext cx="5940029" cy="453394"/>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a:spcBef>
                <a:spcPct val="20000"/>
              </a:spcBef>
              <a:buClr>
                <a:schemeClr val="accent1"/>
              </a:buClr>
              <a:buSzPct val="65000"/>
              <a:buFont typeface="Wingdings"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itchFamily="2" charset="2"/>
              <a:buChar char="q"/>
              <a:defRPr sz="26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ClrTx/>
              <a:buSzTx/>
              <a:buFontTx/>
              <a:buNone/>
              <a:defRPr/>
            </a:pPr>
            <a:r>
              <a:rPr lang="en-US" altLang="zh-CN" sz="2000">
                <a:solidFill>
                  <a:srgbClr val="000000"/>
                </a:solidFill>
                <a:latin typeface="Microsoft YaHei" panose="020B0503020204020204" pitchFamily="34" charset="-122"/>
                <a:ea typeface="Microsoft YaHei" panose="020B0503020204020204" pitchFamily="34" charset="-122"/>
              </a:rPr>
              <a:t>5. </a:t>
            </a:r>
            <a:r>
              <a:rPr lang="zh-CN" altLang="en-US" sz="2000">
                <a:solidFill>
                  <a:srgbClr val="000000"/>
                </a:solidFill>
                <a:latin typeface="Microsoft YaHei" panose="020B0503020204020204" pitchFamily="34" charset="-122"/>
                <a:ea typeface="Microsoft YaHei" panose="020B0503020204020204" pitchFamily="34" charset="-122"/>
              </a:rPr>
              <a:t>服务器主机崩溃后重启</a:t>
            </a:r>
          </a:p>
        </p:txBody>
      </p:sp>
      <p:sp>
        <p:nvSpPr>
          <p:cNvPr id="9" name="TextBox 1">
            <a:extLst>
              <a:ext uri="{FF2B5EF4-FFF2-40B4-BE49-F238E27FC236}">
                <a16:creationId xmlns:a16="http://schemas.microsoft.com/office/drawing/2014/main" id="{F4C31723-1D81-6735-F765-7FB5F9027135}"/>
              </a:ext>
            </a:extLst>
          </p:cNvPr>
          <p:cNvSpPr txBox="1">
            <a:spLocks noChangeArrowheads="1"/>
          </p:cNvSpPr>
          <p:nvPr/>
        </p:nvSpPr>
        <p:spPr bwMode="auto">
          <a:xfrm>
            <a:off x="715716" y="1847255"/>
            <a:ext cx="5940028" cy="453394"/>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a:spcBef>
                <a:spcPct val="20000"/>
              </a:spcBef>
              <a:buClr>
                <a:schemeClr val="accent1"/>
              </a:buClr>
              <a:buSzPct val="65000"/>
              <a:buFont typeface="Wingdings"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itchFamily="2" charset="2"/>
              <a:buChar char="q"/>
              <a:defRPr sz="26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ClrTx/>
              <a:buSzTx/>
              <a:buFontTx/>
              <a:buNone/>
              <a:defRPr/>
            </a:pPr>
            <a:r>
              <a:rPr lang="en-US" altLang="zh-CN" sz="2000">
                <a:solidFill>
                  <a:srgbClr val="000000"/>
                </a:solidFill>
                <a:latin typeface="Microsoft YaHei" panose="020B0503020204020204" pitchFamily="34" charset="-122"/>
                <a:ea typeface="Microsoft YaHei" panose="020B0503020204020204" pitchFamily="34" charset="-122"/>
              </a:rPr>
              <a:t>6. </a:t>
            </a:r>
            <a:r>
              <a:rPr lang="zh-CN" altLang="en-US" sz="2000">
                <a:solidFill>
                  <a:srgbClr val="000000"/>
                </a:solidFill>
                <a:latin typeface="Microsoft YaHei" panose="020B0503020204020204" pitchFamily="34" charset="-122"/>
                <a:ea typeface="Microsoft YaHei" panose="020B0503020204020204" pitchFamily="34" charset="-122"/>
              </a:rPr>
              <a:t>服务器主机关机</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FA8EF703-4944-CEC3-0192-77350884BD35}"/>
              </a:ext>
            </a:extLst>
          </p:cNvPr>
          <p:cNvSpPr>
            <a:spLocks noGrp="1" noChangeArrowheads="1"/>
          </p:cNvSpPr>
          <p:nvPr>
            <p:ph type="title"/>
          </p:nvPr>
        </p:nvSpPr>
        <p:spPr/>
        <p:txBody>
          <a:bodyPr/>
          <a:lstStyle/>
          <a:p>
            <a:pPr eaLnBrk="1" hangingPunct="1"/>
            <a:r>
              <a:rPr lang="zh-CN" altLang="en-US" dirty="0"/>
              <a:t>八、数据格式</a:t>
            </a:r>
          </a:p>
        </p:txBody>
      </p:sp>
      <p:sp>
        <p:nvSpPr>
          <p:cNvPr id="16387" name="TextBox 1">
            <a:extLst>
              <a:ext uri="{FF2B5EF4-FFF2-40B4-BE49-F238E27FC236}">
                <a16:creationId xmlns:a16="http://schemas.microsoft.com/office/drawing/2014/main" id="{F911763D-86A7-4F3D-4425-CD7F7AD69BCE}"/>
              </a:ext>
            </a:extLst>
          </p:cNvPr>
          <p:cNvSpPr txBox="1">
            <a:spLocks noChangeArrowheads="1"/>
          </p:cNvSpPr>
          <p:nvPr/>
        </p:nvSpPr>
        <p:spPr bwMode="auto">
          <a:xfrm>
            <a:off x="501342" y="783920"/>
            <a:ext cx="8391138" cy="777457"/>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lvl1pPr>
              <a:spcBef>
                <a:spcPct val="20000"/>
              </a:spcBef>
              <a:buClr>
                <a:schemeClr val="accent1"/>
              </a:buClr>
              <a:buSzPct val="65000"/>
              <a:buFont typeface="Wingdings"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itchFamily="2" charset="2"/>
              <a:buChar char="q"/>
              <a:defRPr sz="26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ClrTx/>
              <a:buSzTx/>
              <a:buFontTx/>
              <a:buNone/>
              <a:defRPr/>
            </a:pPr>
            <a:r>
              <a:rPr lang="zh-CN" altLang="en-US" sz="1800" b="0" dirty="0">
                <a:solidFill>
                  <a:srgbClr val="000000"/>
                </a:solidFill>
                <a:latin typeface="Microsoft YaHei" panose="020B0503020204020204" pitchFamily="34" charset="-122"/>
                <a:ea typeface="Microsoft YaHei" panose="020B0503020204020204" pitchFamily="34" charset="-122"/>
              </a:rPr>
              <a:t>问题：</a:t>
            </a:r>
            <a:endParaRPr lang="en-US" altLang="zh-CN" sz="1800" b="0" dirty="0">
              <a:solidFill>
                <a:srgbClr val="000000"/>
              </a:solidFill>
              <a:latin typeface="Microsoft YaHei" panose="020B0503020204020204" pitchFamily="34" charset="-122"/>
              <a:ea typeface="Microsoft YaHei" panose="020B0503020204020204" pitchFamily="34" charset="-122"/>
            </a:endParaRPr>
          </a:p>
          <a:p>
            <a:pPr eaLnBrk="1" hangingPunct="1">
              <a:lnSpc>
                <a:spcPct val="130000"/>
              </a:lnSpc>
              <a:spcBef>
                <a:spcPct val="0"/>
              </a:spcBef>
              <a:buClrTx/>
              <a:buSzTx/>
              <a:buFontTx/>
              <a:buNone/>
              <a:defRPr/>
            </a:pPr>
            <a:r>
              <a:rPr lang="zh-CN" altLang="en-US" sz="1800" b="0" dirty="0">
                <a:solidFill>
                  <a:srgbClr val="000000"/>
                </a:solidFill>
                <a:latin typeface="Microsoft YaHei" panose="020B0503020204020204" pitchFamily="34" charset="-122"/>
                <a:ea typeface="Microsoft YaHei" panose="020B0503020204020204" pitchFamily="34" charset="-122"/>
              </a:rPr>
              <a:t>客户端从标准输入读入两个用空格隔开的整数，服务器端返回两个整数之和。</a:t>
            </a:r>
          </a:p>
        </p:txBody>
      </p:sp>
      <p:sp>
        <p:nvSpPr>
          <p:cNvPr id="8" name="TextBox 1">
            <a:extLst>
              <a:ext uri="{FF2B5EF4-FFF2-40B4-BE49-F238E27FC236}">
                <a16:creationId xmlns:a16="http://schemas.microsoft.com/office/drawing/2014/main" id="{3FED67A0-027C-E91A-7C6C-29DAC7BD0E5A}"/>
              </a:ext>
            </a:extLst>
          </p:cNvPr>
          <p:cNvSpPr txBox="1">
            <a:spLocks noChangeArrowheads="1"/>
          </p:cNvSpPr>
          <p:nvPr/>
        </p:nvSpPr>
        <p:spPr bwMode="auto">
          <a:xfrm>
            <a:off x="499295" y="2003540"/>
            <a:ext cx="6685234" cy="453394"/>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lvl1pPr>
              <a:spcBef>
                <a:spcPct val="20000"/>
              </a:spcBef>
              <a:buClr>
                <a:schemeClr val="accent1"/>
              </a:buClr>
              <a:buSzPct val="65000"/>
              <a:buFont typeface="Wingdings"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itchFamily="2" charset="2"/>
              <a:buChar char="q"/>
              <a:defRPr sz="26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9pPr>
          </a:lstStyle>
          <a:p>
            <a:pPr marL="342900" indent="-342900" eaLnBrk="1" hangingPunct="1">
              <a:lnSpc>
                <a:spcPct val="130000"/>
              </a:lnSpc>
              <a:spcBef>
                <a:spcPct val="0"/>
              </a:spcBef>
              <a:buClrTx/>
              <a:buSzTx/>
              <a:defRPr/>
            </a:pPr>
            <a:r>
              <a:rPr lang="zh-CN" altLang="en-US" sz="2000" b="0" dirty="0">
                <a:solidFill>
                  <a:srgbClr val="000000"/>
                </a:solidFill>
                <a:latin typeface="Microsoft YaHei" panose="020B0503020204020204" pitchFamily="34" charset="-122"/>
                <a:ea typeface="Microsoft YaHei" panose="020B0503020204020204" pitchFamily="34" charset="-122"/>
              </a:rPr>
              <a:t>方法一  在客户与服务器之间传递文本串</a:t>
            </a:r>
          </a:p>
        </p:txBody>
      </p:sp>
      <p:sp>
        <p:nvSpPr>
          <p:cNvPr id="9" name="TextBox 1">
            <a:extLst>
              <a:ext uri="{FF2B5EF4-FFF2-40B4-BE49-F238E27FC236}">
                <a16:creationId xmlns:a16="http://schemas.microsoft.com/office/drawing/2014/main" id="{76542F09-22EF-44F9-CF6D-DAE842F06B30}"/>
              </a:ext>
            </a:extLst>
          </p:cNvPr>
          <p:cNvSpPr txBox="1">
            <a:spLocks noChangeArrowheads="1"/>
          </p:cNvSpPr>
          <p:nvPr/>
        </p:nvSpPr>
        <p:spPr bwMode="auto">
          <a:xfrm>
            <a:off x="519535" y="2544084"/>
            <a:ext cx="6685233" cy="453394"/>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lvl1pPr>
              <a:spcBef>
                <a:spcPct val="20000"/>
              </a:spcBef>
              <a:buClr>
                <a:schemeClr val="accent1"/>
              </a:buClr>
              <a:buSzPct val="65000"/>
              <a:buFont typeface="Wingdings"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itchFamily="2" charset="2"/>
              <a:buChar char="q"/>
              <a:defRPr sz="26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Arial" panose="020B0604020202020204" pitchFamily="34" charset="0"/>
                <a:ea typeface="宋体" panose="02010600030101010101" pitchFamily="2" charset="-122"/>
              </a:defRPr>
            </a:lvl9pPr>
          </a:lstStyle>
          <a:p>
            <a:pPr marL="342900" indent="-342900" eaLnBrk="1" hangingPunct="1">
              <a:lnSpc>
                <a:spcPct val="130000"/>
              </a:lnSpc>
              <a:spcBef>
                <a:spcPct val="0"/>
              </a:spcBef>
              <a:buClrTx/>
              <a:buSzTx/>
              <a:defRPr/>
            </a:pPr>
            <a:r>
              <a:rPr lang="zh-CN" altLang="en-US" sz="2000" b="0" dirty="0">
                <a:solidFill>
                  <a:srgbClr val="000000"/>
                </a:solidFill>
                <a:latin typeface="Microsoft YaHei" panose="020B0503020204020204" pitchFamily="34" charset="-122"/>
                <a:ea typeface="Microsoft YaHei" panose="020B0503020204020204" pitchFamily="34" charset="-122"/>
              </a:rPr>
              <a:t>方法二  在客户与服务器端传递二进制结构</a:t>
            </a:r>
          </a:p>
        </p:txBody>
      </p:sp>
      <p:sp>
        <p:nvSpPr>
          <p:cNvPr id="6" name="七角星 5">
            <a:extLst>
              <a:ext uri="{FF2B5EF4-FFF2-40B4-BE49-F238E27FC236}">
                <a16:creationId xmlns:a16="http://schemas.microsoft.com/office/drawing/2014/main" id="{FEA33107-C0CF-0D9F-BD1F-EDEA9D91EFAA}"/>
              </a:ext>
            </a:extLst>
          </p:cNvPr>
          <p:cNvSpPr/>
          <p:nvPr/>
        </p:nvSpPr>
        <p:spPr>
          <a:xfrm>
            <a:off x="3383757" y="3112294"/>
            <a:ext cx="1997869" cy="1350169"/>
          </a:xfrm>
          <a:prstGeom prst="star7">
            <a:avLst/>
          </a:prstGeom>
        </p:spPr>
        <p:style>
          <a:lnRef idx="2">
            <a:schemeClr val="accent1"/>
          </a:lnRef>
          <a:fillRef idx="1">
            <a:schemeClr val="lt1"/>
          </a:fillRef>
          <a:effectRef idx="0">
            <a:schemeClr val="accent1"/>
          </a:effectRef>
          <a:fontRef idx="minor">
            <a:schemeClr val="dk1"/>
          </a:fontRef>
        </p:style>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b="1">
                <a:solidFill>
                  <a:srgbClr val="000000"/>
                </a:solidFill>
              </a:rPr>
              <a:t>方法一</a:t>
            </a:r>
            <a:r>
              <a:rPr lang="en-US" altLang="zh-CN" b="1">
                <a:solidFill>
                  <a:srgbClr val="000000"/>
                </a:solidFill>
              </a:rPr>
              <a:t>OK</a:t>
            </a:r>
            <a:r>
              <a:rPr lang="zh-CN" altLang="en-US" b="1">
                <a:solidFill>
                  <a:srgbClr val="000000"/>
                </a:solidFill>
              </a:rPr>
              <a:t>！</a:t>
            </a:r>
            <a:endParaRPr lang="en-US" altLang="zh-CN" b="1">
              <a:solidFill>
                <a:srgbClr val="000000"/>
              </a:solidFill>
            </a:endParaRPr>
          </a:p>
          <a:p>
            <a:pPr algn="ctr" eaLnBrk="1" hangingPunct="1">
              <a:defRPr/>
            </a:pPr>
            <a:r>
              <a:rPr lang="zh-CN" altLang="en-US" b="1">
                <a:solidFill>
                  <a:srgbClr val="000000"/>
                </a:solidFill>
              </a:rPr>
              <a:t>方法二问题多多～</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a:extLst>
              <a:ext uri="{FF2B5EF4-FFF2-40B4-BE49-F238E27FC236}">
                <a16:creationId xmlns:a16="http://schemas.microsoft.com/office/drawing/2014/main" id="{569A3BB5-CDC8-E1F3-4CBA-B2F4FFC4374C}"/>
              </a:ext>
            </a:extLst>
          </p:cNvPr>
          <p:cNvSpPr>
            <a:spLocks noGrp="1" noChangeArrowheads="1"/>
          </p:cNvSpPr>
          <p:nvPr>
            <p:ph type="title"/>
          </p:nvPr>
        </p:nvSpPr>
        <p:spPr/>
        <p:txBody>
          <a:bodyPr/>
          <a:lstStyle/>
          <a:p>
            <a:pPr eaLnBrk="1" hangingPunct="1"/>
            <a:r>
              <a:rPr lang="zh-CN" altLang="en-US" dirty="0"/>
              <a:t>小结</a:t>
            </a:r>
          </a:p>
        </p:txBody>
      </p:sp>
      <p:pic>
        <p:nvPicPr>
          <p:cNvPr id="36866" name="Picture 5" descr="D:\从客户的角度总结TCP客户-服务器.png">
            <a:extLst>
              <a:ext uri="{FF2B5EF4-FFF2-40B4-BE49-F238E27FC236}">
                <a16:creationId xmlns:a16="http://schemas.microsoft.com/office/drawing/2014/main" id="{75AC5771-4D76-EDFF-21F5-345CA52133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656" y="195486"/>
            <a:ext cx="7562304" cy="4752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3753D55F-B899-0EC5-62DE-5488657C15EB}"/>
              </a:ext>
            </a:extLst>
          </p:cNvPr>
          <p:cNvSpPr>
            <a:spLocks noGrp="1" noChangeArrowheads="1"/>
          </p:cNvSpPr>
          <p:nvPr>
            <p:ph type="title"/>
          </p:nvPr>
        </p:nvSpPr>
        <p:spPr/>
        <p:txBody>
          <a:bodyPr/>
          <a:lstStyle/>
          <a:p>
            <a:pPr eaLnBrk="1" hangingPunct="1"/>
            <a:r>
              <a:rPr lang="zh-CN" altLang="en-US" dirty="0"/>
              <a:t>小结</a:t>
            </a:r>
          </a:p>
        </p:txBody>
      </p:sp>
      <p:pic>
        <p:nvPicPr>
          <p:cNvPr id="37890" name="Picture 2" descr="D:\从服务器的角度总结TCP客户-服务器.png">
            <a:extLst>
              <a:ext uri="{FF2B5EF4-FFF2-40B4-BE49-F238E27FC236}">
                <a16:creationId xmlns:a16="http://schemas.microsoft.com/office/drawing/2014/main" id="{89775CD6-EB18-ADA0-2EF6-D1B06D66CD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339502"/>
            <a:ext cx="7160620" cy="439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a:extLst>
              <a:ext uri="{FF2B5EF4-FFF2-40B4-BE49-F238E27FC236}">
                <a16:creationId xmlns:a16="http://schemas.microsoft.com/office/drawing/2014/main" id="{AD44E380-7C53-10AE-3F73-4CA2306FE87F}"/>
              </a:ext>
            </a:extLst>
          </p:cNvPr>
          <p:cNvSpPr>
            <a:spLocks noGrp="1" noChangeArrowheads="1"/>
          </p:cNvSpPr>
          <p:nvPr>
            <p:ph type="title"/>
          </p:nvPr>
        </p:nvSpPr>
        <p:spPr/>
        <p:txBody>
          <a:bodyPr/>
          <a:lstStyle/>
          <a:p>
            <a:pPr eaLnBrk="1" hangingPunct="1"/>
            <a:r>
              <a:rPr lang="zh-CN" altLang="en-US" dirty="0"/>
              <a:t>小结</a:t>
            </a:r>
          </a:p>
        </p:txBody>
      </p:sp>
      <p:sp>
        <p:nvSpPr>
          <p:cNvPr id="2" name="文本框 1">
            <a:extLst>
              <a:ext uri="{FF2B5EF4-FFF2-40B4-BE49-F238E27FC236}">
                <a16:creationId xmlns:a16="http://schemas.microsoft.com/office/drawing/2014/main" id="{B378A245-32DC-D117-9975-E24B2CA767E4}"/>
              </a:ext>
            </a:extLst>
          </p:cNvPr>
          <p:cNvSpPr txBox="1"/>
          <p:nvPr/>
        </p:nvSpPr>
        <p:spPr>
          <a:xfrm>
            <a:off x="373414" y="732436"/>
            <a:ext cx="8544250" cy="1809726"/>
          </a:xfrm>
          <a:prstGeom prst="rect">
            <a:avLst/>
          </a:prstGeom>
          <a:noFill/>
        </p:spPr>
        <p:txBody>
          <a:bodyPr wrap="square" rtlCol="0">
            <a:spAutoFit/>
          </a:bodyPr>
          <a:lstStyle/>
          <a:p>
            <a:pPr eaLnBrk="1" hangingPunct="1">
              <a:lnSpc>
                <a:spcPct val="130000"/>
              </a:lnSpc>
              <a:defRPr/>
            </a:pPr>
            <a:r>
              <a:rPr lang="zh-CN" altLang="en-US" dirty="0">
                <a:solidFill>
                  <a:srgbClr val="000000"/>
                </a:solidFill>
                <a:latin typeface="Microsoft YaHei" panose="020B0503020204020204" pitchFamily="34" charset="-122"/>
                <a:ea typeface="Microsoft YaHei" panose="020B0503020204020204" pitchFamily="34" charset="-122"/>
              </a:rPr>
              <a:t>最基础的文本客户端多进程服务器留下了待检查的许多细节问题</a:t>
            </a:r>
            <a:endParaRPr lang="en-US" altLang="zh-CN" dirty="0">
              <a:solidFill>
                <a:srgbClr val="000000"/>
              </a:solidFill>
              <a:latin typeface="Microsoft YaHei" panose="020B0503020204020204" pitchFamily="34" charset="-122"/>
              <a:ea typeface="Microsoft YaHei" panose="020B0503020204020204" pitchFamily="34" charset="-122"/>
            </a:endParaRPr>
          </a:p>
          <a:p>
            <a:pPr eaLnBrk="1" hangingPunct="1">
              <a:lnSpc>
                <a:spcPct val="130000"/>
              </a:lnSpc>
              <a:defRPr/>
            </a:pPr>
            <a:endParaRPr lang="en-US" altLang="zh-CN" dirty="0">
              <a:solidFill>
                <a:srgbClr val="000000"/>
              </a:solidFill>
              <a:latin typeface="Microsoft YaHei" panose="020B0503020204020204" pitchFamily="34" charset="-122"/>
              <a:ea typeface="Microsoft YaHei" panose="020B0503020204020204" pitchFamily="34" charset="-122"/>
            </a:endParaRPr>
          </a:p>
          <a:p>
            <a:pPr eaLnBrk="1" hangingPunct="1">
              <a:lnSpc>
                <a:spcPct val="130000"/>
              </a:lnSpc>
              <a:defRPr/>
            </a:pPr>
            <a:r>
              <a:rPr lang="zh-CN" altLang="en-US" dirty="0">
                <a:solidFill>
                  <a:srgbClr val="000000"/>
                </a:solidFill>
                <a:latin typeface="Microsoft YaHei" panose="020B0503020204020204" pitchFamily="34" charset="-122"/>
                <a:ea typeface="Microsoft YaHei" panose="020B0503020204020204" pitchFamily="34" charset="-122"/>
              </a:rPr>
              <a:t>僵尸进程问题：通过捕获信号</a:t>
            </a:r>
            <a:r>
              <a:rPr lang="en-US" altLang="zh-CN" dirty="0">
                <a:solidFill>
                  <a:srgbClr val="000000"/>
                </a:solidFill>
                <a:latin typeface="Microsoft YaHei" panose="020B0503020204020204" pitchFamily="34" charset="-122"/>
                <a:ea typeface="Microsoft YaHei" panose="020B0503020204020204" pitchFamily="34" charset="-122"/>
              </a:rPr>
              <a:t>SIGCHLD</a:t>
            </a:r>
            <a:r>
              <a:rPr lang="zh-CN" altLang="en-US" dirty="0">
                <a:solidFill>
                  <a:srgbClr val="000000"/>
                </a:solidFill>
                <a:latin typeface="Microsoft YaHei" panose="020B0503020204020204" pitchFamily="34" charset="-122"/>
                <a:ea typeface="Microsoft YaHei" panose="020B0503020204020204" pitchFamily="34" charset="-122"/>
              </a:rPr>
              <a:t>来处理。接着，信号处理程序调用</a:t>
            </a:r>
            <a:r>
              <a:rPr lang="en-US" altLang="zh-CN" dirty="0" err="1">
                <a:solidFill>
                  <a:srgbClr val="000000"/>
                </a:solidFill>
                <a:latin typeface="Microsoft YaHei" panose="020B0503020204020204" pitchFamily="34" charset="-122"/>
                <a:ea typeface="Microsoft YaHei" panose="020B0503020204020204" pitchFamily="34" charset="-122"/>
              </a:rPr>
              <a:t>waitpid</a:t>
            </a:r>
            <a:r>
              <a:rPr lang="zh-CN" altLang="en-US" dirty="0">
                <a:solidFill>
                  <a:srgbClr val="000000"/>
                </a:solidFill>
                <a:latin typeface="Microsoft YaHei" panose="020B0503020204020204" pitchFamily="34" charset="-122"/>
                <a:ea typeface="Microsoft YaHei" panose="020B0503020204020204" pitchFamily="34" charset="-122"/>
              </a:rPr>
              <a:t>，已证明必须调用此函数而不是早期的</a:t>
            </a:r>
            <a:r>
              <a:rPr lang="en-US" altLang="zh-CN" dirty="0">
                <a:solidFill>
                  <a:srgbClr val="000000"/>
                </a:solidFill>
                <a:latin typeface="Microsoft YaHei" panose="020B0503020204020204" pitchFamily="34" charset="-122"/>
                <a:ea typeface="Microsoft YaHei" panose="020B0503020204020204" pitchFamily="34" charset="-122"/>
              </a:rPr>
              <a:t>wait</a:t>
            </a:r>
            <a:r>
              <a:rPr lang="zh-CN" altLang="en-US" dirty="0">
                <a:solidFill>
                  <a:srgbClr val="000000"/>
                </a:solidFill>
                <a:latin typeface="Microsoft YaHei" panose="020B0503020204020204" pitchFamily="34" charset="-122"/>
                <a:ea typeface="Microsoft YaHei" panose="020B0503020204020204" pitchFamily="34" charset="-122"/>
              </a:rPr>
              <a:t>函数，因为</a:t>
            </a:r>
            <a:r>
              <a:rPr lang="en-US" altLang="zh-CN" dirty="0">
                <a:solidFill>
                  <a:srgbClr val="000000"/>
                </a:solidFill>
                <a:latin typeface="Microsoft YaHei" panose="020B0503020204020204" pitchFamily="34" charset="-122"/>
                <a:ea typeface="Microsoft YaHei" panose="020B0503020204020204" pitchFamily="34" charset="-122"/>
              </a:rPr>
              <a:t>Unix</a:t>
            </a:r>
            <a:r>
              <a:rPr lang="zh-CN" altLang="en-US" dirty="0">
                <a:solidFill>
                  <a:srgbClr val="000000"/>
                </a:solidFill>
                <a:latin typeface="Microsoft YaHei" panose="020B0503020204020204" pitchFamily="34" charset="-122"/>
                <a:ea typeface="Microsoft YaHei" panose="020B0503020204020204" pitchFamily="34" charset="-122"/>
              </a:rPr>
              <a:t>信号是不排队的。</a:t>
            </a:r>
          </a:p>
          <a:p>
            <a:endParaRPr kumimoji="1" lang="zh-CN" altLang="en-US" dirty="0">
              <a:latin typeface="Microsoft YaHei" panose="020B0503020204020204" pitchFamily="34" charset="-122"/>
              <a:ea typeface="Microsoft YaHei" panose="020B0503020204020204" pitchFamily="34" charset="-122"/>
            </a:endParaRPr>
          </a:p>
        </p:txBody>
      </p:sp>
      <p:sp>
        <p:nvSpPr>
          <p:cNvPr id="6" name="文本框 5">
            <a:extLst>
              <a:ext uri="{FF2B5EF4-FFF2-40B4-BE49-F238E27FC236}">
                <a16:creationId xmlns:a16="http://schemas.microsoft.com/office/drawing/2014/main" id="{5C5102C1-F769-51D8-ADAA-D4D7B49AF291}"/>
              </a:ext>
            </a:extLst>
          </p:cNvPr>
          <p:cNvSpPr txBox="1"/>
          <p:nvPr/>
        </p:nvSpPr>
        <p:spPr>
          <a:xfrm>
            <a:off x="380310" y="2577460"/>
            <a:ext cx="8544250" cy="1497654"/>
          </a:xfrm>
          <a:prstGeom prst="rect">
            <a:avLst/>
          </a:prstGeom>
          <a:noFill/>
        </p:spPr>
        <p:txBody>
          <a:bodyPr wrap="square">
            <a:spAutoFit/>
          </a:bodyPr>
          <a:lstStyle/>
          <a:p>
            <a:pPr eaLnBrk="1" hangingPunct="1">
              <a:lnSpc>
                <a:spcPct val="130000"/>
              </a:lnSpc>
              <a:spcBef>
                <a:spcPct val="0"/>
              </a:spcBef>
              <a:buClrTx/>
              <a:buSzTx/>
              <a:buFontTx/>
              <a:buNone/>
              <a:defRPr/>
            </a:pPr>
            <a:r>
              <a:rPr lang="zh-CN" altLang="en-US" dirty="0">
                <a:solidFill>
                  <a:srgbClr val="000000"/>
                </a:solidFill>
                <a:latin typeface="Microsoft YaHei" panose="020B0503020204020204" pitchFamily="34" charset="-122"/>
                <a:ea typeface="Microsoft YaHei" panose="020B0503020204020204" pitchFamily="34" charset="-122"/>
              </a:rPr>
              <a:t>问题二：当服务器进程终止时，客户不知道。客户的</a:t>
            </a:r>
            <a:r>
              <a:rPr lang="en-US" altLang="zh-CN" dirty="0">
                <a:solidFill>
                  <a:srgbClr val="000000"/>
                </a:solidFill>
                <a:latin typeface="Microsoft YaHei" panose="020B0503020204020204" pitchFamily="34" charset="-122"/>
                <a:ea typeface="Microsoft YaHei" panose="020B0503020204020204" pitchFamily="34" charset="-122"/>
              </a:rPr>
              <a:t>TCP</a:t>
            </a:r>
            <a:r>
              <a:rPr lang="zh-CN" altLang="en-US" dirty="0">
                <a:solidFill>
                  <a:srgbClr val="000000"/>
                </a:solidFill>
                <a:latin typeface="Microsoft YaHei" panose="020B0503020204020204" pitchFamily="34" charset="-122"/>
                <a:ea typeface="Microsoft YaHei" panose="020B0503020204020204" pitchFamily="34" charset="-122"/>
              </a:rPr>
              <a:t>是被通知了，但客户本身由于正阻塞于等待用户输入而未接收到此通知。</a:t>
            </a:r>
            <a:endParaRPr lang="en-US" altLang="zh-CN" dirty="0">
              <a:solidFill>
                <a:srgbClr val="000000"/>
              </a:solidFill>
              <a:latin typeface="Microsoft YaHei" panose="020B0503020204020204" pitchFamily="34" charset="-122"/>
              <a:ea typeface="Microsoft YaHei" panose="020B0503020204020204" pitchFamily="34" charset="-122"/>
            </a:endParaRPr>
          </a:p>
          <a:p>
            <a:pPr eaLnBrk="1" hangingPunct="1">
              <a:lnSpc>
                <a:spcPct val="130000"/>
              </a:lnSpc>
              <a:spcBef>
                <a:spcPct val="0"/>
              </a:spcBef>
              <a:buClrTx/>
              <a:buSzTx/>
              <a:buFontTx/>
              <a:buNone/>
              <a:defRPr/>
            </a:pPr>
            <a:r>
              <a:rPr lang="zh-CN" altLang="en-US" dirty="0">
                <a:solidFill>
                  <a:srgbClr val="000000"/>
                </a:solidFill>
                <a:latin typeface="Microsoft YaHei" panose="020B0503020204020204" pitchFamily="34" charset="-122"/>
                <a:ea typeface="Microsoft YaHei" panose="020B0503020204020204" pitchFamily="34" charset="-122"/>
              </a:rPr>
              <a:t>后续会用函数</a:t>
            </a:r>
            <a:r>
              <a:rPr lang="en-US" altLang="zh-CN" dirty="0">
                <a:solidFill>
                  <a:srgbClr val="000000"/>
                </a:solidFill>
                <a:latin typeface="Microsoft YaHei" panose="020B0503020204020204" pitchFamily="34" charset="-122"/>
                <a:ea typeface="Microsoft YaHei" panose="020B0503020204020204" pitchFamily="34" charset="-122"/>
              </a:rPr>
              <a:t>select</a:t>
            </a:r>
            <a:r>
              <a:rPr lang="zh-CN" altLang="en-US" dirty="0">
                <a:solidFill>
                  <a:srgbClr val="000000"/>
                </a:solidFill>
                <a:latin typeface="Microsoft YaHei" panose="020B0503020204020204" pitchFamily="34" charset="-122"/>
                <a:ea typeface="Microsoft YaHei" panose="020B0503020204020204" pitchFamily="34" charset="-122"/>
              </a:rPr>
              <a:t>和</a:t>
            </a:r>
            <a:r>
              <a:rPr lang="en-US" altLang="zh-CN" dirty="0">
                <a:solidFill>
                  <a:srgbClr val="000000"/>
                </a:solidFill>
                <a:latin typeface="Microsoft YaHei" panose="020B0503020204020204" pitchFamily="34" charset="-122"/>
                <a:ea typeface="Microsoft YaHei" panose="020B0503020204020204" pitchFamily="34" charset="-122"/>
              </a:rPr>
              <a:t>poll</a:t>
            </a:r>
            <a:r>
              <a:rPr lang="zh-CN" altLang="en-US" dirty="0">
                <a:solidFill>
                  <a:srgbClr val="000000"/>
                </a:solidFill>
                <a:latin typeface="Microsoft YaHei" panose="020B0503020204020204" pitchFamily="34" charset="-122"/>
                <a:ea typeface="Microsoft YaHei" panose="020B0503020204020204" pitchFamily="34" charset="-122"/>
              </a:rPr>
              <a:t>来处理这种情况（</a:t>
            </a:r>
            <a:r>
              <a:rPr lang="en-US" altLang="zh-CN" dirty="0">
                <a:solidFill>
                  <a:srgbClr val="000000"/>
                </a:solidFill>
                <a:latin typeface="Microsoft YaHei" panose="020B0503020204020204" pitchFamily="34" charset="-122"/>
                <a:ea typeface="Microsoft YaHei" panose="020B0503020204020204" pitchFamily="34" charset="-122"/>
              </a:rPr>
              <a:t>Day9-10</a:t>
            </a:r>
            <a:r>
              <a:rPr lang="zh-CN" altLang="en-US" dirty="0">
                <a:solidFill>
                  <a:srgbClr val="000000"/>
                </a:solidFill>
                <a:latin typeface="Microsoft YaHei" panose="020B0503020204020204" pitchFamily="34" charset="-122"/>
                <a:ea typeface="Microsoft YaHei" panose="020B0503020204020204" pitchFamily="34" charset="-122"/>
              </a:rPr>
              <a:t>），它等待多个描述字中的任一个准备好即可，而不是阻塞于单个描述字。 </a:t>
            </a:r>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a:extLst>
              <a:ext uri="{FF2B5EF4-FFF2-40B4-BE49-F238E27FC236}">
                <a16:creationId xmlns:a16="http://schemas.microsoft.com/office/drawing/2014/main" id="{2CC870E6-5470-A4BA-6DE1-5D600D04F673}"/>
              </a:ext>
            </a:extLst>
          </p:cNvPr>
          <p:cNvSpPr>
            <a:spLocks noGrp="1" noChangeArrowheads="1"/>
          </p:cNvSpPr>
          <p:nvPr>
            <p:ph type="title"/>
          </p:nvPr>
        </p:nvSpPr>
        <p:spPr/>
        <p:txBody>
          <a:bodyPr/>
          <a:lstStyle/>
          <a:p>
            <a:pPr eaLnBrk="1" hangingPunct="1"/>
            <a:r>
              <a:rPr lang="zh-CN" altLang="en-US" dirty="0"/>
              <a:t>小结</a:t>
            </a:r>
          </a:p>
        </p:txBody>
      </p:sp>
      <p:sp>
        <p:nvSpPr>
          <p:cNvPr id="3" name="文本框 2">
            <a:extLst>
              <a:ext uri="{FF2B5EF4-FFF2-40B4-BE49-F238E27FC236}">
                <a16:creationId xmlns:a16="http://schemas.microsoft.com/office/drawing/2014/main" id="{8BA436F2-D04C-4398-37D0-53DFE09515E7}"/>
              </a:ext>
            </a:extLst>
          </p:cNvPr>
          <p:cNvSpPr txBox="1"/>
          <p:nvPr/>
        </p:nvSpPr>
        <p:spPr>
          <a:xfrm>
            <a:off x="505046" y="771550"/>
            <a:ext cx="8033145" cy="1422890"/>
          </a:xfrm>
          <a:prstGeom prst="rect">
            <a:avLst/>
          </a:prstGeom>
          <a:noFill/>
        </p:spPr>
        <p:txBody>
          <a:bodyPr wrap="square">
            <a:spAutoFit/>
          </a:bodyPr>
          <a:lstStyle/>
          <a:p>
            <a:pPr eaLnBrk="1" hangingPunct="1">
              <a:lnSpc>
                <a:spcPct val="150000"/>
              </a:lnSpc>
              <a:spcBef>
                <a:spcPct val="0"/>
              </a:spcBef>
              <a:buClrTx/>
              <a:buSzTx/>
              <a:buFontTx/>
              <a:buNone/>
              <a:defRPr/>
            </a:pPr>
            <a:r>
              <a:rPr lang="zh-CN" altLang="en-US" sz="2000" dirty="0">
                <a:solidFill>
                  <a:srgbClr val="000000"/>
                </a:solidFill>
                <a:latin typeface="Microsoft YaHei" panose="020B0503020204020204" pitchFamily="34" charset="-122"/>
                <a:ea typeface="Microsoft YaHei" panose="020B0503020204020204" pitchFamily="34" charset="-122"/>
              </a:rPr>
              <a:t>如果服务器主机崩溃，也要等到客户向该服务器发送了数据才能检测到。一些应用进程必须尽早意识到这个事实，</a:t>
            </a:r>
            <a:endParaRPr lang="en-US" altLang="zh-CN" sz="2000" dirty="0">
              <a:solidFill>
                <a:srgbClr val="000000"/>
              </a:solidFill>
              <a:latin typeface="Microsoft YaHei" panose="020B0503020204020204" pitchFamily="34" charset="-122"/>
              <a:ea typeface="Microsoft YaHei" panose="020B0503020204020204" pitchFamily="34" charset="-122"/>
            </a:endParaRPr>
          </a:p>
          <a:p>
            <a:pPr eaLnBrk="1" hangingPunct="1">
              <a:lnSpc>
                <a:spcPct val="150000"/>
              </a:lnSpc>
              <a:spcBef>
                <a:spcPct val="0"/>
              </a:spcBef>
              <a:buClrTx/>
              <a:buSzTx/>
              <a:buFontTx/>
              <a:buNone/>
              <a:defRPr/>
            </a:pPr>
            <a:r>
              <a:rPr lang="zh-CN" altLang="en-US" sz="2000" b="1" dirty="0">
                <a:solidFill>
                  <a:srgbClr val="000000"/>
                </a:solidFill>
                <a:latin typeface="Microsoft YaHei" panose="020B0503020204020204" pitchFamily="34" charset="-122"/>
                <a:ea typeface="Microsoft YaHei" panose="020B0503020204020204" pitchFamily="34" charset="-122"/>
              </a:rPr>
              <a:t>后续可考虑套接口选项</a:t>
            </a:r>
            <a:r>
              <a:rPr lang="en-US" altLang="zh-CN" sz="2000" b="1" dirty="0">
                <a:solidFill>
                  <a:srgbClr val="000000"/>
                </a:solidFill>
                <a:latin typeface="Microsoft YaHei" panose="020B0503020204020204" pitchFamily="34" charset="-122"/>
                <a:ea typeface="Microsoft YaHei" panose="020B0503020204020204" pitchFamily="34" charset="-122"/>
              </a:rPr>
              <a:t>SO_KEEPALIVE</a:t>
            </a:r>
            <a:r>
              <a:rPr lang="zh-CN" altLang="en-US" sz="2000" b="1" dirty="0">
                <a:solidFill>
                  <a:srgbClr val="000000"/>
                </a:solidFill>
                <a:latin typeface="Microsoft YaHei" panose="020B0503020204020204" pitchFamily="34" charset="-122"/>
                <a:ea typeface="Microsoft YaHei" panose="020B0503020204020204" pitchFamily="34" charset="-122"/>
              </a:rPr>
              <a:t>。</a:t>
            </a:r>
          </a:p>
        </p:txBody>
      </p:sp>
      <p:sp>
        <p:nvSpPr>
          <p:cNvPr id="7" name="文本框 6">
            <a:extLst>
              <a:ext uri="{FF2B5EF4-FFF2-40B4-BE49-F238E27FC236}">
                <a16:creationId xmlns:a16="http://schemas.microsoft.com/office/drawing/2014/main" id="{F373F07A-E96D-573D-E40C-1DDD11442A86}"/>
              </a:ext>
            </a:extLst>
          </p:cNvPr>
          <p:cNvSpPr txBox="1"/>
          <p:nvPr/>
        </p:nvSpPr>
        <p:spPr>
          <a:xfrm>
            <a:off x="499293" y="2571750"/>
            <a:ext cx="8170111" cy="1422890"/>
          </a:xfrm>
          <a:prstGeom prst="rect">
            <a:avLst/>
          </a:prstGeom>
          <a:noFill/>
        </p:spPr>
        <p:txBody>
          <a:bodyPr wrap="square">
            <a:spAutoFit/>
          </a:bodyPr>
          <a:lstStyle/>
          <a:p>
            <a:pPr eaLnBrk="1" hangingPunct="1">
              <a:lnSpc>
                <a:spcPct val="150000"/>
              </a:lnSpc>
              <a:spcBef>
                <a:spcPct val="0"/>
              </a:spcBef>
              <a:buClrTx/>
              <a:buSzTx/>
              <a:buFontTx/>
              <a:buNone/>
              <a:defRPr/>
            </a:pPr>
            <a:r>
              <a:rPr lang="zh-CN" altLang="en-US" sz="2000" dirty="0">
                <a:solidFill>
                  <a:srgbClr val="000000"/>
                </a:solidFill>
                <a:latin typeface="Microsoft YaHei" panose="020B0503020204020204" pitchFamily="34" charset="-122"/>
                <a:ea typeface="Microsoft YaHei" panose="020B0503020204020204" pitchFamily="34" charset="-122"/>
              </a:rPr>
              <a:t>这两天设计的</a:t>
            </a:r>
            <a:r>
              <a:rPr lang="en-US" altLang="zh-CN" sz="2000" dirty="0">
                <a:solidFill>
                  <a:srgbClr val="000000"/>
                </a:solidFill>
                <a:latin typeface="Microsoft YaHei" panose="020B0503020204020204" pitchFamily="34" charset="-122"/>
                <a:ea typeface="Microsoft YaHei" panose="020B0503020204020204" pitchFamily="34" charset="-122"/>
              </a:rPr>
              <a:t>TCP</a:t>
            </a:r>
            <a:r>
              <a:rPr lang="zh-CN" altLang="en-US" sz="2000" dirty="0">
                <a:solidFill>
                  <a:srgbClr val="000000"/>
                </a:solidFill>
                <a:latin typeface="Microsoft YaHei" panose="020B0503020204020204" pitchFamily="34" charset="-122"/>
                <a:ea typeface="Microsoft YaHei" panose="020B0503020204020204" pitchFamily="34" charset="-122"/>
              </a:rPr>
              <a:t>服务器的基本要求是交换文本行，由于服务器不检查它回射的行，所以它工作得很好，</a:t>
            </a:r>
            <a:endParaRPr lang="en-US" altLang="zh-CN" sz="2000" dirty="0">
              <a:solidFill>
                <a:srgbClr val="000000"/>
              </a:solidFill>
              <a:latin typeface="Microsoft YaHei" panose="020B0503020204020204" pitchFamily="34" charset="-122"/>
              <a:ea typeface="Microsoft YaHei" panose="020B0503020204020204" pitchFamily="34" charset="-122"/>
            </a:endParaRPr>
          </a:p>
          <a:p>
            <a:pPr eaLnBrk="1" hangingPunct="1">
              <a:lnSpc>
                <a:spcPct val="150000"/>
              </a:lnSpc>
              <a:spcBef>
                <a:spcPct val="0"/>
              </a:spcBef>
              <a:buClrTx/>
              <a:buSzTx/>
              <a:buFontTx/>
              <a:buNone/>
              <a:defRPr/>
            </a:pPr>
            <a:r>
              <a:rPr lang="zh-CN" altLang="en-US" sz="2000" b="1" dirty="0">
                <a:solidFill>
                  <a:srgbClr val="000000"/>
                </a:solidFill>
                <a:latin typeface="Microsoft YaHei" panose="020B0503020204020204" pitchFamily="34" charset="-122"/>
                <a:ea typeface="Microsoft YaHei" panose="020B0503020204020204" pitchFamily="34" charset="-122"/>
              </a:rPr>
              <a:t>但在客户与服务器之间发送数值数据时将引发新问题。</a:t>
            </a: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500063" y="87313"/>
            <a:ext cx="8169275" cy="592138"/>
          </a:xfrm>
        </p:spPr>
        <p:txBody>
          <a:bodyPr vert="horz" wrap="square" lIns="91440" tIns="45720" rIns="91440" bIns="45720" numCol="1" anchor="ctr" anchorCtr="0" compatLnSpc="1"/>
          <a:lstStyle/>
          <a:p>
            <a:pPr marL="0" marR="0" lvl="0" indent="0" algn="l" defTabSz="914400" rtl="0" eaLnBrk="0" fontAlgn="base" latinLnBrk="0" hangingPunct="0">
              <a:lnSpc>
                <a:spcPct val="90000"/>
              </a:lnSpc>
              <a:spcBef>
                <a:spcPct val="0"/>
              </a:spcBef>
              <a:spcAft>
                <a:spcPct val="0"/>
              </a:spcAft>
              <a:buClrTx/>
              <a:buSzTx/>
              <a:buFontTx/>
              <a:buNone/>
              <a:defRPr/>
            </a:pPr>
            <a:r>
              <a:rPr kumimoji="0" lang="zh-CN" altLang="en-US" sz="2025" u="none" strike="noStrike" kern="1200" cap="none" spc="0" normalizeH="0" baseline="0" noProof="0" dirty="0">
                <a:ln>
                  <a:noFill/>
                </a:ln>
                <a:solidFill>
                  <a:srgbClr val="0070C0"/>
                </a:solidFill>
                <a:effectLst/>
                <a:uLnTx/>
                <a:uFillTx/>
                <a:cs typeface="+mj-cs"/>
              </a:rPr>
              <a:t>训练</a:t>
            </a:r>
            <a:r>
              <a:rPr kumimoji="0" lang="en-US" altLang="zh-CN" sz="2025" u="none" strike="noStrike" kern="1200" cap="none" spc="0" normalizeH="0" baseline="0" noProof="0" dirty="0">
                <a:ln>
                  <a:noFill/>
                </a:ln>
                <a:solidFill>
                  <a:srgbClr val="0070C0"/>
                </a:solidFill>
                <a:effectLst/>
                <a:uLnTx/>
                <a:uFillTx/>
                <a:cs typeface="+mj-cs"/>
              </a:rPr>
              <a:t>1</a:t>
            </a:r>
            <a:endParaRPr kumimoji="0" lang="zh-CN" altLang="zh-CN" sz="2025" u="none" strike="noStrike" kern="1200" cap="none" spc="0" normalizeH="0" baseline="0" noProof="0" dirty="0">
              <a:ln>
                <a:noFill/>
              </a:ln>
              <a:solidFill>
                <a:srgbClr val="0070C0"/>
              </a:solidFill>
              <a:effectLst/>
              <a:uLnTx/>
              <a:uFillTx/>
              <a:cs typeface="+mj-cs"/>
            </a:endParaRPr>
          </a:p>
        </p:txBody>
      </p:sp>
      <p:sp>
        <p:nvSpPr>
          <p:cNvPr id="94210" name="内容占位符 2"/>
          <p:cNvSpPr>
            <a:spLocks noGrp="1"/>
          </p:cNvSpPr>
          <p:nvPr>
            <p:ph idx="1" hasCustomPrompt="1"/>
          </p:nvPr>
        </p:nvSpPr>
        <p:spPr>
          <a:xfrm>
            <a:off x="460375" y="679450"/>
            <a:ext cx="8359775" cy="3860800"/>
          </a:xfrm>
          <a:ln/>
        </p:spPr>
        <p:txBody>
          <a:bodyPr vert="horz" wrap="square" lIns="91440" tIns="45720" rIns="91440" bIns="45720" anchor="t" anchorCtr="0"/>
          <a:lstStyle/>
          <a:p>
            <a:r>
              <a:rPr lang="zh-CN" altLang="en-US" kern="1200" dirty="0">
                <a:latin typeface="微软雅黑" panose="020B0503020204020204" pitchFamily="34" charset="-122"/>
                <a:ea typeface="微软雅黑" panose="020B0503020204020204" pitchFamily="34" charset="-122"/>
                <a:cs typeface="+mn-cs"/>
              </a:rPr>
              <a:t>训练内容</a:t>
            </a:r>
            <a:r>
              <a:rPr lang="en-US" altLang="zh-CN" kern="1200" dirty="0">
                <a:latin typeface="微软雅黑" panose="020B0503020204020204" pitchFamily="34" charset="-122"/>
                <a:ea typeface="微软雅黑" panose="020B0503020204020204" pitchFamily="34" charset="-122"/>
                <a:cs typeface="+mn-cs"/>
              </a:rPr>
              <a:t>-</a:t>
            </a:r>
            <a:r>
              <a:rPr lang="zh-CN" altLang="en-US" kern="1200" dirty="0">
                <a:latin typeface="微软雅黑" panose="020B0503020204020204" pitchFamily="34" charset="-122"/>
                <a:ea typeface="微软雅黑" panose="020B0503020204020204" pitchFamily="34" charset="-122"/>
                <a:cs typeface="+mn-cs"/>
              </a:rPr>
              <a:t>开发面向多客户连接的</a:t>
            </a:r>
            <a:r>
              <a:rPr lang="en-US" altLang="zh-CN" kern="1200" dirty="0">
                <a:latin typeface="微软雅黑" panose="020B0503020204020204" pitchFamily="34" charset="-122"/>
                <a:ea typeface="微软雅黑" panose="020B0503020204020204" pitchFamily="34" charset="-122"/>
                <a:cs typeface="+mn-cs"/>
              </a:rPr>
              <a:t>TCP</a:t>
            </a:r>
            <a:r>
              <a:rPr lang="zh-CN" altLang="en-US" kern="1200" dirty="0">
                <a:latin typeface="微软雅黑" panose="020B0503020204020204" pitchFamily="34" charset="-122"/>
                <a:ea typeface="微软雅黑" panose="020B0503020204020204" pitchFamily="34" charset="-122"/>
                <a:cs typeface="+mn-cs"/>
              </a:rPr>
              <a:t>文本聊天程序</a:t>
            </a:r>
            <a:endParaRPr lang="en-US" altLang="zh-CN" kern="1200" dirty="0">
              <a:latin typeface="微软雅黑" panose="020B0503020204020204" pitchFamily="34" charset="-122"/>
              <a:ea typeface="微软雅黑" panose="020B0503020204020204" pitchFamily="34" charset="-122"/>
              <a:cs typeface="+mn-cs"/>
            </a:endParaRPr>
          </a:p>
          <a:p>
            <a:pPr lvl="1">
              <a:buFontTx/>
              <a:buNone/>
            </a:pPr>
            <a:r>
              <a:rPr lang="zh-CN" altLang="en-US" kern="1200" dirty="0">
                <a:latin typeface="微软雅黑" panose="020B0503020204020204" pitchFamily="34" charset="-122"/>
                <a:ea typeface="微软雅黑" panose="020B0503020204020204" pitchFamily="34" charset="-122"/>
                <a:cs typeface="+mn-cs"/>
              </a:rPr>
              <a:t>文本聊天程序的多方分别是服务器和多个客户端（服务器和多个客户端分别运行在不同的</a:t>
            </a:r>
            <a:r>
              <a:rPr lang="en-US" altLang="zh-CN" kern="1200" dirty="0">
                <a:latin typeface="微软雅黑" panose="020B0503020204020204" pitchFamily="34" charset="-122"/>
                <a:ea typeface="微软雅黑" panose="020B0503020204020204" pitchFamily="34" charset="-122"/>
                <a:cs typeface="+mn-cs"/>
              </a:rPr>
              <a:t>Ubuntu</a:t>
            </a:r>
            <a:r>
              <a:rPr lang="zh-CN" altLang="en-US" kern="1200" dirty="0">
                <a:latin typeface="微软雅黑" panose="020B0503020204020204" pitchFamily="34" charset="-122"/>
                <a:ea typeface="微软雅黑" panose="020B0503020204020204" pitchFamily="34" charset="-122"/>
                <a:cs typeface="+mn-cs"/>
              </a:rPr>
              <a:t>虚拟机中）</a:t>
            </a:r>
            <a:endParaRPr lang="en-US" altLang="zh-CN" kern="1200" dirty="0">
              <a:latin typeface="微软雅黑" panose="020B0503020204020204" pitchFamily="34" charset="-122"/>
              <a:ea typeface="微软雅黑" panose="020B0503020204020204" pitchFamily="34" charset="-122"/>
              <a:cs typeface="+mn-cs"/>
            </a:endParaRPr>
          </a:p>
          <a:p>
            <a:pPr lvl="1">
              <a:buFont typeface="Arial" panose="020B0604020202090204" pitchFamily="34" charset="0"/>
              <a:buAutoNum type="arabicPeriod"/>
            </a:pPr>
            <a:r>
              <a:rPr lang="zh-CN" altLang="en-US" kern="1200" dirty="0">
                <a:latin typeface="微软雅黑" panose="020B0503020204020204" pitchFamily="34" charset="-122"/>
                <a:ea typeface="微软雅黑" panose="020B0503020204020204" pitchFamily="34" charset="-122"/>
                <a:cs typeface="+mn-cs"/>
              </a:rPr>
              <a:t>服务器</a:t>
            </a:r>
            <a:endParaRPr lang="en-US" altLang="zh-CN" kern="1200" dirty="0">
              <a:latin typeface="微软雅黑" panose="020B0503020204020204" pitchFamily="34" charset="-122"/>
              <a:ea typeface="微软雅黑" panose="020B0503020204020204" pitchFamily="34" charset="-122"/>
              <a:cs typeface="+mn-cs"/>
            </a:endParaRPr>
          </a:p>
          <a:p>
            <a:pPr lvl="1">
              <a:buFontTx/>
              <a:buNone/>
            </a:pPr>
            <a:r>
              <a:rPr lang="en-US" altLang="zh-CN" kern="1200" dirty="0">
                <a:latin typeface="微软雅黑" panose="020B0503020204020204" pitchFamily="34" charset="-122"/>
                <a:ea typeface="微软雅黑" panose="020B0503020204020204" pitchFamily="34" charset="-122"/>
                <a:cs typeface="+mn-cs"/>
              </a:rPr>
              <a:t>	</a:t>
            </a:r>
            <a:r>
              <a:rPr lang="zh-CN" altLang="en-US" kern="1200" dirty="0">
                <a:latin typeface="微软雅黑" panose="020B0503020204020204" pitchFamily="34" charset="-122"/>
                <a:ea typeface="微软雅黑" panose="020B0503020204020204" pitchFamily="34" charset="-122"/>
                <a:cs typeface="+mn-cs"/>
              </a:rPr>
              <a:t>服务器程序等待某个客户端的连接，客户连接成功后，服务器通过创建子进程来与客户进行文字通信（显示通信内容），子进程如果收到客户方的</a:t>
            </a:r>
            <a:r>
              <a:rPr lang="en-US" altLang="zh-CN" kern="1200" dirty="0">
                <a:latin typeface="微软雅黑" panose="020B0503020204020204" pitchFamily="34" charset="-122"/>
                <a:ea typeface="微软雅黑" panose="020B0503020204020204" pitchFamily="34" charset="-122"/>
                <a:cs typeface="+mn-cs"/>
              </a:rPr>
              <a:t>exit</a:t>
            </a:r>
            <a:r>
              <a:rPr lang="zh-CN" altLang="en-US" kern="1200" dirty="0">
                <a:latin typeface="微软雅黑" panose="020B0503020204020204" pitchFamily="34" charset="-122"/>
                <a:ea typeface="微软雅黑" panose="020B0503020204020204" pitchFamily="34" charset="-122"/>
                <a:cs typeface="+mn-cs"/>
              </a:rPr>
              <a:t>文本，则退出子进程。父进程则继续等待其他客户端的连接。</a:t>
            </a:r>
            <a:endParaRPr lang="en-US" altLang="zh-CN" kern="1200" dirty="0">
              <a:latin typeface="微软雅黑" panose="020B0503020204020204" pitchFamily="34" charset="-122"/>
              <a:ea typeface="微软雅黑" panose="020B0503020204020204" pitchFamily="34" charset="-122"/>
              <a:cs typeface="+mn-cs"/>
            </a:endParaRPr>
          </a:p>
          <a:p>
            <a:pPr lvl="1">
              <a:buFont typeface="Verdana" panose="020B0804030504040204" pitchFamily="34" charset="0"/>
              <a:buAutoNum type="arabicPeriod" startAt="2"/>
            </a:pPr>
            <a:r>
              <a:rPr lang="zh-CN" altLang="en-US" kern="1200" dirty="0">
                <a:latin typeface="微软雅黑" panose="020B0503020204020204" pitchFamily="34" charset="-122"/>
                <a:ea typeface="微软雅黑" panose="020B0503020204020204" pitchFamily="34" charset="-122"/>
                <a:cs typeface="+mn-cs"/>
              </a:rPr>
              <a:t>客户端</a:t>
            </a:r>
            <a:endParaRPr lang="en-US" altLang="zh-CN" kern="1200" dirty="0">
              <a:latin typeface="微软雅黑" panose="020B0503020204020204" pitchFamily="34" charset="-122"/>
              <a:ea typeface="微软雅黑" panose="020B0503020204020204" pitchFamily="34" charset="-122"/>
              <a:cs typeface="+mn-cs"/>
            </a:endParaRPr>
          </a:p>
          <a:p>
            <a:pPr lvl="1">
              <a:buFontTx/>
              <a:buNone/>
            </a:pPr>
            <a:r>
              <a:rPr lang="en-US" altLang="zh-CN" kern="1200" dirty="0">
                <a:latin typeface="微软雅黑" panose="020B0503020204020204" pitchFamily="34" charset="-122"/>
                <a:ea typeface="微软雅黑" panose="020B0503020204020204" pitchFamily="34" charset="-122"/>
                <a:cs typeface="+mn-cs"/>
              </a:rPr>
              <a:t>	</a:t>
            </a:r>
            <a:r>
              <a:rPr lang="zh-CN" altLang="en-US" kern="1200" dirty="0">
                <a:latin typeface="微软雅黑" panose="020B0503020204020204" pitchFamily="34" charset="-122"/>
                <a:ea typeface="微软雅黑" panose="020B0503020204020204" pitchFamily="34" charset="-122"/>
                <a:cs typeface="+mn-cs"/>
              </a:rPr>
              <a:t>建立一个用</a:t>
            </a:r>
            <a:r>
              <a:rPr lang="en-US" altLang="zh-CN" kern="1200" dirty="0">
                <a:latin typeface="微软雅黑" panose="020B0503020204020204" pitchFamily="34" charset="-122"/>
                <a:ea typeface="微软雅黑" panose="020B0503020204020204" pitchFamily="34" charset="-122"/>
                <a:cs typeface="+mn-cs"/>
              </a:rPr>
              <a:t>TCP</a:t>
            </a:r>
            <a:r>
              <a:rPr lang="zh-CN" altLang="en-US" kern="1200" dirty="0">
                <a:latin typeface="微软雅黑" panose="020B0503020204020204" pitchFamily="34" charset="-122"/>
                <a:ea typeface="微软雅黑" panose="020B0503020204020204" pitchFamily="34" charset="-122"/>
                <a:cs typeface="+mn-cs"/>
              </a:rPr>
              <a:t>连接的客户，以命令行的方式启动，命令行要求有服务器地址，服务器端口号。连接建立成功后可以输入文本与服务器进行通信（显示通信内容）。客户端通过输入</a:t>
            </a:r>
            <a:r>
              <a:rPr lang="en-US" altLang="zh-CN" kern="1200" dirty="0">
                <a:latin typeface="微软雅黑" panose="020B0503020204020204" pitchFamily="34" charset="-122"/>
                <a:ea typeface="微软雅黑" panose="020B0503020204020204" pitchFamily="34" charset="-122"/>
                <a:cs typeface="+mn-cs"/>
              </a:rPr>
              <a:t>exit</a:t>
            </a:r>
            <a:r>
              <a:rPr lang="zh-CN" altLang="en-US" kern="1200" dirty="0">
                <a:latin typeface="微软雅黑" panose="020B0503020204020204" pitchFamily="34" charset="-122"/>
                <a:ea typeface="微软雅黑" panose="020B0503020204020204" pitchFamily="34" charset="-122"/>
                <a:cs typeface="+mn-cs"/>
              </a:rPr>
              <a:t>文本结束与服务器的通信并退出程序。</a:t>
            </a:r>
          </a:p>
          <a:p>
            <a:pPr lvl="1">
              <a:buFontTx/>
              <a:buNone/>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标题 2"/>
          <p:cNvSpPr>
            <a:spLocks noGrp="1"/>
          </p:cNvSpPr>
          <p:nvPr>
            <p:ph type="title"/>
          </p:nvPr>
        </p:nvSpPr>
        <p:spPr>
          <a:xfrm>
            <a:off x="755576" y="987574"/>
            <a:ext cx="7886700" cy="2139950"/>
          </a:xfrm>
          <a:ln/>
        </p:spPr>
        <p:txBody>
          <a:bodyPr vert="horz" wrap="square" lIns="68580" tIns="34290" rIns="68580" bIns="34290" anchor="b" anchorCtr="0"/>
          <a:lstStyle/>
          <a:p>
            <a:pPr>
              <a:buNone/>
            </a:pPr>
            <a:r>
              <a:rPr lang="en-US" altLang="zh-CN" sz="4800" b="1" kern="1200" dirty="0">
                <a:latin typeface="微软雅黑" panose="020B0503020204020204" pitchFamily="34" charset="-122"/>
                <a:ea typeface="等线 Light" pitchFamily="2" charset="-122"/>
                <a:cs typeface="+mj-cs"/>
              </a:rPr>
              <a:t>Webserver</a:t>
            </a:r>
            <a:r>
              <a:rPr lang="zh-CN" altLang="en-US" sz="4800" b="1" kern="1200" dirty="0">
                <a:latin typeface="微软雅黑" panose="020B0503020204020204" pitchFamily="34" charset="-122"/>
                <a:ea typeface="等线 Light" pitchFamily="2" charset="-122"/>
                <a:cs typeface="+mj-cs"/>
              </a:rPr>
              <a:t> </a:t>
            </a:r>
            <a:r>
              <a:rPr lang="en-US" altLang="zh-CN" sz="4800" b="1" kern="1200" dirty="0">
                <a:latin typeface="微软雅黑" panose="020B0503020204020204" pitchFamily="34" charset="-122"/>
                <a:ea typeface="等线 Light" pitchFamily="2" charset="-122"/>
                <a:cs typeface="+mj-cs"/>
              </a:rPr>
              <a:t>V0.7</a:t>
            </a:r>
            <a:r>
              <a:rPr lang="zh-CN" altLang="en-US" sz="4800" b="1" kern="1200" dirty="0">
                <a:latin typeface="微软雅黑" panose="020B0503020204020204" pitchFamily="34" charset="-122"/>
                <a:ea typeface="等线 Light" pitchFamily="2" charset="-122"/>
                <a:cs typeface="+mj-cs"/>
              </a:rPr>
              <a:t>版</a:t>
            </a:r>
            <a:br>
              <a:rPr lang="en-US" altLang="zh-CN" sz="4800" b="1" kern="1200" dirty="0">
                <a:latin typeface="微软雅黑" panose="020B0503020204020204" pitchFamily="34" charset="-122"/>
                <a:ea typeface="等线 Light" pitchFamily="2" charset="-122"/>
                <a:cs typeface="+mj-cs"/>
              </a:rPr>
            </a:br>
            <a:endParaRPr lang="zh-CN" altLang="en-US" sz="4800" b="1" kern="1200" dirty="0">
              <a:latin typeface="微软雅黑" panose="020B0503020204020204" pitchFamily="34" charset="-122"/>
              <a:ea typeface="等线 Light" pitchFamily="2" charset="-122"/>
              <a:cs typeface="+mj-cs"/>
            </a:endParaRPr>
          </a:p>
        </p:txBody>
      </p:sp>
      <p:sp>
        <p:nvSpPr>
          <p:cNvPr id="76802" name="文本框 2"/>
          <p:cNvSpPr txBox="1"/>
          <p:nvPr/>
        </p:nvSpPr>
        <p:spPr>
          <a:xfrm>
            <a:off x="1907704" y="2603649"/>
            <a:ext cx="4862512" cy="523220"/>
          </a:xfrm>
          <a:prstGeom prst="rect">
            <a:avLst/>
          </a:prstGeom>
          <a:noFill/>
          <a:ln w="9525">
            <a:noFill/>
          </a:ln>
        </p:spPr>
        <p:txBody>
          <a:bodyPr>
            <a:spAutoFit/>
          </a:bodyPr>
          <a:lstStyle/>
          <a:p>
            <a:r>
              <a:rPr lang="zh-CN" altLang="en-US" sz="2800" dirty="0">
                <a:latin typeface="Microsoft YaHei" panose="020B0503020204020204" pitchFamily="34" charset="-122"/>
                <a:ea typeface="Microsoft YaHei" panose="020B0503020204020204" pitchFamily="34" charset="-122"/>
              </a:rPr>
              <a:t>网络服务模块</a:t>
            </a:r>
            <a:r>
              <a:rPr lang="en-US" altLang="zh-CN" sz="2800" dirty="0">
                <a:latin typeface="Microsoft YaHei" panose="020B0503020204020204" pitchFamily="34" charset="-122"/>
                <a:ea typeface="Microsoft YaHei" panose="020B0503020204020204" pitchFamily="34" charset="-122"/>
              </a:rPr>
              <a:t>-</a:t>
            </a:r>
            <a:r>
              <a:rPr lang="zh-CN" altLang="en-US" sz="2800" dirty="0">
                <a:latin typeface="Microsoft YaHei" panose="020B0503020204020204" pitchFamily="34" charset="-122"/>
                <a:ea typeface="Microsoft YaHei" panose="020B0503020204020204" pitchFamily="34" charset="-122"/>
              </a:rPr>
              <a:t>多进程版</a:t>
            </a:r>
          </a:p>
        </p:txBody>
      </p:sp>
      <p:pic>
        <p:nvPicPr>
          <p:cNvPr id="2" name="Picture 2" descr="j0149481">
            <a:extLst>
              <a:ext uri="{FF2B5EF4-FFF2-40B4-BE49-F238E27FC236}">
                <a16:creationId xmlns:a16="http://schemas.microsoft.com/office/drawing/2014/main" id="{9A5918BC-A361-10F9-0F49-C563144CC8F9}"/>
              </a:ext>
            </a:extLst>
          </p:cNvPr>
          <p:cNvPicPr>
            <a:picLocks noChangeAspect="1"/>
          </p:cNvPicPr>
          <p:nvPr/>
        </p:nvPicPr>
        <p:blipFill>
          <a:blip r:embed="rId2"/>
          <a:stretch>
            <a:fillRect/>
          </a:stretch>
        </p:blipFill>
        <p:spPr>
          <a:xfrm>
            <a:off x="6660232" y="2566020"/>
            <a:ext cx="2284412" cy="2320925"/>
          </a:xfrm>
          <a:prstGeom prst="rect">
            <a:avLst/>
          </a:prstGeom>
          <a:noFill/>
          <a:ln w="9525">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6FD3F3-24E9-30A9-0D09-2AA34D2A638D}"/>
              </a:ext>
            </a:extLst>
          </p:cNvPr>
          <p:cNvSpPr>
            <a:spLocks noGrp="1"/>
          </p:cNvSpPr>
          <p:nvPr>
            <p:ph type="title"/>
          </p:nvPr>
        </p:nvSpPr>
        <p:spPr/>
        <p:txBody>
          <a:bodyPr/>
          <a:lstStyle/>
          <a:p>
            <a:endParaRPr kumimoji="1" lang="zh-CN" altLang="en-US"/>
          </a:p>
        </p:txBody>
      </p:sp>
      <p:sp>
        <p:nvSpPr>
          <p:cNvPr id="3" name="文本占位符 2">
            <a:extLst>
              <a:ext uri="{FF2B5EF4-FFF2-40B4-BE49-F238E27FC236}">
                <a16:creationId xmlns:a16="http://schemas.microsoft.com/office/drawing/2014/main" id="{73C2966A-D2D9-452A-104F-7812B954888A}"/>
              </a:ext>
            </a:extLst>
          </p:cNvPr>
          <p:cNvSpPr>
            <a:spLocks noGrp="1"/>
          </p:cNvSpPr>
          <p:nvPr>
            <p:ph type="body" idx="1"/>
          </p:nvPr>
        </p:nvSpPr>
        <p:spPr/>
        <p:txBody>
          <a:bodyPr/>
          <a:lstStyle/>
          <a:p>
            <a:endParaRPr kumimoji="1" lang="zh-CN" altLang="en-US"/>
          </a:p>
        </p:txBody>
      </p:sp>
      <p:pic>
        <p:nvPicPr>
          <p:cNvPr id="4" name="图片 3">
            <a:extLst>
              <a:ext uri="{FF2B5EF4-FFF2-40B4-BE49-F238E27FC236}">
                <a16:creationId xmlns:a16="http://schemas.microsoft.com/office/drawing/2014/main" id="{4668BA18-1390-B74B-3121-832C657445B6}"/>
              </a:ext>
            </a:extLst>
          </p:cNvPr>
          <p:cNvPicPr>
            <a:picLocks noChangeAspect="1"/>
          </p:cNvPicPr>
          <p:nvPr/>
        </p:nvPicPr>
        <p:blipFill>
          <a:blip r:embed="rId2"/>
          <a:stretch>
            <a:fillRect/>
          </a:stretch>
        </p:blipFill>
        <p:spPr>
          <a:xfrm>
            <a:off x="-4276" y="771550"/>
            <a:ext cx="9143027" cy="3958073"/>
          </a:xfrm>
          <a:prstGeom prst="rect">
            <a:avLst/>
          </a:prstGeom>
        </p:spPr>
      </p:pic>
    </p:spTree>
    <p:extLst>
      <p:ext uri="{BB962C8B-B14F-4D97-AF65-F5344CB8AC3E}">
        <p14:creationId xmlns:p14="http://schemas.microsoft.com/office/powerpoint/2010/main" val="9553072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标题 1"/>
          <p:cNvSpPr>
            <a:spLocks noGrp="1"/>
          </p:cNvSpPr>
          <p:nvPr>
            <p:ph type="title"/>
          </p:nvPr>
        </p:nvSpPr>
        <p:spPr>
          <a:xfrm>
            <a:off x="496770" y="123657"/>
            <a:ext cx="6127750" cy="444500"/>
          </a:xfrm>
          <a:ln/>
        </p:spPr>
        <p:txBody>
          <a:bodyPr vert="horz" wrap="square" lIns="68580" tIns="34290" rIns="68580" bIns="34290" anchor="ctr" anchorCtr="0"/>
          <a:lstStyle/>
          <a:p>
            <a:pPr eaLnBrk="1" hangingPunct="1"/>
            <a:r>
              <a:rPr lang="en-US" altLang="zh-CN" sz="1800" kern="1200" dirty="0">
                <a:solidFill>
                  <a:srgbClr val="0070C0"/>
                </a:solidFill>
                <a:latin typeface="微软雅黑" panose="020B0503020204020204" pitchFamily="34" charset="-122"/>
                <a:ea typeface="微软雅黑" panose="020B0503020204020204" pitchFamily="34" charset="-122"/>
                <a:cs typeface="+mj-cs"/>
              </a:rPr>
              <a:t>V0.7</a:t>
            </a:r>
            <a:r>
              <a:rPr lang="zh-CN" altLang="en-US" sz="1800" kern="1200" dirty="0">
                <a:solidFill>
                  <a:srgbClr val="0070C0"/>
                </a:solidFill>
                <a:latin typeface="微软雅黑" panose="020B0503020204020204" pitchFamily="34" charset="-122"/>
                <a:ea typeface="微软雅黑" panose="020B0503020204020204" pitchFamily="34" charset="-122"/>
                <a:cs typeface="+mj-cs"/>
              </a:rPr>
              <a:t>版 </a:t>
            </a:r>
            <a:r>
              <a:rPr lang="zh-CN" altLang="zh-CN" sz="1800" kern="1200" dirty="0">
                <a:solidFill>
                  <a:srgbClr val="0070C0"/>
                </a:solidFill>
                <a:latin typeface="微软雅黑" panose="020B0503020204020204" pitchFamily="34" charset="-122"/>
                <a:ea typeface="微软雅黑" panose="020B0503020204020204" pitchFamily="34" charset="-122"/>
                <a:cs typeface="+mj-cs"/>
              </a:rPr>
              <a:t>mini_webserver</a:t>
            </a:r>
            <a:endParaRPr lang="zh-CN" altLang="en-US" sz="1800" kern="1200" dirty="0">
              <a:solidFill>
                <a:srgbClr val="0070C0"/>
              </a:solidFill>
              <a:latin typeface="微软雅黑" panose="020B0503020204020204" pitchFamily="34" charset="-122"/>
              <a:ea typeface="微软雅黑" panose="020B0503020204020204" pitchFamily="34" charset="-122"/>
              <a:cs typeface="+mj-cs"/>
            </a:endParaRPr>
          </a:p>
        </p:txBody>
      </p:sp>
      <p:sp>
        <p:nvSpPr>
          <p:cNvPr id="77826" name="文本框 3"/>
          <p:cNvSpPr txBox="1"/>
          <p:nvPr/>
        </p:nvSpPr>
        <p:spPr>
          <a:xfrm>
            <a:off x="526256" y="627534"/>
            <a:ext cx="8091488" cy="224305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9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rtl="0" eaLnBrk="0" fontAlgn="base" hangingPunct="0">
              <a:lnSpc>
                <a:spcPct val="90000"/>
              </a:lnSpc>
              <a:spcBef>
                <a:spcPts val="500"/>
              </a:spcBef>
              <a:spcAft>
                <a:spcPct val="0"/>
              </a:spcAft>
              <a:buFont typeface="Arial" panose="020B060402020209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0" fontAlgn="base" hangingPunct="0">
              <a:lnSpc>
                <a:spcPct val="90000"/>
              </a:lnSpc>
              <a:spcBef>
                <a:spcPts val="500"/>
              </a:spcBef>
              <a:spcAft>
                <a:spcPct val="0"/>
              </a:spcAft>
              <a:buFont typeface="Arial" panose="020B060402020209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indent="0">
              <a:lnSpc>
                <a:spcPct val="150000"/>
              </a:lnSpc>
              <a:buNone/>
            </a:pPr>
            <a:r>
              <a:rPr lang="zh-CN" altLang="zh-CN" sz="2400" dirty="0">
                <a:latin typeface="Microsoft YaHei" panose="020B0503020204020204" pitchFamily="34" charset="-122"/>
                <a:ea typeface="Microsoft YaHei" panose="020B0503020204020204" pitchFamily="34" charset="-122"/>
              </a:rPr>
              <a:t>Web Server </a:t>
            </a:r>
            <a:r>
              <a:rPr lang="en-US" altLang="zh-CN" sz="2400" dirty="0">
                <a:latin typeface="Microsoft YaHei" panose="020B0503020204020204" pitchFamily="34" charset="-122"/>
                <a:ea typeface="Microsoft YaHei" panose="020B0503020204020204" pitchFamily="34" charset="-122"/>
              </a:rPr>
              <a:t>V0.7</a:t>
            </a:r>
            <a:r>
              <a:rPr lang="zh-CN" altLang="en-US" sz="2400" dirty="0">
                <a:latin typeface="Microsoft YaHei" panose="020B0503020204020204" pitchFamily="34" charset="-122"/>
                <a:ea typeface="Microsoft YaHei" panose="020B0503020204020204" pitchFamily="34" charset="-122"/>
              </a:rPr>
              <a:t>开始，服务器需要能够“同时”处理来自多方的</a:t>
            </a:r>
            <a:r>
              <a:rPr lang="en-US" altLang="zh-CN" sz="2400" dirty="0">
                <a:latin typeface="Microsoft YaHei" panose="020B0503020204020204" pitchFamily="34" charset="-122"/>
                <a:ea typeface="Microsoft YaHei" panose="020B0503020204020204" pitchFamily="34" charset="-122"/>
              </a:rPr>
              <a:t>HTTP</a:t>
            </a:r>
            <a:r>
              <a:rPr lang="zh-CN" altLang="en-US" sz="2400" dirty="0">
                <a:latin typeface="Microsoft YaHei" panose="020B0503020204020204" pitchFamily="34" charset="-122"/>
                <a:ea typeface="Microsoft YaHei" panose="020B0503020204020204" pitchFamily="34" charset="-122"/>
              </a:rPr>
              <a:t>请求</a:t>
            </a:r>
            <a:r>
              <a:rPr lang="en-US" altLang="zh-CN" sz="2400" dirty="0">
                <a:latin typeface="Microsoft YaHei" panose="020B0503020204020204" pitchFamily="34" charset="-122"/>
                <a:ea typeface="Microsoft YaHei" panose="020B0503020204020204" pitchFamily="34" charset="-122"/>
              </a:rPr>
              <a:t>——</a:t>
            </a:r>
            <a:r>
              <a:rPr lang="zh-CN" altLang="en-US" sz="2400" dirty="0">
                <a:latin typeface="Microsoft YaHei" panose="020B0503020204020204" pitchFamily="34" charset="-122"/>
                <a:ea typeface="Microsoft YaHei" panose="020B0503020204020204" pitchFamily="34" charset="-122"/>
              </a:rPr>
              <a:t>使用多进程处理</a:t>
            </a:r>
            <a:r>
              <a:rPr lang="en-US" altLang="zh-CN" sz="2400" dirty="0">
                <a:latin typeface="Microsoft YaHei" panose="020B0503020204020204" pitchFamily="34" charset="-122"/>
                <a:ea typeface="Microsoft YaHei" panose="020B0503020204020204" pitchFamily="34" charset="-122"/>
              </a:rPr>
              <a:t>HTTP</a:t>
            </a:r>
            <a:r>
              <a:rPr lang="zh-CN" altLang="en-US" sz="2400" dirty="0">
                <a:latin typeface="Microsoft YaHei" panose="020B0503020204020204" pitchFamily="34" charset="-122"/>
                <a:ea typeface="Microsoft YaHei" panose="020B0503020204020204" pitchFamily="34" charset="-122"/>
              </a:rPr>
              <a:t>请求</a:t>
            </a:r>
            <a:endParaRPr lang="en-US" altLang="zh-CN" sz="2400" dirty="0">
              <a:latin typeface="Microsoft YaHei" panose="020B0503020204020204" pitchFamily="34" charset="-122"/>
              <a:ea typeface="Microsoft YaHei" panose="020B0503020204020204" pitchFamily="34" charset="-122"/>
            </a:endParaRPr>
          </a:p>
          <a:p>
            <a:pPr marL="0" lvl="0" indent="0" eaLnBrk="1" hangingPunct="1">
              <a:lnSpc>
                <a:spcPct val="150000"/>
              </a:lnSpc>
              <a:spcBef>
                <a:spcPct val="0"/>
              </a:spcBef>
              <a:buFontTx/>
              <a:buNone/>
            </a:pPr>
            <a:endParaRPr lang="zh-CN" altLang="zh-CN" sz="2400" dirty="0">
              <a:latin typeface="Microsoft YaHei" panose="020B0503020204020204" pitchFamily="34" charset="-122"/>
              <a:ea typeface="Microsoft YaHei" panose="020B0503020204020204" pitchFamily="34" charset="-122"/>
            </a:endParaRPr>
          </a:p>
          <a:p>
            <a:pPr marL="0" lvl="0" indent="0" eaLnBrk="1" hangingPunct="1">
              <a:lnSpc>
                <a:spcPct val="150000"/>
              </a:lnSpc>
              <a:spcBef>
                <a:spcPct val="0"/>
              </a:spcBef>
              <a:buFontTx/>
              <a:buNone/>
            </a:pPr>
            <a:endParaRPr lang="zh-CN" altLang="en-US" sz="2400" dirty="0">
              <a:latin typeface="Microsoft YaHei" panose="020B0503020204020204" pitchFamily="34" charset="-122"/>
              <a:ea typeface="Microsoft YaHei" panose="020B0503020204020204" pitchFamily="34" charset="-122"/>
            </a:endParaRPr>
          </a:p>
        </p:txBody>
      </p:sp>
      <p:sp>
        <p:nvSpPr>
          <p:cNvPr id="3" name="文本框 2">
            <a:extLst>
              <a:ext uri="{FF2B5EF4-FFF2-40B4-BE49-F238E27FC236}">
                <a16:creationId xmlns:a16="http://schemas.microsoft.com/office/drawing/2014/main" id="{FB2E9F71-682E-C63B-E4BF-B52D9212844E}"/>
              </a:ext>
            </a:extLst>
          </p:cNvPr>
          <p:cNvSpPr txBox="1"/>
          <p:nvPr/>
        </p:nvSpPr>
        <p:spPr>
          <a:xfrm>
            <a:off x="568908" y="1923678"/>
            <a:ext cx="8006184" cy="1135054"/>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a:spAutoFit/>
          </a:bodyPr>
          <a:lstStyle/>
          <a:p>
            <a:pPr marL="0" indent="0" eaLnBrk="1" hangingPunct="1">
              <a:lnSpc>
                <a:spcPct val="150000"/>
              </a:lnSpc>
              <a:spcBef>
                <a:spcPct val="0"/>
              </a:spcBef>
              <a:buNone/>
            </a:pPr>
            <a:r>
              <a:rPr lang="zh-CN" altLang="en-US" sz="2400" dirty="0">
                <a:latin typeface="Microsoft YaHei" panose="020B0503020204020204" pitchFamily="34" charset="-122"/>
                <a:ea typeface="Microsoft YaHei" panose="020B0503020204020204" pitchFamily="34" charset="-122"/>
              </a:rPr>
              <a:t>多个客户端</a:t>
            </a:r>
            <a:r>
              <a:rPr lang="zh-CN" altLang="zh-CN" sz="2400" dirty="0">
                <a:latin typeface="Microsoft YaHei" panose="020B0503020204020204" pitchFamily="34" charset="-122"/>
                <a:ea typeface="Microsoft YaHei" panose="020B0503020204020204" pitchFamily="34" charset="-122"/>
              </a:rPr>
              <a:t>客户端发 HTTP 请求，服务器解析路径并返回 HTTP 响应</a:t>
            </a:r>
          </a:p>
        </p:txBody>
      </p:sp>
      <p:sp>
        <p:nvSpPr>
          <p:cNvPr id="6" name="文本框 5">
            <a:extLst>
              <a:ext uri="{FF2B5EF4-FFF2-40B4-BE49-F238E27FC236}">
                <a16:creationId xmlns:a16="http://schemas.microsoft.com/office/drawing/2014/main" id="{0E3FFBB0-D444-D5EF-A5B7-004B079C910D}"/>
              </a:ext>
            </a:extLst>
          </p:cNvPr>
          <p:cNvSpPr txBox="1"/>
          <p:nvPr/>
        </p:nvSpPr>
        <p:spPr>
          <a:xfrm>
            <a:off x="505914" y="3317483"/>
            <a:ext cx="5630806" cy="1015663"/>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zh-CN" altLang="en-US" sz="2000" dirty="0"/>
              <a:t>curl http://127.0.0.1:8080/hello</a:t>
            </a:r>
          </a:p>
          <a:p>
            <a:r>
              <a:rPr lang="zh-CN" altLang="en-US" sz="2000" dirty="0"/>
              <a:t>curl http://127.0.0.1:8080/users/zhangsan</a:t>
            </a:r>
          </a:p>
          <a:p>
            <a:r>
              <a:rPr lang="zh-CN" altLang="en-US" sz="2000" dirty="0"/>
              <a:t>curl http://127.0.0.1:8080/not-found</a:t>
            </a:r>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6FDDD-85FF-E932-20EB-0C3FFD801EAB}"/>
            </a:ext>
          </a:extLst>
        </p:cNvPr>
        <p:cNvGrpSpPr/>
        <p:nvPr/>
      </p:nvGrpSpPr>
      <p:grpSpPr>
        <a:xfrm>
          <a:off x="0" y="0"/>
          <a:ext cx="0" cy="0"/>
          <a:chOff x="0" y="0"/>
          <a:chExt cx="0" cy="0"/>
        </a:xfrm>
      </p:grpSpPr>
      <p:sp>
        <p:nvSpPr>
          <p:cNvPr id="77825" name="标题 1">
            <a:extLst>
              <a:ext uri="{FF2B5EF4-FFF2-40B4-BE49-F238E27FC236}">
                <a16:creationId xmlns:a16="http://schemas.microsoft.com/office/drawing/2014/main" id="{B4BC64D3-7095-F4B0-B073-FB551856D8BA}"/>
              </a:ext>
            </a:extLst>
          </p:cNvPr>
          <p:cNvSpPr>
            <a:spLocks noGrp="1"/>
          </p:cNvSpPr>
          <p:nvPr>
            <p:ph type="title"/>
          </p:nvPr>
        </p:nvSpPr>
        <p:spPr>
          <a:xfrm>
            <a:off x="496770" y="123657"/>
            <a:ext cx="6127750" cy="444500"/>
          </a:xfrm>
          <a:ln/>
        </p:spPr>
        <p:txBody>
          <a:bodyPr vert="horz" wrap="square" lIns="68580" tIns="34290" rIns="68580" bIns="34290" anchor="ctr" anchorCtr="0"/>
          <a:lstStyle/>
          <a:p>
            <a:pPr eaLnBrk="1" hangingPunct="1"/>
            <a:r>
              <a:rPr lang="en-US" altLang="zh-CN" sz="1800" kern="1200" dirty="0">
                <a:solidFill>
                  <a:srgbClr val="0070C0"/>
                </a:solidFill>
                <a:latin typeface="微软雅黑" panose="020B0503020204020204" pitchFamily="34" charset="-122"/>
                <a:ea typeface="微软雅黑" panose="020B0503020204020204" pitchFamily="34" charset="-122"/>
                <a:cs typeface="+mj-cs"/>
              </a:rPr>
              <a:t>V0.7</a:t>
            </a:r>
            <a:r>
              <a:rPr lang="zh-CN" altLang="en-US" sz="1800" kern="1200" dirty="0">
                <a:solidFill>
                  <a:srgbClr val="0070C0"/>
                </a:solidFill>
                <a:latin typeface="微软雅黑" panose="020B0503020204020204" pitchFamily="34" charset="-122"/>
                <a:ea typeface="微软雅黑" panose="020B0503020204020204" pitchFamily="34" charset="-122"/>
                <a:cs typeface="+mj-cs"/>
              </a:rPr>
              <a:t>版 </a:t>
            </a:r>
            <a:r>
              <a:rPr lang="zh-CN" altLang="zh-CN" sz="1800" kern="1200" dirty="0">
                <a:solidFill>
                  <a:srgbClr val="0070C0"/>
                </a:solidFill>
                <a:latin typeface="微软雅黑" panose="020B0503020204020204" pitchFamily="34" charset="-122"/>
                <a:ea typeface="微软雅黑" panose="020B0503020204020204" pitchFamily="34" charset="-122"/>
                <a:cs typeface="+mj-cs"/>
              </a:rPr>
              <a:t>mini_webserver</a:t>
            </a:r>
            <a:endParaRPr lang="zh-CN" altLang="en-US" sz="1800" kern="1200" dirty="0">
              <a:solidFill>
                <a:srgbClr val="0070C0"/>
              </a:solidFill>
              <a:latin typeface="微软雅黑" panose="020B0503020204020204" pitchFamily="34" charset="-122"/>
              <a:ea typeface="微软雅黑" panose="020B0503020204020204" pitchFamily="34" charset="-122"/>
              <a:cs typeface="+mj-cs"/>
            </a:endParaRPr>
          </a:p>
        </p:txBody>
      </p:sp>
      <p:sp>
        <p:nvSpPr>
          <p:cNvPr id="77826" name="文本框 3">
            <a:extLst>
              <a:ext uri="{FF2B5EF4-FFF2-40B4-BE49-F238E27FC236}">
                <a16:creationId xmlns:a16="http://schemas.microsoft.com/office/drawing/2014/main" id="{B5EEA707-A949-AF40-B6E8-5FAE084833D4}"/>
              </a:ext>
            </a:extLst>
          </p:cNvPr>
          <p:cNvSpPr txBox="1"/>
          <p:nvPr/>
        </p:nvSpPr>
        <p:spPr>
          <a:xfrm>
            <a:off x="526256" y="627534"/>
            <a:ext cx="8091488" cy="1817292"/>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9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rtl="0" eaLnBrk="0" fontAlgn="base" hangingPunct="0">
              <a:lnSpc>
                <a:spcPct val="90000"/>
              </a:lnSpc>
              <a:spcBef>
                <a:spcPts val="500"/>
              </a:spcBef>
              <a:spcAft>
                <a:spcPct val="0"/>
              </a:spcAft>
              <a:buFont typeface="Arial" panose="020B060402020209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0" fontAlgn="base" hangingPunct="0">
              <a:lnSpc>
                <a:spcPct val="90000"/>
              </a:lnSpc>
              <a:spcBef>
                <a:spcPts val="500"/>
              </a:spcBef>
              <a:spcAft>
                <a:spcPct val="0"/>
              </a:spcAft>
              <a:buFont typeface="Arial" panose="020B060402020209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indent="0">
              <a:lnSpc>
                <a:spcPct val="150000"/>
              </a:lnSpc>
              <a:buNone/>
            </a:pPr>
            <a:r>
              <a:rPr lang="zh-CN" altLang="en-US" sz="2400" dirty="0">
                <a:latin typeface="Microsoft YaHei" panose="020B0503020204020204" pitchFamily="34" charset="-122"/>
                <a:ea typeface="Microsoft YaHei" panose="020B0503020204020204" pitchFamily="34" charset="-122"/>
              </a:rPr>
              <a:t>使用</a:t>
            </a:r>
            <a:r>
              <a:rPr lang="en-US" altLang="zh-CN" sz="2400" dirty="0">
                <a:latin typeface="Microsoft YaHei" panose="020B0503020204020204" pitchFamily="34" charset="-122"/>
                <a:ea typeface="Microsoft YaHei" panose="020B0503020204020204" pitchFamily="34" charset="-122"/>
              </a:rPr>
              <a:t>curl</a:t>
            </a:r>
            <a:r>
              <a:rPr lang="zh-CN" altLang="en-US" sz="2400" dirty="0">
                <a:latin typeface="Microsoft YaHei" panose="020B0503020204020204" pitchFamily="34" charset="-122"/>
                <a:ea typeface="Microsoft YaHei" panose="020B0503020204020204" pitchFamily="34" charset="-122"/>
              </a:rPr>
              <a:t>命令模拟</a:t>
            </a:r>
            <a:r>
              <a:rPr lang="en-US" altLang="zh-CN" sz="2400" dirty="0">
                <a:latin typeface="Microsoft YaHei" panose="020B0503020204020204" pitchFamily="34" charset="-122"/>
                <a:ea typeface="Microsoft YaHei" panose="020B0503020204020204" pitchFamily="34" charset="-122"/>
              </a:rPr>
              <a:t>http</a:t>
            </a:r>
            <a:r>
              <a:rPr lang="zh-CN" altLang="en-US" sz="2400" dirty="0">
                <a:latin typeface="Microsoft YaHei" panose="020B0503020204020204" pitchFamily="34" charset="-122"/>
                <a:ea typeface="Microsoft YaHei" panose="020B0503020204020204" pitchFamily="34" charset="-122"/>
              </a:rPr>
              <a:t>请求：</a:t>
            </a:r>
            <a:endParaRPr lang="en-US" altLang="zh-CN" sz="2400" dirty="0">
              <a:latin typeface="Microsoft YaHei" panose="020B0503020204020204" pitchFamily="34" charset="-122"/>
              <a:ea typeface="Microsoft YaHei" panose="020B0503020204020204" pitchFamily="34" charset="-122"/>
            </a:endParaRPr>
          </a:p>
          <a:p>
            <a:pPr marL="0" indent="0">
              <a:lnSpc>
                <a:spcPct val="150000"/>
              </a:lnSpc>
              <a:buNone/>
            </a:pPr>
            <a:endParaRPr lang="en-US" altLang="zh-CN" sz="2400" dirty="0">
              <a:latin typeface="Microsoft YaHei" panose="020B0503020204020204" pitchFamily="34" charset="-122"/>
              <a:ea typeface="Microsoft YaHei" panose="020B0503020204020204" pitchFamily="34" charset="-122"/>
            </a:endParaRPr>
          </a:p>
          <a:p>
            <a:pPr marL="0" lvl="0" indent="0" eaLnBrk="1" hangingPunct="1">
              <a:lnSpc>
                <a:spcPct val="150000"/>
              </a:lnSpc>
              <a:spcBef>
                <a:spcPct val="0"/>
              </a:spcBef>
              <a:buFontTx/>
              <a:buNone/>
            </a:pPr>
            <a:endParaRPr lang="zh-CN" altLang="en-US" sz="2400" dirty="0">
              <a:latin typeface="Microsoft YaHei" panose="020B0503020204020204" pitchFamily="34" charset="-122"/>
              <a:ea typeface="Microsoft YaHei" panose="020B0503020204020204" pitchFamily="34" charset="-122"/>
            </a:endParaRPr>
          </a:p>
        </p:txBody>
      </p:sp>
      <p:sp>
        <p:nvSpPr>
          <p:cNvPr id="4" name="文本框 3">
            <a:extLst>
              <a:ext uri="{FF2B5EF4-FFF2-40B4-BE49-F238E27FC236}">
                <a16:creationId xmlns:a16="http://schemas.microsoft.com/office/drawing/2014/main" id="{B2ED876F-2673-C828-B688-B79D33B2D0E4}"/>
              </a:ext>
            </a:extLst>
          </p:cNvPr>
          <p:cNvSpPr txBox="1"/>
          <p:nvPr/>
        </p:nvSpPr>
        <p:spPr>
          <a:xfrm>
            <a:off x="685841" y="1419622"/>
            <a:ext cx="7772318" cy="46166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zh-CN" sz="2400" dirty="0"/>
              <a:t>curl http://127.0.0.1:8080/hello</a:t>
            </a:r>
          </a:p>
        </p:txBody>
      </p:sp>
      <p:sp>
        <p:nvSpPr>
          <p:cNvPr id="2" name="文本框 1">
            <a:extLst>
              <a:ext uri="{FF2B5EF4-FFF2-40B4-BE49-F238E27FC236}">
                <a16:creationId xmlns:a16="http://schemas.microsoft.com/office/drawing/2014/main" id="{AF52A48B-E62C-F187-498A-AA19A1F5CE00}"/>
              </a:ext>
            </a:extLst>
          </p:cNvPr>
          <p:cNvSpPr txBox="1"/>
          <p:nvPr/>
        </p:nvSpPr>
        <p:spPr>
          <a:xfrm>
            <a:off x="685841" y="1865864"/>
            <a:ext cx="7772318" cy="646331"/>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altLang="zh-CN" dirty="0">
                <a:latin typeface="Microsoft YaHei" panose="020B0503020204020204" pitchFamily="34" charset="-122"/>
                <a:ea typeface="Microsoft YaHei" panose="020B0503020204020204" pitchFamily="34" charset="-122"/>
              </a:rPr>
              <a:t>C</a:t>
            </a:r>
            <a:r>
              <a:rPr lang="zh-CN" altLang="zh-CN" dirty="0">
                <a:latin typeface="Microsoft YaHei" panose="020B0503020204020204" pitchFamily="34" charset="-122"/>
                <a:ea typeface="Microsoft YaHei" panose="020B0503020204020204" pitchFamily="34" charset="-122"/>
              </a:rPr>
              <a:t>URL的</a:t>
            </a:r>
            <a:r>
              <a:rPr lang="zh-CN" altLang="zh-CN" b="1" dirty="0">
                <a:latin typeface="Microsoft YaHei" panose="020B0503020204020204" pitchFamily="34" charset="-122"/>
                <a:ea typeface="Microsoft YaHei" panose="020B0503020204020204" pitchFamily="34" charset="-122"/>
              </a:rPr>
              <a:t>官方定义</a:t>
            </a:r>
            <a:r>
              <a:rPr lang="zh-CN" altLang="zh-CN" dirty="0">
                <a:latin typeface="Microsoft YaHei" panose="020B0503020204020204" pitchFamily="34" charset="-122"/>
                <a:ea typeface="Microsoft YaHei" panose="020B0503020204020204" pitchFamily="34" charset="-122"/>
              </a:rPr>
              <a:t>为:curl is a command line tool for transferring data with URL syntax,即</a:t>
            </a:r>
            <a:r>
              <a:rPr lang="zh-CN" altLang="zh-CN" b="1" dirty="0">
                <a:latin typeface="Microsoft YaHei" panose="020B0503020204020204" pitchFamily="34" charset="-122"/>
                <a:ea typeface="Microsoft YaHei" panose="020B0503020204020204" pitchFamily="34" charset="-122"/>
              </a:rPr>
              <a:t>使用URL语法规则来传输数据的命令行工具</a:t>
            </a:r>
            <a:r>
              <a:rPr lang="zh-CN" altLang="zh-CN" dirty="0">
                <a:latin typeface="Microsoft YaHei" panose="020B0503020204020204" pitchFamily="34" charset="-122"/>
                <a:ea typeface="Microsoft YaHei" panose="020B0503020204020204" pitchFamily="34" charset="-122"/>
              </a:rPr>
              <a:t>。</a:t>
            </a:r>
            <a:endParaRPr kumimoji="1" lang="zh-CN" altLang="en-US" dirty="0">
              <a:latin typeface="Microsoft YaHei" panose="020B0503020204020204" pitchFamily="34" charset="-122"/>
              <a:ea typeface="Microsoft YaHei" panose="020B0503020204020204" pitchFamily="34" charset="-122"/>
            </a:endParaRPr>
          </a:p>
        </p:txBody>
      </p:sp>
      <p:sp>
        <p:nvSpPr>
          <p:cNvPr id="5" name="文本框 4">
            <a:extLst>
              <a:ext uri="{FF2B5EF4-FFF2-40B4-BE49-F238E27FC236}">
                <a16:creationId xmlns:a16="http://schemas.microsoft.com/office/drawing/2014/main" id="{9E6C5B2A-A5C4-D16B-C7D6-12078EA544AA}"/>
              </a:ext>
            </a:extLst>
          </p:cNvPr>
          <p:cNvSpPr txBox="1"/>
          <p:nvPr/>
        </p:nvSpPr>
        <p:spPr>
          <a:xfrm>
            <a:off x="661524" y="3723878"/>
            <a:ext cx="4572000" cy="92333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buNone/>
            </a:pPr>
            <a:r>
              <a:rPr lang="zh-CN" altLang="zh-CN" dirty="0">
                <a:latin typeface="Courier New" panose="02070309020205020404" pitchFamily="49" charset="0"/>
              </a:rPr>
              <a:t>GET /hello HTTP/1.1</a:t>
            </a:r>
          </a:p>
          <a:p>
            <a:pPr>
              <a:buNone/>
            </a:pPr>
            <a:r>
              <a:rPr lang="zh-CN" altLang="zh-CN" dirty="0">
                <a:latin typeface="Courier New" panose="02070309020205020404" pitchFamily="49" charset="0"/>
              </a:rPr>
              <a:t>Host: 127.0.0.1:8080</a:t>
            </a:r>
          </a:p>
          <a:p>
            <a:pPr>
              <a:buNone/>
            </a:pPr>
            <a:r>
              <a:rPr lang="zh-CN" altLang="zh-CN" dirty="0">
                <a:latin typeface="Courier New" panose="02070309020205020404" pitchFamily="49" charset="0"/>
              </a:rPr>
              <a:t>User-Agent: curl/...</a:t>
            </a:r>
          </a:p>
        </p:txBody>
      </p:sp>
      <p:sp>
        <p:nvSpPr>
          <p:cNvPr id="6" name="矩形 5">
            <a:extLst>
              <a:ext uri="{FF2B5EF4-FFF2-40B4-BE49-F238E27FC236}">
                <a16:creationId xmlns:a16="http://schemas.microsoft.com/office/drawing/2014/main" id="{99116C9F-308C-8B40-D7BC-C141287E8299}"/>
              </a:ext>
            </a:extLst>
          </p:cNvPr>
          <p:cNvSpPr/>
          <p:nvPr/>
        </p:nvSpPr>
        <p:spPr>
          <a:xfrm>
            <a:off x="644480" y="3363838"/>
            <a:ext cx="4572000" cy="3600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sz="2000" dirty="0">
                <a:latin typeface="Microsoft YaHei" panose="020B0503020204020204" pitchFamily="34" charset="-122"/>
                <a:ea typeface="Microsoft YaHei" panose="020B0503020204020204" pitchFamily="34" charset="-122"/>
              </a:rPr>
              <a:t>浏览器或 curl 发来的内容类似：</a:t>
            </a:r>
            <a:endParaRPr kumimoji="1" lang="zh-CN" altLang="en-US" sz="2000" dirty="0">
              <a:latin typeface="Microsoft YaHei" panose="020B0503020204020204" pitchFamily="34" charset="-122"/>
              <a:ea typeface="Microsoft YaHei" panose="020B0503020204020204" pitchFamily="34" charset="-122"/>
            </a:endParaRPr>
          </a:p>
        </p:txBody>
      </p:sp>
      <p:sp>
        <p:nvSpPr>
          <p:cNvPr id="7" name="下箭头 6">
            <a:extLst>
              <a:ext uri="{FF2B5EF4-FFF2-40B4-BE49-F238E27FC236}">
                <a16:creationId xmlns:a16="http://schemas.microsoft.com/office/drawing/2014/main" id="{CDAD918E-E951-1FC3-52DB-69548530D904}"/>
              </a:ext>
            </a:extLst>
          </p:cNvPr>
          <p:cNvSpPr/>
          <p:nvPr/>
        </p:nvSpPr>
        <p:spPr>
          <a:xfrm>
            <a:off x="2267744" y="2571750"/>
            <a:ext cx="504056" cy="76211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矩形 7">
            <a:extLst>
              <a:ext uri="{FF2B5EF4-FFF2-40B4-BE49-F238E27FC236}">
                <a16:creationId xmlns:a16="http://schemas.microsoft.com/office/drawing/2014/main" id="{85EC51C5-C9F6-BD1C-2B96-899AD6B720B7}"/>
              </a:ext>
            </a:extLst>
          </p:cNvPr>
          <p:cNvSpPr/>
          <p:nvPr/>
        </p:nvSpPr>
        <p:spPr>
          <a:xfrm>
            <a:off x="526256" y="3723878"/>
            <a:ext cx="3613696" cy="36004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文本框 8">
            <a:extLst>
              <a:ext uri="{FF2B5EF4-FFF2-40B4-BE49-F238E27FC236}">
                <a16:creationId xmlns:a16="http://schemas.microsoft.com/office/drawing/2014/main" id="{59598B71-C50A-E019-88DD-35A8FE060EA6}"/>
              </a:ext>
            </a:extLst>
          </p:cNvPr>
          <p:cNvSpPr txBox="1"/>
          <p:nvPr/>
        </p:nvSpPr>
        <p:spPr>
          <a:xfrm>
            <a:off x="5400571" y="3714586"/>
            <a:ext cx="2262158" cy="369332"/>
          </a:xfrm>
          <a:prstGeom prst="rect">
            <a:avLst/>
          </a:prstGeom>
          <a:noFill/>
        </p:spPr>
        <p:txBody>
          <a:bodyPr wrap="none" rtlCol="0">
            <a:spAutoFit/>
          </a:bodyPr>
          <a:lstStyle/>
          <a:p>
            <a:r>
              <a:rPr kumimoji="1" lang="zh-CN" altLang="en-US" dirty="0"/>
              <a:t>本次先只处理第一行</a:t>
            </a:r>
          </a:p>
        </p:txBody>
      </p:sp>
    </p:spTree>
    <p:extLst>
      <p:ext uri="{BB962C8B-B14F-4D97-AF65-F5344CB8AC3E}">
        <p14:creationId xmlns:p14="http://schemas.microsoft.com/office/powerpoint/2010/main" val="2247797065"/>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文本框 3"/>
          <p:cNvSpPr txBox="1"/>
          <p:nvPr/>
        </p:nvSpPr>
        <p:spPr>
          <a:xfrm>
            <a:off x="415974" y="581721"/>
            <a:ext cx="8609013" cy="1420261"/>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9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rtl="0" eaLnBrk="0" fontAlgn="base" hangingPunct="0">
              <a:lnSpc>
                <a:spcPct val="90000"/>
              </a:lnSpc>
              <a:spcBef>
                <a:spcPts val="500"/>
              </a:spcBef>
              <a:spcAft>
                <a:spcPct val="0"/>
              </a:spcAft>
              <a:buFont typeface="Arial" panose="020B060402020209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0" fontAlgn="base" hangingPunct="0">
              <a:lnSpc>
                <a:spcPct val="90000"/>
              </a:lnSpc>
              <a:spcBef>
                <a:spcPts val="500"/>
              </a:spcBef>
              <a:spcAft>
                <a:spcPct val="0"/>
              </a:spcAft>
              <a:buFont typeface="Arial" panose="020B060402020209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indent="0" eaLnBrk="1" hangingPunct="1">
              <a:lnSpc>
                <a:spcPct val="150000"/>
              </a:lnSpc>
              <a:spcBef>
                <a:spcPct val="0"/>
              </a:spcBef>
              <a:buNone/>
            </a:pPr>
            <a:r>
              <a:rPr lang="zh-CN" altLang="en-US" sz="2000" dirty="0">
                <a:latin typeface="Arial" panose="020B0604020202090204" pitchFamily="34" charset="0"/>
              </a:rPr>
              <a:t>除了多进程处理请求之外，还需要满足以下处理需求</a:t>
            </a:r>
            <a:r>
              <a:rPr lang="en-US" altLang="zh-CN" sz="2000" dirty="0">
                <a:latin typeface="Arial" panose="020B0604020202090204" pitchFamily="34" charset="0"/>
              </a:rPr>
              <a:t>:</a:t>
            </a:r>
          </a:p>
          <a:p>
            <a:pPr marL="0" indent="0" eaLnBrk="1" hangingPunct="1">
              <a:lnSpc>
                <a:spcPct val="150000"/>
              </a:lnSpc>
              <a:spcBef>
                <a:spcPct val="0"/>
              </a:spcBef>
              <a:buNone/>
            </a:pPr>
            <a:r>
              <a:rPr lang="en-US" altLang="zh-CN" sz="2000" dirty="0">
                <a:latin typeface="Arial" panose="020B0604020202090204" pitchFamily="34" charset="0"/>
              </a:rPr>
              <a:t>1.</a:t>
            </a:r>
            <a:r>
              <a:rPr lang="zh-CN" altLang="en-US" sz="2000" dirty="0">
                <a:latin typeface="Arial" panose="020B0604020202090204" pitchFamily="34" charset="0"/>
              </a:rPr>
              <a:t> 前面提到</a:t>
            </a:r>
            <a:r>
              <a:rPr lang="zh-CN" altLang="zh-CN" sz="2000" dirty="0"/>
              <a:t>如果父进程不回收子进程，就会产生僵尸进程。</a:t>
            </a:r>
          </a:p>
          <a:p>
            <a:pPr marL="0" lvl="0" indent="0" eaLnBrk="1" hangingPunct="1">
              <a:lnSpc>
                <a:spcPct val="150000"/>
              </a:lnSpc>
              <a:spcBef>
                <a:spcPct val="0"/>
              </a:spcBef>
              <a:buNone/>
            </a:pPr>
            <a:endParaRPr lang="zh-CN" altLang="en-US" sz="2000" dirty="0">
              <a:latin typeface="Arial" panose="020B0604020202090204" pitchFamily="34" charset="0"/>
            </a:endParaRPr>
          </a:p>
        </p:txBody>
      </p:sp>
      <p:sp>
        <p:nvSpPr>
          <p:cNvPr id="3" name="标题 1">
            <a:extLst>
              <a:ext uri="{FF2B5EF4-FFF2-40B4-BE49-F238E27FC236}">
                <a16:creationId xmlns:a16="http://schemas.microsoft.com/office/drawing/2014/main" id="{2A27DE96-FC9C-D223-BB6F-9D6D512C1C4B}"/>
              </a:ext>
            </a:extLst>
          </p:cNvPr>
          <p:cNvSpPr>
            <a:spLocks noGrp="1"/>
          </p:cNvSpPr>
          <p:nvPr>
            <p:ph type="title"/>
          </p:nvPr>
        </p:nvSpPr>
        <p:spPr>
          <a:xfrm>
            <a:off x="498475" y="50800"/>
            <a:ext cx="8170863" cy="592138"/>
          </a:xfrm>
          <a:ln/>
        </p:spPr>
        <p:txBody>
          <a:bodyPr vert="horz" wrap="square" lIns="68580" tIns="34290" rIns="68580" bIns="34290" anchor="ctr" anchorCtr="0"/>
          <a:lstStyle/>
          <a:p>
            <a:pPr eaLnBrk="1" hangingPunct="1"/>
            <a:r>
              <a:rPr lang="en-US" altLang="zh-CN" sz="1800" kern="1200" dirty="0">
                <a:solidFill>
                  <a:srgbClr val="0070C0"/>
                </a:solidFill>
                <a:latin typeface="微软雅黑" panose="020B0503020204020204" pitchFamily="34" charset="-122"/>
                <a:ea typeface="微软雅黑" panose="020B0503020204020204" pitchFamily="34" charset="-122"/>
                <a:cs typeface="+mj-cs"/>
              </a:rPr>
              <a:t>V0.7</a:t>
            </a:r>
            <a:r>
              <a:rPr lang="zh-CN" altLang="en-US" sz="1800" kern="1200" dirty="0">
                <a:solidFill>
                  <a:srgbClr val="0070C0"/>
                </a:solidFill>
                <a:latin typeface="微软雅黑" panose="020B0503020204020204" pitchFamily="34" charset="-122"/>
                <a:ea typeface="微软雅黑" panose="020B0503020204020204" pitchFamily="34" charset="-122"/>
                <a:cs typeface="+mj-cs"/>
              </a:rPr>
              <a:t>版 </a:t>
            </a:r>
            <a:r>
              <a:rPr lang="zh-CN" altLang="zh-CN" sz="1800" kern="1200" dirty="0">
                <a:solidFill>
                  <a:srgbClr val="0070C0"/>
                </a:solidFill>
                <a:latin typeface="微软雅黑" panose="020B0503020204020204" pitchFamily="34" charset="-122"/>
                <a:ea typeface="微软雅黑" panose="020B0503020204020204" pitchFamily="34" charset="-122"/>
                <a:cs typeface="+mj-cs"/>
              </a:rPr>
              <a:t>mini_webserver</a:t>
            </a:r>
            <a:endParaRPr lang="zh-CN" altLang="en-US" sz="1800" kern="1200" dirty="0">
              <a:solidFill>
                <a:srgbClr val="0070C0"/>
              </a:solidFill>
              <a:latin typeface="微软雅黑" panose="020B0503020204020204" pitchFamily="34" charset="-122"/>
              <a:ea typeface="微软雅黑" panose="020B0503020204020204" pitchFamily="34" charset="-122"/>
              <a:cs typeface="+mj-cs"/>
            </a:endParaRPr>
          </a:p>
        </p:txBody>
      </p:sp>
      <p:sp>
        <p:nvSpPr>
          <p:cNvPr id="4" name="文本框 3">
            <a:extLst>
              <a:ext uri="{FF2B5EF4-FFF2-40B4-BE49-F238E27FC236}">
                <a16:creationId xmlns:a16="http://schemas.microsoft.com/office/drawing/2014/main" id="{7ABAB7E6-3BFC-F624-5445-5A4D766167B3}"/>
              </a:ext>
            </a:extLst>
          </p:cNvPr>
          <p:cNvSpPr txBox="1"/>
          <p:nvPr/>
        </p:nvSpPr>
        <p:spPr>
          <a:xfrm>
            <a:off x="431016" y="1651720"/>
            <a:ext cx="7444157" cy="1754326"/>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buNone/>
            </a:pPr>
            <a:r>
              <a:rPr lang="zh-CN" altLang="zh-CN" dirty="0">
                <a:latin typeface="Courier New" panose="02070309020205020404" pitchFamily="49" charset="0"/>
              </a:rPr>
              <a:t>void sig_chld(int signo) {</a:t>
            </a:r>
          </a:p>
          <a:p>
            <a:pPr>
              <a:buNone/>
            </a:pPr>
            <a:r>
              <a:rPr lang="zh-CN" altLang="zh-CN" dirty="0">
                <a:latin typeface="Courier New" panose="02070309020205020404" pitchFamily="49" charset="0"/>
              </a:rPr>
              <a:t>    int stat;</a:t>
            </a:r>
          </a:p>
          <a:p>
            <a:pPr>
              <a:buNone/>
            </a:pPr>
            <a:r>
              <a:rPr lang="zh-CN" altLang="zh-CN" dirty="0">
                <a:latin typeface="Courier New" panose="02070309020205020404" pitchFamily="49" charset="0"/>
              </a:rPr>
              <a:t>    pid_t pid;</a:t>
            </a:r>
          </a:p>
          <a:p>
            <a:pPr>
              <a:buNone/>
            </a:pPr>
            <a:r>
              <a:rPr lang="zh-CN" altLang="zh-CN" dirty="0">
                <a:latin typeface="Courier New" panose="02070309020205020404" pitchFamily="49" charset="0"/>
              </a:rPr>
              <a:t>    while ((pid = waitpid(-1, &amp;stat, WNOHANG)) &gt; 0) {</a:t>
            </a:r>
          </a:p>
          <a:p>
            <a:pPr>
              <a:buNone/>
            </a:pPr>
            <a:r>
              <a:rPr lang="zh-CN" altLang="zh-CN" dirty="0">
                <a:latin typeface="Courier New" panose="02070309020205020404" pitchFamily="49" charset="0"/>
              </a:rPr>
              <a:t>        printf("child %d terminated\n", pid);}</a:t>
            </a:r>
          </a:p>
          <a:p>
            <a:pPr>
              <a:buNone/>
            </a:pPr>
            <a:r>
              <a:rPr lang="zh-CN" altLang="zh-CN" dirty="0">
                <a:latin typeface="Courier New" panose="02070309020205020404" pitchFamily="49" charset="0"/>
              </a:rPr>
              <a:t>}</a:t>
            </a:r>
          </a:p>
        </p:txBody>
      </p:sp>
      <p:sp>
        <p:nvSpPr>
          <p:cNvPr id="6" name="文本框 5">
            <a:extLst>
              <a:ext uri="{FF2B5EF4-FFF2-40B4-BE49-F238E27FC236}">
                <a16:creationId xmlns:a16="http://schemas.microsoft.com/office/drawing/2014/main" id="{D1250020-E925-F0CF-0250-ED7262972C25}"/>
              </a:ext>
            </a:extLst>
          </p:cNvPr>
          <p:cNvSpPr txBox="1"/>
          <p:nvPr/>
        </p:nvSpPr>
        <p:spPr>
          <a:xfrm>
            <a:off x="419350" y="3628852"/>
            <a:ext cx="7455824" cy="369332"/>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buNone/>
            </a:pPr>
            <a:r>
              <a:rPr lang="zh-CN" altLang="zh-CN" dirty="0">
                <a:latin typeface="Courier New" panose="02070309020205020404" pitchFamily="49" charset="0"/>
              </a:rPr>
              <a:t>signal(SIGCHLD, sig_chld);</a:t>
            </a:r>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9A925-0FDC-6096-46D6-F8DA874A299B}"/>
            </a:ext>
          </a:extLst>
        </p:cNvPr>
        <p:cNvGrpSpPr/>
        <p:nvPr/>
      </p:nvGrpSpPr>
      <p:grpSpPr>
        <a:xfrm>
          <a:off x="0" y="0"/>
          <a:ext cx="0" cy="0"/>
          <a:chOff x="0" y="0"/>
          <a:chExt cx="0" cy="0"/>
        </a:xfrm>
      </p:grpSpPr>
      <p:sp>
        <p:nvSpPr>
          <p:cNvPr id="86017" name="文本框 3">
            <a:extLst>
              <a:ext uri="{FF2B5EF4-FFF2-40B4-BE49-F238E27FC236}">
                <a16:creationId xmlns:a16="http://schemas.microsoft.com/office/drawing/2014/main" id="{4FA89980-8386-E0C9-5536-CB2449A0A32C}"/>
              </a:ext>
            </a:extLst>
          </p:cNvPr>
          <p:cNvSpPr txBox="1"/>
          <p:nvPr/>
        </p:nvSpPr>
        <p:spPr>
          <a:xfrm>
            <a:off x="474662" y="642938"/>
            <a:ext cx="8609013" cy="499047"/>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9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rtl="0" eaLnBrk="0" fontAlgn="base" hangingPunct="0">
              <a:lnSpc>
                <a:spcPct val="90000"/>
              </a:lnSpc>
              <a:spcBef>
                <a:spcPts val="500"/>
              </a:spcBef>
              <a:spcAft>
                <a:spcPct val="0"/>
              </a:spcAft>
              <a:buFont typeface="Arial" panose="020B060402020209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0" fontAlgn="base" hangingPunct="0">
              <a:lnSpc>
                <a:spcPct val="90000"/>
              </a:lnSpc>
              <a:spcBef>
                <a:spcPts val="500"/>
              </a:spcBef>
              <a:spcAft>
                <a:spcPct val="0"/>
              </a:spcAft>
              <a:buFont typeface="Arial" panose="020B060402020209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indent="0" eaLnBrk="1" hangingPunct="1">
              <a:lnSpc>
                <a:spcPct val="150000"/>
              </a:lnSpc>
              <a:spcBef>
                <a:spcPct val="0"/>
              </a:spcBef>
              <a:buNone/>
            </a:pPr>
            <a:r>
              <a:rPr lang="en-US" altLang="zh-CN" sz="2000" dirty="0"/>
              <a:t>2.</a:t>
            </a:r>
            <a:r>
              <a:rPr lang="zh-CN" altLang="en-US" sz="2000" dirty="0"/>
              <a:t> </a:t>
            </a:r>
            <a:r>
              <a:rPr lang="zh-CN" altLang="zh-CN" sz="2000" dirty="0"/>
              <a:t>accept 被 EINTR 打断</a:t>
            </a:r>
            <a:r>
              <a:rPr lang="zh-CN" altLang="en-US" sz="2000" dirty="0"/>
              <a:t>打处理的方式</a:t>
            </a:r>
            <a:endParaRPr lang="zh-CN" altLang="en-US" sz="2000" dirty="0">
              <a:latin typeface="Arial" panose="020B0604020202090204" pitchFamily="34" charset="0"/>
            </a:endParaRPr>
          </a:p>
        </p:txBody>
      </p:sp>
      <p:sp>
        <p:nvSpPr>
          <p:cNvPr id="3" name="标题 1">
            <a:extLst>
              <a:ext uri="{FF2B5EF4-FFF2-40B4-BE49-F238E27FC236}">
                <a16:creationId xmlns:a16="http://schemas.microsoft.com/office/drawing/2014/main" id="{242AF6F5-CA5D-94A6-BEFE-D7074262CFE9}"/>
              </a:ext>
            </a:extLst>
          </p:cNvPr>
          <p:cNvSpPr>
            <a:spLocks noGrp="1"/>
          </p:cNvSpPr>
          <p:nvPr>
            <p:ph type="title"/>
          </p:nvPr>
        </p:nvSpPr>
        <p:spPr>
          <a:xfrm>
            <a:off x="498475" y="50800"/>
            <a:ext cx="8170863" cy="592138"/>
          </a:xfrm>
          <a:ln/>
        </p:spPr>
        <p:txBody>
          <a:bodyPr vert="horz" wrap="square" lIns="68580" tIns="34290" rIns="68580" bIns="34290" anchor="ctr" anchorCtr="0"/>
          <a:lstStyle/>
          <a:p>
            <a:pPr eaLnBrk="1" hangingPunct="1"/>
            <a:r>
              <a:rPr lang="en-US" altLang="zh-CN" sz="1800" kern="1200" dirty="0">
                <a:solidFill>
                  <a:srgbClr val="0070C0"/>
                </a:solidFill>
                <a:latin typeface="微软雅黑" panose="020B0503020204020204" pitchFamily="34" charset="-122"/>
                <a:ea typeface="微软雅黑" panose="020B0503020204020204" pitchFamily="34" charset="-122"/>
                <a:cs typeface="+mj-cs"/>
              </a:rPr>
              <a:t>V0.7</a:t>
            </a:r>
            <a:r>
              <a:rPr lang="zh-CN" altLang="en-US" sz="1800" kern="1200" dirty="0">
                <a:solidFill>
                  <a:srgbClr val="0070C0"/>
                </a:solidFill>
                <a:latin typeface="微软雅黑" panose="020B0503020204020204" pitchFamily="34" charset="-122"/>
                <a:ea typeface="微软雅黑" panose="020B0503020204020204" pitchFamily="34" charset="-122"/>
                <a:cs typeface="+mj-cs"/>
              </a:rPr>
              <a:t>版 </a:t>
            </a:r>
            <a:r>
              <a:rPr lang="zh-CN" altLang="zh-CN" sz="1800" kern="1200" dirty="0">
                <a:solidFill>
                  <a:srgbClr val="0070C0"/>
                </a:solidFill>
                <a:latin typeface="微软雅黑" panose="020B0503020204020204" pitchFamily="34" charset="-122"/>
                <a:ea typeface="微软雅黑" panose="020B0503020204020204" pitchFamily="34" charset="-122"/>
                <a:cs typeface="+mj-cs"/>
              </a:rPr>
              <a:t>mini_webserver</a:t>
            </a:r>
            <a:r>
              <a:rPr lang="en-US" altLang="zh-CN" sz="1800" kern="1200" dirty="0">
                <a:solidFill>
                  <a:srgbClr val="0070C0"/>
                </a:solidFill>
                <a:latin typeface="微软雅黑" panose="020B0503020204020204" pitchFamily="34" charset="-122"/>
                <a:ea typeface="微软雅黑" panose="020B0503020204020204" pitchFamily="34" charset="-122"/>
                <a:cs typeface="+mj-cs"/>
              </a:rPr>
              <a:t>-</a:t>
            </a:r>
            <a:r>
              <a:rPr lang="zh-CN" altLang="en-US" sz="1800" kern="1200" dirty="0">
                <a:solidFill>
                  <a:srgbClr val="0070C0"/>
                </a:solidFill>
                <a:latin typeface="微软雅黑" panose="020B0503020204020204" pitchFamily="34" charset="-122"/>
                <a:ea typeface="微软雅黑" panose="020B0503020204020204" pitchFamily="34" charset="-122"/>
                <a:cs typeface="+mj-cs"/>
              </a:rPr>
              <a:t>功能检查</a:t>
            </a:r>
          </a:p>
        </p:txBody>
      </p:sp>
      <p:sp>
        <p:nvSpPr>
          <p:cNvPr id="4" name="文本框 3">
            <a:extLst>
              <a:ext uri="{FF2B5EF4-FFF2-40B4-BE49-F238E27FC236}">
                <a16:creationId xmlns:a16="http://schemas.microsoft.com/office/drawing/2014/main" id="{47D96782-C921-2DFE-33F2-34FCBF55826B}"/>
              </a:ext>
            </a:extLst>
          </p:cNvPr>
          <p:cNvSpPr txBox="1"/>
          <p:nvPr/>
        </p:nvSpPr>
        <p:spPr>
          <a:xfrm>
            <a:off x="498475" y="1319393"/>
            <a:ext cx="7444157" cy="2308324"/>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zh-CN" altLang="zh-CN" dirty="0"/>
              <a:t>connfd = accept(listenfd, NULL, NULL);</a:t>
            </a:r>
          </a:p>
          <a:p>
            <a:r>
              <a:rPr lang="zh-CN" altLang="zh-CN" dirty="0"/>
              <a:t>if (connfd &lt; 0) {</a:t>
            </a:r>
          </a:p>
          <a:p>
            <a:r>
              <a:rPr lang="zh-CN" altLang="zh-CN" dirty="0"/>
              <a:t>    if (errno == EINTR) {</a:t>
            </a:r>
          </a:p>
          <a:p>
            <a:r>
              <a:rPr lang="zh-CN" altLang="zh-CN" dirty="0"/>
              <a:t>        continue;</a:t>
            </a:r>
          </a:p>
          <a:p>
            <a:r>
              <a:rPr lang="zh-CN" altLang="zh-CN" dirty="0"/>
              <a:t>    }</a:t>
            </a:r>
          </a:p>
          <a:p>
            <a:r>
              <a:rPr lang="zh-CN" altLang="zh-CN" dirty="0"/>
              <a:t>    perror("accept");</a:t>
            </a:r>
          </a:p>
          <a:p>
            <a:r>
              <a:rPr lang="zh-CN" altLang="zh-CN" dirty="0"/>
              <a:t>    break;</a:t>
            </a:r>
          </a:p>
          <a:p>
            <a:r>
              <a:rPr lang="zh-CN" altLang="zh-CN" dirty="0"/>
              <a:t>}</a:t>
            </a:r>
          </a:p>
        </p:txBody>
      </p:sp>
    </p:spTree>
    <p:extLst>
      <p:ext uri="{BB962C8B-B14F-4D97-AF65-F5344CB8AC3E}">
        <p14:creationId xmlns:p14="http://schemas.microsoft.com/office/powerpoint/2010/main" val="532735653"/>
      </p:ext>
    </p:extLst>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89848-286B-2D3B-A972-99BC879EB75E}"/>
            </a:ext>
          </a:extLst>
        </p:cNvPr>
        <p:cNvGrpSpPr/>
        <p:nvPr/>
      </p:nvGrpSpPr>
      <p:grpSpPr>
        <a:xfrm>
          <a:off x="0" y="0"/>
          <a:ext cx="0" cy="0"/>
          <a:chOff x="0" y="0"/>
          <a:chExt cx="0" cy="0"/>
        </a:xfrm>
      </p:grpSpPr>
      <p:sp>
        <p:nvSpPr>
          <p:cNvPr id="86017" name="文本框 3">
            <a:extLst>
              <a:ext uri="{FF2B5EF4-FFF2-40B4-BE49-F238E27FC236}">
                <a16:creationId xmlns:a16="http://schemas.microsoft.com/office/drawing/2014/main" id="{0D7F8D44-BAE7-FEA9-3848-23E0D712D5B9}"/>
              </a:ext>
            </a:extLst>
          </p:cNvPr>
          <p:cNvSpPr txBox="1"/>
          <p:nvPr/>
        </p:nvSpPr>
        <p:spPr>
          <a:xfrm>
            <a:off x="415974" y="581721"/>
            <a:ext cx="8609013" cy="960712"/>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9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rtl="0" eaLnBrk="0" fontAlgn="base" hangingPunct="0">
              <a:lnSpc>
                <a:spcPct val="90000"/>
              </a:lnSpc>
              <a:spcBef>
                <a:spcPts val="500"/>
              </a:spcBef>
              <a:spcAft>
                <a:spcPct val="0"/>
              </a:spcAft>
              <a:buFont typeface="Arial" panose="020B060402020209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0" fontAlgn="base" hangingPunct="0">
              <a:lnSpc>
                <a:spcPct val="90000"/>
              </a:lnSpc>
              <a:spcBef>
                <a:spcPts val="500"/>
              </a:spcBef>
              <a:spcAft>
                <a:spcPct val="0"/>
              </a:spcAft>
              <a:buFont typeface="Arial" panose="020B060402020209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indent="0" eaLnBrk="1" hangingPunct="1">
              <a:lnSpc>
                <a:spcPct val="150000"/>
              </a:lnSpc>
              <a:spcBef>
                <a:spcPct val="0"/>
              </a:spcBef>
              <a:buNone/>
            </a:pPr>
            <a:r>
              <a:rPr lang="zh-CN" altLang="en-US" sz="2000" dirty="0">
                <a:latin typeface="Arial" panose="020B0604020202090204" pitchFamily="34" charset="0"/>
              </a:rPr>
              <a:t>除了多进程处理请求之外，还需要满足以下处理需求</a:t>
            </a:r>
            <a:r>
              <a:rPr lang="en-US" altLang="zh-CN" sz="2000" dirty="0">
                <a:latin typeface="Arial" panose="020B0604020202090204" pitchFamily="34" charset="0"/>
              </a:rPr>
              <a:t>:</a:t>
            </a:r>
          </a:p>
          <a:p>
            <a:pPr marL="0" indent="0" eaLnBrk="1" hangingPunct="1">
              <a:lnSpc>
                <a:spcPct val="150000"/>
              </a:lnSpc>
              <a:spcBef>
                <a:spcPct val="0"/>
              </a:spcBef>
              <a:buNone/>
            </a:pPr>
            <a:r>
              <a:rPr lang="en-US" altLang="zh-CN" sz="2000" dirty="0">
                <a:latin typeface="Arial" panose="020B0604020202090204" pitchFamily="34" charset="0"/>
              </a:rPr>
              <a:t>3.</a:t>
            </a:r>
            <a:r>
              <a:rPr lang="zh-CN" altLang="en-US" sz="2000" dirty="0">
                <a:latin typeface="Arial" panose="020B0604020202090204" pitchFamily="34" charset="0"/>
              </a:rPr>
              <a:t> </a:t>
            </a:r>
            <a:r>
              <a:rPr lang="zh-CN" altLang="zh-CN" sz="2000" dirty="0"/>
              <a:t>SIGPIPE 和客户端异常断开</a:t>
            </a:r>
            <a:endParaRPr lang="zh-CN" altLang="en-US" sz="2000" dirty="0">
              <a:latin typeface="Arial" panose="020B0604020202090204" pitchFamily="34" charset="0"/>
            </a:endParaRPr>
          </a:p>
        </p:txBody>
      </p:sp>
      <p:sp>
        <p:nvSpPr>
          <p:cNvPr id="3" name="标题 1">
            <a:extLst>
              <a:ext uri="{FF2B5EF4-FFF2-40B4-BE49-F238E27FC236}">
                <a16:creationId xmlns:a16="http://schemas.microsoft.com/office/drawing/2014/main" id="{D6660D69-E348-1946-B0C5-BD50196643A3}"/>
              </a:ext>
            </a:extLst>
          </p:cNvPr>
          <p:cNvSpPr>
            <a:spLocks noGrp="1"/>
          </p:cNvSpPr>
          <p:nvPr>
            <p:ph type="title"/>
          </p:nvPr>
        </p:nvSpPr>
        <p:spPr>
          <a:xfrm>
            <a:off x="498475" y="50800"/>
            <a:ext cx="8170863" cy="592138"/>
          </a:xfrm>
          <a:ln/>
        </p:spPr>
        <p:txBody>
          <a:bodyPr vert="horz" wrap="square" lIns="68580" tIns="34290" rIns="68580" bIns="34290" anchor="ctr" anchorCtr="0"/>
          <a:lstStyle/>
          <a:p>
            <a:pPr eaLnBrk="1" hangingPunct="1"/>
            <a:r>
              <a:rPr lang="en-US" altLang="zh-CN" sz="1800" kern="1200" dirty="0">
                <a:solidFill>
                  <a:srgbClr val="0070C0"/>
                </a:solidFill>
                <a:latin typeface="微软雅黑" panose="020B0503020204020204" pitchFamily="34" charset="-122"/>
                <a:ea typeface="微软雅黑" panose="020B0503020204020204" pitchFamily="34" charset="-122"/>
                <a:cs typeface="+mj-cs"/>
              </a:rPr>
              <a:t>V0.7</a:t>
            </a:r>
            <a:r>
              <a:rPr lang="zh-CN" altLang="en-US" sz="1800" kern="1200" dirty="0">
                <a:solidFill>
                  <a:srgbClr val="0070C0"/>
                </a:solidFill>
                <a:latin typeface="微软雅黑" panose="020B0503020204020204" pitchFamily="34" charset="-122"/>
                <a:ea typeface="微软雅黑" panose="020B0503020204020204" pitchFamily="34" charset="-122"/>
                <a:cs typeface="+mj-cs"/>
              </a:rPr>
              <a:t>版 </a:t>
            </a:r>
            <a:r>
              <a:rPr lang="zh-CN" altLang="zh-CN" sz="1800" kern="1200" dirty="0">
                <a:solidFill>
                  <a:srgbClr val="0070C0"/>
                </a:solidFill>
                <a:latin typeface="微软雅黑" panose="020B0503020204020204" pitchFamily="34" charset="-122"/>
                <a:ea typeface="微软雅黑" panose="020B0503020204020204" pitchFamily="34" charset="-122"/>
                <a:cs typeface="+mj-cs"/>
              </a:rPr>
              <a:t>mini_webserver</a:t>
            </a:r>
            <a:endParaRPr lang="zh-CN" altLang="en-US" sz="1800" kern="1200" dirty="0">
              <a:solidFill>
                <a:srgbClr val="0070C0"/>
              </a:solidFill>
              <a:latin typeface="微软雅黑" panose="020B0503020204020204" pitchFamily="34" charset="-122"/>
              <a:ea typeface="微软雅黑" panose="020B0503020204020204" pitchFamily="34" charset="-122"/>
              <a:cs typeface="+mj-cs"/>
            </a:endParaRPr>
          </a:p>
        </p:txBody>
      </p:sp>
      <p:sp>
        <p:nvSpPr>
          <p:cNvPr id="6" name="文本框 5">
            <a:extLst>
              <a:ext uri="{FF2B5EF4-FFF2-40B4-BE49-F238E27FC236}">
                <a16:creationId xmlns:a16="http://schemas.microsoft.com/office/drawing/2014/main" id="{AEE5BFE3-54FE-23D9-8246-FB96E9D3AE1A}"/>
              </a:ext>
            </a:extLst>
          </p:cNvPr>
          <p:cNvSpPr txBox="1"/>
          <p:nvPr/>
        </p:nvSpPr>
        <p:spPr>
          <a:xfrm>
            <a:off x="531635" y="3231736"/>
            <a:ext cx="7455824" cy="369332"/>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zh-CN" altLang="zh-CN" dirty="0">
                <a:latin typeface="Consolas" panose="020B0609020204030204" pitchFamily="49" charset="0"/>
                <a:cs typeface="Consolas" panose="020B0609020204030204" pitchFamily="49" charset="0"/>
              </a:rPr>
              <a:t>signal(SIGPIPE, SIG_IGN);</a:t>
            </a:r>
          </a:p>
        </p:txBody>
      </p:sp>
      <p:sp>
        <p:nvSpPr>
          <p:cNvPr id="5" name="文本框 4">
            <a:extLst>
              <a:ext uri="{FF2B5EF4-FFF2-40B4-BE49-F238E27FC236}">
                <a16:creationId xmlns:a16="http://schemas.microsoft.com/office/drawing/2014/main" id="{4B2CB7DB-2996-A7D7-E954-479887F910DC}"/>
              </a:ext>
            </a:extLst>
          </p:cNvPr>
          <p:cNvSpPr txBox="1"/>
          <p:nvPr/>
        </p:nvSpPr>
        <p:spPr>
          <a:xfrm>
            <a:off x="683568" y="1611689"/>
            <a:ext cx="6192688" cy="1422890"/>
          </a:xfrm>
          <a:prstGeom prst="rect">
            <a:avLst/>
          </a:prstGeom>
          <a:noFill/>
        </p:spPr>
        <p:txBody>
          <a:bodyPr wrap="square">
            <a:spAutoFit/>
          </a:bodyPr>
          <a:lstStyle/>
          <a:p>
            <a:pPr marL="457200" indent="-457200">
              <a:lnSpc>
                <a:spcPct val="150000"/>
              </a:lnSpc>
              <a:buFont typeface="+mj-ea"/>
              <a:buAutoNum type="circleNumDbPlain"/>
            </a:pPr>
            <a:r>
              <a:rPr lang="zh-CN" altLang="zh-CN" sz="2000" dirty="0">
                <a:latin typeface="Microsoft YaHei" panose="020B0503020204020204" pitchFamily="34" charset="-122"/>
                <a:ea typeface="Microsoft YaHei" panose="020B0503020204020204" pitchFamily="34" charset="-122"/>
              </a:rPr>
              <a:t>客户端连接后立刻关闭。</a:t>
            </a:r>
          </a:p>
          <a:p>
            <a:pPr marL="457200" indent="-457200">
              <a:lnSpc>
                <a:spcPct val="150000"/>
              </a:lnSpc>
              <a:buFont typeface="+mj-ea"/>
              <a:buAutoNum type="circleNumDbPlain"/>
            </a:pPr>
            <a:r>
              <a:rPr lang="zh-CN" altLang="zh-CN" sz="2000" dirty="0">
                <a:latin typeface="Microsoft YaHei" panose="020B0503020204020204" pitchFamily="34" charset="-122"/>
                <a:ea typeface="Microsoft YaHei" panose="020B0503020204020204" pitchFamily="34" charset="-122"/>
              </a:rPr>
              <a:t>服务器仍然 send 响应。</a:t>
            </a:r>
          </a:p>
          <a:p>
            <a:pPr marL="457200" indent="-457200">
              <a:lnSpc>
                <a:spcPct val="150000"/>
              </a:lnSpc>
              <a:buFont typeface="+mj-ea"/>
              <a:buAutoNum type="circleNumDbPlain"/>
            </a:pPr>
            <a:r>
              <a:rPr lang="zh-CN" altLang="zh-CN" sz="2000" dirty="0">
                <a:latin typeface="Microsoft YaHei" panose="020B0503020204020204" pitchFamily="34" charset="-122"/>
                <a:ea typeface="Microsoft YaHei" panose="020B0503020204020204" pitchFamily="34" charset="-122"/>
              </a:rPr>
              <a:t>系统可能发送 SIGPIPE，导致服务器进程终止。</a:t>
            </a:r>
          </a:p>
        </p:txBody>
      </p:sp>
    </p:spTree>
    <p:extLst>
      <p:ext uri="{BB962C8B-B14F-4D97-AF65-F5344CB8AC3E}">
        <p14:creationId xmlns:p14="http://schemas.microsoft.com/office/powerpoint/2010/main" val="438776062"/>
      </p:ext>
    </p:extLst>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3BB71-3CC2-F187-86B4-355BFB808C44}"/>
            </a:ext>
          </a:extLst>
        </p:cNvPr>
        <p:cNvGrpSpPr/>
        <p:nvPr/>
      </p:nvGrpSpPr>
      <p:grpSpPr>
        <a:xfrm>
          <a:off x="0" y="0"/>
          <a:ext cx="0" cy="0"/>
          <a:chOff x="0" y="0"/>
          <a:chExt cx="0" cy="0"/>
        </a:xfrm>
      </p:grpSpPr>
      <p:sp>
        <p:nvSpPr>
          <p:cNvPr id="77825" name="标题 1">
            <a:extLst>
              <a:ext uri="{FF2B5EF4-FFF2-40B4-BE49-F238E27FC236}">
                <a16:creationId xmlns:a16="http://schemas.microsoft.com/office/drawing/2014/main" id="{FE222CCE-6B5B-30C7-2E06-AB008F6969C2}"/>
              </a:ext>
            </a:extLst>
          </p:cNvPr>
          <p:cNvSpPr>
            <a:spLocks noGrp="1"/>
          </p:cNvSpPr>
          <p:nvPr>
            <p:ph type="title"/>
          </p:nvPr>
        </p:nvSpPr>
        <p:spPr>
          <a:xfrm>
            <a:off x="496770" y="123657"/>
            <a:ext cx="6127750" cy="444500"/>
          </a:xfrm>
          <a:ln/>
        </p:spPr>
        <p:txBody>
          <a:bodyPr vert="horz" wrap="square" lIns="68580" tIns="34290" rIns="68580" bIns="34290" anchor="ctr" anchorCtr="0"/>
          <a:lstStyle/>
          <a:p>
            <a:pPr eaLnBrk="1" hangingPunct="1"/>
            <a:r>
              <a:rPr lang="en-US" altLang="zh-CN" sz="1800" kern="1200" dirty="0">
                <a:solidFill>
                  <a:srgbClr val="0070C0"/>
                </a:solidFill>
                <a:latin typeface="微软雅黑" panose="020B0503020204020204" pitchFamily="34" charset="-122"/>
                <a:ea typeface="微软雅黑" panose="020B0503020204020204" pitchFamily="34" charset="-122"/>
                <a:cs typeface="+mj-cs"/>
              </a:rPr>
              <a:t>V0.7</a:t>
            </a:r>
            <a:r>
              <a:rPr lang="zh-CN" altLang="en-US" sz="1800" kern="1200" dirty="0">
                <a:solidFill>
                  <a:srgbClr val="0070C0"/>
                </a:solidFill>
                <a:latin typeface="微软雅黑" panose="020B0503020204020204" pitchFamily="34" charset="-122"/>
                <a:ea typeface="微软雅黑" panose="020B0503020204020204" pitchFamily="34" charset="-122"/>
                <a:cs typeface="+mj-cs"/>
              </a:rPr>
              <a:t>版 </a:t>
            </a:r>
            <a:r>
              <a:rPr lang="zh-CN" altLang="zh-CN" sz="1800" kern="1200" dirty="0">
                <a:solidFill>
                  <a:srgbClr val="0070C0"/>
                </a:solidFill>
                <a:latin typeface="微软雅黑" panose="020B0503020204020204" pitchFamily="34" charset="-122"/>
                <a:ea typeface="微软雅黑" panose="020B0503020204020204" pitchFamily="34" charset="-122"/>
                <a:cs typeface="+mj-cs"/>
              </a:rPr>
              <a:t>mini_webserver</a:t>
            </a:r>
            <a:endParaRPr lang="zh-CN" altLang="en-US" sz="1800" kern="1200" dirty="0">
              <a:solidFill>
                <a:srgbClr val="0070C0"/>
              </a:solidFill>
              <a:latin typeface="微软雅黑" panose="020B0503020204020204" pitchFamily="34" charset="-122"/>
              <a:ea typeface="微软雅黑" panose="020B0503020204020204" pitchFamily="34" charset="-122"/>
              <a:cs typeface="+mj-cs"/>
            </a:endParaRPr>
          </a:p>
        </p:txBody>
      </p:sp>
      <p:sp>
        <p:nvSpPr>
          <p:cNvPr id="77826" name="文本框 3">
            <a:extLst>
              <a:ext uri="{FF2B5EF4-FFF2-40B4-BE49-F238E27FC236}">
                <a16:creationId xmlns:a16="http://schemas.microsoft.com/office/drawing/2014/main" id="{0E01A754-7F71-40B6-A00A-AD079D8C21C6}"/>
              </a:ext>
            </a:extLst>
          </p:cNvPr>
          <p:cNvSpPr txBox="1"/>
          <p:nvPr/>
        </p:nvSpPr>
        <p:spPr>
          <a:xfrm>
            <a:off x="526256" y="627534"/>
            <a:ext cx="8296276" cy="1884555"/>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9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rtl="0" eaLnBrk="0" fontAlgn="base" hangingPunct="0">
              <a:lnSpc>
                <a:spcPct val="90000"/>
              </a:lnSpc>
              <a:spcBef>
                <a:spcPts val="500"/>
              </a:spcBef>
              <a:spcAft>
                <a:spcPct val="0"/>
              </a:spcAft>
              <a:buFont typeface="Arial" panose="020B060402020209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0" fontAlgn="base" hangingPunct="0">
              <a:lnSpc>
                <a:spcPct val="90000"/>
              </a:lnSpc>
              <a:spcBef>
                <a:spcPts val="500"/>
              </a:spcBef>
              <a:spcAft>
                <a:spcPct val="0"/>
              </a:spcAft>
              <a:buFont typeface="Arial" panose="020B060402020209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indent="0">
              <a:lnSpc>
                <a:spcPct val="150000"/>
              </a:lnSpc>
              <a:buNone/>
            </a:pPr>
            <a:r>
              <a:rPr lang="zh-CN" altLang="en-US" sz="2000" dirty="0"/>
              <a:t>因此</a:t>
            </a:r>
            <a:r>
              <a:rPr lang="en-US" altLang="zh-CN" sz="2000" dirty="0"/>
              <a:t>V0.7</a:t>
            </a:r>
            <a:r>
              <a:rPr lang="zh-CN" altLang="en-US" sz="2000" dirty="0"/>
              <a:t>的</a:t>
            </a:r>
            <a:r>
              <a:rPr lang="zh-CN" altLang="zh-CN" sz="2000" dirty="0"/>
              <a:t>多进程并发服务器</a:t>
            </a:r>
            <a:r>
              <a:rPr lang="zh-CN" altLang="en-US" sz="2000" dirty="0"/>
              <a:t>要求：</a:t>
            </a:r>
            <a:r>
              <a:rPr lang="zh-CN" altLang="zh-CN" sz="2000" dirty="0"/>
              <a:t>父进程持续接收客户端连接，每个客户端交给一个子进程处理。父进程要处理 SIGCHLD，避免僵尸进程；同时要处理 accept 被信号打断的问题。</a:t>
            </a:r>
            <a:endParaRPr lang="zh-CN" altLang="zh-CN" sz="2000" dirty="0">
              <a:latin typeface="Microsoft YaHei" panose="020B0503020204020204" pitchFamily="34" charset="-122"/>
              <a:ea typeface="Microsoft YaHei" panose="020B0503020204020204" pitchFamily="34" charset="-122"/>
            </a:endParaRPr>
          </a:p>
          <a:p>
            <a:pPr marL="0" lvl="0" indent="0" eaLnBrk="1" hangingPunct="1">
              <a:lnSpc>
                <a:spcPct val="150000"/>
              </a:lnSpc>
              <a:spcBef>
                <a:spcPct val="0"/>
              </a:spcBef>
              <a:buFontTx/>
              <a:buNone/>
            </a:pPr>
            <a:endParaRPr lang="zh-CN" altLang="en-US" sz="2000" dirty="0">
              <a:latin typeface="Microsoft YaHei" panose="020B0503020204020204" pitchFamily="34" charset="-122"/>
              <a:ea typeface="Microsoft YaHei" panose="020B0503020204020204" pitchFamily="34" charset="-122"/>
            </a:endParaRPr>
          </a:p>
        </p:txBody>
      </p:sp>
      <p:sp>
        <p:nvSpPr>
          <p:cNvPr id="2" name="文本框 1">
            <a:extLst>
              <a:ext uri="{FF2B5EF4-FFF2-40B4-BE49-F238E27FC236}">
                <a16:creationId xmlns:a16="http://schemas.microsoft.com/office/drawing/2014/main" id="{8E7F83CC-E341-E005-7FF3-852ED460D073}"/>
              </a:ext>
            </a:extLst>
          </p:cNvPr>
          <p:cNvSpPr txBox="1"/>
          <p:nvPr/>
        </p:nvSpPr>
        <p:spPr>
          <a:xfrm>
            <a:off x="4728369" y="2032053"/>
            <a:ext cx="4094163" cy="3008388"/>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5pPr>
          </a:lstStyle>
          <a:p>
            <a:pPr lvl="0" eaLnBrk="1" hangingPunct="1">
              <a:lnSpc>
                <a:spcPct val="150000"/>
              </a:lnSpc>
              <a:buNone/>
            </a:pPr>
            <a:r>
              <a:rPr lang="zh-CN" altLang="en-US" sz="2000" dirty="0">
                <a:solidFill>
                  <a:srgbClr val="000000"/>
                </a:solidFill>
                <a:latin typeface="等线" pitchFamily="2" charset="-122"/>
                <a:ea typeface="等线" pitchFamily="2" charset="-122"/>
              </a:rPr>
              <a:t>修改文件包括</a:t>
            </a:r>
            <a:endParaRPr lang="en-US" altLang="zh-CN" sz="2000" dirty="0">
              <a:solidFill>
                <a:srgbClr val="000000"/>
              </a:solidFill>
              <a:latin typeface="等线" pitchFamily="2" charset="-122"/>
              <a:ea typeface="等线" pitchFamily="2" charset="-122"/>
            </a:endParaRPr>
          </a:p>
          <a:p>
            <a:pPr eaLnBrk="1" hangingPunct="1">
              <a:lnSpc>
                <a:spcPct val="150000"/>
              </a:lnSpc>
              <a:buFont typeface="Arial" panose="020B0604020202090204" pitchFamily="34" charset="0"/>
              <a:buChar char="•"/>
            </a:pPr>
            <a:r>
              <a:rPr lang="zh-CN" altLang="zh-CN" dirty="0">
                <a:latin typeface="Courier New" panose="02070409020205090404" pitchFamily="49" charset="0"/>
              </a:rPr>
              <a:t>src/main.c</a:t>
            </a:r>
          </a:p>
          <a:p>
            <a:pPr eaLnBrk="1" hangingPunct="1">
              <a:lnSpc>
                <a:spcPct val="150000"/>
              </a:lnSpc>
              <a:buFont typeface="Arial" panose="020B0604020202090204" pitchFamily="34" charset="0"/>
              <a:buChar char="•"/>
            </a:pPr>
            <a:r>
              <a:rPr lang="zh-CN" altLang="zh-CN" dirty="0">
                <a:latin typeface="Courier New" panose="02070409020205090404" pitchFamily="49" charset="0"/>
              </a:rPr>
              <a:t>include/request_handler.h</a:t>
            </a:r>
          </a:p>
          <a:p>
            <a:pPr eaLnBrk="1" hangingPunct="1">
              <a:lnSpc>
                <a:spcPct val="150000"/>
              </a:lnSpc>
              <a:buFont typeface="Arial" panose="020B0604020202090204" pitchFamily="34" charset="0"/>
              <a:buChar char="•"/>
            </a:pPr>
            <a:r>
              <a:rPr lang="zh-CN" altLang="zh-CN" dirty="0">
                <a:latin typeface="Courier New" panose="02070409020205090404" pitchFamily="49" charset="0"/>
              </a:rPr>
              <a:t>src/request_handler.c</a:t>
            </a:r>
          </a:p>
          <a:p>
            <a:pPr eaLnBrk="1" hangingPunct="1">
              <a:lnSpc>
                <a:spcPct val="150000"/>
              </a:lnSpc>
              <a:buFont typeface="Arial" panose="020B0604020202090204" pitchFamily="34" charset="0"/>
              <a:buChar char="•"/>
            </a:pPr>
            <a:r>
              <a:rPr lang="zh-CN" altLang="zh-CN" dirty="0">
                <a:latin typeface="Courier New" panose="02070409020205090404" pitchFamily="49" charset="0"/>
              </a:rPr>
              <a:t>Makefile</a:t>
            </a:r>
          </a:p>
          <a:p>
            <a:pPr eaLnBrk="1" hangingPunct="1">
              <a:lnSpc>
                <a:spcPct val="150000"/>
              </a:lnSpc>
              <a:buFont typeface="Arial" panose="020B0604020202090204" pitchFamily="34" charset="0"/>
              <a:buChar char="•"/>
            </a:pPr>
            <a:r>
              <a:rPr lang="zh-CN" altLang="zh-CN" dirty="0">
                <a:latin typeface="Courier New" panose="02070409020205090404" pitchFamily="49" charset="0"/>
              </a:rPr>
              <a:t>README.md</a:t>
            </a:r>
          </a:p>
          <a:p>
            <a:pPr lvl="0" eaLnBrk="1" hangingPunct="1">
              <a:lnSpc>
                <a:spcPct val="150000"/>
              </a:lnSpc>
              <a:buFont typeface="Arial" panose="020B0604020202090204" pitchFamily="34" charset="0"/>
              <a:buChar char="•"/>
            </a:pPr>
            <a:r>
              <a:rPr lang="en-US" altLang="zh-CN" dirty="0">
                <a:latin typeface="Courier New" panose="02070409020205090404" pitchFamily="49" charset="0"/>
              </a:rPr>
              <a:t>docs/debug-</a:t>
            </a:r>
            <a:r>
              <a:rPr lang="en-US" altLang="zh-CN" dirty="0" err="1">
                <a:latin typeface="Courier New" panose="02070409020205090404" pitchFamily="49" charset="0"/>
              </a:rPr>
              <a:t>log.txt</a:t>
            </a:r>
            <a:r>
              <a:rPr lang="en-US" altLang="zh-CN" dirty="0">
                <a:latin typeface="Courier New" panose="02070409020205090404" pitchFamily="49" charset="0"/>
              </a:rPr>
              <a:t>(</a:t>
            </a:r>
            <a:r>
              <a:rPr lang="zh-CN" altLang="en-US" dirty="0">
                <a:latin typeface="Courier New" panose="02070409020205090404" pitchFamily="49" charset="0"/>
              </a:rPr>
              <a:t>可选</a:t>
            </a:r>
            <a:r>
              <a:rPr lang="en-US" altLang="zh-CN" dirty="0">
                <a:latin typeface="Courier New" panose="02070409020205090404" pitchFamily="49" charset="0"/>
              </a:rPr>
              <a:t>)</a:t>
            </a:r>
            <a:endParaRPr lang="zh-CN" altLang="zh-CN" dirty="0">
              <a:latin typeface="Courier New" panose="02070409020205090404" pitchFamily="49" charset="0"/>
            </a:endParaRPr>
          </a:p>
        </p:txBody>
      </p:sp>
      <p:sp>
        <p:nvSpPr>
          <p:cNvPr id="4" name="文本框 3">
            <a:extLst>
              <a:ext uri="{FF2B5EF4-FFF2-40B4-BE49-F238E27FC236}">
                <a16:creationId xmlns:a16="http://schemas.microsoft.com/office/drawing/2014/main" id="{4F5AA009-60FE-6B7A-93B1-B7EEDFB43276}"/>
              </a:ext>
            </a:extLst>
          </p:cNvPr>
          <p:cNvSpPr txBox="1"/>
          <p:nvPr/>
        </p:nvSpPr>
        <p:spPr>
          <a:xfrm>
            <a:off x="526256" y="2355726"/>
            <a:ext cx="3757712" cy="176586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marR="0" lvl="0" indent="0" algn="l" defTabSz="914400" rtl="0" eaLnBrk="1" fontAlgn="base" latinLnBrk="0" hangingPunct="1">
              <a:lnSpc>
                <a:spcPct val="150000"/>
              </a:lnSpc>
              <a:spcBef>
                <a:spcPct val="0"/>
              </a:spcBef>
              <a:spcAft>
                <a:spcPct val="0"/>
              </a:spcAft>
              <a:buClrTx/>
              <a:buSzTx/>
              <a:buFontTx/>
              <a:buNone/>
              <a:defRPr/>
            </a:pPr>
            <a:r>
              <a:rPr kumimoji="0" lang="zh-CN" altLang="en-US" sz="2000" b="0" i="0" u="none" strike="noStrike" kern="1200" cap="none" spc="0" normalizeH="0" baseline="0" noProof="0" dirty="0">
                <a:ln>
                  <a:noFill/>
                </a:ln>
                <a:solidFill>
                  <a:schemeClr val="dk1"/>
                </a:solidFill>
                <a:effectLst/>
                <a:uLnTx/>
                <a:uFillTx/>
                <a:latin typeface="+mn-lt"/>
                <a:ea typeface="+mn-ea"/>
                <a:cs typeface="+mn-cs"/>
              </a:rPr>
              <a:t>新增文件包括：</a:t>
            </a:r>
            <a:endParaRPr kumimoji="0" lang="en-US" altLang="zh-CN" sz="2000" b="0" i="0" u="none" strike="noStrike" kern="1200" cap="none" spc="0" normalizeH="0" baseline="0" noProof="0" dirty="0">
              <a:ln>
                <a:noFill/>
              </a:ln>
              <a:solidFill>
                <a:schemeClr val="dk1"/>
              </a:solidFill>
              <a:effectLst/>
              <a:uLnTx/>
              <a:uFillTx/>
              <a:latin typeface="+mn-lt"/>
              <a:ea typeface="+mn-ea"/>
              <a:cs typeface="+mn-cs"/>
            </a:endParaRPr>
          </a:p>
          <a:p>
            <a:pPr eaLnBrk="1" hangingPunct="1">
              <a:lnSpc>
                <a:spcPct val="150000"/>
              </a:lnSpc>
              <a:buFont typeface="Arial" panose="020B0604020202090204" pitchFamily="34" charset="0"/>
              <a:buChar char="•"/>
            </a:pPr>
            <a:r>
              <a:rPr lang="zh-CN" altLang="zh-CN" dirty="0">
                <a:solidFill>
                  <a:schemeClr val="tx1"/>
                </a:solidFill>
                <a:latin typeface="Courier New" panose="02070409020205090404" pitchFamily="49" charset="0"/>
                <a:ea typeface="宋体" panose="02010600030101010101" pitchFamily="2" charset="-122"/>
              </a:rPr>
              <a:t>include/tcp_fork_server.h</a:t>
            </a:r>
          </a:p>
          <a:p>
            <a:pPr eaLnBrk="1" hangingPunct="1">
              <a:lnSpc>
                <a:spcPct val="150000"/>
              </a:lnSpc>
              <a:buFont typeface="Arial" panose="020B0604020202090204" pitchFamily="34" charset="0"/>
              <a:buChar char="•"/>
            </a:pPr>
            <a:r>
              <a:rPr lang="zh-CN" altLang="zh-CN" dirty="0">
                <a:solidFill>
                  <a:schemeClr val="tx1"/>
                </a:solidFill>
                <a:latin typeface="Courier New" panose="02070409020205090404" pitchFamily="49" charset="0"/>
                <a:ea typeface="宋体" panose="02010600030101010101" pitchFamily="2" charset="-122"/>
              </a:rPr>
              <a:t>src/tcp_fork_server.c</a:t>
            </a:r>
          </a:p>
          <a:p>
            <a:pPr eaLnBrk="1" hangingPunct="1">
              <a:lnSpc>
                <a:spcPct val="150000"/>
              </a:lnSpc>
              <a:buFont typeface="Arial" panose="020B0604020202090204" pitchFamily="34" charset="0"/>
              <a:buChar char="•"/>
            </a:pPr>
            <a:r>
              <a:rPr lang="zh-CN" altLang="zh-CN" dirty="0">
                <a:solidFill>
                  <a:schemeClr val="tx1"/>
                </a:solidFill>
                <a:latin typeface="Courier New" panose="02070409020205090404" pitchFamily="49" charset="0"/>
                <a:ea typeface="宋体" panose="02010600030101010101" pitchFamily="2" charset="-122"/>
              </a:rPr>
              <a:t>tests/test_day07.sh</a:t>
            </a:r>
          </a:p>
        </p:txBody>
      </p:sp>
    </p:spTree>
    <p:extLst>
      <p:ext uri="{BB962C8B-B14F-4D97-AF65-F5344CB8AC3E}">
        <p14:creationId xmlns:p14="http://schemas.microsoft.com/office/powerpoint/2010/main" val="2151157660"/>
      </p:ext>
    </p:extLst>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0D932F-8A4E-5A0A-8130-90EE12159EF4}"/>
              </a:ext>
            </a:extLst>
          </p:cNvPr>
          <p:cNvSpPr>
            <a:spLocks noGrp="1"/>
          </p:cNvSpPr>
          <p:nvPr>
            <p:ph type="title"/>
          </p:nvPr>
        </p:nvSpPr>
        <p:spPr/>
        <p:txBody>
          <a:bodyPr/>
          <a:lstStyle/>
          <a:p>
            <a:r>
              <a:rPr lang="en-US" altLang="zh-CN" sz="2000" dirty="0">
                <a:latin typeface="微软雅黑" panose="020B0503020204020204" pitchFamily="34" charset="-122"/>
                <a:ea typeface="微软雅黑" panose="020B0503020204020204" pitchFamily="34" charset="-122"/>
              </a:rPr>
              <a:t>V0.7</a:t>
            </a:r>
            <a:r>
              <a:rPr lang="zh-CN" altLang="en-US" sz="2000" dirty="0">
                <a:latin typeface="微软雅黑" panose="020B0503020204020204" pitchFamily="34" charset="-122"/>
                <a:ea typeface="微软雅黑" panose="020B0503020204020204" pitchFamily="34" charset="-122"/>
              </a:rPr>
              <a:t>版 </a:t>
            </a:r>
            <a:r>
              <a:rPr lang="zh-CN" altLang="zh-CN" sz="2000" dirty="0">
                <a:latin typeface="微软雅黑" panose="020B0503020204020204" pitchFamily="34" charset="-122"/>
                <a:ea typeface="微软雅黑" panose="020B0503020204020204" pitchFamily="34" charset="-122"/>
              </a:rPr>
              <a:t>mini_webserver</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功能要求</a:t>
            </a:r>
            <a:endParaRPr kumimoji="1" lang="zh-CN" altLang="en-US" sz="2000" dirty="0"/>
          </a:p>
        </p:txBody>
      </p:sp>
      <p:sp>
        <p:nvSpPr>
          <p:cNvPr id="4" name="文本框 3">
            <a:extLst>
              <a:ext uri="{FF2B5EF4-FFF2-40B4-BE49-F238E27FC236}">
                <a16:creationId xmlns:a16="http://schemas.microsoft.com/office/drawing/2014/main" id="{F7F76719-BEDC-4B3E-E3CF-77710B1329E0}"/>
              </a:ext>
            </a:extLst>
          </p:cNvPr>
          <p:cNvSpPr txBox="1"/>
          <p:nvPr/>
        </p:nvSpPr>
        <p:spPr>
          <a:xfrm>
            <a:off x="447201" y="529608"/>
            <a:ext cx="7879945" cy="461389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zh-CN" dirty="0">
                <a:latin typeface="Microsoft YaHei" panose="020B0503020204020204" pitchFamily="34" charset="-122"/>
                <a:ea typeface="Microsoft YaHei" panose="020B0503020204020204" pitchFamily="34" charset="-122"/>
              </a:rPr>
              <a:t>父进程创建监听socket</a:t>
            </a:r>
            <a:endParaRPr lang="en-US" altLang="zh-CN" dirty="0">
              <a:latin typeface="Microsoft YaHei" panose="020B0503020204020204" pitchFamily="34" charset="-122"/>
              <a:ea typeface="Microsoft YaHei" panose="020B0503020204020204" pitchFamily="34" charset="-122"/>
            </a:endParaRPr>
          </a:p>
          <a:p>
            <a:pPr marL="285750" indent="-285750">
              <a:lnSpc>
                <a:spcPct val="150000"/>
              </a:lnSpc>
              <a:buFont typeface="Arial" panose="020B0604020202020204" pitchFamily="34" charset="0"/>
              <a:buChar char="•"/>
            </a:pPr>
            <a:r>
              <a:rPr lang="zh-CN" altLang="zh-CN" dirty="0">
                <a:latin typeface="Microsoft YaHei" panose="020B0503020204020204" pitchFamily="34" charset="-122"/>
                <a:ea typeface="Microsoft YaHei" panose="020B0503020204020204" pitchFamily="34" charset="-122"/>
              </a:rPr>
              <a:t>父进程循环accept</a:t>
            </a:r>
            <a:endParaRPr lang="en-US" altLang="zh-CN" dirty="0">
              <a:latin typeface="Microsoft YaHei" panose="020B0503020204020204" pitchFamily="34" charset="-122"/>
              <a:ea typeface="Microsoft YaHei" panose="020B0503020204020204" pitchFamily="34" charset="-122"/>
            </a:endParaRPr>
          </a:p>
          <a:p>
            <a:pPr marL="285750" indent="-285750">
              <a:lnSpc>
                <a:spcPct val="150000"/>
              </a:lnSpc>
              <a:buFont typeface="Arial" panose="020B0604020202020204" pitchFamily="34" charset="0"/>
              <a:buChar char="•"/>
            </a:pPr>
            <a:r>
              <a:rPr lang="zh-CN" altLang="zh-CN" dirty="0">
                <a:latin typeface="Microsoft YaHei" panose="020B0503020204020204" pitchFamily="34" charset="-122"/>
                <a:ea typeface="Microsoft YaHei" panose="020B0503020204020204" pitchFamily="34" charset="-122"/>
              </a:rPr>
              <a:t>每个客户端连接创建一个子进程</a:t>
            </a:r>
            <a:endParaRPr lang="en-US" altLang="zh-CN" dirty="0">
              <a:latin typeface="Microsoft YaHei" panose="020B0503020204020204" pitchFamily="34" charset="-122"/>
              <a:ea typeface="Microsoft YaHei" panose="020B0503020204020204" pitchFamily="34" charset="-122"/>
            </a:endParaRPr>
          </a:p>
          <a:p>
            <a:pPr marL="285750" indent="-285750">
              <a:lnSpc>
                <a:spcPct val="150000"/>
              </a:lnSpc>
              <a:buFont typeface="Arial" panose="020B0604020202020204" pitchFamily="34" charset="0"/>
              <a:buChar char="•"/>
            </a:pPr>
            <a:r>
              <a:rPr lang="zh-CN" altLang="zh-CN" dirty="0">
                <a:latin typeface="Microsoft YaHei" panose="020B0503020204020204" pitchFamily="34" charset="-122"/>
                <a:ea typeface="Microsoft YaHei" panose="020B0503020204020204" pitchFamily="34" charset="-122"/>
              </a:rPr>
              <a:t>子进程处理HTTP请求并返回响应</a:t>
            </a:r>
            <a:endParaRPr lang="en-US" altLang="zh-CN" dirty="0">
              <a:latin typeface="Microsoft YaHei" panose="020B0503020204020204" pitchFamily="34" charset="-122"/>
              <a:ea typeface="Microsoft YaHei" panose="020B0503020204020204" pitchFamily="34" charset="-122"/>
            </a:endParaRPr>
          </a:p>
          <a:p>
            <a:pPr marL="285750" indent="-285750">
              <a:lnSpc>
                <a:spcPct val="150000"/>
              </a:lnSpc>
              <a:buFont typeface="Arial" panose="020B0604020202020204" pitchFamily="34" charset="0"/>
              <a:buChar char="•"/>
            </a:pPr>
            <a:r>
              <a:rPr lang="zh-CN" altLang="zh-CN" dirty="0">
                <a:latin typeface="Microsoft YaHei" panose="020B0503020204020204" pitchFamily="34" charset="-122"/>
                <a:ea typeface="Microsoft YaHei" panose="020B0503020204020204" pitchFamily="34" charset="-122"/>
              </a:rPr>
              <a:t>父进程关闭自己的connfd</a:t>
            </a:r>
            <a:endParaRPr lang="en-US" altLang="zh-CN" dirty="0">
              <a:latin typeface="Microsoft YaHei" panose="020B0503020204020204" pitchFamily="34" charset="-122"/>
              <a:ea typeface="Microsoft YaHei" panose="020B0503020204020204" pitchFamily="34" charset="-122"/>
            </a:endParaRPr>
          </a:p>
          <a:p>
            <a:pPr marL="285750" indent="-285750">
              <a:lnSpc>
                <a:spcPct val="150000"/>
              </a:lnSpc>
              <a:buFont typeface="Arial" panose="020B0604020202020204" pitchFamily="34" charset="0"/>
              <a:buChar char="•"/>
            </a:pPr>
            <a:r>
              <a:rPr lang="zh-CN" altLang="zh-CN" dirty="0">
                <a:latin typeface="Microsoft YaHei" panose="020B0503020204020204" pitchFamily="34" charset="-122"/>
                <a:ea typeface="Microsoft YaHei" panose="020B0503020204020204" pitchFamily="34" charset="-122"/>
              </a:rPr>
              <a:t>子进程关闭继承来的listenfd</a:t>
            </a:r>
            <a:endParaRPr lang="en-US" altLang="zh-CN" dirty="0">
              <a:latin typeface="Microsoft YaHei" panose="020B0503020204020204" pitchFamily="34" charset="-122"/>
              <a:ea typeface="Microsoft YaHei" panose="020B0503020204020204" pitchFamily="34" charset="-122"/>
            </a:endParaRPr>
          </a:p>
          <a:p>
            <a:pPr marL="285750" indent="-285750">
              <a:lnSpc>
                <a:spcPct val="150000"/>
              </a:lnSpc>
              <a:buFont typeface="Arial" panose="020B0604020202020204" pitchFamily="34" charset="0"/>
              <a:buChar char="•"/>
            </a:pPr>
            <a:r>
              <a:rPr lang="zh-CN" altLang="zh-CN" dirty="0">
                <a:latin typeface="Microsoft YaHei" panose="020B0503020204020204" pitchFamily="34" charset="-122"/>
                <a:ea typeface="Microsoft YaHei" panose="020B0503020204020204" pitchFamily="34" charset="-122"/>
              </a:rPr>
              <a:t>子进程处理完请求后exit</a:t>
            </a:r>
            <a:endParaRPr lang="en-US" altLang="zh-CN" dirty="0">
              <a:latin typeface="Microsoft YaHei" panose="020B0503020204020204" pitchFamily="34" charset="-122"/>
              <a:ea typeface="Microsoft YaHei" panose="020B0503020204020204" pitchFamily="34" charset="-122"/>
            </a:endParaRPr>
          </a:p>
          <a:p>
            <a:pPr marL="285750" indent="-285750">
              <a:lnSpc>
                <a:spcPct val="150000"/>
              </a:lnSpc>
              <a:buFont typeface="Arial" panose="020B0604020202020204" pitchFamily="34" charset="0"/>
              <a:buChar char="•"/>
            </a:pPr>
            <a:r>
              <a:rPr lang="zh-CN" altLang="zh-CN" dirty="0">
                <a:latin typeface="Microsoft YaHei" panose="020B0503020204020204" pitchFamily="34" charset="-122"/>
                <a:ea typeface="Microsoft YaHei" panose="020B0503020204020204" pitchFamily="34" charset="-122"/>
              </a:rPr>
              <a:t>父进程捕获SIGCHLD使用waitpid(-1, &amp;stat, WNOHANG) 回收子进程</a:t>
            </a:r>
            <a:endParaRPr lang="en-US" altLang="zh-CN" dirty="0">
              <a:latin typeface="Microsoft YaHei" panose="020B0503020204020204" pitchFamily="34" charset="-122"/>
              <a:ea typeface="Microsoft YaHei" panose="020B0503020204020204" pitchFamily="34" charset="-122"/>
            </a:endParaRPr>
          </a:p>
          <a:p>
            <a:pPr marL="285750" indent="-285750">
              <a:lnSpc>
                <a:spcPct val="150000"/>
              </a:lnSpc>
              <a:buFont typeface="Arial" panose="020B0604020202020204" pitchFamily="34" charset="0"/>
              <a:buChar char="•"/>
            </a:pPr>
            <a:r>
              <a:rPr lang="zh-CN" altLang="zh-CN" dirty="0">
                <a:latin typeface="Microsoft YaHei" panose="020B0503020204020204" pitchFamily="34" charset="-122"/>
                <a:ea typeface="Microsoft YaHei" panose="020B0503020204020204" pitchFamily="34" charset="-122"/>
              </a:rPr>
              <a:t>accept遇到EINTR时继续等待</a:t>
            </a:r>
            <a:endParaRPr lang="en-US" altLang="zh-CN" dirty="0">
              <a:latin typeface="Microsoft YaHei" panose="020B0503020204020204" pitchFamily="34" charset="-122"/>
              <a:ea typeface="Microsoft YaHei" panose="020B0503020204020204" pitchFamily="34" charset="-122"/>
            </a:endParaRPr>
          </a:p>
          <a:p>
            <a:pPr marL="285750" indent="-285750">
              <a:lnSpc>
                <a:spcPct val="150000"/>
              </a:lnSpc>
              <a:buFont typeface="Arial" panose="020B0604020202020204" pitchFamily="34" charset="0"/>
              <a:buChar char="•"/>
            </a:pPr>
            <a:r>
              <a:rPr lang="zh-CN" altLang="zh-CN" dirty="0">
                <a:latin typeface="Microsoft YaHei" panose="020B0503020204020204" pitchFamily="34" charset="-122"/>
                <a:ea typeface="Microsoft YaHei" panose="020B0503020204020204" pitchFamily="34" charset="-122"/>
              </a:rPr>
              <a:t>忽略或处理SIGPIPE</a:t>
            </a:r>
            <a:endParaRPr lang="en-US" altLang="zh-CN" dirty="0">
              <a:latin typeface="Microsoft YaHei" panose="020B0503020204020204" pitchFamily="34" charset="-122"/>
              <a:ea typeface="Microsoft YaHei" panose="020B0503020204020204" pitchFamily="34" charset="-122"/>
            </a:endParaRPr>
          </a:p>
          <a:p>
            <a:pPr marL="285750" indent="-285750">
              <a:lnSpc>
                <a:spcPct val="150000"/>
              </a:lnSpc>
              <a:buFont typeface="Arial" panose="020B0604020202020204" pitchFamily="34" charset="0"/>
              <a:buChar char="•"/>
            </a:pPr>
            <a:r>
              <a:rPr lang="zh-CN" altLang="zh-CN" dirty="0">
                <a:latin typeface="Microsoft YaHei" panose="020B0503020204020204" pitchFamily="34" charset="-122"/>
                <a:ea typeface="Microsoft YaHei" panose="020B0503020204020204" pitchFamily="34" charset="-122"/>
              </a:rPr>
              <a:t>处理到max_clients后退出，方便自动测试</a:t>
            </a:r>
            <a:endParaRPr lang="zh-CN" altLang="en-US"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227165117"/>
      </p:ext>
    </p:extLst>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B7CD23-B836-0A5F-1318-31775058445C}"/>
              </a:ext>
            </a:extLst>
          </p:cNvPr>
          <p:cNvSpPr>
            <a:spLocks noGrp="1"/>
          </p:cNvSpPr>
          <p:nvPr>
            <p:ph type="title"/>
          </p:nvPr>
        </p:nvSpPr>
        <p:spPr/>
        <p:txBody>
          <a:bodyPr/>
          <a:lstStyle/>
          <a:p>
            <a:r>
              <a:rPr lang="en-US" altLang="zh-CN" sz="2000" dirty="0">
                <a:latin typeface="微软雅黑" panose="020B0503020204020204" pitchFamily="34" charset="-122"/>
                <a:ea typeface="微软雅黑" panose="020B0503020204020204" pitchFamily="34" charset="-122"/>
              </a:rPr>
              <a:t>V0.7</a:t>
            </a:r>
            <a:r>
              <a:rPr lang="zh-CN" altLang="en-US" sz="2000" dirty="0">
                <a:latin typeface="微软雅黑" panose="020B0503020204020204" pitchFamily="34" charset="-122"/>
                <a:ea typeface="微软雅黑" panose="020B0503020204020204" pitchFamily="34" charset="-122"/>
              </a:rPr>
              <a:t>版 </a:t>
            </a:r>
            <a:r>
              <a:rPr lang="zh-CN" altLang="zh-CN" sz="2000" dirty="0">
                <a:latin typeface="微软雅黑" panose="020B0503020204020204" pitchFamily="34" charset="-122"/>
                <a:ea typeface="微软雅黑" panose="020B0503020204020204" pitchFamily="34" charset="-122"/>
              </a:rPr>
              <a:t>mini_webserver</a:t>
            </a:r>
            <a:endParaRPr kumimoji="1" lang="zh-CN" altLang="en-US" dirty="0"/>
          </a:p>
        </p:txBody>
      </p:sp>
      <p:sp>
        <p:nvSpPr>
          <p:cNvPr id="4" name="文本框 3">
            <a:extLst>
              <a:ext uri="{FF2B5EF4-FFF2-40B4-BE49-F238E27FC236}">
                <a16:creationId xmlns:a16="http://schemas.microsoft.com/office/drawing/2014/main" id="{FE887D66-5181-4DC7-6F01-2010A02D978E}"/>
              </a:ext>
            </a:extLst>
          </p:cNvPr>
          <p:cNvSpPr txBox="1"/>
          <p:nvPr/>
        </p:nvSpPr>
        <p:spPr>
          <a:xfrm>
            <a:off x="529031" y="843558"/>
            <a:ext cx="4572000" cy="1477328"/>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buNone/>
            </a:pPr>
            <a:r>
              <a:rPr lang="zh-CN" altLang="zh-CN" dirty="0">
                <a:latin typeface="Courier New" panose="02070309020205020404" pitchFamily="49" charset="0"/>
              </a:rPr>
              <a:t>for i in 1 2 3 4 5; do</a:t>
            </a:r>
          </a:p>
          <a:p>
            <a:pPr>
              <a:buNone/>
            </a:pPr>
            <a:r>
              <a:rPr lang="zh-CN" altLang="zh-CN" dirty="0">
                <a:latin typeface="Courier New" panose="02070309020205020404" pitchFamily="49" charset="0"/>
              </a:rPr>
              <a:t>  curl -s http://127.0.0.1:8080/hello &amp;</a:t>
            </a:r>
          </a:p>
          <a:p>
            <a:pPr>
              <a:buNone/>
            </a:pPr>
            <a:r>
              <a:rPr lang="zh-CN" altLang="zh-CN" dirty="0">
                <a:latin typeface="Courier New" panose="02070309020205020404" pitchFamily="49" charset="0"/>
              </a:rPr>
              <a:t>done</a:t>
            </a:r>
          </a:p>
          <a:p>
            <a:pPr>
              <a:buNone/>
            </a:pPr>
            <a:r>
              <a:rPr lang="zh-CN" altLang="zh-CN" dirty="0">
                <a:latin typeface="Courier New" panose="02070309020205020404" pitchFamily="49" charset="0"/>
              </a:rPr>
              <a:t>wait</a:t>
            </a:r>
          </a:p>
        </p:txBody>
      </p:sp>
      <p:sp>
        <p:nvSpPr>
          <p:cNvPr id="5" name="文本框 4">
            <a:extLst>
              <a:ext uri="{FF2B5EF4-FFF2-40B4-BE49-F238E27FC236}">
                <a16:creationId xmlns:a16="http://schemas.microsoft.com/office/drawing/2014/main" id="{AEECE727-2B05-F65E-3EB6-93F201F9A21F}"/>
              </a:ext>
            </a:extLst>
          </p:cNvPr>
          <p:cNvSpPr txBox="1"/>
          <p:nvPr/>
        </p:nvSpPr>
        <p:spPr>
          <a:xfrm>
            <a:off x="529031" y="2342849"/>
            <a:ext cx="4572000"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zh-CN" altLang="en-US" dirty="0">
                <a:latin typeface="Microsoft YaHei" panose="020B0503020204020204" pitchFamily="34" charset="-122"/>
                <a:ea typeface="Microsoft YaHei" panose="020B0503020204020204" pitchFamily="34" charset="-122"/>
              </a:rPr>
              <a:t>测试</a:t>
            </a:r>
            <a:r>
              <a:rPr lang="en-US" altLang="zh-CN" dirty="0">
                <a:latin typeface="Microsoft YaHei" panose="020B0503020204020204" pitchFamily="34" charset="-122"/>
                <a:ea typeface="Microsoft YaHei" panose="020B0503020204020204" pitchFamily="34" charset="-122"/>
              </a:rPr>
              <a:t>bash</a:t>
            </a:r>
            <a:r>
              <a:rPr lang="zh-CN" altLang="en-US" dirty="0">
                <a:latin typeface="Microsoft YaHei" panose="020B0503020204020204" pitchFamily="34" charset="-122"/>
                <a:ea typeface="Microsoft YaHei" panose="020B0503020204020204" pitchFamily="34" charset="-122"/>
              </a:rPr>
              <a:t>示意</a:t>
            </a:r>
            <a:endParaRPr kumimoji="1" lang="zh-CN" altLang="en-US"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416675808"/>
      </p:ext>
    </p:extLst>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MH" val="20161020164557"/>
  <p:tag name="MH_LIBRARY" val="CONTENTS"/>
  <p:tag name="MH_TYPE" val="ENTRY"/>
  <p:tag name="ID" val="553515"/>
  <p:tag name="MH_ORDER" val="1"/>
</p:tagLst>
</file>

<file path=ppt/theme/theme1.xml><?xml version="1.0" encoding="utf-8"?>
<a:theme xmlns:a="http://schemas.openxmlformats.org/drawingml/2006/main" name="自定义设计方案">
  <a:themeElements>
    <a:clrScheme name="蓝色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2095</TotalTime>
  <Pages>28</Pages>
  <Words>3089</Words>
  <Application>Microsoft Macintosh PowerPoint</Application>
  <PresentationFormat>全屏显示(16:9)</PresentationFormat>
  <Paragraphs>237</Paragraphs>
  <Slides>37</Slides>
  <Notes>5</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37</vt:i4>
      </vt:variant>
    </vt:vector>
  </HeadingPairs>
  <TitlesOfParts>
    <vt:vector size="48" baseType="lpstr">
      <vt:lpstr>等线</vt:lpstr>
      <vt:lpstr>等线 Light</vt:lpstr>
      <vt:lpstr>微软雅黑</vt:lpstr>
      <vt:lpstr>微软雅黑</vt:lpstr>
      <vt:lpstr>Arial</vt:lpstr>
      <vt:lpstr>Consolas</vt:lpstr>
      <vt:lpstr>Courier New</vt:lpstr>
      <vt:lpstr>Times New Roman</vt:lpstr>
      <vt:lpstr>Verdana</vt:lpstr>
      <vt:lpstr>Wingdings</vt:lpstr>
      <vt:lpstr>自定义设计方案</vt:lpstr>
      <vt:lpstr>W2D1&amp;W2D2：Linux下的网络编程基础</vt:lpstr>
      <vt:lpstr>多进程并发服务器基本架构</vt:lpstr>
      <vt:lpstr>多进程并发服务器执行状态</vt:lpstr>
      <vt:lpstr>主要内容</vt:lpstr>
      <vt:lpstr>概述</vt:lpstr>
      <vt:lpstr>二、TCP回射服务器/客户程序</vt:lpstr>
      <vt:lpstr>三、正常启动与终止</vt:lpstr>
      <vt:lpstr>三、正常启动与终止</vt:lpstr>
      <vt:lpstr>三、正常启动与终止</vt:lpstr>
      <vt:lpstr>四、Posix信号处理</vt:lpstr>
      <vt:lpstr>五、处理SIGCHLD信号</vt:lpstr>
      <vt:lpstr>五、处理SIGCHLD信号</vt:lpstr>
      <vt:lpstr>五、处理SIGCHLD信号</vt:lpstr>
      <vt:lpstr>五、处理SIGCHLD信号</vt:lpstr>
      <vt:lpstr>六、wait和waitpid函数</vt:lpstr>
      <vt:lpstr>六、wait和waitpid函数</vt:lpstr>
      <vt:lpstr>六、wait和waitpid函数</vt:lpstr>
      <vt:lpstr>七、程序运行异常处理</vt:lpstr>
      <vt:lpstr>七、程序运行异常处理</vt:lpstr>
      <vt:lpstr>七、程序运行异常处理</vt:lpstr>
      <vt:lpstr>七、程序运行异常处理</vt:lpstr>
      <vt:lpstr>八、数据格式</vt:lpstr>
      <vt:lpstr>小结</vt:lpstr>
      <vt:lpstr>小结</vt:lpstr>
      <vt:lpstr>小结</vt:lpstr>
      <vt:lpstr>小结</vt:lpstr>
      <vt:lpstr>训练1</vt:lpstr>
      <vt:lpstr>Webserver V0.7版 </vt:lpstr>
      <vt:lpstr>PowerPoint 演示文稿</vt:lpstr>
      <vt:lpstr>V0.7版 mini_webserver</vt:lpstr>
      <vt:lpstr>V0.7版 mini_webserver</vt:lpstr>
      <vt:lpstr>V0.7版 mini_webserver</vt:lpstr>
      <vt:lpstr>V0.7版 mini_webserver-功能检查</vt:lpstr>
      <vt:lpstr>V0.7版 mini_webserver</vt:lpstr>
      <vt:lpstr>V0.7版 mini_webserver</vt:lpstr>
      <vt:lpstr>V0.7版 mini_webserver-功能要求</vt:lpstr>
      <vt:lpstr>V0.7版 mini_webserver</vt:lpstr>
    </vt:vector>
  </TitlesOfParts>
  <Company>ӿƼ�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һ ϵͳ֪ʶ</dc:title>
  <dc:subject>Guide for Creating Powerpoint Presentations</dc:subject>
  <dc:creator>�</dc:creator>
  <cp:lastModifiedBy>256657@qq.com</cp:lastModifiedBy>
  <cp:revision>689</cp:revision>
  <cp:lastPrinted>2026-07-01T10:12:01Z</cp:lastPrinted>
  <dcterms:created xsi:type="dcterms:W3CDTF">2026-07-01T10:12:01Z</dcterms:created>
  <dcterms:modified xsi:type="dcterms:W3CDTF">2026-07-03T05:41:04Z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r8>1</vt:r8>
  </property>
  <property fmtid="{D5CDD505-2E9C-101B-9397-08002B2CF9AE}" pid="3" name="GraphicType">
    <vt:r8>1</vt:r8>
  </property>
  <property fmtid="{D5CDD505-2E9C-101B-9397-08002B2CF9AE}" pid="4" name="Compression">
    <vt:r8>100</vt:r8>
  </property>
  <property fmtid="{D5CDD505-2E9C-101B-9397-08002B2CF9AE}" pid="5" name="ScreenSize">
    <vt:r8>2</vt:r8>
  </property>
  <property fmtid="{D5CDD505-2E9C-101B-9397-08002B2CF9AE}" pid="6" name="ScreenUsage">
    <vt:r8>1</vt:r8>
  </property>
  <property fmtid="{D5CDD505-2E9C-101B-9397-08002B2CF9AE}" pid="7" name="MailAddress">
    <vt:lpwstr>kejohnst@cisco.com</vt:lpwstr>
  </property>
  <property fmtid="{D5CDD505-2E9C-101B-9397-08002B2CF9AE}" pid="8" name="HomePage">
    <vt:lpwstr>cisco.netacad.net</vt:lpwstr>
  </property>
  <property fmtid="{D5CDD505-2E9C-101B-9397-08002B2CF9AE}" pid="9" name="Other">
    <vt:lpwstr/>
  </property>
  <property fmtid="{D5CDD505-2E9C-101B-9397-08002B2CF9AE}" pid="10" name="DownloadOriginal">
    <vt:bool>false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r8>15132390</vt:r8>
  </property>
  <property fmtid="{D5CDD505-2E9C-101B-9397-08002B2CF9AE}" pid="14" name="TextColor">
    <vt:r8>0</vt:r8>
  </property>
  <property fmtid="{D5CDD505-2E9C-101B-9397-08002B2CF9AE}" pid="15" name="LinkColor">
    <vt:r8>16711782</vt:r8>
  </property>
  <property fmtid="{D5CDD505-2E9C-101B-9397-08002B2CF9AE}" pid="16" name="VisitedColor">
    <vt:r8>10040268</vt:r8>
  </property>
  <property fmtid="{D5CDD505-2E9C-101B-9397-08002B2CF9AE}" pid="17" name="TransparentButton">
    <vt:r8>0</vt:r8>
  </property>
  <property fmtid="{D5CDD505-2E9C-101B-9397-08002B2CF9AE}" pid="18" name="ButtonType">
    <vt:r8>2</vt:r8>
  </property>
  <property fmtid="{D5CDD505-2E9C-101B-9397-08002B2CF9AE}" pid="19" name="ShowNotes">
    <vt:bool>false</vt:bool>
  </property>
  <property fmtid="{D5CDD505-2E9C-101B-9397-08002B2CF9AE}" pid="20" name="NavBtnPos">
    <vt:r8>4</vt:r8>
  </property>
  <property fmtid="{D5CDD505-2E9C-101B-9397-08002B2CF9AE}" pid="21" name="OutputDir">
    <vt:lpwstr>C:\WINDOWS\Desktop</vt:lpwstr>
  </property>
  <property fmtid="{D5CDD505-2E9C-101B-9397-08002B2CF9AE}" pid="22" name="KSOProductBuildVer">
    <vt:lpwstr>2052-12.1.26016.26016</vt:lpwstr>
  </property>
  <property fmtid="{D5CDD505-2E9C-101B-9397-08002B2CF9AE}" pid="23" name="ICV">
    <vt:lpwstr>FB1BBDD740629E8AF1E7446ABCA19F2A_43</vt:lpwstr>
  </property>
</Properties>
</file>