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877" r:id="rId2"/>
  </p:sldMasterIdLst>
  <p:notesMasterIdLst>
    <p:notesMasterId r:id="rId22"/>
  </p:notesMasterIdLst>
  <p:sldIdLst>
    <p:sldId id="256" r:id="rId3"/>
    <p:sldId id="382" r:id="rId4"/>
    <p:sldId id="383" r:id="rId5"/>
    <p:sldId id="384" r:id="rId6"/>
    <p:sldId id="381" r:id="rId7"/>
    <p:sldId id="600" r:id="rId8"/>
    <p:sldId id="709" r:id="rId9"/>
    <p:sldId id="710" r:id="rId10"/>
    <p:sldId id="257" r:id="rId11"/>
    <p:sldId id="295" r:id="rId12"/>
    <p:sldId id="711" r:id="rId13"/>
    <p:sldId id="378" r:id="rId14"/>
    <p:sldId id="297" r:id="rId15"/>
    <p:sldId id="373" r:id="rId16"/>
    <p:sldId id="368" r:id="rId17"/>
    <p:sldId id="380" r:id="rId18"/>
    <p:sldId id="374" r:id="rId19"/>
    <p:sldId id="369" r:id="rId20"/>
    <p:sldId id="371" r:id="rId21"/>
  </p:sldIdLst>
  <p:sldSz cx="12192000" cy="6858000"/>
  <p:notesSz cx="6858000" cy="9144000"/>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C1C1C"/>
    <a:srgbClr val="0000CC"/>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55" autoAdjust="0"/>
    <p:restoredTop sz="83500" autoAdjust="0"/>
  </p:normalViewPr>
  <p:slideViewPr>
    <p:cSldViewPr>
      <p:cViewPr varScale="1">
        <p:scale>
          <a:sx n="71" d="100"/>
          <a:sy n="71" d="100"/>
        </p:scale>
        <p:origin x="500" y="4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1816AF98-68C3-4F19-8AD7-158CDBD13156}"/>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宋体" charset="-122"/>
              </a:defRPr>
            </a:lvl1pPr>
          </a:lstStyle>
          <a:p>
            <a:pPr>
              <a:defRPr/>
            </a:pPr>
            <a:endParaRPr lang="en-US" altLang="zh-CN"/>
          </a:p>
        </p:txBody>
      </p:sp>
      <p:sp>
        <p:nvSpPr>
          <p:cNvPr id="23555" name="Rectangle 3">
            <a:extLst>
              <a:ext uri="{FF2B5EF4-FFF2-40B4-BE49-F238E27FC236}">
                <a16:creationId xmlns:a16="http://schemas.microsoft.com/office/drawing/2014/main" id="{EED4A6FF-2D83-4D20-BE94-F38D48B88969}"/>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宋体" charset="-122"/>
              </a:defRPr>
            </a:lvl1pPr>
          </a:lstStyle>
          <a:p>
            <a:pPr>
              <a:defRPr/>
            </a:pPr>
            <a:endParaRPr lang="en-US" altLang="zh-CN"/>
          </a:p>
        </p:txBody>
      </p:sp>
      <p:sp>
        <p:nvSpPr>
          <p:cNvPr id="19460" name="Rectangle 4">
            <a:extLst>
              <a:ext uri="{FF2B5EF4-FFF2-40B4-BE49-F238E27FC236}">
                <a16:creationId xmlns:a16="http://schemas.microsoft.com/office/drawing/2014/main" id="{66EB5A15-2494-4C9A-93C1-B4FCE25DC467}"/>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7" name="Rectangle 5">
            <a:extLst>
              <a:ext uri="{FF2B5EF4-FFF2-40B4-BE49-F238E27FC236}">
                <a16:creationId xmlns:a16="http://schemas.microsoft.com/office/drawing/2014/main" id="{EE4A3587-FAF5-4EC0-BDEA-C42961BC2FB9}"/>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3558" name="Rectangle 6">
            <a:extLst>
              <a:ext uri="{FF2B5EF4-FFF2-40B4-BE49-F238E27FC236}">
                <a16:creationId xmlns:a16="http://schemas.microsoft.com/office/drawing/2014/main" id="{437674EB-2343-451D-96BB-036F31372890}"/>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宋体" charset="-122"/>
              </a:defRPr>
            </a:lvl1pPr>
          </a:lstStyle>
          <a:p>
            <a:pPr>
              <a:defRPr/>
            </a:pPr>
            <a:endParaRPr lang="en-US" altLang="zh-CN"/>
          </a:p>
        </p:txBody>
      </p:sp>
      <p:sp>
        <p:nvSpPr>
          <p:cNvPr id="23559" name="Rectangle 7">
            <a:extLst>
              <a:ext uri="{FF2B5EF4-FFF2-40B4-BE49-F238E27FC236}">
                <a16:creationId xmlns:a16="http://schemas.microsoft.com/office/drawing/2014/main" id="{95B9B0C3-81F8-4112-9C5C-596A47CD3983}"/>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pPr>
              <a:defRPr/>
            </a:pPr>
            <a:fld id="{1B6F1D1A-50D4-4F72-A4C8-05F78A0B3949}"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a:extLst>
              <a:ext uri="{FF2B5EF4-FFF2-40B4-BE49-F238E27FC236}">
                <a16:creationId xmlns:a16="http://schemas.microsoft.com/office/drawing/2014/main" id="{C413125A-0806-499E-AA94-D5A2E2854197}"/>
              </a:ext>
            </a:extLst>
          </p:cNvPr>
          <p:cNvSpPr>
            <a:spLocks noGrp="1" noRot="1" noChangeAspect="1" noChangeArrowheads="1" noTextEdit="1"/>
          </p:cNvSpPr>
          <p:nvPr>
            <p:ph type="sldImg"/>
          </p:nvPr>
        </p:nvSpPr>
        <p:spPr>
          <a:ln/>
        </p:spPr>
      </p:sp>
      <p:sp>
        <p:nvSpPr>
          <p:cNvPr id="23555" name="备注占位符 2">
            <a:extLst>
              <a:ext uri="{FF2B5EF4-FFF2-40B4-BE49-F238E27FC236}">
                <a16:creationId xmlns:a16="http://schemas.microsoft.com/office/drawing/2014/main" id="{B203F154-40AB-48C5-9ACA-284CC532B2A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anose="020B0604020202020204" pitchFamily="34" charset="0"/>
                <a:ea typeface="宋体" panose="02010600030101010101" pitchFamily="2" charset="-122"/>
              </a:rPr>
              <a:t>回到课堂上来，我们这门课是现代密码学，我们首先来介绍一下课程学习的内容</a:t>
            </a:r>
          </a:p>
        </p:txBody>
      </p:sp>
      <p:sp>
        <p:nvSpPr>
          <p:cNvPr id="23556" name="灯片编号占位符 3">
            <a:extLst>
              <a:ext uri="{FF2B5EF4-FFF2-40B4-BE49-F238E27FC236}">
                <a16:creationId xmlns:a16="http://schemas.microsoft.com/office/drawing/2014/main" id="{6DE4B458-4B6A-4504-BA84-F496E7E7D47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6476CC22-FD1D-4D3F-8590-27B23C7A35D4}" type="slidenum">
              <a:rPr lang="en-US" altLang="zh-CN" smtClean="0">
                <a:latin typeface="Arial" panose="020B0604020202020204" pitchFamily="34" charset="0"/>
              </a:rPr>
              <a:pPr/>
              <a:t>1</a:t>
            </a:fld>
            <a:endParaRPr lang="en-US" altLang="zh-CN">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a:extLst>
              <a:ext uri="{FF2B5EF4-FFF2-40B4-BE49-F238E27FC236}">
                <a16:creationId xmlns:a16="http://schemas.microsoft.com/office/drawing/2014/main" id="{9FA9E688-64A2-477B-A40F-F20F077413FB}"/>
              </a:ext>
            </a:extLst>
          </p:cNvPr>
          <p:cNvSpPr>
            <a:spLocks noGrp="1" noRot="1" noChangeAspect="1" noChangeArrowheads="1" noTextEdit="1"/>
          </p:cNvSpPr>
          <p:nvPr>
            <p:ph type="sldImg"/>
          </p:nvPr>
        </p:nvSpPr>
        <p:spPr>
          <a:ln/>
        </p:spPr>
      </p:sp>
      <p:sp>
        <p:nvSpPr>
          <p:cNvPr id="63491" name="备注占位符 2">
            <a:extLst>
              <a:ext uri="{FF2B5EF4-FFF2-40B4-BE49-F238E27FC236}">
                <a16:creationId xmlns:a16="http://schemas.microsoft.com/office/drawing/2014/main" id="{2E752094-7225-4401-89C3-D90480F5E4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a:solidFill>
                  <a:srgbClr val="C00000"/>
                </a:solidFill>
                <a:latin typeface="微软雅黑" panose="020B0503020204020204" pitchFamily="34" charset="-122"/>
                <a:ea typeface="微软雅黑" panose="020B0503020204020204" pitchFamily="34" charset="-122"/>
                <a:sym typeface="Helvetica" panose="020B0604020202020204" pitchFamily="34" charset="0"/>
              </a:rPr>
              <a:t>规范密码应用和管理，促进密码事业发展：</a:t>
            </a:r>
            <a:r>
              <a:rPr lang="zh-CN" altLang="en-US">
                <a:solidFill>
                  <a:srgbClr val="C00000"/>
                </a:solidFill>
                <a:latin typeface="微软雅黑" panose="020B0503020204020204" pitchFamily="34" charset="-122"/>
                <a:ea typeface="微软雅黑" panose="020B0503020204020204" pitchFamily="34" charset="-122"/>
                <a:sym typeface="Helvetica" panose="020B0604020202020204" pitchFamily="34" charset="0"/>
              </a:rPr>
              <a:t>制定密码法，就是要将国家对关键信息基础设施商用密码的应用要求及时上升为法律规范，并对现行商用密码管理制度作出调整，切实为企业松绑减负，促进密码科技进步和创新，促进密码产业健康发展。为保障网络与信息安全，维护国家安全和社会公共利益，保护公民、法人和其他组织的合法权益提供支撑。</a:t>
            </a:r>
          </a:p>
          <a:p>
            <a:endParaRPr lang="zh-CN" altLang="en-US">
              <a:latin typeface="Arial" panose="020B0604020202020204" pitchFamily="34" charset="0"/>
              <a:ea typeface="宋体" panose="02010600030101010101" pitchFamily="2" charset="-122"/>
            </a:endParaRPr>
          </a:p>
        </p:txBody>
      </p:sp>
      <p:sp>
        <p:nvSpPr>
          <p:cNvPr id="63492" name="灯片编号占位符 3">
            <a:extLst>
              <a:ext uri="{FF2B5EF4-FFF2-40B4-BE49-F238E27FC236}">
                <a16:creationId xmlns:a16="http://schemas.microsoft.com/office/drawing/2014/main" id="{24031AD7-7812-4714-A25C-E9F1808218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EA6F653-EEAF-4AB1-A18E-848505E9771A}" type="slidenum">
              <a:rPr lang="en-US" altLang="zh-CN" smtClean="0">
                <a:latin typeface="Arial" panose="020B0604020202020204" pitchFamily="34" charset="0"/>
              </a:rPr>
              <a:pPr/>
              <a:t>6</a:t>
            </a:fld>
            <a:endParaRPr lang="en-US" altLang="zh-CN">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a:extLst>
              <a:ext uri="{FF2B5EF4-FFF2-40B4-BE49-F238E27FC236}">
                <a16:creationId xmlns:a16="http://schemas.microsoft.com/office/drawing/2014/main" id="{B4056E81-CC61-4B73-8799-328F9E761CBB}"/>
              </a:ext>
            </a:extLst>
          </p:cNvPr>
          <p:cNvSpPr>
            <a:spLocks noGrp="1" noRot="1" noChangeAspect="1" noChangeArrowheads="1" noTextEdit="1"/>
          </p:cNvSpPr>
          <p:nvPr>
            <p:ph type="sldImg"/>
          </p:nvPr>
        </p:nvSpPr>
        <p:spPr>
          <a:ln/>
        </p:spPr>
      </p:sp>
      <p:sp>
        <p:nvSpPr>
          <p:cNvPr id="36867" name="备注占位符 2">
            <a:extLst>
              <a:ext uri="{FF2B5EF4-FFF2-40B4-BE49-F238E27FC236}">
                <a16:creationId xmlns:a16="http://schemas.microsoft.com/office/drawing/2014/main" id="{443DD5F0-6C34-4E91-AB6D-FD2E68D5D21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a typeface="宋体" panose="02010600030101010101" pitchFamily="2" charset="-122"/>
            </a:endParaRPr>
          </a:p>
        </p:txBody>
      </p:sp>
      <p:sp>
        <p:nvSpPr>
          <p:cNvPr id="36868" name="灯片编号占位符 3">
            <a:extLst>
              <a:ext uri="{FF2B5EF4-FFF2-40B4-BE49-F238E27FC236}">
                <a16:creationId xmlns:a16="http://schemas.microsoft.com/office/drawing/2014/main" id="{7834E0E5-E670-4628-8679-C113D70EB95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4683332E-0BBD-4924-89B2-33818BCDE160}" type="slidenum">
              <a:rPr lang="en-US" altLang="zh-CN" smtClean="0">
                <a:latin typeface="Arial" panose="020B0604020202020204" pitchFamily="34" charset="0"/>
              </a:rPr>
              <a:pPr/>
              <a:t>19</a:t>
            </a:fld>
            <a:endParaRPr lang="en-US" altLang="zh-C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7">
            <a:extLst>
              <a:ext uri="{FF2B5EF4-FFF2-40B4-BE49-F238E27FC236}">
                <a16:creationId xmlns:a16="http://schemas.microsoft.com/office/drawing/2014/main" id="{00B37298-1367-495D-9871-E5DF6A1427AC}"/>
              </a:ext>
            </a:extLst>
          </p:cNvPr>
          <p:cNvGrpSpPr>
            <a:grpSpLocks/>
          </p:cNvGrpSpPr>
          <p:nvPr/>
        </p:nvGrpSpPr>
        <p:grpSpPr bwMode="auto">
          <a:xfrm>
            <a:off x="304800" y="2889250"/>
            <a:ext cx="11480800" cy="201613"/>
            <a:chOff x="144" y="1680"/>
            <a:chExt cx="5424" cy="144"/>
          </a:xfrm>
        </p:grpSpPr>
        <p:sp>
          <p:nvSpPr>
            <p:cNvPr id="5" name="Rectangle 8">
              <a:extLst>
                <a:ext uri="{FF2B5EF4-FFF2-40B4-BE49-F238E27FC236}">
                  <a16:creationId xmlns:a16="http://schemas.microsoft.com/office/drawing/2014/main" id="{5A91CFAC-A2DD-4917-926F-C3C37688DDB7}"/>
                </a:ext>
              </a:extLst>
            </p:cNvPr>
            <p:cNvSpPr>
              <a:spLocks noChangeArrowheads="1"/>
            </p:cNvSpPr>
            <p:nvPr userDrawn="1"/>
          </p:nvSpPr>
          <p:spPr bwMode="auto">
            <a:xfrm>
              <a:off x="144" y="1680"/>
              <a:ext cx="1808" cy="14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defRPr/>
              </a:pPr>
              <a:endParaRPr lang="zh-CN" altLang="en-US"/>
            </a:p>
          </p:txBody>
        </p:sp>
        <p:sp>
          <p:nvSpPr>
            <p:cNvPr id="6" name="Rectangle 9">
              <a:extLst>
                <a:ext uri="{FF2B5EF4-FFF2-40B4-BE49-F238E27FC236}">
                  <a16:creationId xmlns:a16="http://schemas.microsoft.com/office/drawing/2014/main" id="{2206E2F6-D982-4172-A5EC-0786731E16B4}"/>
                </a:ext>
              </a:extLst>
            </p:cNvPr>
            <p:cNvSpPr>
              <a:spLocks noChangeArrowheads="1"/>
            </p:cNvSpPr>
            <p:nvPr userDrawn="1"/>
          </p:nvSpPr>
          <p:spPr bwMode="auto">
            <a:xfrm>
              <a:off x="1952" y="1680"/>
              <a:ext cx="1808" cy="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defRPr/>
              </a:pPr>
              <a:endParaRPr lang="zh-CN" altLang="en-US"/>
            </a:p>
          </p:txBody>
        </p:sp>
        <p:sp>
          <p:nvSpPr>
            <p:cNvPr id="7" name="Rectangle 10">
              <a:extLst>
                <a:ext uri="{FF2B5EF4-FFF2-40B4-BE49-F238E27FC236}">
                  <a16:creationId xmlns:a16="http://schemas.microsoft.com/office/drawing/2014/main" id="{FE6E9855-6177-4377-8C9C-000E9DF8DD82}"/>
                </a:ext>
              </a:extLst>
            </p:cNvPr>
            <p:cNvSpPr>
              <a:spLocks noChangeArrowheads="1"/>
            </p:cNvSpPr>
            <p:nvPr userDrawn="1"/>
          </p:nvSpPr>
          <p:spPr bwMode="auto">
            <a:xfrm>
              <a:off x="3760" y="1680"/>
              <a:ext cx="1808" cy="144"/>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defRPr/>
              </a:pPr>
              <a:endParaRPr lang="zh-CN" altLang="en-US"/>
            </a:p>
          </p:txBody>
        </p:sp>
      </p:grpSp>
      <p:sp>
        <p:nvSpPr>
          <p:cNvPr id="8194" name="Rectangle 2"/>
          <p:cNvSpPr>
            <a:spLocks noGrp="1" noChangeArrowheads="1"/>
          </p:cNvSpPr>
          <p:nvPr>
            <p:ph type="ctrTitle"/>
          </p:nvPr>
        </p:nvSpPr>
        <p:spPr>
          <a:xfrm>
            <a:off x="914400" y="685800"/>
            <a:ext cx="10363200" cy="2127250"/>
          </a:xfrm>
        </p:spPr>
        <p:txBody>
          <a:bodyPr/>
          <a:lstStyle>
            <a:lvl1pPr algn="ctr">
              <a:defRPr sz="5800"/>
            </a:lvl1pPr>
          </a:lstStyle>
          <a:p>
            <a:r>
              <a:rPr lang="zh-CN" altLang="en-US"/>
              <a:t>单击此处编辑母版标题样式</a:t>
            </a:r>
          </a:p>
        </p:txBody>
      </p:sp>
      <p:sp>
        <p:nvSpPr>
          <p:cNvPr id="8195" name="Rectangle 3"/>
          <p:cNvSpPr>
            <a:spLocks noGrp="1" noChangeArrowheads="1"/>
          </p:cNvSpPr>
          <p:nvPr>
            <p:ph type="subTitle" idx="1"/>
          </p:nvPr>
        </p:nvSpPr>
        <p:spPr>
          <a:xfrm>
            <a:off x="1828800" y="3270250"/>
            <a:ext cx="8534400" cy="2209800"/>
          </a:xfrm>
        </p:spPr>
        <p:txBody>
          <a:bodyPr/>
          <a:lstStyle>
            <a:lvl1pPr marL="0" indent="0" algn="ctr">
              <a:buFont typeface="Wingdings" pitchFamily="2" charset="2"/>
              <a:buNone/>
              <a:defRPr sz="3000"/>
            </a:lvl1pPr>
          </a:lstStyle>
          <a:p>
            <a:r>
              <a:rPr lang="zh-CN" altLang="en-US"/>
              <a:t>单击此处编辑母版副标题样式</a:t>
            </a:r>
          </a:p>
        </p:txBody>
      </p:sp>
      <p:sp>
        <p:nvSpPr>
          <p:cNvPr id="8" name="Rectangle 4">
            <a:extLst>
              <a:ext uri="{FF2B5EF4-FFF2-40B4-BE49-F238E27FC236}">
                <a16:creationId xmlns:a16="http://schemas.microsoft.com/office/drawing/2014/main" id="{71278A56-CBF2-4D4B-8C29-F5230D3330D4}"/>
              </a:ext>
            </a:extLst>
          </p:cNvPr>
          <p:cNvSpPr>
            <a:spLocks noGrp="1" noChangeArrowheads="1"/>
          </p:cNvSpPr>
          <p:nvPr>
            <p:ph type="dt" sz="half" idx="10"/>
          </p:nvPr>
        </p:nvSpPr>
        <p:spPr/>
        <p:txBody>
          <a:bodyPr/>
          <a:lstStyle>
            <a:lvl1pPr>
              <a:defRPr/>
            </a:lvl1pPr>
          </a:lstStyle>
          <a:p>
            <a:pPr>
              <a:defRPr/>
            </a:pPr>
            <a:endParaRPr lang="en-US" altLang="zh-CN"/>
          </a:p>
        </p:txBody>
      </p:sp>
      <p:sp>
        <p:nvSpPr>
          <p:cNvPr id="9" name="Rectangle 5">
            <a:extLst>
              <a:ext uri="{FF2B5EF4-FFF2-40B4-BE49-F238E27FC236}">
                <a16:creationId xmlns:a16="http://schemas.microsoft.com/office/drawing/2014/main" id="{8D30F20D-FEBB-48C0-858A-A3B7BD2886DE}"/>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10" name="Rectangle 6">
            <a:extLst>
              <a:ext uri="{FF2B5EF4-FFF2-40B4-BE49-F238E27FC236}">
                <a16:creationId xmlns:a16="http://schemas.microsoft.com/office/drawing/2014/main" id="{EF20E404-AEF0-4EF6-8550-9923A87F9D89}"/>
              </a:ext>
            </a:extLst>
          </p:cNvPr>
          <p:cNvSpPr>
            <a:spLocks noGrp="1" noChangeArrowheads="1"/>
          </p:cNvSpPr>
          <p:nvPr>
            <p:ph type="sldNum" sz="quarter" idx="12"/>
          </p:nvPr>
        </p:nvSpPr>
        <p:spPr/>
        <p:txBody>
          <a:bodyPr/>
          <a:lstStyle>
            <a:lvl1pPr>
              <a:defRPr/>
            </a:lvl1pPr>
          </a:lstStyle>
          <a:p>
            <a:pPr>
              <a:defRPr/>
            </a:pPr>
            <a:fld id="{535F96C6-3254-4601-B84C-74FF3121DEC1}" type="slidenum">
              <a:rPr lang="en-US" altLang="zh-CN"/>
              <a:pPr>
                <a:defRPr/>
              </a:pPr>
              <a:t>‹#›</a:t>
            </a:fld>
            <a:endParaRPr lang="en-US" altLang="zh-CN"/>
          </a:p>
        </p:txBody>
      </p:sp>
    </p:spTree>
    <p:extLst>
      <p:ext uri="{BB962C8B-B14F-4D97-AF65-F5344CB8AC3E}">
        <p14:creationId xmlns:p14="http://schemas.microsoft.com/office/powerpoint/2010/main" val="3078270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28888F4A-FF32-4276-B8F3-85A4B7445A1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CD2C21F1-4DCB-4BFB-86E9-FEA509F8186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9D2360B-C3D5-44E5-B43A-AD066B4F7ECF}"/>
              </a:ext>
            </a:extLst>
          </p:cNvPr>
          <p:cNvSpPr>
            <a:spLocks noGrp="1" noChangeArrowheads="1"/>
          </p:cNvSpPr>
          <p:nvPr>
            <p:ph type="sldNum" sz="quarter" idx="12"/>
          </p:nvPr>
        </p:nvSpPr>
        <p:spPr>
          <a:ln/>
        </p:spPr>
        <p:txBody>
          <a:bodyPr/>
          <a:lstStyle>
            <a:lvl1pPr>
              <a:defRPr/>
            </a:lvl1pPr>
          </a:lstStyle>
          <a:p>
            <a:pPr>
              <a:defRPr/>
            </a:pPr>
            <a:fld id="{1541CD6F-6114-4258-9F32-C0005BC8AA86}" type="slidenum">
              <a:rPr lang="en-US" altLang="zh-CN"/>
              <a:pPr>
                <a:defRPr/>
              </a:pPr>
              <a:t>‹#›</a:t>
            </a:fld>
            <a:endParaRPr lang="en-US" altLang="zh-CN"/>
          </a:p>
        </p:txBody>
      </p:sp>
    </p:spTree>
    <p:extLst>
      <p:ext uri="{BB962C8B-B14F-4D97-AF65-F5344CB8AC3E}">
        <p14:creationId xmlns:p14="http://schemas.microsoft.com/office/powerpoint/2010/main" val="153872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CCBAA791-4089-438B-996A-8B10981E65C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A5AD2422-B334-4935-89A6-C3132063B71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FA977788-2F50-4705-9779-7146E2D6CDE1}"/>
              </a:ext>
            </a:extLst>
          </p:cNvPr>
          <p:cNvSpPr>
            <a:spLocks noGrp="1" noChangeArrowheads="1"/>
          </p:cNvSpPr>
          <p:nvPr>
            <p:ph type="sldNum" sz="quarter" idx="12"/>
          </p:nvPr>
        </p:nvSpPr>
        <p:spPr>
          <a:ln/>
        </p:spPr>
        <p:txBody>
          <a:bodyPr/>
          <a:lstStyle>
            <a:lvl1pPr>
              <a:defRPr/>
            </a:lvl1pPr>
          </a:lstStyle>
          <a:p>
            <a:pPr>
              <a:defRPr/>
            </a:pPr>
            <a:fld id="{ACDC4237-2420-4753-8DF4-8406F89DFE23}" type="slidenum">
              <a:rPr lang="en-US" altLang="zh-CN"/>
              <a:pPr>
                <a:defRPr/>
              </a:pPr>
              <a:t>‹#›</a:t>
            </a:fld>
            <a:endParaRPr lang="en-US" altLang="zh-CN"/>
          </a:p>
        </p:txBody>
      </p:sp>
    </p:spTree>
    <p:extLst>
      <p:ext uri="{BB962C8B-B14F-4D97-AF65-F5344CB8AC3E}">
        <p14:creationId xmlns:p14="http://schemas.microsoft.com/office/powerpoint/2010/main" val="1987266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8FEF2B77-96F8-4841-A9CC-3AA1E52FA59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81BBF766-CDD5-4B3D-B20C-DB092A9DD5A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7A147281-FDFF-4360-B95A-85CE4305798A}"/>
              </a:ext>
            </a:extLst>
          </p:cNvPr>
          <p:cNvSpPr>
            <a:spLocks noGrp="1" noChangeArrowheads="1"/>
          </p:cNvSpPr>
          <p:nvPr>
            <p:ph type="sldNum" sz="quarter" idx="12"/>
          </p:nvPr>
        </p:nvSpPr>
        <p:spPr>
          <a:ln/>
        </p:spPr>
        <p:txBody>
          <a:bodyPr/>
          <a:lstStyle>
            <a:lvl1pPr>
              <a:defRPr/>
            </a:lvl1pPr>
          </a:lstStyle>
          <a:p>
            <a:pPr>
              <a:defRPr/>
            </a:pPr>
            <a:fld id="{22C89669-89C0-49DD-9557-25D1A064C06C}" type="slidenum">
              <a:rPr lang="en-US" altLang="zh-CN"/>
              <a:pPr>
                <a:defRPr/>
              </a:pPr>
              <a:t>‹#›</a:t>
            </a:fld>
            <a:endParaRPr lang="en-US" altLang="zh-CN"/>
          </a:p>
        </p:txBody>
      </p:sp>
    </p:spTree>
    <p:extLst>
      <p:ext uri="{BB962C8B-B14F-4D97-AF65-F5344CB8AC3E}">
        <p14:creationId xmlns:p14="http://schemas.microsoft.com/office/powerpoint/2010/main" val="83036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B36E5C1E-DE97-4BDE-A783-CE9DF5C75DC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552601B0-A518-4F04-9D17-B374150AF99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0E2BE79D-EEC3-4368-A4A9-E1D4AEE4BA1A}"/>
              </a:ext>
            </a:extLst>
          </p:cNvPr>
          <p:cNvSpPr>
            <a:spLocks noGrp="1" noChangeArrowheads="1"/>
          </p:cNvSpPr>
          <p:nvPr>
            <p:ph type="sldNum" sz="quarter" idx="12"/>
          </p:nvPr>
        </p:nvSpPr>
        <p:spPr>
          <a:ln/>
        </p:spPr>
        <p:txBody>
          <a:bodyPr/>
          <a:lstStyle>
            <a:lvl1pPr>
              <a:defRPr/>
            </a:lvl1pPr>
          </a:lstStyle>
          <a:p>
            <a:pPr>
              <a:defRPr/>
            </a:pPr>
            <a:fld id="{01F3F258-FF32-46ED-B357-515AFA1FE0F8}" type="slidenum">
              <a:rPr lang="en-US" altLang="zh-CN"/>
              <a:pPr>
                <a:defRPr/>
              </a:pPr>
              <a:t>‹#›</a:t>
            </a:fld>
            <a:endParaRPr lang="en-US" altLang="zh-CN"/>
          </a:p>
        </p:txBody>
      </p:sp>
    </p:spTree>
    <p:extLst>
      <p:ext uri="{BB962C8B-B14F-4D97-AF65-F5344CB8AC3E}">
        <p14:creationId xmlns:p14="http://schemas.microsoft.com/office/powerpoint/2010/main" val="217054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6EFD197C-2640-49E7-B441-1D43249F12D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379588F8-549D-4996-958E-13EC557FE4C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872BF3D8-067F-4B07-8E8D-81EE12DCE4C5}"/>
              </a:ext>
            </a:extLst>
          </p:cNvPr>
          <p:cNvSpPr>
            <a:spLocks noGrp="1" noChangeArrowheads="1"/>
          </p:cNvSpPr>
          <p:nvPr>
            <p:ph type="sldNum" sz="quarter" idx="12"/>
          </p:nvPr>
        </p:nvSpPr>
        <p:spPr>
          <a:ln/>
        </p:spPr>
        <p:txBody>
          <a:bodyPr/>
          <a:lstStyle>
            <a:lvl1pPr>
              <a:defRPr/>
            </a:lvl1pPr>
          </a:lstStyle>
          <a:p>
            <a:pPr>
              <a:defRPr/>
            </a:pPr>
            <a:fld id="{C431ABBF-2D26-49C6-8064-8174A3664955}" type="slidenum">
              <a:rPr lang="en-US" altLang="zh-CN"/>
              <a:pPr>
                <a:defRPr/>
              </a:pPr>
              <a:t>‹#›</a:t>
            </a:fld>
            <a:endParaRPr lang="en-US" altLang="zh-CN"/>
          </a:p>
        </p:txBody>
      </p:sp>
    </p:spTree>
    <p:extLst>
      <p:ext uri="{BB962C8B-B14F-4D97-AF65-F5344CB8AC3E}">
        <p14:creationId xmlns:p14="http://schemas.microsoft.com/office/powerpoint/2010/main" val="1337248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14E541B-FB6C-4FAB-9680-74C746C6415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CCC72486-22DA-42BC-BD49-97DFFF81671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BE977208-6615-4A88-BB48-3DAE9EDA3860}"/>
              </a:ext>
            </a:extLst>
          </p:cNvPr>
          <p:cNvSpPr>
            <a:spLocks noGrp="1" noChangeArrowheads="1"/>
          </p:cNvSpPr>
          <p:nvPr>
            <p:ph type="sldNum" sz="quarter" idx="12"/>
          </p:nvPr>
        </p:nvSpPr>
        <p:spPr>
          <a:ln/>
        </p:spPr>
        <p:txBody>
          <a:bodyPr/>
          <a:lstStyle>
            <a:lvl1pPr>
              <a:defRPr/>
            </a:lvl1pPr>
          </a:lstStyle>
          <a:p>
            <a:pPr>
              <a:defRPr/>
            </a:pPr>
            <a:fld id="{A65E507C-A7D0-4D45-ADF9-D7B064F78DEC}" type="slidenum">
              <a:rPr lang="en-US" altLang="zh-CN"/>
              <a:pPr>
                <a:defRPr/>
              </a:pPr>
              <a:t>‹#›</a:t>
            </a:fld>
            <a:endParaRPr lang="en-US" altLang="zh-CN"/>
          </a:p>
        </p:txBody>
      </p:sp>
    </p:spTree>
    <p:extLst>
      <p:ext uri="{BB962C8B-B14F-4D97-AF65-F5344CB8AC3E}">
        <p14:creationId xmlns:p14="http://schemas.microsoft.com/office/powerpoint/2010/main" val="1126400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7079D1A4-35BA-4B4E-93E4-E7751EDFCF0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D5800CE4-8CBB-45E3-9C63-1E6DADFD6EA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EC85C33F-816C-4B3F-9E6F-B9A02DBDC0AD}"/>
              </a:ext>
            </a:extLst>
          </p:cNvPr>
          <p:cNvSpPr>
            <a:spLocks noGrp="1" noChangeArrowheads="1"/>
          </p:cNvSpPr>
          <p:nvPr>
            <p:ph type="sldNum" sz="quarter" idx="12"/>
          </p:nvPr>
        </p:nvSpPr>
        <p:spPr>
          <a:ln/>
        </p:spPr>
        <p:txBody>
          <a:bodyPr/>
          <a:lstStyle>
            <a:lvl1pPr>
              <a:defRPr/>
            </a:lvl1pPr>
          </a:lstStyle>
          <a:p>
            <a:pPr>
              <a:defRPr/>
            </a:pPr>
            <a:fld id="{2CFF2E07-BFEE-40E4-957B-246AFA8FD3A4}" type="slidenum">
              <a:rPr lang="en-US" altLang="zh-CN"/>
              <a:pPr>
                <a:defRPr/>
              </a:pPr>
              <a:t>‹#›</a:t>
            </a:fld>
            <a:endParaRPr lang="en-US" altLang="zh-CN"/>
          </a:p>
        </p:txBody>
      </p:sp>
    </p:spTree>
    <p:extLst>
      <p:ext uri="{BB962C8B-B14F-4D97-AF65-F5344CB8AC3E}">
        <p14:creationId xmlns:p14="http://schemas.microsoft.com/office/powerpoint/2010/main" val="679056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B4717EF0-8149-43C9-9CD7-68F47470695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91C56EA8-B173-41AF-BE50-D1E6DB897AF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D3784535-10CE-41E6-94EB-DB3C329E29AC}"/>
              </a:ext>
            </a:extLst>
          </p:cNvPr>
          <p:cNvSpPr>
            <a:spLocks noGrp="1" noChangeArrowheads="1"/>
          </p:cNvSpPr>
          <p:nvPr>
            <p:ph type="sldNum" sz="quarter" idx="12"/>
          </p:nvPr>
        </p:nvSpPr>
        <p:spPr>
          <a:ln/>
        </p:spPr>
        <p:txBody>
          <a:bodyPr/>
          <a:lstStyle>
            <a:lvl1pPr>
              <a:defRPr/>
            </a:lvl1pPr>
          </a:lstStyle>
          <a:p>
            <a:pPr>
              <a:defRPr/>
            </a:pPr>
            <a:fld id="{573AAAF2-60C1-4921-BF46-0B220EDA01A0}" type="slidenum">
              <a:rPr lang="en-US" altLang="zh-CN"/>
              <a:pPr>
                <a:defRPr/>
              </a:pPr>
              <a:t>‹#›</a:t>
            </a:fld>
            <a:endParaRPr lang="en-US" altLang="zh-CN"/>
          </a:p>
        </p:txBody>
      </p:sp>
    </p:spTree>
    <p:extLst>
      <p:ext uri="{BB962C8B-B14F-4D97-AF65-F5344CB8AC3E}">
        <p14:creationId xmlns:p14="http://schemas.microsoft.com/office/powerpoint/2010/main" val="322966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D05C275-EE5B-4BB0-A677-4417C8DF531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FC91B821-DF89-4C30-9F6D-F843D9106EB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23FF112E-34C5-4147-A2F7-9E29F828CF1E}"/>
              </a:ext>
            </a:extLst>
          </p:cNvPr>
          <p:cNvSpPr>
            <a:spLocks noGrp="1" noChangeArrowheads="1"/>
          </p:cNvSpPr>
          <p:nvPr>
            <p:ph type="sldNum" sz="quarter" idx="12"/>
          </p:nvPr>
        </p:nvSpPr>
        <p:spPr>
          <a:ln/>
        </p:spPr>
        <p:txBody>
          <a:bodyPr/>
          <a:lstStyle>
            <a:lvl1pPr>
              <a:defRPr/>
            </a:lvl1pPr>
          </a:lstStyle>
          <a:p>
            <a:pPr>
              <a:defRPr/>
            </a:pPr>
            <a:fld id="{69552721-F7E0-42B3-A70A-77604A987410}" type="slidenum">
              <a:rPr lang="en-US" altLang="zh-CN"/>
              <a:pPr>
                <a:defRPr/>
              </a:pPr>
              <a:t>‹#›</a:t>
            </a:fld>
            <a:endParaRPr lang="en-US" altLang="zh-CN"/>
          </a:p>
        </p:txBody>
      </p:sp>
    </p:spTree>
    <p:extLst>
      <p:ext uri="{BB962C8B-B14F-4D97-AF65-F5344CB8AC3E}">
        <p14:creationId xmlns:p14="http://schemas.microsoft.com/office/powerpoint/2010/main" val="4237745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7813"/>
            <a:ext cx="27432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7813"/>
            <a:ext cx="802640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EDF2F0FB-E8A4-4538-A87D-76CB2E609BA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0B41A4BF-EFB3-49B8-B1BA-FB17FEC7278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296AAF44-A5B6-4196-A576-E34E70E6FB9D}"/>
              </a:ext>
            </a:extLst>
          </p:cNvPr>
          <p:cNvSpPr>
            <a:spLocks noGrp="1" noChangeArrowheads="1"/>
          </p:cNvSpPr>
          <p:nvPr>
            <p:ph type="sldNum" sz="quarter" idx="12"/>
          </p:nvPr>
        </p:nvSpPr>
        <p:spPr>
          <a:ln/>
        </p:spPr>
        <p:txBody>
          <a:bodyPr/>
          <a:lstStyle>
            <a:lvl1pPr>
              <a:defRPr/>
            </a:lvl1pPr>
          </a:lstStyle>
          <a:p>
            <a:pPr>
              <a:defRPr/>
            </a:pPr>
            <a:fld id="{49425471-1436-4A8A-B701-C1FF23A3B983}" type="slidenum">
              <a:rPr lang="en-US" altLang="zh-CN"/>
              <a:pPr>
                <a:defRPr/>
              </a:pPr>
              <a:t>‹#›</a:t>
            </a:fld>
            <a:endParaRPr lang="en-US" altLang="zh-CN"/>
          </a:p>
        </p:txBody>
      </p:sp>
    </p:spTree>
    <p:extLst>
      <p:ext uri="{BB962C8B-B14F-4D97-AF65-F5344CB8AC3E}">
        <p14:creationId xmlns:p14="http://schemas.microsoft.com/office/powerpoint/2010/main" val="23777276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4"/>
            <a:ext cx="109728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707E55F1-EF58-423E-B54F-52660A5D678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029F9617-FA3F-4F4A-A3C5-1C1542B967D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057E62E0-3B9C-4AD8-AED3-BB3DB8447762}"/>
              </a:ext>
            </a:extLst>
          </p:cNvPr>
          <p:cNvSpPr>
            <a:spLocks noGrp="1" noChangeArrowheads="1"/>
          </p:cNvSpPr>
          <p:nvPr>
            <p:ph type="sldNum" sz="quarter" idx="12"/>
          </p:nvPr>
        </p:nvSpPr>
        <p:spPr>
          <a:ln/>
        </p:spPr>
        <p:txBody>
          <a:bodyPr/>
          <a:lstStyle>
            <a:lvl1pPr>
              <a:defRPr/>
            </a:lvl1pPr>
          </a:lstStyle>
          <a:p>
            <a:pPr>
              <a:defRPr/>
            </a:pPr>
            <a:fld id="{64424ADB-E5F5-4CDF-A0EC-98B0A721BC4C}" type="slidenum">
              <a:rPr lang="en-US" altLang="zh-CN"/>
              <a:pPr>
                <a:defRPr/>
              </a:pPr>
              <a:t>‹#›</a:t>
            </a:fld>
            <a:endParaRPr lang="en-US" altLang="zh-CN"/>
          </a:p>
        </p:txBody>
      </p:sp>
    </p:spTree>
    <p:extLst>
      <p:ext uri="{BB962C8B-B14F-4D97-AF65-F5344CB8AC3E}">
        <p14:creationId xmlns:p14="http://schemas.microsoft.com/office/powerpoint/2010/main" val="13984952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4"/>
            <a:ext cx="109728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600201"/>
            <a:ext cx="5384800" cy="21891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3941763"/>
            <a:ext cx="5384800" cy="2189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90CE14EE-C7ED-4F32-9779-7889671FE3A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a:extLst>
              <a:ext uri="{FF2B5EF4-FFF2-40B4-BE49-F238E27FC236}">
                <a16:creationId xmlns:a16="http://schemas.microsoft.com/office/drawing/2014/main" id="{681EDAAC-039D-4716-A2C6-91FD8D07C80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7ECCA2CA-C840-4623-AC0A-E0332046C31E}"/>
              </a:ext>
            </a:extLst>
          </p:cNvPr>
          <p:cNvSpPr>
            <a:spLocks noGrp="1" noChangeArrowheads="1"/>
          </p:cNvSpPr>
          <p:nvPr>
            <p:ph type="sldNum" sz="quarter" idx="12"/>
          </p:nvPr>
        </p:nvSpPr>
        <p:spPr>
          <a:ln/>
        </p:spPr>
        <p:txBody>
          <a:bodyPr/>
          <a:lstStyle>
            <a:lvl1pPr>
              <a:defRPr/>
            </a:lvl1pPr>
          </a:lstStyle>
          <a:p>
            <a:pPr>
              <a:defRPr/>
            </a:pPr>
            <a:fld id="{AB2C0FC1-43E2-405F-AE57-34E4773F0324}" type="slidenum">
              <a:rPr lang="en-US" altLang="zh-CN"/>
              <a:pPr>
                <a:defRPr/>
              </a:pPr>
              <a:t>‹#›</a:t>
            </a:fld>
            <a:endParaRPr lang="en-US" altLang="zh-CN"/>
          </a:p>
        </p:txBody>
      </p:sp>
    </p:spTree>
    <p:extLst>
      <p:ext uri="{BB962C8B-B14F-4D97-AF65-F5344CB8AC3E}">
        <p14:creationId xmlns:p14="http://schemas.microsoft.com/office/powerpoint/2010/main" val="4061933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5_空白">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A338C0C3-7153-45F8-98E4-94A575390E54}"/>
              </a:ext>
            </a:extLst>
          </p:cNvPr>
          <p:cNvSpPr/>
          <p:nvPr userDrawn="1"/>
        </p:nvSpPr>
        <p:spPr>
          <a:xfrm>
            <a:off x="823913" y="407988"/>
            <a:ext cx="419100" cy="655637"/>
          </a:xfrm>
          <a:prstGeom prst="rect">
            <a:avLst/>
          </a:prstGeom>
          <a:pattFill prst="dkHorz">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prstClr val="white"/>
              </a:solidFill>
            </a:endParaRPr>
          </a:p>
        </p:txBody>
      </p:sp>
      <p:cxnSp>
        <p:nvCxnSpPr>
          <p:cNvPr id="5" name="直接连接符 4">
            <a:extLst>
              <a:ext uri="{FF2B5EF4-FFF2-40B4-BE49-F238E27FC236}">
                <a16:creationId xmlns:a16="http://schemas.microsoft.com/office/drawing/2014/main" id="{38450AEC-3794-4923-85BC-96904D43EDDF}"/>
              </a:ext>
            </a:extLst>
          </p:cNvPr>
          <p:cNvCxnSpPr/>
          <p:nvPr userDrawn="1"/>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85CA53E3-EE36-43EB-8FF8-F493DCA2C87C}"/>
              </a:ext>
            </a:extLst>
          </p:cNvPr>
          <p:cNvCxnSpPr/>
          <p:nvPr userDrawn="1"/>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7" name="图片 8">
            <a:extLst>
              <a:ext uri="{FF2B5EF4-FFF2-40B4-BE49-F238E27FC236}">
                <a16:creationId xmlns:a16="http://schemas.microsoft.com/office/drawing/2014/main" id="{E911AB7C-F1EC-4E19-8DD2-382F3D87478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72838" y="0"/>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dirty="0"/>
              <a:t>单击此处编辑母版标题样式</a:t>
            </a:r>
            <a:endParaRPr lang="en-US" dirty="0"/>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8" name="Date Placeholder 3">
            <a:extLst>
              <a:ext uri="{FF2B5EF4-FFF2-40B4-BE49-F238E27FC236}">
                <a16:creationId xmlns:a16="http://schemas.microsoft.com/office/drawing/2014/main" id="{6D738155-93E3-4597-9DC6-ACEFCE3264B8}"/>
              </a:ext>
            </a:extLst>
          </p:cNvPr>
          <p:cNvSpPr>
            <a:spLocks noGrp="1"/>
          </p:cNvSpPr>
          <p:nvPr>
            <p:ph type="dt" sz="half" idx="10"/>
          </p:nvPr>
        </p:nvSpPr>
        <p:spPr>
          <a:xfrm>
            <a:off x="736600" y="6356350"/>
            <a:ext cx="2743200" cy="365125"/>
          </a:xfrm>
        </p:spPr>
        <p:txBody>
          <a:bodyPr/>
          <a:lstStyle>
            <a:lvl1pPr eaLnBrk="0" fontAlgn="base" hangingPunct="0">
              <a:spcBef>
                <a:spcPct val="0"/>
              </a:spcBef>
              <a:spcAft>
                <a:spcPct val="0"/>
              </a:spcAft>
              <a:defRPr>
                <a:solidFill>
                  <a:prstClr val="black">
                    <a:tint val="75000"/>
                  </a:prstClr>
                </a:solidFill>
                <a:latin typeface="Times New Roman" panose="02020603050405020304" pitchFamily="18" charset="0"/>
                <a:ea typeface="仿宋" panose="02010609060101010101" pitchFamily="49" charset="-122"/>
                <a:cs typeface="Times New Roman" panose="02020603050405020304" pitchFamily="18" charset="0"/>
              </a:defRPr>
            </a:lvl1pPr>
          </a:lstStyle>
          <a:p>
            <a:pPr>
              <a:defRPr/>
            </a:pPr>
            <a:fld id="{4DC2BAA7-DCA5-4846-B660-10358A475162}" type="datetime1">
              <a:rPr lang="zh-CN" altLang="en-US"/>
              <a:pPr>
                <a:defRPr/>
              </a:pPr>
              <a:t>2025/3/4</a:t>
            </a:fld>
            <a:endParaRPr lang="zh-CN" altLang="en-US" dirty="0"/>
          </a:p>
        </p:txBody>
      </p:sp>
      <p:sp>
        <p:nvSpPr>
          <p:cNvPr id="9" name="Slide Number Placeholder 5">
            <a:extLst>
              <a:ext uri="{FF2B5EF4-FFF2-40B4-BE49-F238E27FC236}">
                <a16:creationId xmlns:a16="http://schemas.microsoft.com/office/drawing/2014/main" id="{DCF8EF37-C302-4D27-8640-FE92779C1FC2}"/>
              </a:ext>
            </a:extLst>
          </p:cNvPr>
          <p:cNvSpPr>
            <a:spLocks noGrp="1"/>
          </p:cNvSpPr>
          <p:nvPr>
            <p:ph type="sldNum" sz="quarter" idx="11"/>
          </p:nvPr>
        </p:nvSpPr>
        <p:spPr>
          <a:xfrm>
            <a:off x="8509000" y="6356350"/>
            <a:ext cx="2743200" cy="365125"/>
          </a:xfrm>
        </p:spPr>
        <p:txBody>
          <a:bodyPr/>
          <a:lstStyle>
            <a:lvl1pPr eaLnBrk="0" hangingPunct="0">
              <a:defRPr>
                <a:solidFill>
                  <a:prstClr val="black">
                    <a:tint val="75000"/>
                  </a:prstClr>
                </a:solidFill>
                <a:latin typeface="Times New Roman" panose="02020603050405020304" pitchFamily="18" charset="0"/>
                <a:ea typeface="仿宋" panose="02010609060101010101" pitchFamily="49" charset="-122"/>
                <a:cs typeface="Times New Roman" panose="02020603050405020304" pitchFamily="18" charset="0"/>
              </a:defRPr>
            </a:lvl1pPr>
          </a:lstStyle>
          <a:p>
            <a:pPr>
              <a:defRPr/>
            </a:pPr>
            <a:r>
              <a:rPr lang="zh-CN" altLang="en-US"/>
              <a:t>共 </a:t>
            </a:r>
            <a:r>
              <a:rPr lang="en-US" altLang="zh-CN"/>
              <a:t>51 </a:t>
            </a:r>
            <a:r>
              <a:rPr lang="zh-CN" altLang="en-US"/>
              <a:t>页</a:t>
            </a:r>
            <a:r>
              <a:rPr lang="en-US" altLang="zh-CN"/>
              <a:t>/</a:t>
            </a:r>
            <a:r>
              <a:rPr lang="zh-CN" altLang="en-US"/>
              <a:t>第</a:t>
            </a:r>
            <a:fld id="{1BA94F04-C59C-4B89-9D2B-D27903A1C7CA}" type="slidenum">
              <a:rPr lang="zh-CN" altLang="en-US"/>
              <a:pPr>
                <a:defRPr/>
              </a:pPr>
              <a:t>‹#›</a:t>
            </a:fld>
            <a:r>
              <a:rPr lang="zh-CN" altLang="en-US"/>
              <a:t>页</a:t>
            </a:r>
          </a:p>
        </p:txBody>
      </p:sp>
      <p:sp>
        <p:nvSpPr>
          <p:cNvPr id="10" name="Footer Placeholder 4">
            <a:extLst>
              <a:ext uri="{FF2B5EF4-FFF2-40B4-BE49-F238E27FC236}">
                <a16:creationId xmlns:a16="http://schemas.microsoft.com/office/drawing/2014/main" id="{4AC12D00-7C56-4B1F-9E1B-54E7059FDEEF}"/>
              </a:ext>
            </a:extLst>
          </p:cNvPr>
          <p:cNvSpPr>
            <a:spLocks noGrp="1"/>
          </p:cNvSpPr>
          <p:nvPr>
            <p:ph type="ftr" sz="quarter" idx="12"/>
          </p:nvPr>
        </p:nvSpPr>
        <p:spPr>
          <a:xfrm>
            <a:off x="3898900" y="6356350"/>
            <a:ext cx="4330700" cy="365125"/>
          </a:xfrm>
        </p:spPr>
        <p:txBody>
          <a:bodyPr/>
          <a:lstStyle>
            <a:lvl1pPr algn="ctr">
              <a:defRPr sz="1200">
                <a:solidFill>
                  <a:prstClr val="black">
                    <a:tint val="75000"/>
                  </a:prstClr>
                </a:solidFill>
                <a:latin typeface="Calibri" panose="020F0502020204030204" pitchFamily="34" charset="0"/>
                <a:ea typeface="仿宋" panose="02010609060101010101" pitchFamily="49" charset="-122"/>
              </a:defRPr>
            </a:lvl1pPr>
          </a:lstStyle>
          <a:p>
            <a:pPr>
              <a:defRPr/>
            </a:pPr>
            <a:r>
              <a:rPr lang="zh-CN" altLang="en-US"/>
              <a:t>电子科技大学 信息与软件工程学院</a:t>
            </a:r>
            <a:r>
              <a:rPr lang="en-US" altLang="zh-CN">
                <a:latin typeface="+mn-lt"/>
              </a:rPr>
              <a:t>——</a:t>
            </a:r>
            <a:r>
              <a:rPr lang="zh-CN" altLang="en-US"/>
              <a:t>现代密码学  </a:t>
            </a:r>
          </a:p>
        </p:txBody>
      </p:sp>
    </p:spTree>
    <p:extLst>
      <p:ext uri="{BB962C8B-B14F-4D97-AF65-F5344CB8AC3E}">
        <p14:creationId xmlns:p14="http://schemas.microsoft.com/office/powerpoint/2010/main" val="531760826"/>
      </p:ext>
    </p:extLst>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675FD5A-84CB-4D14-A898-D63B1DE87E11}"/>
              </a:ext>
            </a:extLst>
          </p:cNvPr>
          <p:cNvSpPr>
            <a:spLocks noChangeArrowheads="1"/>
          </p:cNvSpPr>
          <p:nvPr/>
        </p:nvSpPr>
        <p:spPr bwMode="auto">
          <a:xfrm>
            <a:off x="0" y="0"/>
            <a:ext cx="12192000" cy="620713"/>
          </a:xfrm>
          <a:prstGeom prst="rect">
            <a:avLst/>
          </a:prstGeom>
          <a:gradFill rotWithShape="1">
            <a:gsLst>
              <a:gs pos="0">
                <a:srgbClr val="5E9EFF"/>
              </a:gs>
              <a:gs pos="39999">
                <a:srgbClr val="85C2FF"/>
              </a:gs>
              <a:gs pos="70000">
                <a:srgbClr val="C4D6EB"/>
              </a:gs>
              <a:gs pos="100000">
                <a:srgbClr val="FFEBF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defRPr/>
            </a:pPr>
            <a:endParaRPr lang="zh-CN" altLang="en-US" sz="2400">
              <a:solidFill>
                <a:srgbClr val="000000"/>
              </a:solidFill>
              <a:latin typeface="Times New Roman" panose="02020603050405020304" pitchFamily="18" charset="0"/>
            </a:endParaRPr>
          </a:p>
        </p:txBody>
      </p:sp>
      <p:sp>
        <p:nvSpPr>
          <p:cNvPr id="5" name="Text Box 8">
            <a:extLst>
              <a:ext uri="{FF2B5EF4-FFF2-40B4-BE49-F238E27FC236}">
                <a16:creationId xmlns:a16="http://schemas.microsoft.com/office/drawing/2014/main" id="{F0579B55-C64F-4E24-9B12-5B6950226E5F}"/>
              </a:ext>
            </a:extLst>
          </p:cNvPr>
          <p:cNvSpPr txBox="1">
            <a:spLocks noChangeArrowheads="1"/>
          </p:cNvSpPr>
          <p:nvPr/>
        </p:nvSpPr>
        <p:spPr bwMode="auto">
          <a:xfrm>
            <a:off x="0" y="0"/>
            <a:ext cx="12192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defRPr/>
            </a:pPr>
            <a:r>
              <a:rPr lang="zh-CN" altLang="en-US" sz="2800">
                <a:solidFill>
                  <a:srgbClr val="FF0000"/>
                </a:solidFill>
                <a:latin typeface="Times New Roman" panose="02020603050405020304" pitchFamily="18" charset="0"/>
                <a:ea typeface="华文新魏" panose="02010800040101010101" pitchFamily="2" charset="-122"/>
              </a:rPr>
              <a:t>   现代密码学</a:t>
            </a:r>
            <a:endParaRPr lang="en-US" altLang="zh-CN" sz="2800">
              <a:solidFill>
                <a:srgbClr val="FF0000"/>
              </a:solidFill>
              <a:latin typeface="Times New Roman" panose="02020603050405020304" pitchFamily="18" charset="0"/>
              <a:ea typeface="华文新魏" panose="02010800040101010101" pitchFamily="2" charset="-122"/>
            </a:endParaRPr>
          </a:p>
        </p:txBody>
      </p:sp>
      <p:sp>
        <p:nvSpPr>
          <p:cNvPr id="773123" name="Rectangle 3"/>
          <p:cNvSpPr>
            <a:spLocks noGrp="1" noChangeArrowheads="1"/>
          </p:cNvSpPr>
          <p:nvPr>
            <p:ph type="ctrTitle"/>
          </p:nvPr>
        </p:nvSpPr>
        <p:spPr>
          <a:xfrm>
            <a:off x="914400" y="2130426"/>
            <a:ext cx="10363200" cy="1470025"/>
          </a:xfrm>
        </p:spPr>
        <p:txBody>
          <a:bodyPr/>
          <a:lstStyle>
            <a:lvl1pPr>
              <a:defRPr/>
            </a:lvl1pPr>
          </a:lstStyle>
          <a:p>
            <a:r>
              <a:rPr lang="zh-CN" altLang="en-US"/>
              <a:t>单击此处编辑母版标题样式</a:t>
            </a:r>
          </a:p>
        </p:txBody>
      </p:sp>
      <p:sp>
        <p:nvSpPr>
          <p:cNvPr id="773124" name="Rectangle 4"/>
          <p:cNvSpPr>
            <a:spLocks noGrp="1" noChangeArrowheads="1"/>
          </p:cNvSpPr>
          <p:nvPr>
            <p:ph type="subTitle" idx="1"/>
          </p:nvPr>
        </p:nvSpPr>
        <p:spPr>
          <a:xfrm>
            <a:off x="1828800" y="3886200"/>
            <a:ext cx="85344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6" name="Rectangle 5">
            <a:extLst>
              <a:ext uri="{FF2B5EF4-FFF2-40B4-BE49-F238E27FC236}">
                <a16:creationId xmlns:a16="http://schemas.microsoft.com/office/drawing/2014/main" id="{9527E6DC-523F-4AAB-998F-7DD52F8E0612}"/>
              </a:ext>
            </a:extLst>
          </p:cNvPr>
          <p:cNvSpPr>
            <a:spLocks noGrp="1" noChangeArrowheads="1"/>
          </p:cNvSpPr>
          <p:nvPr>
            <p:ph type="dt" sz="half" idx="10"/>
          </p:nvPr>
        </p:nvSpPr>
        <p:spPr/>
        <p:txBody>
          <a:bodyPr/>
          <a:lstStyle>
            <a:lvl1pPr eaLnBrk="0" hangingPunct="0">
              <a:defRPr>
                <a:latin typeface="Verdana" panose="020B0604030504040204" pitchFamily="34" charset="0"/>
              </a:defRPr>
            </a:lvl1pPr>
          </a:lstStyle>
          <a:p>
            <a:pPr>
              <a:defRPr/>
            </a:pPr>
            <a:endParaRPr lang="en-US" altLang="zh-CN"/>
          </a:p>
        </p:txBody>
      </p:sp>
      <p:sp>
        <p:nvSpPr>
          <p:cNvPr id="7" name="Rectangle 6">
            <a:extLst>
              <a:ext uri="{FF2B5EF4-FFF2-40B4-BE49-F238E27FC236}">
                <a16:creationId xmlns:a16="http://schemas.microsoft.com/office/drawing/2014/main" id="{18992978-3073-4584-A5E7-F17483936A39}"/>
              </a:ext>
            </a:extLst>
          </p:cNvPr>
          <p:cNvSpPr>
            <a:spLocks noGrp="1" noChangeArrowheads="1"/>
          </p:cNvSpPr>
          <p:nvPr>
            <p:ph type="ftr" sz="quarter" idx="11"/>
          </p:nvPr>
        </p:nvSpPr>
        <p:spPr/>
        <p:txBody>
          <a:bodyPr/>
          <a:lstStyle>
            <a:lvl1pPr eaLnBrk="0" hangingPunct="0">
              <a:defRPr>
                <a:latin typeface="Verdana" panose="020B0604030504040204" pitchFamily="34" charset="0"/>
              </a:defRPr>
            </a:lvl1pPr>
          </a:lstStyle>
          <a:p>
            <a:pPr>
              <a:defRPr/>
            </a:pPr>
            <a:endParaRPr lang="en-US" altLang="zh-CN"/>
          </a:p>
        </p:txBody>
      </p:sp>
      <p:sp>
        <p:nvSpPr>
          <p:cNvPr id="8" name="Rectangle 7">
            <a:extLst>
              <a:ext uri="{FF2B5EF4-FFF2-40B4-BE49-F238E27FC236}">
                <a16:creationId xmlns:a16="http://schemas.microsoft.com/office/drawing/2014/main" id="{B5377D01-C42D-460B-938A-6783DD9F642B}"/>
              </a:ext>
            </a:extLst>
          </p:cNvPr>
          <p:cNvSpPr>
            <a:spLocks noGrp="1" noChangeArrowheads="1"/>
          </p:cNvSpPr>
          <p:nvPr>
            <p:ph type="sldNum" sz="quarter" idx="12"/>
          </p:nvPr>
        </p:nvSpPr>
        <p:spPr/>
        <p:txBody>
          <a:bodyPr/>
          <a:lstStyle>
            <a:lvl1pPr eaLnBrk="0" hangingPunct="0">
              <a:defRPr>
                <a:latin typeface="Verdana" panose="020B0604030504040204" pitchFamily="34" charset="0"/>
              </a:defRPr>
            </a:lvl1pPr>
          </a:lstStyle>
          <a:p>
            <a:pPr>
              <a:defRPr/>
            </a:pPr>
            <a:fld id="{241B4A56-CC6B-4F04-99AC-A6BA44A3006D}" type="slidenum">
              <a:rPr lang="zh-CN" altLang="en-US"/>
              <a:pPr>
                <a:defRPr/>
              </a:pPr>
              <a:t>‹#›</a:t>
            </a:fld>
            <a:endParaRPr lang="en-US" altLang="zh-CN"/>
          </a:p>
        </p:txBody>
      </p:sp>
    </p:spTree>
    <p:extLst>
      <p:ext uri="{BB962C8B-B14F-4D97-AF65-F5344CB8AC3E}">
        <p14:creationId xmlns:p14="http://schemas.microsoft.com/office/powerpoint/2010/main" val="12527814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65F24D24-6E1D-496E-91C6-0AD68B25A92C}"/>
              </a:ext>
            </a:extLst>
          </p:cNvPr>
          <p:cNvSpPr>
            <a:spLocks noGrp="1" noChangeArrowheads="1"/>
          </p:cNvSpPr>
          <p:nvPr>
            <p:ph type="dt" sz="half" idx="10"/>
          </p:nvPr>
        </p:nvSpPr>
        <p:spPr/>
        <p:txBody>
          <a:bodyPr/>
          <a:lstStyle>
            <a:lvl1pPr eaLnBrk="0" hangingPunct="0">
              <a:defRPr>
                <a:latin typeface="Verdana" panose="020B0604030504040204" pitchFamily="34" charset="0"/>
              </a:defRPr>
            </a:lvl1pPr>
          </a:lstStyle>
          <a:p>
            <a:pPr>
              <a:defRPr/>
            </a:pPr>
            <a:endParaRPr lang="en-US" altLang="zh-CN"/>
          </a:p>
        </p:txBody>
      </p:sp>
      <p:sp>
        <p:nvSpPr>
          <p:cNvPr id="5" name="Rectangle 5">
            <a:extLst>
              <a:ext uri="{FF2B5EF4-FFF2-40B4-BE49-F238E27FC236}">
                <a16:creationId xmlns:a16="http://schemas.microsoft.com/office/drawing/2014/main" id="{4936A12A-04CA-448A-B6CB-443FCAC3A42B}"/>
              </a:ext>
            </a:extLst>
          </p:cNvPr>
          <p:cNvSpPr>
            <a:spLocks noGrp="1" noChangeArrowheads="1"/>
          </p:cNvSpPr>
          <p:nvPr>
            <p:ph type="ftr" sz="quarter" idx="11"/>
          </p:nvPr>
        </p:nvSpPr>
        <p:spPr/>
        <p:txBody>
          <a:bodyPr/>
          <a:lstStyle>
            <a:lvl1pPr eaLnBrk="0" hangingPunct="0">
              <a:defRPr>
                <a:latin typeface="Verdana" panose="020B0604030504040204" pitchFamily="34" charset="0"/>
              </a:defRPr>
            </a:lvl1pPr>
          </a:lstStyle>
          <a:p>
            <a:pPr>
              <a:defRPr/>
            </a:pPr>
            <a:endParaRPr lang="en-US" altLang="zh-CN"/>
          </a:p>
        </p:txBody>
      </p:sp>
      <p:sp>
        <p:nvSpPr>
          <p:cNvPr id="6" name="Rectangle 6">
            <a:extLst>
              <a:ext uri="{FF2B5EF4-FFF2-40B4-BE49-F238E27FC236}">
                <a16:creationId xmlns:a16="http://schemas.microsoft.com/office/drawing/2014/main" id="{73A07B6C-192B-4B8E-8247-5629641D4D55}"/>
              </a:ext>
            </a:extLst>
          </p:cNvPr>
          <p:cNvSpPr>
            <a:spLocks noGrp="1" noChangeArrowheads="1"/>
          </p:cNvSpPr>
          <p:nvPr>
            <p:ph type="sldNum" sz="quarter" idx="12"/>
          </p:nvPr>
        </p:nvSpPr>
        <p:spPr/>
        <p:txBody>
          <a:bodyPr/>
          <a:lstStyle>
            <a:lvl1pPr eaLnBrk="0" hangingPunct="0">
              <a:defRPr>
                <a:latin typeface="Verdana" panose="020B0604030504040204" pitchFamily="34" charset="0"/>
              </a:defRPr>
            </a:lvl1pPr>
          </a:lstStyle>
          <a:p>
            <a:pPr>
              <a:defRPr/>
            </a:pPr>
            <a:fld id="{61191CFD-BBB9-4113-BDF7-5E6E9DA13F2A}" type="slidenum">
              <a:rPr lang="zh-CN" altLang="en-US"/>
              <a:pPr>
                <a:defRPr/>
              </a:pPr>
              <a:t>‹#›</a:t>
            </a:fld>
            <a:endParaRPr lang="en-US" altLang="zh-CN"/>
          </a:p>
        </p:txBody>
      </p:sp>
    </p:spTree>
    <p:extLst>
      <p:ext uri="{BB962C8B-B14F-4D97-AF65-F5344CB8AC3E}">
        <p14:creationId xmlns:p14="http://schemas.microsoft.com/office/powerpoint/2010/main" val="21775459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C075BED1-78E7-4991-A316-96B8AC72A8A1}"/>
              </a:ext>
            </a:extLst>
          </p:cNvPr>
          <p:cNvSpPr>
            <a:spLocks noGrp="1" noChangeArrowheads="1"/>
          </p:cNvSpPr>
          <p:nvPr>
            <p:ph type="dt" sz="half" idx="10"/>
          </p:nvPr>
        </p:nvSpPr>
        <p:spPr/>
        <p:txBody>
          <a:bodyPr/>
          <a:lstStyle>
            <a:lvl1pPr eaLnBrk="0" hangingPunct="0">
              <a:defRPr>
                <a:latin typeface="Verdana" panose="020B0604030504040204" pitchFamily="34" charset="0"/>
              </a:defRPr>
            </a:lvl1pPr>
          </a:lstStyle>
          <a:p>
            <a:pPr>
              <a:defRPr/>
            </a:pPr>
            <a:endParaRPr lang="en-US" altLang="zh-CN"/>
          </a:p>
        </p:txBody>
      </p:sp>
      <p:sp>
        <p:nvSpPr>
          <p:cNvPr id="5" name="Rectangle 5">
            <a:extLst>
              <a:ext uri="{FF2B5EF4-FFF2-40B4-BE49-F238E27FC236}">
                <a16:creationId xmlns:a16="http://schemas.microsoft.com/office/drawing/2014/main" id="{E87C6935-A66F-44D8-B53C-A698EFE9A603}"/>
              </a:ext>
            </a:extLst>
          </p:cNvPr>
          <p:cNvSpPr>
            <a:spLocks noGrp="1" noChangeArrowheads="1"/>
          </p:cNvSpPr>
          <p:nvPr>
            <p:ph type="ftr" sz="quarter" idx="11"/>
          </p:nvPr>
        </p:nvSpPr>
        <p:spPr/>
        <p:txBody>
          <a:bodyPr/>
          <a:lstStyle>
            <a:lvl1pPr eaLnBrk="0" hangingPunct="0">
              <a:defRPr>
                <a:latin typeface="Verdana" panose="020B0604030504040204" pitchFamily="34" charset="0"/>
              </a:defRPr>
            </a:lvl1pPr>
          </a:lstStyle>
          <a:p>
            <a:pPr>
              <a:defRPr/>
            </a:pPr>
            <a:endParaRPr lang="en-US" altLang="zh-CN"/>
          </a:p>
        </p:txBody>
      </p:sp>
      <p:sp>
        <p:nvSpPr>
          <p:cNvPr id="6" name="Rectangle 6">
            <a:extLst>
              <a:ext uri="{FF2B5EF4-FFF2-40B4-BE49-F238E27FC236}">
                <a16:creationId xmlns:a16="http://schemas.microsoft.com/office/drawing/2014/main" id="{77647553-64EB-49FA-A5BF-BE612C924EAB}"/>
              </a:ext>
            </a:extLst>
          </p:cNvPr>
          <p:cNvSpPr>
            <a:spLocks noGrp="1" noChangeArrowheads="1"/>
          </p:cNvSpPr>
          <p:nvPr>
            <p:ph type="sldNum" sz="quarter" idx="12"/>
          </p:nvPr>
        </p:nvSpPr>
        <p:spPr/>
        <p:txBody>
          <a:bodyPr/>
          <a:lstStyle>
            <a:lvl1pPr eaLnBrk="0" hangingPunct="0">
              <a:defRPr>
                <a:latin typeface="Verdana" panose="020B0604030504040204" pitchFamily="34" charset="0"/>
              </a:defRPr>
            </a:lvl1pPr>
          </a:lstStyle>
          <a:p>
            <a:pPr>
              <a:defRPr/>
            </a:pPr>
            <a:fld id="{8745D034-EF94-4942-A0D8-038F8A05D3E1}" type="slidenum">
              <a:rPr lang="zh-CN" altLang="en-US"/>
              <a:pPr>
                <a:defRPr/>
              </a:pPr>
              <a:t>‹#›</a:t>
            </a:fld>
            <a:endParaRPr lang="en-US" altLang="zh-CN"/>
          </a:p>
        </p:txBody>
      </p:sp>
    </p:spTree>
    <p:extLst>
      <p:ext uri="{BB962C8B-B14F-4D97-AF65-F5344CB8AC3E}">
        <p14:creationId xmlns:p14="http://schemas.microsoft.com/office/powerpoint/2010/main" val="6657221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DDAE6567-47A2-4696-9AC2-8043FA02FE61}"/>
              </a:ext>
            </a:extLst>
          </p:cNvPr>
          <p:cNvSpPr>
            <a:spLocks noGrp="1" noChangeArrowheads="1"/>
          </p:cNvSpPr>
          <p:nvPr>
            <p:ph type="dt" sz="half" idx="10"/>
          </p:nvPr>
        </p:nvSpPr>
        <p:spPr/>
        <p:txBody>
          <a:bodyPr/>
          <a:lstStyle>
            <a:lvl1pPr eaLnBrk="0" hangingPunct="0">
              <a:defRPr>
                <a:latin typeface="Verdana" panose="020B0604030504040204" pitchFamily="34" charset="0"/>
              </a:defRPr>
            </a:lvl1pPr>
          </a:lstStyle>
          <a:p>
            <a:pPr>
              <a:defRPr/>
            </a:pPr>
            <a:endParaRPr lang="en-US" altLang="zh-CN"/>
          </a:p>
        </p:txBody>
      </p:sp>
      <p:sp>
        <p:nvSpPr>
          <p:cNvPr id="6" name="Rectangle 5">
            <a:extLst>
              <a:ext uri="{FF2B5EF4-FFF2-40B4-BE49-F238E27FC236}">
                <a16:creationId xmlns:a16="http://schemas.microsoft.com/office/drawing/2014/main" id="{0D077040-47A2-4152-B631-0373D5495FD3}"/>
              </a:ext>
            </a:extLst>
          </p:cNvPr>
          <p:cNvSpPr>
            <a:spLocks noGrp="1" noChangeArrowheads="1"/>
          </p:cNvSpPr>
          <p:nvPr>
            <p:ph type="ftr" sz="quarter" idx="11"/>
          </p:nvPr>
        </p:nvSpPr>
        <p:spPr/>
        <p:txBody>
          <a:bodyPr/>
          <a:lstStyle>
            <a:lvl1pPr eaLnBrk="0" hangingPunct="0">
              <a:defRPr>
                <a:latin typeface="Verdana" panose="020B0604030504040204" pitchFamily="34" charset="0"/>
              </a:defRPr>
            </a:lvl1pPr>
          </a:lstStyle>
          <a:p>
            <a:pPr>
              <a:defRPr/>
            </a:pPr>
            <a:endParaRPr lang="en-US" altLang="zh-CN"/>
          </a:p>
        </p:txBody>
      </p:sp>
      <p:sp>
        <p:nvSpPr>
          <p:cNvPr id="7" name="Rectangle 6">
            <a:extLst>
              <a:ext uri="{FF2B5EF4-FFF2-40B4-BE49-F238E27FC236}">
                <a16:creationId xmlns:a16="http://schemas.microsoft.com/office/drawing/2014/main" id="{534B846B-3D44-4669-B40D-B64899FFBF25}"/>
              </a:ext>
            </a:extLst>
          </p:cNvPr>
          <p:cNvSpPr>
            <a:spLocks noGrp="1" noChangeArrowheads="1"/>
          </p:cNvSpPr>
          <p:nvPr>
            <p:ph type="sldNum" sz="quarter" idx="12"/>
          </p:nvPr>
        </p:nvSpPr>
        <p:spPr/>
        <p:txBody>
          <a:bodyPr/>
          <a:lstStyle>
            <a:lvl1pPr eaLnBrk="0" hangingPunct="0">
              <a:defRPr>
                <a:latin typeface="Verdana" panose="020B0604030504040204" pitchFamily="34" charset="0"/>
              </a:defRPr>
            </a:lvl1pPr>
          </a:lstStyle>
          <a:p>
            <a:pPr>
              <a:defRPr/>
            </a:pPr>
            <a:fld id="{5EB07277-DF84-46F7-A982-87FCEEC0AD11}" type="slidenum">
              <a:rPr lang="zh-CN" altLang="en-US"/>
              <a:pPr>
                <a:defRPr/>
              </a:pPr>
              <a:t>‹#›</a:t>
            </a:fld>
            <a:endParaRPr lang="en-US" altLang="zh-CN"/>
          </a:p>
        </p:txBody>
      </p:sp>
    </p:spTree>
    <p:extLst>
      <p:ext uri="{BB962C8B-B14F-4D97-AF65-F5344CB8AC3E}">
        <p14:creationId xmlns:p14="http://schemas.microsoft.com/office/powerpoint/2010/main" val="37939222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2A9EB489-ACDA-4B22-B24E-60F23EDF9260}"/>
              </a:ext>
            </a:extLst>
          </p:cNvPr>
          <p:cNvSpPr>
            <a:spLocks noGrp="1" noChangeArrowheads="1"/>
          </p:cNvSpPr>
          <p:nvPr>
            <p:ph type="dt" sz="half" idx="10"/>
          </p:nvPr>
        </p:nvSpPr>
        <p:spPr/>
        <p:txBody>
          <a:bodyPr/>
          <a:lstStyle>
            <a:lvl1pPr eaLnBrk="0" hangingPunct="0">
              <a:defRPr>
                <a:latin typeface="Verdana" panose="020B0604030504040204" pitchFamily="34" charset="0"/>
              </a:defRPr>
            </a:lvl1pPr>
          </a:lstStyle>
          <a:p>
            <a:pPr>
              <a:defRPr/>
            </a:pPr>
            <a:endParaRPr lang="en-US" altLang="zh-CN"/>
          </a:p>
        </p:txBody>
      </p:sp>
      <p:sp>
        <p:nvSpPr>
          <p:cNvPr id="8" name="Rectangle 5">
            <a:extLst>
              <a:ext uri="{FF2B5EF4-FFF2-40B4-BE49-F238E27FC236}">
                <a16:creationId xmlns:a16="http://schemas.microsoft.com/office/drawing/2014/main" id="{811843B7-58AA-401E-9B26-277858C65A30}"/>
              </a:ext>
            </a:extLst>
          </p:cNvPr>
          <p:cNvSpPr>
            <a:spLocks noGrp="1" noChangeArrowheads="1"/>
          </p:cNvSpPr>
          <p:nvPr>
            <p:ph type="ftr" sz="quarter" idx="11"/>
          </p:nvPr>
        </p:nvSpPr>
        <p:spPr/>
        <p:txBody>
          <a:bodyPr/>
          <a:lstStyle>
            <a:lvl1pPr eaLnBrk="0" hangingPunct="0">
              <a:defRPr>
                <a:latin typeface="Verdana" panose="020B0604030504040204" pitchFamily="34" charset="0"/>
              </a:defRPr>
            </a:lvl1pPr>
          </a:lstStyle>
          <a:p>
            <a:pPr>
              <a:defRPr/>
            </a:pPr>
            <a:endParaRPr lang="en-US" altLang="zh-CN"/>
          </a:p>
        </p:txBody>
      </p:sp>
      <p:sp>
        <p:nvSpPr>
          <p:cNvPr id="9" name="Rectangle 6">
            <a:extLst>
              <a:ext uri="{FF2B5EF4-FFF2-40B4-BE49-F238E27FC236}">
                <a16:creationId xmlns:a16="http://schemas.microsoft.com/office/drawing/2014/main" id="{ED52EDAB-E943-47ED-AF74-582645204048}"/>
              </a:ext>
            </a:extLst>
          </p:cNvPr>
          <p:cNvSpPr>
            <a:spLocks noGrp="1" noChangeArrowheads="1"/>
          </p:cNvSpPr>
          <p:nvPr>
            <p:ph type="sldNum" sz="quarter" idx="12"/>
          </p:nvPr>
        </p:nvSpPr>
        <p:spPr/>
        <p:txBody>
          <a:bodyPr/>
          <a:lstStyle>
            <a:lvl1pPr eaLnBrk="0" hangingPunct="0">
              <a:defRPr>
                <a:latin typeface="Verdana" panose="020B0604030504040204" pitchFamily="34" charset="0"/>
              </a:defRPr>
            </a:lvl1pPr>
          </a:lstStyle>
          <a:p>
            <a:pPr>
              <a:defRPr/>
            </a:pPr>
            <a:fld id="{C60986BD-95AF-499C-A682-7FA8D3C5CB96}" type="slidenum">
              <a:rPr lang="zh-CN" altLang="en-US"/>
              <a:pPr>
                <a:defRPr/>
              </a:pPr>
              <a:t>‹#›</a:t>
            </a:fld>
            <a:endParaRPr lang="en-US" altLang="zh-CN"/>
          </a:p>
        </p:txBody>
      </p:sp>
    </p:spTree>
    <p:extLst>
      <p:ext uri="{BB962C8B-B14F-4D97-AF65-F5344CB8AC3E}">
        <p14:creationId xmlns:p14="http://schemas.microsoft.com/office/powerpoint/2010/main" val="37666175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DF4DEC7B-C8CB-4BA1-989B-8810F648318F}"/>
              </a:ext>
            </a:extLst>
          </p:cNvPr>
          <p:cNvSpPr>
            <a:spLocks noGrp="1" noChangeArrowheads="1"/>
          </p:cNvSpPr>
          <p:nvPr>
            <p:ph type="dt" sz="half" idx="10"/>
          </p:nvPr>
        </p:nvSpPr>
        <p:spPr/>
        <p:txBody>
          <a:bodyPr/>
          <a:lstStyle>
            <a:lvl1pPr eaLnBrk="0" hangingPunct="0">
              <a:defRPr>
                <a:latin typeface="Verdana" panose="020B0604030504040204" pitchFamily="34" charset="0"/>
              </a:defRPr>
            </a:lvl1pPr>
          </a:lstStyle>
          <a:p>
            <a:pPr>
              <a:defRPr/>
            </a:pPr>
            <a:endParaRPr lang="en-US" altLang="zh-CN"/>
          </a:p>
        </p:txBody>
      </p:sp>
      <p:sp>
        <p:nvSpPr>
          <p:cNvPr id="4" name="Rectangle 5">
            <a:extLst>
              <a:ext uri="{FF2B5EF4-FFF2-40B4-BE49-F238E27FC236}">
                <a16:creationId xmlns:a16="http://schemas.microsoft.com/office/drawing/2014/main" id="{6C74B5E5-BFFA-4106-AC7B-0D72A3EFA1AF}"/>
              </a:ext>
            </a:extLst>
          </p:cNvPr>
          <p:cNvSpPr>
            <a:spLocks noGrp="1" noChangeArrowheads="1"/>
          </p:cNvSpPr>
          <p:nvPr>
            <p:ph type="ftr" sz="quarter" idx="11"/>
          </p:nvPr>
        </p:nvSpPr>
        <p:spPr/>
        <p:txBody>
          <a:bodyPr/>
          <a:lstStyle>
            <a:lvl1pPr eaLnBrk="0" hangingPunct="0">
              <a:defRPr>
                <a:latin typeface="Verdana" panose="020B0604030504040204" pitchFamily="34" charset="0"/>
              </a:defRPr>
            </a:lvl1pPr>
          </a:lstStyle>
          <a:p>
            <a:pPr>
              <a:defRPr/>
            </a:pPr>
            <a:endParaRPr lang="en-US" altLang="zh-CN"/>
          </a:p>
        </p:txBody>
      </p:sp>
      <p:sp>
        <p:nvSpPr>
          <p:cNvPr id="5" name="Rectangle 6">
            <a:extLst>
              <a:ext uri="{FF2B5EF4-FFF2-40B4-BE49-F238E27FC236}">
                <a16:creationId xmlns:a16="http://schemas.microsoft.com/office/drawing/2014/main" id="{4B4933B5-5049-400D-ACA4-A28D54D0A5A3}"/>
              </a:ext>
            </a:extLst>
          </p:cNvPr>
          <p:cNvSpPr>
            <a:spLocks noGrp="1" noChangeArrowheads="1"/>
          </p:cNvSpPr>
          <p:nvPr>
            <p:ph type="sldNum" sz="quarter" idx="12"/>
          </p:nvPr>
        </p:nvSpPr>
        <p:spPr/>
        <p:txBody>
          <a:bodyPr/>
          <a:lstStyle>
            <a:lvl1pPr eaLnBrk="0" hangingPunct="0">
              <a:defRPr>
                <a:latin typeface="Verdana" panose="020B0604030504040204" pitchFamily="34" charset="0"/>
              </a:defRPr>
            </a:lvl1pPr>
          </a:lstStyle>
          <a:p>
            <a:pPr>
              <a:defRPr/>
            </a:pPr>
            <a:fld id="{4D5F1D8A-3DAA-4B0A-9B35-30F3E1F0617D}" type="slidenum">
              <a:rPr lang="zh-CN" altLang="en-US"/>
              <a:pPr>
                <a:defRPr/>
              </a:pPr>
              <a:t>‹#›</a:t>
            </a:fld>
            <a:endParaRPr lang="en-US" altLang="zh-CN"/>
          </a:p>
        </p:txBody>
      </p:sp>
    </p:spTree>
    <p:extLst>
      <p:ext uri="{BB962C8B-B14F-4D97-AF65-F5344CB8AC3E}">
        <p14:creationId xmlns:p14="http://schemas.microsoft.com/office/powerpoint/2010/main" val="38204161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BA227F2-B1F3-4398-85DA-15F5FA1D0A70}"/>
              </a:ext>
            </a:extLst>
          </p:cNvPr>
          <p:cNvSpPr>
            <a:spLocks noGrp="1" noChangeArrowheads="1"/>
          </p:cNvSpPr>
          <p:nvPr>
            <p:ph type="dt" sz="half" idx="10"/>
          </p:nvPr>
        </p:nvSpPr>
        <p:spPr/>
        <p:txBody>
          <a:bodyPr/>
          <a:lstStyle>
            <a:lvl1pPr eaLnBrk="0" hangingPunct="0">
              <a:defRPr>
                <a:latin typeface="Verdana" panose="020B0604030504040204" pitchFamily="34" charset="0"/>
              </a:defRPr>
            </a:lvl1pPr>
          </a:lstStyle>
          <a:p>
            <a:pPr>
              <a:defRPr/>
            </a:pPr>
            <a:endParaRPr lang="en-US" altLang="zh-CN"/>
          </a:p>
        </p:txBody>
      </p:sp>
      <p:sp>
        <p:nvSpPr>
          <p:cNvPr id="3" name="Rectangle 5">
            <a:extLst>
              <a:ext uri="{FF2B5EF4-FFF2-40B4-BE49-F238E27FC236}">
                <a16:creationId xmlns:a16="http://schemas.microsoft.com/office/drawing/2014/main" id="{F4A35109-CBE6-415B-B966-9FE11A779A9F}"/>
              </a:ext>
            </a:extLst>
          </p:cNvPr>
          <p:cNvSpPr>
            <a:spLocks noGrp="1" noChangeArrowheads="1"/>
          </p:cNvSpPr>
          <p:nvPr>
            <p:ph type="ftr" sz="quarter" idx="11"/>
          </p:nvPr>
        </p:nvSpPr>
        <p:spPr/>
        <p:txBody>
          <a:bodyPr/>
          <a:lstStyle>
            <a:lvl1pPr eaLnBrk="0" hangingPunct="0">
              <a:defRPr>
                <a:latin typeface="Verdana" panose="020B0604030504040204" pitchFamily="34" charset="0"/>
              </a:defRPr>
            </a:lvl1pPr>
          </a:lstStyle>
          <a:p>
            <a:pPr>
              <a:defRPr/>
            </a:pPr>
            <a:endParaRPr lang="en-US" altLang="zh-CN"/>
          </a:p>
        </p:txBody>
      </p:sp>
      <p:sp>
        <p:nvSpPr>
          <p:cNvPr id="4" name="Rectangle 6">
            <a:extLst>
              <a:ext uri="{FF2B5EF4-FFF2-40B4-BE49-F238E27FC236}">
                <a16:creationId xmlns:a16="http://schemas.microsoft.com/office/drawing/2014/main" id="{78F0C611-FE0B-49A6-9F20-D6F1004891E3}"/>
              </a:ext>
            </a:extLst>
          </p:cNvPr>
          <p:cNvSpPr>
            <a:spLocks noGrp="1" noChangeArrowheads="1"/>
          </p:cNvSpPr>
          <p:nvPr>
            <p:ph type="sldNum" sz="quarter" idx="12"/>
          </p:nvPr>
        </p:nvSpPr>
        <p:spPr/>
        <p:txBody>
          <a:bodyPr/>
          <a:lstStyle>
            <a:lvl1pPr eaLnBrk="0" hangingPunct="0">
              <a:defRPr>
                <a:latin typeface="Verdana" panose="020B0604030504040204" pitchFamily="34" charset="0"/>
              </a:defRPr>
            </a:lvl1pPr>
          </a:lstStyle>
          <a:p>
            <a:pPr>
              <a:defRPr/>
            </a:pPr>
            <a:fld id="{03DDBB5B-B7C2-432D-93B3-FD682AB5AFB7}" type="slidenum">
              <a:rPr lang="zh-CN" altLang="en-US"/>
              <a:pPr>
                <a:defRPr/>
              </a:pPr>
              <a:t>‹#›</a:t>
            </a:fld>
            <a:endParaRPr lang="en-US" altLang="zh-CN"/>
          </a:p>
        </p:txBody>
      </p:sp>
    </p:spTree>
    <p:extLst>
      <p:ext uri="{BB962C8B-B14F-4D97-AF65-F5344CB8AC3E}">
        <p14:creationId xmlns:p14="http://schemas.microsoft.com/office/powerpoint/2010/main" val="39432942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AD144BE8-156F-4756-9462-7A151E2217A0}"/>
              </a:ext>
            </a:extLst>
          </p:cNvPr>
          <p:cNvSpPr>
            <a:spLocks noGrp="1" noChangeArrowheads="1"/>
          </p:cNvSpPr>
          <p:nvPr>
            <p:ph type="dt" sz="half" idx="10"/>
          </p:nvPr>
        </p:nvSpPr>
        <p:spPr/>
        <p:txBody>
          <a:bodyPr/>
          <a:lstStyle>
            <a:lvl1pPr eaLnBrk="0" hangingPunct="0">
              <a:defRPr>
                <a:latin typeface="Verdana" panose="020B0604030504040204" pitchFamily="34" charset="0"/>
              </a:defRPr>
            </a:lvl1pPr>
          </a:lstStyle>
          <a:p>
            <a:pPr>
              <a:defRPr/>
            </a:pPr>
            <a:endParaRPr lang="en-US" altLang="zh-CN"/>
          </a:p>
        </p:txBody>
      </p:sp>
      <p:sp>
        <p:nvSpPr>
          <p:cNvPr id="6" name="Rectangle 5">
            <a:extLst>
              <a:ext uri="{FF2B5EF4-FFF2-40B4-BE49-F238E27FC236}">
                <a16:creationId xmlns:a16="http://schemas.microsoft.com/office/drawing/2014/main" id="{73DB8698-29B7-4E0E-9486-07444732215D}"/>
              </a:ext>
            </a:extLst>
          </p:cNvPr>
          <p:cNvSpPr>
            <a:spLocks noGrp="1" noChangeArrowheads="1"/>
          </p:cNvSpPr>
          <p:nvPr>
            <p:ph type="ftr" sz="quarter" idx="11"/>
          </p:nvPr>
        </p:nvSpPr>
        <p:spPr/>
        <p:txBody>
          <a:bodyPr/>
          <a:lstStyle>
            <a:lvl1pPr eaLnBrk="0" hangingPunct="0">
              <a:defRPr>
                <a:latin typeface="Verdana" panose="020B0604030504040204" pitchFamily="34" charset="0"/>
              </a:defRPr>
            </a:lvl1pPr>
          </a:lstStyle>
          <a:p>
            <a:pPr>
              <a:defRPr/>
            </a:pPr>
            <a:endParaRPr lang="en-US" altLang="zh-CN"/>
          </a:p>
        </p:txBody>
      </p:sp>
      <p:sp>
        <p:nvSpPr>
          <p:cNvPr id="7" name="Rectangle 6">
            <a:extLst>
              <a:ext uri="{FF2B5EF4-FFF2-40B4-BE49-F238E27FC236}">
                <a16:creationId xmlns:a16="http://schemas.microsoft.com/office/drawing/2014/main" id="{D4036AA1-9DA9-4093-B712-DD414368194B}"/>
              </a:ext>
            </a:extLst>
          </p:cNvPr>
          <p:cNvSpPr>
            <a:spLocks noGrp="1" noChangeArrowheads="1"/>
          </p:cNvSpPr>
          <p:nvPr>
            <p:ph type="sldNum" sz="quarter" idx="12"/>
          </p:nvPr>
        </p:nvSpPr>
        <p:spPr/>
        <p:txBody>
          <a:bodyPr/>
          <a:lstStyle>
            <a:lvl1pPr eaLnBrk="0" hangingPunct="0">
              <a:defRPr>
                <a:latin typeface="Verdana" panose="020B0604030504040204" pitchFamily="34" charset="0"/>
              </a:defRPr>
            </a:lvl1pPr>
          </a:lstStyle>
          <a:p>
            <a:pPr>
              <a:defRPr/>
            </a:pPr>
            <a:fld id="{3903E6E8-91F6-4C6D-9AEB-B28E4D7A8506}" type="slidenum">
              <a:rPr lang="zh-CN" altLang="en-US"/>
              <a:pPr>
                <a:defRPr/>
              </a:pPr>
              <a:t>‹#›</a:t>
            </a:fld>
            <a:endParaRPr lang="en-US" altLang="zh-CN"/>
          </a:p>
        </p:txBody>
      </p:sp>
    </p:spTree>
    <p:extLst>
      <p:ext uri="{BB962C8B-B14F-4D97-AF65-F5344CB8AC3E}">
        <p14:creationId xmlns:p14="http://schemas.microsoft.com/office/powerpoint/2010/main" val="29974855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52917892-3884-450A-8BB4-879A4AAEA244}"/>
              </a:ext>
            </a:extLst>
          </p:cNvPr>
          <p:cNvSpPr>
            <a:spLocks noGrp="1" noChangeArrowheads="1"/>
          </p:cNvSpPr>
          <p:nvPr>
            <p:ph type="dt" sz="half" idx="10"/>
          </p:nvPr>
        </p:nvSpPr>
        <p:spPr/>
        <p:txBody>
          <a:bodyPr/>
          <a:lstStyle>
            <a:lvl1pPr eaLnBrk="0" hangingPunct="0">
              <a:defRPr>
                <a:latin typeface="Verdana" panose="020B0604030504040204" pitchFamily="34" charset="0"/>
              </a:defRPr>
            </a:lvl1pPr>
          </a:lstStyle>
          <a:p>
            <a:pPr>
              <a:defRPr/>
            </a:pPr>
            <a:endParaRPr lang="en-US" altLang="zh-CN"/>
          </a:p>
        </p:txBody>
      </p:sp>
      <p:sp>
        <p:nvSpPr>
          <p:cNvPr id="6" name="Rectangle 5">
            <a:extLst>
              <a:ext uri="{FF2B5EF4-FFF2-40B4-BE49-F238E27FC236}">
                <a16:creationId xmlns:a16="http://schemas.microsoft.com/office/drawing/2014/main" id="{3ED5C13B-1BB6-4D6C-A64A-4227F5A47791}"/>
              </a:ext>
            </a:extLst>
          </p:cNvPr>
          <p:cNvSpPr>
            <a:spLocks noGrp="1" noChangeArrowheads="1"/>
          </p:cNvSpPr>
          <p:nvPr>
            <p:ph type="ftr" sz="quarter" idx="11"/>
          </p:nvPr>
        </p:nvSpPr>
        <p:spPr/>
        <p:txBody>
          <a:bodyPr/>
          <a:lstStyle>
            <a:lvl1pPr eaLnBrk="0" hangingPunct="0">
              <a:defRPr>
                <a:latin typeface="Verdana" panose="020B0604030504040204" pitchFamily="34" charset="0"/>
              </a:defRPr>
            </a:lvl1pPr>
          </a:lstStyle>
          <a:p>
            <a:pPr>
              <a:defRPr/>
            </a:pPr>
            <a:endParaRPr lang="en-US" altLang="zh-CN"/>
          </a:p>
        </p:txBody>
      </p:sp>
      <p:sp>
        <p:nvSpPr>
          <p:cNvPr id="7" name="Rectangle 6">
            <a:extLst>
              <a:ext uri="{FF2B5EF4-FFF2-40B4-BE49-F238E27FC236}">
                <a16:creationId xmlns:a16="http://schemas.microsoft.com/office/drawing/2014/main" id="{4A3721CD-AF7F-4A7C-A5C2-17234F040F1C}"/>
              </a:ext>
            </a:extLst>
          </p:cNvPr>
          <p:cNvSpPr>
            <a:spLocks noGrp="1" noChangeArrowheads="1"/>
          </p:cNvSpPr>
          <p:nvPr>
            <p:ph type="sldNum" sz="quarter" idx="12"/>
          </p:nvPr>
        </p:nvSpPr>
        <p:spPr/>
        <p:txBody>
          <a:bodyPr/>
          <a:lstStyle>
            <a:lvl1pPr eaLnBrk="0" hangingPunct="0">
              <a:defRPr>
                <a:latin typeface="Verdana" panose="020B0604030504040204" pitchFamily="34" charset="0"/>
              </a:defRPr>
            </a:lvl1pPr>
          </a:lstStyle>
          <a:p>
            <a:pPr>
              <a:defRPr/>
            </a:pPr>
            <a:fld id="{92B57C59-D92D-499C-BA51-7D860EFC1428}" type="slidenum">
              <a:rPr lang="zh-CN" altLang="en-US"/>
              <a:pPr>
                <a:defRPr/>
              </a:pPr>
              <a:t>‹#›</a:t>
            </a:fld>
            <a:endParaRPr lang="en-US" altLang="zh-CN"/>
          </a:p>
        </p:txBody>
      </p:sp>
    </p:spTree>
    <p:extLst>
      <p:ext uri="{BB962C8B-B14F-4D97-AF65-F5344CB8AC3E}">
        <p14:creationId xmlns:p14="http://schemas.microsoft.com/office/powerpoint/2010/main" val="8164775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DE1D901-C235-4718-B7DC-07C5B5AA02C7}"/>
              </a:ext>
            </a:extLst>
          </p:cNvPr>
          <p:cNvSpPr>
            <a:spLocks noGrp="1" noChangeArrowheads="1"/>
          </p:cNvSpPr>
          <p:nvPr>
            <p:ph type="dt" sz="half" idx="10"/>
          </p:nvPr>
        </p:nvSpPr>
        <p:spPr/>
        <p:txBody>
          <a:bodyPr/>
          <a:lstStyle>
            <a:lvl1pPr eaLnBrk="0" hangingPunct="0">
              <a:defRPr>
                <a:latin typeface="Verdana" panose="020B0604030504040204" pitchFamily="34" charset="0"/>
              </a:defRPr>
            </a:lvl1pPr>
          </a:lstStyle>
          <a:p>
            <a:pPr>
              <a:defRPr/>
            </a:pPr>
            <a:endParaRPr lang="en-US" altLang="zh-CN"/>
          </a:p>
        </p:txBody>
      </p:sp>
      <p:sp>
        <p:nvSpPr>
          <p:cNvPr id="5" name="Rectangle 5">
            <a:extLst>
              <a:ext uri="{FF2B5EF4-FFF2-40B4-BE49-F238E27FC236}">
                <a16:creationId xmlns:a16="http://schemas.microsoft.com/office/drawing/2014/main" id="{E179E813-9912-4A40-B4AD-D5F0033A84CB}"/>
              </a:ext>
            </a:extLst>
          </p:cNvPr>
          <p:cNvSpPr>
            <a:spLocks noGrp="1" noChangeArrowheads="1"/>
          </p:cNvSpPr>
          <p:nvPr>
            <p:ph type="ftr" sz="quarter" idx="11"/>
          </p:nvPr>
        </p:nvSpPr>
        <p:spPr/>
        <p:txBody>
          <a:bodyPr/>
          <a:lstStyle>
            <a:lvl1pPr eaLnBrk="0" hangingPunct="0">
              <a:defRPr>
                <a:latin typeface="Verdana" panose="020B0604030504040204" pitchFamily="34" charset="0"/>
              </a:defRPr>
            </a:lvl1pPr>
          </a:lstStyle>
          <a:p>
            <a:pPr>
              <a:defRPr/>
            </a:pPr>
            <a:endParaRPr lang="en-US" altLang="zh-CN"/>
          </a:p>
        </p:txBody>
      </p:sp>
      <p:sp>
        <p:nvSpPr>
          <p:cNvPr id="6" name="Rectangle 6">
            <a:extLst>
              <a:ext uri="{FF2B5EF4-FFF2-40B4-BE49-F238E27FC236}">
                <a16:creationId xmlns:a16="http://schemas.microsoft.com/office/drawing/2014/main" id="{09DA532D-DB44-4319-AB3E-95CE7D6945C6}"/>
              </a:ext>
            </a:extLst>
          </p:cNvPr>
          <p:cNvSpPr>
            <a:spLocks noGrp="1" noChangeArrowheads="1"/>
          </p:cNvSpPr>
          <p:nvPr>
            <p:ph type="sldNum" sz="quarter" idx="12"/>
          </p:nvPr>
        </p:nvSpPr>
        <p:spPr/>
        <p:txBody>
          <a:bodyPr/>
          <a:lstStyle>
            <a:lvl1pPr eaLnBrk="0" hangingPunct="0">
              <a:defRPr>
                <a:latin typeface="Verdana" panose="020B0604030504040204" pitchFamily="34" charset="0"/>
              </a:defRPr>
            </a:lvl1pPr>
          </a:lstStyle>
          <a:p>
            <a:pPr>
              <a:defRPr/>
            </a:pPr>
            <a:fld id="{0E6903C6-273E-45F7-A054-FC91A4B4116D}" type="slidenum">
              <a:rPr lang="zh-CN" altLang="en-US"/>
              <a:pPr>
                <a:defRPr/>
              </a:pPr>
              <a:t>‹#›</a:t>
            </a:fld>
            <a:endParaRPr lang="en-US" altLang="zh-CN"/>
          </a:p>
        </p:txBody>
      </p:sp>
    </p:spTree>
    <p:extLst>
      <p:ext uri="{BB962C8B-B14F-4D97-AF65-F5344CB8AC3E}">
        <p14:creationId xmlns:p14="http://schemas.microsoft.com/office/powerpoint/2010/main" val="13128142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078EE187-0D6B-468B-8047-2EFA1981BA82}"/>
              </a:ext>
            </a:extLst>
          </p:cNvPr>
          <p:cNvSpPr>
            <a:spLocks noGrp="1" noChangeArrowheads="1"/>
          </p:cNvSpPr>
          <p:nvPr>
            <p:ph type="dt" sz="half" idx="10"/>
          </p:nvPr>
        </p:nvSpPr>
        <p:spPr/>
        <p:txBody>
          <a:bodyPr/>
          <a:lstStyle>
            <a:lvl1pPr eaLnBrk="0" hangingPunct="0">
              <a:defRPr>
                <a:latin typeface="Verdana" panose="020B0604030504040204" pitchFamily="34" charset="0"/>
              </a:defRPr>
            </a:lvl1pPr>
          </a:lstStyle>
          <a:p>
            <a:pPr>
              <a:defRPr/>
            </a:pPr>
            <a:endParaRPr lang="en-US" altLang="zh-CN"/>
          </a:p>
        </p:txBody>
      </p:sp>
      <p:sp>
        <p:nvSpPr>
          <p:cNvPr id="5" name="Rectangle 5">
            <a:extLst>
              <a:ext uri="{FF2B5EF4-FFF2-40B4-BE49-F238E27FC236}">
                <a16:creationId xmlns:a16="http://schemas.microsoft.com/office/drawing/2014/main" id="{880C1867-7E6C-4ABE-A17C-8E4A7E24384B}"/>
              </a:ext>
            </a:extLst>
          </p:cNvPr>
          <p:cNvSpPr>
            <a:spLocks noGrp="1" noChangeArrowheads="1"/>
          </p:cNvSpPr>
          <p:nvPr>
            <p:ph type="ftr" sz="quarter" idx="11"/>
          </p:nvPr>
        </p:nvSpPr>
        <p:spPr/>
        <p:txBody>
          <a:bodyPr/>
          <a:lstStyle>
            <a:lvl1pPr eaLnBrk="0" hangingPunct="0">
              <a:defRPr>
                <a:latin typeface="Verdana" panose="020B0604030504040204" pitchFamily="34" charset="0"/>
              </a:defRPr>
            </a:lvl1pPr>
          </a:lstStyle>
          <a:p>
            <a:pPr>
              <a:defRPr/>
            </a:pPr>
            <a:endParaRPr lang="en-US" altLang="zh-CN"/>
          </a:p>
        </p:txBody>
      </p:sp>
      <p:sp>
        <p:nvSpPr>
          <p:cNvPr id="6" name="Rectangle 6">
            <a:extLst>
              <a:ext uri="{FF2B5EF4-FFF2-40B4-BE49-F238E27FC236}">
                <a16:creationId xmlns:a16="http://schemas.microsoft.com/office/drawing/2014/main" id="{727A8A9D-9893-4F84-A443-FBCD9E1C6864}"/>
              </a:ext>
            </a:extLst>
          </p:cNvPr>
          <p:cNvSpPr>
            <a:spLocks noGrp="1" noChangeArrowheads="1"/>
          </p:cNvSpPr>
          <p:nvPr>
            <p:ph type="sldNum" sz="quarter" idx="12"/>
          </p:nvPr>
        </p:nvSpPr>
        <p:spPr/>
        <p:txBody>
          <a:bodyPr/>
          <a:lstStyle>
            <a:lvl1pPr eaLnBrk="0" hangingPunct="0">
              <a:defRPr>
                <a:latin typeface="Verdana" panose="020B0604030504040204" pitchFamily="34" charset="0"/>
              </a:defRPr>
            </a:lvl1pPr>
          </a:lstStyle>
          <a:p>
            <a:pPr>
              <a:defRPr/>
            </a:pPr>
            <a:fld id="{457DCC27-E1E5-4F04-ABB4-40097BD10297}" type="slidenum">
              <a:rPr lang="zh-CN" altLang="en-US"/>
              <a:pPr>
                <a:defRPr/>
              </a:pPr>
              <a:t>‹#›</a:t>
            </a:fld>
            <a:endParaRPr lang="en-US" altLang="zh-CN"/>
          </a:p>
        </p:txBody>
      </p:sp>
    </p:spTree>
    <p:extLst>
      <p:ext uri="{BB962C8B-B14F-4D97-AF65-F5344CB8AC3E}">
        <p14:creationId xmlns:p14="http://schemas.microsoft.com/office/powerpoint/2010/main" val="7466516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04CAFED3-2025-40F4-8F4F-EE5B47B0FF29}"/>
              </a:ext>
            </a:extLst>
          </p:cNvPr>
          <p:cNvSpPr>
            <a:spLocks noGrp="1" noChangeArrowheads="1"/>
          </p:cNvSpPr>
          <p:nvPr>
            <p:ph type="dt" sz="half" idx="10"/>
          </p:nvPr>
        </p:nvSpPr>
        <p:spPr/>
        <p:txBody>
          <a:bodyPr/>
          <a:lstStyle>
            <a:lvl1pPr eaLnBrk="0" hangingPunct="0">
              <a:defRPr>
                <a:latin typeface="Verdana" panose="020B0604030504040204" pitchFamily="34" charset="0"/>
              </a:defRPr>
            </a:lvl1pPr>
          </a:lstStyle>
          <a:p>
            <a:pPr>
              <a:defRPr/>
            </a:pPr>
            <a:endParaRPr lang="en-US" altLang="zh-CN"/>
          </a:p>
        </p:txBody>
      </p:sp>
      <p:sp>
        <p:nvSpPr>
          <p:cNvPr id="6" name="Rectangle 5">
            <a:extLst>
              <a:ext uri="{FF2B5EF4-FFF2-40B4-BE49-F238E27FC236}">
                <a16:creationId xmlns:a16="http://schemas.microsoft.com/office/drawing/2014/main" id="{7C39E370-1C83-4E80-9400-1D841AAF3CA6}"/>
              </a:ext>
            </a:extLst>
          </p:cNvPr>
          <p:cNvSpPr>
            <a:spLocks noGrp="1" noChangeArrowheads="1"/>
          </p:cNvSpPr>
          <p:nvPr>
            <p:ph type="ftr" sz="quarter" idx="11"/>
          </p:nvPr>
        </p:nvSpPr>
        <p:spPr/>
        <p:txBody>
          <a:bodyPr/>
          <a:lstStyle>
            <a:lvl1pPr eaLnBrk="0" hangingPunct="0">
              <a:defRPr>
                <a:latin typeface="Verdana" panose="020B0604030504040204" pitchFamily="34" charset="0"/>
              </a:defRPr>
            </a:lvl1pPr>
          </a:lstStyle>
          <a:p>
            <a:pPr>
              <a:defRPr/>
            </a:pPr>
            <a:endParaRPr lang="en-US" altLang="zh-CN"/>
          </a:p>
        </p:txBody>
      </p:sp>
      <p:sp>
        <p:nvSpPr>
          <p:cNvPr id="7" name="Rectangle 6">
            <a:extLst>
              <a:ext uri="{FF2B5EF4-FFF2-40B4-BE49-F238E27FC236}">
                <a16:creationId xmlns:a16="http://schemas.microsoft.com/office/drawing/2014/main" id="{3BE6F4CB-486B-478E-8336-2303CAE2C5BB}"/>
              </a:ext>
            </a:extLst>
          </p:cNvPr>
          <p:cNvSpPr>
            <a:spLocks noGrp="1" noChangeArrowheads="1"/>
          </p:cNvSpPr>
          <p:nvPr>
            <p:ph type="sldNum" sz="quarter" idx="12"/>
          </p:nvPr>
        </p:nvSpPr>
        <p:spPr/>
        <p:txBody>
          <a:bodyPr/>
          <a:lstStyle>
            <a:lvl1pPr eaLnBrk="0" hangingPunct="0">
              <a:defRPr>
                <a:latin typeface="Verdana" panose="020B0604030504040204" pitchFamily="34" charset="0"/>
              </a:defRPr>
            </a:lvl1pPr>
          </a:lstStyle>
          <a:p>
            <a:pPr>
              <a:defRPr/>
            </a:pPr>
            <a:fld id="{4431AB79-4432-4815-88A3-FD77BDFF3F4F}" type="slidenum">
              <a:rPr lang="zh-CN" altLang="en-US"/>
              <a:pPr>
                <a:defRPr/>
              </a:pPr>
              <a:t>‹#›</a:t>
            </a:fld>
            <a:endParaRPr lang="en-US" altLang="zh-CN"/>
          </a:p>
        </p:txBody>
      </p:sp>
    </p:spTree>
    <p:extLst>
      <p:ext uri="{BB962C8B-B14F-4D97-AF65-F5344CB8AC3E}">
        <p14:creationId xmlns:p14="http://schemas.microsoft.com/office/powerpoint/2010/main" val="25323884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600200"/>
            <a:ext cx="53848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3938589"/>
            <a:ext cx="53848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9AA98F0B-B8E9-47F8-9DBB-091C976D3864}"/>
              </a:ext>
            </a:extLst>
          </p:cNvPr>
          <p:cNvSpPr>
            <a:spLocks noGrp="1" noChangeArrowheads="1"/>
          </p:cNvSpPr>
          <p:nvPr>
            <p:ph type="dt" sz="half" idx="10"/>
          </p:nvPr>
        </p:nvSpPr>
        <p:spPr/>
        <p:txBody>
          <a:bodyPr/>
          <a:lstStyle>
            <a:lvl1pPr eaLnBrk="0" hangingPunct="0">
              <a:defRPr>
                <a:latin typeface="Verdana" panose="020B0604030504040204" pitchFamily="34" charset="0"/>
              </a:defRPr>
            </a:lvl1pPr>
          </a:lstStyle>
          <a:p>
            <a:pPr>
              <a:defRPr/>
            </a:pPr>
            <a:endParaRPr lang="en-US" altLang="zh-CN"/>
          </a:p>
        </p:txBody>
      </p:sp>
      <p:sp>
        <p:nvSpPr>
          <p:cNvPr id="7" name="Rectangle 5">
            <a:extLst>
              <a:ext uri="{FF2B5EF4-FFF2-40B4-BE49-F238E27FC236}">
                <a16:creationId xmlns:a16="http://schemas.microsoft.com/office/drawing/2014/main" id="{A7CF9BF5-444E-4F37-B2B9-C4046CE36ADA}"/>
              </a:ext>
            </a:extLst>
          </p:cNvPr>
          <p:cNvSpPr>
            <a:spLocks noGrp="1" noChangeArrowheads="1"/>
          </p:cNvSpPr>
          <p:nvPr>
            <p:ph type="ftr" sz="quarter" idx="11"/>
          </p:nvPr>
        </p:nvSpPr>
        <p:spPr/>
        <p:txBody>
          <a:bodyPr/>
          <a:lstStyle>
            <a:lvl1pPr eaLnBrk="0" hangingPunct="0">
              <a:defRPr>
                <a:latin typeface="Verdana" panose="020B0604030504040204" pitchFamily="34" charset="0"/>
              </a:defRPr>
            </a:lvl1pPr>
          </a:lstStyle>
          <a:p>
            <a:pPr>
              <a:defRPr/>
            </a:pPr>
            <a:endParaRPr lang="en-US" altLang="zh-CN"/>
          </a:p>
        </p:txBody>
      </p:sp>
      <p:sp>
        <p:nvSpPr>
          <p:cNvPr id="8" name="Rectangle 6">
            <a:extLst>
              <a:ext uri="{FF2B5EF4-FFF2-40B4-BE49-F238E27FC236}">
                <a16:creationId xmlns:a16="http://schemas.microsoft.com/office/drawing/2014/main" id="{BE3C267B-2480-4215-87F8-115071AB5606}"/>
              </a:ext>
            </a:extLst>
          </p:cNvPr>
          <p:cNvSpPr>
            <a:spLocks noGrp="1" noChangeArrowheads="1"/>
          </p:cNvSpPr>
          <p:nvPr>
            <p:ph type="sldNum" sz="quarter" idx="12"/>
          </p:nvPr>
        </p:nvSpPr>
        <p:spPr/>
        <p:txBody>
          <a:bodyPr/>
          <a:lstStyle>
            <a:lvl1pPr eaLnBrk="0" hangingPunct="0">
              <a:defRPr>
                <a:latin typeface="Verdana" panose="020B0604030504040204" pitchFamily="34" charset="0"/>
              </a:defRPr>
            </a:lvl1pPr>
          </a:lstStyle>
          <a:p>
            <a:pPr>
              <a:defRPr/>
            </a:pPr>
            <a:fld id="{ED8B59BC-0EA0-4F89-81BE-984CBEC51736}" type="slidenum">
              <a:rPr lang="zh-CN" altLang="en-US"/>
              <a:pPr>
                <a:defRPr/>
              </a:pPr>
              <a:t>‹#›</a:t>
            </a:fld>
            <a:endParaRPr lang="en-US" altLang="zh-CN"/>
          </a:p>
        </p:txBody>
      </p:sp>
    </p:spTree>
    <p:extLst>
      <p:ext uri="{BB962C8B-B14F-4D97-AF65-F5344CB8AC3E}">
        <p14:creationId xmlns:p14="http://schemas.microsoft.com/office/powerpoint/2010/main" val="26885054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表格占位符 2"/>
          <p:cNvSpPr>
            <a:spLocks noGrp="1"/>
          </p:cNvSpPr>
          <p:nvPr>
            <p:ph type="tbl" idx="1"/>
          </p:nvPr>
        </p:nvSpPr>
        <p:spPr>
          <a:xfrm>
            <a:off x="609600" y="1600201"/>
            <a:ext cx="10972800" cy="4525963"/>
          </a:xfrm>
        </p:spPr>
        <p:txBody>
          <a:bodyPr/>
          <a:lstStyle/>
          <a:p>
            <a:pPr lvl="0"/>
            <a:endParaRPr lang="zh-CN" altLang="en-US" noProof="0"/>
          </a:p>
        </p:txBody>
      </p:sp>
      <p:sp>
        <p:nvSpPr>
          <p:cNvPr id="4" name="Rectangle 4">
            <a:extLst>
              <a:ext uri="{FF2B5EF4-FFF2-40B4-BE49-F238E27FC236}">
                <a16:creationId xmlns:a16="http://schemas.microsoft.com/office/drawing/2014/main" id="{9F5A779D-8800-4919-9983-7F8A5CAA20B2}"/>
              </a:ext>
            </a:extLst>
          </p:cNvPr>
          <p:cNvSpPr>
            <a:spLocks noGrp="1" noChangeArrowheads="1"/>
          </p:cNvSpPr>
          <p:nvPr>
            <p:ph type="dt" sz="half" idx="10"/>
          </p:nvPr>
        </p:nvSpPr>
        <p:spPr/>
        <p:txBody>
          <a:bodyPr/>
          <a:lstStyle>
            <a:lvl1pPr eaLnBrk="0" hangingPunct="0">
              <a:defRPr>
                <a:latin typeface="Verdana" panose="020B0604030504040204" pitchFamily="34" charset="0"/>
              </a:defRPr>
            </a:lvl1pPr>
          </a:lstStyle>
          <a:p>
            <a:pPr>
              <a:defRPr/>
            </a:pPr>
            <a:endParaRPr lang="en-US" altLang="zh-CN"/>
          </a:p>
        </p:txBody>
      </p:sp>
      <p:sp>
        <p:nvSpPr>
          <p:cNvPr id="5" name="Rectangle 5">
            <a:extLst>
              <a:ext uri="{FF2B5EF4-FFF2-40B4-BE49-F238E27FC236}">
                <a16:creationId xmlns:a16="http://schemas.microsoft.com/office/drawing/2014/main" id="{5239F41E-893C-4FB0-BAA7-1501F9431052}"/>
              </a:ext>
            </a:extLst>
          </p:cNvPr>
          <p:cNvSpPr>
            <a:spLocks noGrp="1" noChangeArrowheads="1"/>
          </p:cNvSpPr>
          <p:nvPr>
            <p:ph type="ftr" sz="quarter" idx="11"/>
          </p:nvPr>
        </p:nvSpPr>
        <p:spPr/>
        <p:txBody>
          <a:bodyPr/>
          <a:lstStyle>
            <a:lvl1pPr eaLnBrk="0" hangingPunct="0">
              <a:defRPr>
                <a:latin typeface="Verdana" panose="020B0604030504040204" pitchFamily="34" charset="0"/>
              </a:defRPr>
            </a:lvl1pPr>
          </a:lstStyle>
          <a:p>
            <a:pPr>
              <a:defRPr/>
            </a:pPr>
            <a:endParaRPr lang="en-US" altLang="zh-CN"/>
          </a:p>
        </p:txBody>
      </p:sp>
      <p:sp>
        <p:nvSpPr>
          <p:cNvPr id="6" name="Rectangle 6">
            <a:extLst>
              <a:ext uri="{FF2B5EF4-FFF2-40B4-BE49-F238E27FC236}">
                <a16:creationId xmlns:a16="http://schemas.microsoft.com/office/drawing/2014/main" id="{9A970106-E1CD-46C8-B7B3-8BDA69AA15E7}"/>
              </a:ext>
            </a:extLst>
          </p:cNvPr>
          <p:cNvSpPr>
            <a:spLocks noGrp="1" noChangeArrowheads="1"/>
          </p:cNvSpPr>
          <p:nvPr>
            <p:ph type="sldNum" sz="quarter" idx="12"/>
          </p:nvPr>
        </p:nvSpPr>
        <p:spPr/>
        <p:txBody>
          <a:bodyPr/>
          <a:lstStyle>
            <a:lvl1pPr eaLnBrk="0" hangingPunct="0">
              <a:defRPr>
                <a:latin typeface="Verdana" panose="020B0604030504040204" pitchFamily="34" charset="0"/>
              </a:defRPr>
            </a:lvl1pPr>
          </a:lstStyle>
          <a:p>
            <a:pPr>
              <a:defRPr/>
            </a:pPr>
            <a:fld id="{D5FC3263-CE93-407E-8E24-AA4A0703AA66}" type="slidenum">
              <a:rPr lang="zh-CN" altLang="en-US"/>
              <a:pPr>
                <a:defRPr/>
              </a:pPr>
              <a:t>‹#›</a:t>
            </a:fld>
            <a:endParaRPr lang="en-US" altLang="zh-CN"/>
          </a:p>
        </p:txBody>
      </p:sp>
    </p:spTree>
    <p:extLst>
      <p:ext uri="{BB962C8B-B14F-4D97-AF65-F5344CB8AC3E}">
        <p14:creationId xmlns:p14="http://schemas.microsoft.com/office/powerpoint/2010/main" val="3081385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3FA55D3-04D1-41AB-ACB6-CED4C9F5D9FF}"/>
              </a:ext>
            </a:extLst>
          </p:cNvPr>
          <p:cNvSpPr>
            <a:spLocks noGrp="1" noChangeArrowheads="1"/>
          </p:cNvSpPr>
          <p:nvPr>
            <p:ph type="title"/>
          </p:nvPr>
        </p:nvSpPr>
        <p:spPr bwMode="auto">
          <a:xfrm>
            <a:off x="609600" y="277813"/>
            <a:ext cx="109728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D5C31EB6-9E0A-41F5-B42A-614F6FA2252F}"/>
              </a:ext>
            </a:extLst>
          </p:cNvPr>
          <p:cNvSpPr>
            <a:spLocks noGrp="1" noChangeArrowheads="1"/>
          </p:cNvSpPr>
          <p:nvPr>
            <p:ph type="body" idx="1"/>
          </p:nvPr>
        </p:nvSpPr>
        <p:spPr bwMode="auto">
          <a:xfrm>
            <a:off x="609600" y="1600200"/>
            <a:ext cx="109728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172" name="Rectangle 4">
            <a:extLst>
              <a:ext uri="{FF2B5EF4-FFF2-40B4-BE49-F238E27FC236}">
                <a16:creationId xmlns:a16="http://schemas.microsoft.com/office/drawing/2014/main" id="{7547C3E9-F0B6-4485-80F1-F867E328B201}"/>
              </a:ext>
            </a:extLst>
          </p:cNvPr>
          <p:cNvSpPr>
            <a:spLocks noGrp="1" noChangeArrowheads="1"/>
          </p:cNvSpPr>
          <p:nvPr>
            <p:ph type="dt" sz="half" idx="2"/>
          </p:nvPr>
        </p:nvSpPr>
        <p:spPr bwMode="auto">
          <a:xfrm>
            <a:off x="609600" y="6248400"/>
            <a:ext cx="2844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ea typeface="宋体" charset="-122"/>
              </a:defRPr>
            </a:lvl1pPr>
          </a:lstStyle>
          <a:p>
            <a:pPr>
              <a:defRPr/>
            </a:pPr>
            <a:endParaRPr lang="en-US" altLang="zh-CN"/>
          </a:p>
        </p:txBody>
      </p:sp>
      <p:sp>
        <p:nvSpPr>
          <p:cNvPr id="7173" name="Rectangle 5">
            <a:extLst>
              <a:ext uri="{FF2B5EF4-FFF2-40B4-BE49-F238E27FC236}">
                <a16:creationId xmlns:a16="http://schemas.microsoft.com/office/drawing/2014/main" id="{2D41C836-2E59-4CDF-84A4-B20D62682840}"/>
              </a:ext>
            </a:extLst>
          </p:cNvPr>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ea typeface="宋体" charset="-122"/>
              </a:defRPr>
            </a:lvl1pPr>
          </a:lstStyle>
          <a:p>
            <a:pPr>
              <a:defRPr/>
            </a:pPr>
            <a:endParaRPr lang="en-US" altLang="zh-CN"/>
          </a:p>
        </p:txBody>
      </p:sp>
      <p:sp>
        <p:nvSpPr>
          <p:cNvPr id="7174" name="Rectangle 6">
            <a:extLst>
              <a:ext uri="{FF2B5EF4-FFF2-40B4-BE49-F238E27FC236}">
                <a16:creationId xmlns:a16="http://schemas.microsoft.com/office/drawing/2014/main" id="{AD1322AF-B5DC-45AF-B0BE-C51AB4C4090E}"/>
              </a:ext>
            </a:extLst>
          </p:cNvPr>
          <p:cNvSpPr>
            <a:spLocks noGrp="1" noChangeArrowheads="1"/>
          </p:cNvSpPr>
          <p:nvPr>
            <p:ph type="sldNum" sz="quarter" idx="4"/>
          </p:nvPr>
        </p:nvSpPr>
        <p:spPr bwMode="auto">
          <a:xfrm>
            <a:off x="8737600" y="6248400"/>
            <a:ext cx="2844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pPr>
              <a:defRPr/>
            </a:pPr>
            <a:fld id="{5C5B8382-158E-4E85-A97F-F7E06F0432AB}" type="slidenum">
              <a:rPr lang="en-US" altLang="zh-CN"/>
              <a:pPr>
                <a:defRPr/>
              </a:pPr>
              <a:t>‹#›</a:t>
            </a:fld>
            <a:endParaRPr lang="en-US" altLang="zh-CN"/>
          </a:p>
        </p:txBody>
      </p:sp>
      <p:sp>
        <p:nvSpPr>
          <p:cNvPr id="1031" name="Rectangle 7">
            <a:extLst>
              <a:ext uri="{FF2B5EF4-FFF2-40B4-BE49-F238E27FC236}">
                <a16:creationId xmlns:a16="http://schemas.microsoft.com/office/drawing/2014/main" id="{8D8FE738-3340-48D1-9365-1023312D5AE7}"/>
              </a:ext>
            </a:extLst>
          </p:cNvPr>
          <p:cNvSpPr>
            <a:spLocks noChangeArrowheads="1"/>
          </p:cNvSpPr>
          <p:nvPr/>
        </p:nvSpPr>
        <p:spPr bwMode="auto">
          <a:xfrm>
            <a:off x="0" y="0"/>
            <a:ext cx="30480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
        <p:nvSpPr>
          <p:cNvPr id="1032" name="Line 8">
            <a:extLst>
              <a:ext uri="{FF2B5EF4-FFF2-40B4-BE49-F238E27FC236}">
                <a16:creationId xmlns:a16="http://schemas.microsoft.com/office/drawing/2014/main" id="{D8483B36-BA72-4432-9C9A-C5E7437EAE9F}"/>
              </a:ext>
            </a:extLst>
          </p:cNvPr>
          <p:cNvSpPr>
            <a:spLocks noChangeShapeType="1"/>
          </p:cNvSpPr>
          <p:nvPr/>
        </p:nvSpPr>
        <p:spPr bwMode="auto">
          <a:xfrm>
            <a:off x="609600" y="1447800"/>
            <a:ext cx="10769600"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3" name="Rectangle 9">
            <a:extLst>
              <a:ext uri="{FF2B5EF4-FFF2-40B4-BE49-F238E27FC236}">
                <a16:creationId xmlns:a16="http://schemas.microsoft.com/office/drawing/2014/main" id="{8070B2F3-002F-4CB7-877A-3B830D324300}"/>
              </a:ext>
            </a:extLst>
          </p:cNvPr>
          <p:cNvSpPr>
            <a:spLocks noChangeArrowheads="1"/>
          </p:cNvSpPr>
          <p:nvPr/>
        </p:nvSpPr>
        <p:spPr bwMode="auto">
          <a:xfrm>
            <a:off x="0" y="2286000"/>
            <a:ext cx="30480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
        <p:nvSpPr>
          <p:cNvPr id="1034" name="Rectangle 10">
            <a:extLst>
              <a:ext uri="{FF2B5EF4-FFF2-40B4-BE49-F238E27FC236}">
                <a16:creationId xmlns:a16="http://schemas.microsoft.com/office/drawing/2014/main" id="{232E4B8D-A6A2-4312-B832-2AEA605BAF48}"/>
              </a:ext>
            </a:extLst>
          </p:cNvPr>
          <p:cNvSpPr>
            <a:spLocks noChangeArrowheads="1"/>
          </p:cNvSpPr>
          <p:nvPr/>
        </p:nvSpPr>
        <p:spPr bwMode="auto">
          <a:xfrm>
            <a:off x="0" y="4572000"/>
            <a:ext cx="304800" cy="22860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4976" r:id="rId1"/>
    <p:sldLayoutId id="2147484964" r:id="rId2"/>
    <p:sldLayoutId id="2147484965" r:id="rId3"/>
    <p:sldLayoutId id="2147484966" r:id="rId4"/>
    <p:sldLayoutId id="2147484967" r:id="rId5"/>
    <p:sldLayoutId id="2147484968" r:id="rId6"/>
    <p:sldLayoutId id="2147484969" r:id="rId7"/>
    <p:sldLayoutId id="2147484970" r:id="rId8"/>
    <p:sldLayoutId id="2147484971" r:id="rId9"/>
    <p:sldLayoutId id="2147484972" r:id="rId10"/>
    <p:sldLayoutId id="2147484973" r:id="rId11"/>
    <p:sldLayoutId id="2147484974" r:id="rId12"/>
    <p:sldLayoutId id="2147484975" r:id="rId13"/>
    <p:sldLayoutId id="2147484977" r:id="rId14"/>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Garamond" pitchFamily="18" charset="0"/>
          <a:ea typeface="宋体" charset="-122"/>
        </a:defRPr>
      </a:lvl2pPr>
      <a:lvl3pPr algn="l" rtl="0" eaLnBrk="0" fontAlgn="base" hangingPunct="0">
        <a:spcBef>
          <a:spcPct val="0"/>
        </a:spcBef>
        <a:spcAft>
          <a:spcPct val="0"/>
        </a:spcAft>
        <a:defRPr sz="4400">
          <a:solidFill>
            <a:schemeClr val="tx2"/>
          </a:solidFill>
          <a:latin typeface="Garamond" pitchFamily="18" charset="0"/>
          <a:ea typeface="宋体" charset="-122"/>
        </a:defRPr>
      </a:lvl3pPr>
      <a:lvl4pPr algn="l" rtl="0" eaLnBrk="0" fontAlgn="base" hangingPunct="0">
        <a:spcBef>
          <a:spcPct val="0"/>
        </a:spcBef>
        <a:spcAft>
          <a:spcPct val="0"/>
        </a:spcAft>
        <a:defRPr sz="4400">
          <a:solidFill>
            <a:schemeClr val="tx2"/>
          </a:solidFill>
          <a:latin typeface="Garamond" pitchFamily="18" charset="0"/>
          <a:ea typeface="宋体" charset="-122"/>
        </a:defRPr>
      </a:lvl4pPr>
      <a:lvl5pPr algn="l" rtl="0" eaLnBrk="0" fontAlgn="base" hangingPunct="0">
        <a:spcBef>
          <a:spcPct val="0"/>
        </a:spcBef>
        <a:spcAft>
          <a:spcPct val="0"/>
        </a:spcAft>
        <a:defRPr sz="4400">
          <a:solidFill>
            <a:schemeClr val="tx2"/>
          </a:solidFill>
          <a:latin typeface="Garamond" pitchFamily="18" charset="0"/>
          <a:ea typeface="宋体" charset="-122"/>
        </a:defRPr>
      </a:lvl5pPr>
      <a:lvl6pPr marL="457200" algn="l" rtl="0" fontAlgn="base">
        <a:spcBef>
          <a:spcPct val="0"/>
        </a:spcBef>
        <a:spcAft>
          <a:spcPct val="0"/>
        </a:spcAft>
        <a:defRPr sz="4400">
          <a:solidFill>
            <a:schemeClr val="tx2"/>
          </a:solidFill>
          <a:latin typeface="Garamond" pitchFamily="18" charset="0"/>
          <a:ea typeface="宋体" charset="-122"/>
        </a:defRPr>
      </a:lvl6pPr>
      <a:lvl7pPr marL="914400" algn="l" rtl="0" fontAlgn="base">
        <a:spcBef>
          <a:spcPct val="0"/>
        </a:spcBef>
        <a:spcAft>
          <a:spcPct val="0"/>
        </a:spcAft>
        <a:defRPr sz="4400">
          <a:solidFill>
            <a:schemeClr val="tx2"/>
          </a:solidFill>
          <a:latin typeface="Garamond" pitchFamily="18" charset="0"/>
          <a:ea typeface="宋体" charset="-122"/>
        </a:defRPr>
      </a:lvl7pPr>
      <a:lvl8pPr marL="1371600" algn="l" rtl="0" fontAlgn="base">
        <a:spcBef>
          <a:spcPct val="0"/>
        </a:spcBef>
        <a:spcAft>
          <a:spcPct val="0"/>
        </a:spcAft>
        <a:defRPr sz="4400">
          <a:solidFill>
            <a:schemeClr val="tx2"/>
          </a:solidFill>
          <a:latin typeface="Garamond" pitchFamily="18" charset="0"/>
          <a:ea typeface="宋体" charset="-122"/>
        </a:defRPr>
      </a:lvl8pPr>
      <a:lvl9pPr marL="1828800" algn="l" rtl="0" fontAlgn="base">
        <a:spcBef>
          <a:spcPct val="0"/>
        </a:spcBef>
        <a:spcAft>
          <a:spcPct val="0"/>
        </a:spcAft>
        <a:defRPr sz="4400">
          <a:solidFill>
            <a:schemeClr val="tx2"/>
          </a:solidFill>
          <a:latin typeface="Garamond" pitchFamily="18" charset="0"/>
          <a:ea typeface="宋体"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63F3554D-D4AB-4C6C-B5F6-B7D202FF1F4E}"/>
              </a:ext>
            </a:extLst>
          </p:cNvPr>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72099" name="Rectangle 3">
            <a:extLst>
              <a:ext uri="{FF2B5EF4-FFF2-40B4-BE49-F238E27FC236}">
                <a16:creationId xmlns:a16="http://schemas.microsoft.com/office/drawing/2014/main" id="{EE773D1E-EEEB-4374-BF2F-0F0E0987D72E}"/>
              </a:ext>
            </a:extLst>
          </p:cNvPr>
          <p:cNvSpPr>
            <a:spLocks noGrp="1" noChangeArrowheads="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72100" name="Rectangle 4">
            <a:extLst>
              <a:ext uri="{FF2B5EF4-FFF2-40B4-BE49-F238E27FC236}">
                <a16:creationId xmlns:a16="http://schemas.microsoft.com/office/drawing/2014/main" id="{C52DAA69-B820-42A7-8FBE-E5D178FBAEE7}"/>
              </a:ext>
            </a:extLst>
          </p:cNvPr>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solidFill>
                  <a:srgbClr val="000000"/>
                </a:solidFill>
                <a:latin typeface="Times New Roman" panose="02020603050405020304" pitchFamily="18" charset="0"/>
              </a:defRPr>
            </a:lvl1pPr>
          </a:lstStyle>
          <a:p>
            <a:pPr>
              <a:defRPr/>
            </a:pPr>
            <a:endParaRPr lang="en-US" altLang="zh-CN"/>
          </a:p>
        </p:txBody>
      </p:sp>
      <p:sp>
        <p:nvSpPr>
          <p:cNvPr id="772101" name="Rectangle 5">
            <a:extLst>
              <a:ext uri="{FF2B5EF4-FFF2-40B4-BE49-F238E27FC236}">
                <a16:creationId xmlns:a16="http://schemas.microsoft.com/office/drawing/2014/main" id="{359875DF-D22F-4566-9012-DD301DCDE02C}"/>
              </a:ext>
            </a:extLst>
          </p:cNvPr>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solidFill>
                  <a:srgbClr val="000000"/>
                </a:solidFill>
                <a:latin typeface="Times New Roman" panose="02020603050405020304" pitchFamily="18" charset="0"/>
              </a:defRPr>
            </a:lvl1pPr>
          </a:lstStyle>
          <a:p>
            <a:pPr>
              <a:defRPr/>
            </a:pPr>
            <a:endParaRPr lang="en-US" altLang="zh-CN"/>
          </a:p>
        </p:txBody>
      </p:sp>
      <p:sp>
        <p:nvSpPr>
          <p:cNvPr id="772102" name="Rectangle 6">
            <a:extLst>
              <a:ext uri="{FF2B5EF4-FFF2-40B4-BE49-F238E27FC236}">
                <a16:creationId xmlns:a16="http://schemas.microsoft.com/office/drawing/2014/main" id="{3A4765ED-17EE-4F6A-BFA3-1FDD9483B5D0}"/>
              </a:ext>
            </a:extLst>
          </p:cNvPr>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solidFill>
                  <a:srgbClr val="000000"/>
                </a:solidFill>
                <a:latin typeface="Times New Roman" panose="02020603050405020304" pitchFamily="18" charset="0"/>
              </a:defRPr>
            </a:lvl1pPr>
          </a:lstStyle>
          <a:p>
            <a:pPr>
              <a:defRPr/>
            </a:pPr>
            <a:fld id="{D012CC7E-A466-4BFD-9AFD-A18FCC08CF2E}" type="slidenum">
              <a:rPr lang="zh-CN" altLang="en-US"/>
              <a:pPr>
                <a:defRPr/>
              </a:pPr>
              <a:t>‹#›</a:t>
            </a:fld>
            <a:endParaRPr lang="en-US" altLang="zh-CN"/>
          </a:p>
        </p:txBody>
      </p:sp>
      <p:sp>
        <p:nvSpPr>
          <p:cNvPr id="2055" name="Rectangle 7">
            <a:extLst>
              <a:ext uri="{FF2B5EF4-FFF2-40B4-BE49-F238E27FC236}">
                <a16:creationId xmlns:a16="http://schemas.microsoft.com/office/drawing/2014/main" id="{61F1C7B5-EBC3-48DB-977B-68C8802AE7DE}"/>
              </a:ext>
            </a:extLst>
          </p:cNvPr>
          <p:cNvSpPr>
            <a:spLocks noChangeArrowheads="1"/>
          </p:cNvSpPr>
          <p:nvPr/>
        </p:nvSpPr>
        <p:spPr bwMode="auto">
          <a:xfrm>
            <a:off x="0" y="0"/>
            <a:ext cx="12192000" cy="620713"/>
          </a:xfrm>
          <a:prstGeom prst="rect">
            <a:avLst/>
          </a:prstGeom>
          <a:gradFill rotWithShape="1">
            <a:gsLst>
              <a:gs pos="0">
                <a:srgbClr val="5E9EFF"/>
              </a:gs>
              <a:gs pos="39999">
                <a:srgbClr val="85C2FF"/>
              </a:gs>
              <a:gs pos="70000">
                <a:srgbClr val="C4D6EB"/>
              </a:gs>
              <a:gs pos="100000">
                <a:srgbClr val="FFEBF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defRPr/>
            </a:pPr>
            <a:endParaRPr lang="zh-CN" altLang="en-US" sz="2400">
              <a:solidFill>
                <a:srgbClr val="000000"/>
              </a:solidFill>
              <a:latin typeface="Times New Roman" panose="02020603050405020304" pitchFamily="18" charset="0"/>
            </a:endParaRPr>
          </a:p>
        </p:txBody>
      </p:sp>
      <p:sp>
        <p:nvSpPr>
          <p:cNvPr id="2056" name="Text Box 8">
            <a:extLst>
              <a:ext uri="{FF2B5EF4-FFF2-40B4-BE49-F238E27FC236}">
                <a16:creationId xmlns:a16="http://schemas.microsoft.com/office/drawing/2014/main" id="{81F2719B-F307-4724-8D61-76520CAED0C0}"/>
              </a:ext>
            </a:extLst>
          </p:cNvPr>
          <p:cNvSpPr txBox="1">
            <a:spLocks noChangeArrowheads="1"/>
          </p:cNvSpPr>
          <p:nvPr/>
        </p:nvSpPr>
        <p:spPr bwMode="auto">
          <a:xfrm>
            <a:off x="5422900" y="6521450"/>
            <a:ext cx="1919288"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defRPr/>
            </a:pPr>
            <a:r>
              <a:rPr lang="zh-CN" altLang="en-US" sz="1600">
                <a:solidFill>
                  <a:srgbClr val="000000"/>
                </a:solidFill>
                <a:latin typeface="Times New Roman" panose="02020603050405020304" pitchFamily="18" charset="0"/>
                <a:ea typeface="华文新魏" panose="02010800040101010101" pitchFamily="2" charset="-122"/>
              </a:rPr>
              <a:t>电子科技大学</a:t>
            </a:r>
          </a:p>
        </p:txBody>
      </p:sp>
      <p:sp>
        <p:nvSpPr>
          <p:cNvPr id="2057" name="Text Box 9">
            <a:extLst>
              <a:ext uri="{FF2B5EF4-FFF2-40B4-BE49-F238E27FC236}">
                <a16:creationId xmlns:a16="http://schemas.microsoft.com/office/drawing/2014/main" id="{99EE8F62-6DD7-4602-AC9B-06B47697259E}"/>
              </a:ext>
            </a:extLst>
          </p:cNvPr>
          <p:cNvSpPr txBox="1">
            <a:spLocks noChangeArrowheads="1"/>
          </p:cNvSpPr>
          <p:nvPr/>
        </p:nvSpPr>
        <p:spPr bwMode="auto">
          <a:xfrm>
            <a:off x="0" y="0"/>
            <a:ext cx="12192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defRPr/>
            </a:pPr>
            <a:r>
              <a:rPr lang="zh-CN" altLang="en-US" sz="2800">
                <a:solidFill>
                  <a:srgbClr val="FF0000"/>
                </a:solidFill>
                <a:latin typeface="Times New Roman" panose="02020603050405020304" pitchFamily="18" charset="0"/>
                <a:ea typeface="华文新魏" panose="02010800040101010101" pitchFamily="2" charset="-122"/>
              </a:rPr>
              <a:t>   现代密码学</a:t>
            </a:r>
            <a:endParaRPr lang="en-US" altLang="zh-CN" sz="2800">
              <a:solidFill>
                <a:srgbClr val="FF0000"/>
              </a:solidFill>
              <a:latin typeface="Times New Roman" panose="02020603050405020304" pitchFamily="18" charset="0"/>
              <a:ea typeface="华文新魏" panose="02010800040101010101" pitchFamily="2" charset="-122"/>
            </a:endParaRPr>
          </a:p>
        </p:txBody>
      </p:sp>
    </p:spTree>
  </p:cSld>
  <p:clrMap bg1="lt1" tx1="dk1" bg2="lt2" tx2="dk2" accent1="accent1" accent2="accent2" accent3="accent3" accent4="accent4" accent5="accent5" accent6="accent6" hlink="hlink" folHlink="folHlink"/>
  <p:sldLayoutIdLst>
    <p:sldLayoutId id="2147484978" r:id="rId1"/>
    <p:sldLayoutId id="2147484979" r:id="rId2"/>
    <p:sldLayoutId id="2147484980" r:id="rId3"/>
    <p:sldLayoutId id="2147484981" r:id="rId4"/>
    <p:sldLayoutId id="2147484982" r:id="rId5"/>
    <p:sldLayoutId id="2147484983" r:id="rId6"/>
    <p:sldLayoutId id="2147484984" r:id="rId7"/>
    <p:sldLayoutId id="2147484985" r:id="rId8"/>
    <p:sldLayoutId id="2147484986" r:id="rId9"/>
    <p:sldLayoutId id="2147484987" r:id="rId10"/>
    <p:sldLayoutId id="2147484988" r:id="rId11"/>
    <p:sldLayoutId id="2147484989" r:id="rId12"/>
    <p:sldLayoutId id="2147484990" r:id="rId13"/>
    <p:sldLayoutId id="2147484991" r:id="rId14"/>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72099">
                                            <p:txEl>
                                              <p:pRg st="0" end="0"/>
                                            </p:txEl>
                                          </p:spTgt>
                                        </p:tgtEl>
                                        <p:attrNameLst>
                                          <p:attrName>style.visibility</p:attrName>
                                        </p:attrNameLst>
                                      </p:cBhvr>
                                      <p:to>
                                        <p:strVal val="visible"/>
                                      </p:to>
                                    </p:set>
                                    <p:anim calcmode="lin" valueType="num">
                                      <p:cBhvr additive="base">
                                        <p:cTn id="7" dur="500" fill="hold"/>
                                        <p:tgtEl>
                                          <p:spTgt spid="7720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7209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72099">
                                            <p:txEl>
                                              <p:pRg st="1" end="1"/>
                                            </p:txEl>
                                          </p:spTgt>
                                        </p:tgtEl>
                                        <p:attrNameLst>
                                          <p:attrName>style.visibility</p:attrName>
                                        </p:attrNameLst>
                                      </p:cBhvr>
                                      <p:to>
                                        <p:strVal val="visible"/>
                                      </p:to>
                                    </p:set>
                                    <p:anim calcmode="lin" valueType="num">
                                      <p:cBhvr additive="base">
                                        <p:cTn id="11" dur="500" fill="hold"/>
                                        <p:tgtEl>
                                          <p:spTgt spid="77209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72099">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72099">
                                            <p:txEl>
                                              <p:pRg st="2" end="2"/>
                                            </p:txEl>
                                          </p:spTgt>
                                        </p:tgtEl>
                                        <p:attrNameLst>
                                          <p:attrName>style.visibility</p:attrName>
                                        </p:attrNameLst>
                                      </p:cBhvr>
                                      <p:to>
                                        <p:strVal val="visible"/>
                                      </p:to>
                                    </p:set>
                                    <p:anim calcmode="lin" valueType="num">
                                      <p:cBhvr additive="base">
                                        <p:cTn id="15" dur="500" fill="hold"/>
                                        <p:tgtEl>
                                          <p:spTgt spid="77209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72099">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72099">
                                            <p:txEl>
                                              <p:pRg st="3" end="3"/>
                                            </p:txEl>
                                          </p:spTgt>
                                        </p:tgtEl>
                                        <p:attrNameLst>
                                          <p:attrName>style.visibility</p:attrName>
                                        </p:attrNameLst>
                                      </p:cBhvr>
                                      <p:to>
                                        <p:strVal val="visible"/>
                                      </p:to>
                                    </p:set>
                                    <p:anim calcmode="lin" valueType="num">
                                      <p:cBhvr additive="base">
                                        <p:cTn id="19" dur="500" fill="hold"/>
                                        <p:tgtEl>
                                          <p:spTgt spid="77209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72099">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72099">
                                            <p:txEl>
                                              <p:pRg st="4" end="4"/>
                                            </p:txEl>
                                          </p:spTgt>
                                        </p:tgtEl>
                                        <p:attrNameLst>
                                          <p:attrName>style.visibility</p:attrName>
                                        </p:attrNameLst>
                                      </p:cBhvr>
                                      <p:to>
                                        <p:strVal val="visible"/>
                                      </p:to>
                                    </p:set>
                                    <p:anim calcmode="lin" valueType="num">
                                      <p:cBhvr additive="base">
                                        <p:cTn id="23" dur="500" fill="hold"/>
                                        <p:tgtEl>
                                          <p:spTgt spid="772099">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7209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2099" grpId="0" build="p">
        <p:tmplLst>
          <p:tmpl lvl="1">
            <p:tnLst>
              <p:par>
                <p:cTn presetID="2" presetClass="entr" presetSubtype="4" fill="hold" nodeType="clickEffect">
                  <p:stCondLst>
                    <p:cond delay="0"/>
                  </p:stCondLst>
                  <p:childTnLst>
                    <p:set>
                      <p:cBhvr>
                        <p:cTn dur="1" fill="hold">
                          <p:stCondLst>
                            <p:cond delay="0"/>
                          </p:stCondLst>
                        </p:cTn>
                        <p:tgtEl>
                          <p:spTgt spid="772099"/>
                        </p:tgtEl>
                        <p:attrNameLst>
                          <p:attrName>style.visibility</p:attrName>
                        </p:attrNameLst>
                      </p:cBhvr>
                      <p:to>
                        <p:strVal val="visible"/>
                      </p:to>
                    </p:set>
                    <p:anim calcmode="lin" valueType="num">
                      <p:cBhvr additive="base">
                        <p:cTn dur="500" fill="hold"/>
                        <p:tgtEl>
                          <p:spTgt spid="772099"/>
                        </p:tgtEl>
                        <p:attrNameLst>
                          <p:attrName>ppt_x</p:attrName>
                        </p:attrNameLst>
                      </p:cBhvr>
                      <p:tavLst>
                        <p:tav tm="0">
                          <p:val>
                            <p:strVal val="#ppt_x"/>
                          </p:val>
                        </p:tav>
                        <p:tav tm="100000">
                          <p:val>
                            <p:strVal val="#ppt_x"/>
                          </p:val>
                        </p:tav>
                      </p:tavLst>
                    </p:anim>
                    <p:anim calcmode="lin" valueType="num">
                      <p:cBhvr additive="base">
                        <p:cTn dur="500" fill="hold"/>
                        <p:tgtEl>
                          <p:spTgt spid="772099"/>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772099"/>
                        </p:tgtEl>
                        <p:attrNameLst>
                          <p:attrName>style.visibility</p:attrName>
                        </p:attrNameLst>
                      </p:cBhvr>
                      <p:to>
                        <p:strVal val="visible"/>
                      </p:to>
                    </p:set>
                    <p:anim calcmode="lin" valueType="num">
                      <p:cBhvr additive="base">
                        <p:cTn dur="500" fill="hold"/>
                        <p:tgtEl>
                          <p:spTgt spid="772099"/>
                        </p:tgtEl>
                        <p:attrNameLst>
                          <p:attrName>ppt_x</p:attrName>
                        </p:attrNameLst>
                      </p:cBhvr>
                      <p:tavLst>
                        <p:tav tm="0">
                          <p:val>
                            <p:strVal val="#ppt_x"/>
                          </p:val>
                        </p:tav>
                        <p:tav tm="100000">
                          <p:val>
                            <p:strVal val="#ppt_x"/>
                          </p:val>
                        </p:tav>
                      </p:tavLst>
                    </p:anim>
                    <p:anim calcmode="lin" valueType="num">
                      <p:cBhvr additive="base">
                        <p:cTn dur="500" fill="hold"/>
                        <p:tgtEl>
                          <p:spTgt spid="772099"/>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772099"/>
                        </p:tgtEl>
                        <p:attrNameLst>
                          <p:attrName>style.visibility</p:attrName>
                        </p:attrNameLst>
                      </p:cBhvr>
                      <p:to>
                        <p:strVal val="visible"/>
                      </p:to>
                    </p:set>
                    <p:anim calcmode="lin" valueType="num">
                      <p:cBhvr additive="base">
                        <p:cTn dur="500" fill="hold"/>
                        <p:tgtEl>
                          <p:spTgt spid="772099"/>
                        </p:tgtEl>
                        <p:attrNameLst>
                          <p:attrName>ppt_x</p:attrName>
                        </p:attrNameLst>
                      </p:cBhvr>
                      <p:tavLst>
                        <p:tav tm="0">
                          <p:val>
                            <p:strVal val="#ppt_x"/>
                          </p:val>
                        </p:tav>
                        <p:tav tm="100000">
                          <p:val>
                            <p:strVal val="#ppt_x"/>
                          </p:val>
                        </p:tav>
                      </p:tavLst>
                    </p:anim>
                    <p:anim calcmode="lin" valueType="num">
                      <p:cBhvr additive="base">
                        <p:cTn dur="500" fill="hold"/>
                        <p:tgtEl>
                          <p:spTgt spid="772099"/>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772099"/>
                        </p:tgtEl>
                        <p:attrNameLst>
                          <p:attrName>style.visibility</p:attrName>
                        </p:attrNameLst>
                      </p:cBhvr>
                      <p:to>
                        <p:strVal val="visible"/>
                      </p:to>
                    </p:set>
                    <p:anim calcmode="lin" valueType="num">
                      <p:cBhvr additive="base">
                        <p:cTn dur="500" fill="hold"/>
                        <p:tgtEl>
                          <p:spTgt spid="772099"/>
                        </p:tgtEl>
                        <p:attrNameLst>
                          <p:attrName>ppt_x</p:attrName>
                        </p:attrNameLst>
                      </p:cBhvr>
                      <p:tavLst>
                        <p:tav tm="0">
                          <p:val>
                            <p:strVal val="#ppt_x"/>
                          </p:val>
                        </p:tav>
                        <p:tav tm="100000">
                          <p:val>
                            <p:strVal val="#ppt_x"/>
                          </p:val>
                        </p:tav>
                      </p:tavLst>
                    </p:anim>
                    <p:anim calcmode="lin" valueType="num">
                      <p:cBhvr additive="base">
                        <p:cTn dur="500" fill="hold"/>
                        <p:tgtEl>
                          <p:spTgt spid="772099"/>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772099"/>
                        </p:tgtEl>
                        <p:attrNameLst>
                          <p:attrName>style.visibility</p:attrName>
                        </p:attrNameLst>
                      </p:cBhvr>
                      <p:to>
                        <p:strVal val="visible"/>
                      </p:to>
                    </p:set>
                    <p:anim calcmode="lin" valueType="num">
                      <p:cBhvr additive="base">
                        <p:cTn dur="500" fill="hold"/>
                        <p:tgtEl>
                          <p:spTgt spid="772099"/>
                        </p:tgtEl>
                        <p:attrNameLst>
                          <p:attrName>ppt_x</p:attrName>
                        </p:attrNameLst>
                      </p:cBhvr>
                      <p:tavLst>
                        <p:tav tm="0">
                          <p:val>
                            <p:strVal val="#ppt_x"/>
                          </p:val>
                        </p:tav>
                        <p:tav tm="100000">
                          <p:val>
                            <p:strVal val="#ppt_x"/>
                          </p:val>
                        </p:tav>
                      </p:tavLst>
                    </p:anim>
                    <p:anim calcmode="lin" valueType="num">
                      <p:cBhvr additive="base">
                        <p:cTn dur="500" fill="hold"/>
                        <p:tgtEl>
                          <p:spTgt spid="772099"/>
                        </p:tgtEl>
                        <p:attrNameLst>
                          <p:attrName>ppt_y</p:attrName>
                        </p:attrNameLst>
                      </p:cBhvr>
                      <p:tavLst>
                        <p:tav tm="0">
                          <p:val>
                            <p:strVal val="1+#ppt_h/2"/>
                          </p:val>
                        </p:tav>
                        <p:tav tm="100000">
                          <p:val>
                            <p:strVal val="#ppt_y"/>
                          </p:val>
                        </p:tav>
                      </p:tavLst>
                    </p:anim>
                  </p:childTnLst>
                </p:cTn>
              </p:par>
            </p:tnLst>
          </p:tmpl>
        </p:tmplLst>
      </p:bldP>
    </p:bldLst>
  </p:timing>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华文中宋" pitchFamily="2" charset="-122"/>
        </a:defRPr>
      </a:lvl2pPr>
      <a:lvl3pPr algn="ctr" rtl="0" eaLnBrk="0" fontAlgn="base" hangingPunct="0">
        <a:spcBef>
          <a:spcPct val="0"/>
        </a:spcBef>
        <a:spcAft>
          <a:spcPct val="0"/>
        </a:spcAft>
        <a:defRPr sz="4400">
          <a:solidFill>
            <a:schemeClr val="tx2"/>
          </a:solidFill>
          <a:latin typeface="Arial" charset="0"/>
          <a:ea typeface="华文中宋" pitchFamily="2" charset="-122"/>
        </a:defRPr>
      </a:lvl3pPr>
      <a:lvl4pPr algn="ctr" rtl="0" eaLnBrk="0" fontAlgn="base" hangingPunct="0">
        <a:spcBef>
          <a:spcPct val="0"/>
        </a:spcBef>
        <a:spcAft>
          <a:spcPct val="0"/>
        </a:spcAft>
        <a:defRPr sz="4400">
          <a:solidFill>
            <a:schemeClr val="tx2"/>
          </a:solidFill>
          <a:latin typeface="Arial" charset="0"/>
          <a:ea typeface="华文中宋" pitchFamily="2" charset="-122"/>
        </a:defRPr>
      </a:lvl4pPr>
      <a:lvl5pPr algn="ctr" rtl="0" eaLnBrk="0" fontAlgn="base" hangingPunct="0">
        <a:spcBef>
          <a:spcPct val="0"/>
        </a:spcBef>
        <a:spcAft>
          <a:spcPct val="0"/>
        </a:spcAft>
        <a:defRPr sz="4400">
          <a:solidFill>
            <a:schemeClr val="tx2"/>
          </a:solidFill>
          <a:latin typeface="Arial" charset="0"/>
          <a:ea typeface="华文中宋" pitchFamily="2" charset="-122"/>
        </a:defRPr>
      </a:lvl5pPr>
      <a:lvl6pPr marL="457200" algn="ctr" rtl="0" fontAlgn="base">
        <a:spcBef>
          <a:spcPct val="0"/>
        </a:spcBef>
        <a:spcAft>
          <a:spcPct val="0"/>
        </a:spcAft>
        <a:defRPr sz="4400">
          <a:solidFill>
            <a:schemeClr val="tx2"/>
          </a:solidFill>
          <a:latin typeface="Arial" charset="0"/>
          <a:ea typeface="华文中宋" pitchFamily="2" charset="-122"/>
        </a:defRPr>
      </a:lvl6pPr>
      <a:lvl7pPr marL="914400" algn="ctr" rtl="0" fontAlgn="base">
        <a:spcBef>
          <a:spcPct val="0"/>
        </a:spcBef>
        <a:spcAft>
          <a:spcPct val="0"/>
        </a:spcAft>
        <a:defRPr sz="4400">
          <a:solidFill>
            <a:schemeClr val="tx2"/>
          </a:solidFill>
          <a:latin typeface="Arial" charset="0"/>
          <a:ea typeface="华文中宋" pitchFamily="2" charset="-122"/>
        </a:defRPr>
      </a:lvl7pPr>
      <a:lvl8pPr marL="1371600" algn="ctr" rtl="0" fontAlgn="base">
        <a:spcBef>
          <a:spcPct val="0"/>
        </a:spcBef>
        <a:spcAft>
          <a:spcPct val="0"/>
        </a:spcAft>
        <a:defRPr sz="4400">
          <a:solidFill>
            <a:schemeClr val="tx2"/>
          </a:solidFill>
          <a:latin typeface="Arial" charset="0"/>
          <a:ea typeface="华文中宋" pitchFamily="2" charset="-122"/>
        </a:defRPr>
      </a:lvl8pPr>
      <a:lvl9pPr marL="1828800" algn="ctr" rtl="0" fontAlgn="base">
        <a:spcBef>
          <a:spcPct val="0"/>
        </a:spcBef>
        <a:spcAft>
          <a:spcPct val="0"/>
        </a:spcAft>
        <a:defRPr sz="4400">
          <a:solidFill>
            <a:schemeClr val="tx2"/>
          </a:solidFill>
          <a:latin typeface="Arial" charset="0"/>
          <a:ea typeface="华文中宋" pitchFamily="2" charset="-122"/>
        </a:defRPr>
      </a:lvl9pPr>
    </p:titleStyle>
    <p:bodyStyle>
      <a:lvl1pPr marL="342900" indent="-342900" algn="l" rtl="0" eaLnBrk="0" fontAlgn="base" hangingPunct="0">
        <a:spcBef>
          <a:spcPct val="20000"/>
        </a:spcBef>
        <a:spcAft>
          <a:spcPct val="0"/>
        </a:spcAft>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000066"/>
        </a:buClr>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rgbClr val="006600"/>
        </a:buClr>
        <a:buChar char="•"/>
        <a:defRPr sz="2400">
          <a:solidFill>
            <a:schemeClr val="tx1"/>
          </a:solidFill>
          <a:latin typeface="+mn-lt"/>
          <a:ea typeface="+mn-ea"/>
        </a:defRPr>
      </a:lvl3pPr>
      <a:lvl4pPr marL="1600200" indent="-228600" algn="l" rtl="0" eaLnBrk="0" fontAlgn="base" hangingPunct="0">
        <a:spcBef>
          <a:spcPct val="20000"/>
        </a:spcBef>
        <a:spcAft>
          <a:spcPct val="0"/>
        </a:spcAft>
        <a:buClr>
          <a:srgbClr val="00FFFF"/>
        </a:buClr>
        <a:buChar char="•"/>
        <a:defRPr sz="2000">
          <a:solidFill>
            <a:schemeClr val="tx1"/>
          </a:solidFill>
          <a:latin typeface="+mn-lt"/>
          <a:ea typeface="+mn-ea"/>
        </a:defRPr>
      </a:lvl4pPr>
      <a:lvl5pPr marL="2057400" indent="-228600" algn="l" rtl="0" eaLnBrk="0" fontAlgn="base" hangingPunct="0">
        <a:spcBef>
          <a:spcPct val="20000"/>
        </a:spcBef>
        <a:spcAft>
          <a:spcPct val="0"/>
        </a:spcAft>
        <a:buClr>
          <a:srgbClr val="99FFCC"/>
        </a:buClr>
        <a:buChar char="•"/>
        <a:defRPr sz="2000">
          <a:solidFill>
            <a:schemeClr val="tx1"/>
          </a:solidFill>
          <a:latin typeface="+mn-lt"/>
          <a:ea typeface="+mn-ea"/>
        </a:defRPr>
      </a:lvl5pPr>
      <a:lvl6pPr marL="2514600" indent="-228600" algn="l" rtl="0" fontAlgn="base">
        <a:spcBef>
          <a:spcPct val="20000"/>
        </a:spcBef>
        <a:spcAft>
          <a:spcPct val="0"/>
        </a:spcAft>
        <a:buClr>
          <a:srgbClr val="99FFCC"/>
        </a:buClr>
        <a:buChar char="•"/>
        <a:defRPr sz="2000">
          <a:solidFill>
            <a:schemeClr val="tx1"/>
          </a:solidFill>
          <a:latin typeface="+mn-lt"/>
          <a:ea typeface="+mn-ea"/>
        </a:defRPr>
      </a:lvl6pPr>
      <a:lvl7pPr marL="2971800" indent="-228600" algn="l" rtl="0" fontAlgn="base">
        <a:spcBef>
          <a:spcPct val="20000"/>
        </a:spcBef>
        <a:spcAft>
          <a:spcPct val="0"/>
        </a:spcAft>
        <a:buClr>
          <a:srgbClr val="99FFCC"/>
        </a:buClr>
        <a:buChar char="•"/>
        <a:defRPr sz="2000">
          <a:solidFill>
            <a:schemeClr val="tx1"/>
          </a:solidFill>
          <a:latin typeface="+mn-lt"/>
          <a:ea typeface="+mn-ea"/>
        </a:defRPr>
      </a:lvl7pPr>
      <a:lvl8pPr marL="3429000" indent="-228600" algn="l" rtl="0" fontAlgn="base">
        <a:spcBef>
          <a:spcPct val="20000"/>
        </a:spcBef>
        <a:spcAft>
          <a:spcPct val="0"/>
        </a:spcAft>
        <a:buClr>
          <a:srgbClr val="99FFCC"/>
        </a:buClr>
        <a:buChar char="•"/>
        <a:defRPr sz="2000">
          <a:solidFill>
            <a:schemeClr val="tx1"/>
          </a:solidFill>
          <a:latin typeface="+mn-lt"/>
          <a:ea typeface="+mn-ea"/>
        </a:defRPr>
      </a:lvl8pPr>
      <a:lvl9pPr marL="3886200" indent="-228600" algn="l" rtl="0" fontAlgn="base">
        <a:spcBef>
          <a:spcPct val="20000"/>
        </a:spcBef>
        <a:spcAft>
          <a:spcPct val="0"/>
        </a:spcAft>
        <a:buClr>
          <a:srgbClr val="99FFCC"/>
        </a:buClr>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4.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14.jpeg"/></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www.mathmagic.cn/bbs/"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4D000BA4-DC3D-4EDD-BEFA-F635057C836B}"/>
              </a:ext>
            </a:extLst>
          </p:cNvPr>
          <p:cNvSpPr>
            <a:spLocks noGrp="1" noChangeArrowheads="1"/>
          </p:cNvSpPr>
          <p:nvPr>
            <p:ph type="ctrTitle"/>
          </p:nvPr>
        </p:nvSpPr>
        <p:spPr/>
        <p:txBody>
          <a:bodyPr/>
          <a:lstStyle/>
          <a:p>
            <a:pPr eaLnBrk="1" hangingPunct="1"/>
            <a:r>
              <a:rPr lang="zh-CN" altLang="en-US"/>
              <a:t>现代密码学</a:t>
            </a:r>
          </a:p>
        </p:txBody>
      </p:sp>
      <p:sp>
        <p:nvSpPr>
          <p:cNvPr id="22531" name="Rectangle 3">
            <a:extLst>
              <a:ext uri="{FF2B5EF4-FFF2-40B4-BE49-F238E27FC236}">
                <a16:creationId xmlns:a16="http://schemas.microsoft.com/office/drawing/2014/main" id="{4D04BF7F-DCD5-4485-ADAB-A7DFD9AC3C2F}"/>
              </a:ext>
            </a:extLst>
          </p:cNvPr>
          <p:cNvSpPr>
            <a:spLocks noGrp="1" noChangeArrowheads="1"/>
          </p:cNvSpPr>
          <p:nvPr>
            <p:ph type="subTitle" idx="1"/>
          </p:nvPr>
        </p:nvSpPr>
        <p:spPr/>
        <p:txBody>
          <a:bodyPr/>
          <a:lstStyle/>
          <a:p>
            <a:pPr eaLnBrk="1" hangingPunct="1"/>
            <a:r>
              <a:rPr lang="zh-CN" altLang="en-US" b="1" dirty="0"/>
              <a:t>廖永建</a:t>
            </a:r>
            <a:endParaRPr lang="en-US" altLang="zh-CN" b="1" dirty="0"/>
          </a:p>
          <a:p>
            <a:pPr eaLnBrk="1" hangingPunct="1"/>
            <a:r>
              <a:rPr lang="zh-CN" altLang="en-US" b="1" dirty="0"/>
              <a:t>信息与软件工程学院</a:t>
            </a:r>
            <a:endParaRPr lang="en-US" altLang="zh-CN" b="1" dirty="0"/>
          </a:p>
          <a:p>
            <a:pPr eaLnBrk="1" hangingPunct="1"/>
            <a:r>
              <a:rPr lang="zh-CN" altLang="en-US" b="1" dirty="0"/>
              <a:t>网络空间安全实验室（</a:t>
            </a:r>
            <a:r>
              <a:rPr lang="en-US" altLang="zh-CN" b="1" dirty="0"/>
              <a:t>211</a:t>
            </a:r>
            <a:r>
              <a:rPr lang="zh-CN" altLang="en-US" b="1" dirty="0"/>
              <a:t>楼</a:t>
            </a:r>
            <a:r>
              <a:rPr lang="en-US" altLang="zh-CN" b="1"/>
              <a:t>703</a:t>
            </a:r>
            <a:r>
              <a:rPr lang="zh-CN" altLang="en-US" b="1"/>
              <a:t>）</a:t>
            </a:r>
            <a:endParaRPr lang="en-US" altLang="zh-CN" b="1" dirty="0"/>
          </a:p>
          <a:p>
            <a:pPr eaLnBrk="1" hangingPunct="1"/>
            <a:r>
              <a:rPr lang="zh-CN" altLang="en-US" b="1" dirty="0"/>
              <a:t>电子科技大学</a:t>
            </a:r>
            <a:endParaRPr lang="en-US" altLang="zh-CN" b="1" dirty="0"/>
          </a:p>
        </p:txBody>
      </p:sp>
    </p:spTree>
  </p:cSld>
  <p:clrMapOvr>
    <a:masterClrMapping/>
  </p:clrMapOvr>
  <p:transition spd="slow" advTm="15468"/>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0128BF-82EB-4259-B5FE-16D2E80CE415}"/>
              </a:ext>
            </a:extLst>
          </p:cNvPr>
          <p:cNvSpPr>
            <a:spLocks noGrp="1"/>
          </p:cNvSpPr>
          <p:nvPr>
            <p:ph type="title"/>
          </p:nvPr>
        </p:nvSpPr>
        <p:spPr/>
        <p:txBody>
          <a:bodyPr/>
          <a:lstStyle/>
          <a:p>
            <a:r>
              <a:rPr lang="zh-CN" altLang="en-US" b="1" dirty="0"/>
              <a:t>学习密码学之前，请想一想。。。</a:t>
            </a:r>
          </a:p>
        </p:txBody>
      </p:sp>
      <p:sp>
        <p:nvSpPr>
          <p:cNvPr id="3" name="内容占位符 2">
            <a:extLst>
              <a:ext uri="{FF2B5EF4-FFF2-40B4-BE49-F238E27FC236}">
                <a16:creationId xmlns:a16="http://schemas.microsoft.com/office/drawing/2014/main" id="{BDE676D7-F1BE-4CE0-A182-439949D55A15}"/>
              </a:ext>
            </a:extLst>
          </p:cNvPr>
          <p:cNvSpPr>
            <a:spLocks noGrp="1"/>
          </p:cNvSpPr>
          <p:nvPr>
            <p:ph idx="1"/>
          </p:nvPr>
        </p:nvSpPr>
        <p:spPr/>
        <p:txBody>
          <a:bodyPr/>
          <a:lstStyle/>
          <a:p>
            <a:r>
              <a:rPr lang="zh-CN" altLang="en-US" b="1" dirty="0"/>
              <a:t>你相信网络吗？</a:t>
            </a:r>
            <a:endParaRPr lang="en-US" altLang="zh-CN" b="1" dirty="0"/>
          </a:p>
          <a:p>
            <a:pPr lvl="1"/>
            <a:r>
              <a:rPr lang="zh-CN" altLang="en-US" b="1" dirty="0"/>
              <a:t>网络好比筋斗云，一翻十万八千里，让我们不出门也能知天下事</a:t>
            </a:r>
            <a:endParaRPr lang="en-US" altLang="zh-CN" b="1" dirty="0"/>
          </a:p>
          <a:p>
            <a:pPr lvl="1"/>
            <a:r>
              <a:rPr lang="zh-CN" altLang="en-US" b="1" dirty="0"/>
              <a:t>现代人生活、工作中的一切几乎全面仰赖计算机及网络，不容易察觉其中的危机</a:t>
            </a:r>
            <a:endParaRPr lang="en-US" altLang="zh-CN" b="1" dirty="0"/>
          </a:p>
          <a:p>
            <a:r>
              <a:rPr lang="zh-CN" altLang="en-US" b="1" dirty="0"/>
              <a:t>不设防的便利之下，潜藏着危机</a:t>
            </a:r>
            <a:endParaRPr lang="en-US" altLang="zh-CN" b="1" dirty="0"/>
          </a:p>
          <a:p>
            <a:endParaRPr lang="zh-CN" altLang="en-US" b="1" dirty="0"/>
          </a:p>
        </p:txBody>
      </p:sp>
      <p:pic>
        <p:nvPicPr>
          <p:cNvPr id="5" name="图片 4">
            <a:extLst>
              <a:ext uri="{FF2B5EF4-FFF2-40B4-BE49-F238E27FC236}">
                <a16:creationId xmlns:a16="http://schemas.microsoft.com/office/drawing/2014/main" id="{C483E2EF-5A9F-4D2D-82D8-BCF437C0EF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3938826"/>
            <a:ext cx="2502455" cy="2899296"/>
          </a:xfrm>
          <a:prstGeom prst="rect">
            <a:avLst/>
          </a:prstGeom>
        </p:spPr>
      </p:pic>
      <p:pic>
        <p:nvPicPr>
          <p:cNvPr id="6" name="图片 5">
            <a:extLst>
              <a:ext uri="{FF2B5EF4-FFF2-40B4-BE49-F238E27FC236}">
                <a16:creationId xmlns:a16="http://schemas.microsoft.com/office/drawing/2014/main" id="{6F213C73-0469-4ACB-98A3-C6A331BFC3BB}"/>
              </a:ext>
            </a:extLst>
          </p:cNvPr>
          <p:cNvPicPr>
            <a:picLocks noChangeAspect="1"/>
          </p:cNvPicPr>
          <p:nvPr/>
        </p:nvPicPr>
        <p:blipFill>
          <a:blip r:embed="rId3"/>
          <a:stretch>
            <a:fillRect/>
          </a:stretch>
        </p:blipFill>
        <p:spPr>
          <a:xfrm>
            <a:off x="4591050" y="4191000"/>
            <a:ext cx="3009900" cy="2488184"/>
          </a:xfrm>
          <a:prstGeom prst="rect">
            <a:avLst/>
          </a:prstGeom>
        </p:spPr>
      </p:pic>
      <p:pic>
        <p:nvPicPr>
          <p:cNvPr id="7" name="图片 6">
            <a:extLst>
              <a:ext uri="{FF2B5EF4-FFF2-40B4-BE49-F238E27FC236}">
                <a16:creationId xmlns:a16="http://schemas.microsoft.com/office/drawing/2014/main" id="{A15AE9EC-A4A4-498F-ACBC-062548D0FEB1}"/>
              </a:ext>
            </a:extLst>
          </p:cNvPr>
          <p:cNvPicPr>
            <a:picLocks noChangeAspect="1"/>
          </p:cNvPicPr>
          <p:nvPr/>
        </p:nvPicPr>
        <p:blipFill>
          <a:blip r:embed="rId4"/>
          <a:stretch>
            <a:fillRect/>
          </a:stretch>
        </p:blipFill>
        <p:spPr>
          <a:xfrm>
            <a:off x="8305800" y="4191000"/>
            <a:ext cx="3133725" cy="2095500"/>
          </a:xfrm>
          <a:prstGeom prst="rect">
            <a:avLst/>
          </a:prstGeom>
        </p:spPr>
      </p:pic>
    </p:spTree>
    <p:extLst>
      <p:ext uri="{BB962C8B-B14F-4D97-AF65-F5344CB8AC3E}">
        <p14:creationId xmlns:p14="http://schemas.microsoft.com/office/powerpoint/2010/main" val="2127657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0128BF-82EB-4259-B5FE-16D2E80CE415}"/>
              </a:ext>
            </a:extLst>
          </p:cNvPr>
          <p:cNvSpPr>
            <a:spLocks noGrp="1"/>
          </p:cNvSpPr>
          <p:nvPr>
            <p:ph type="title"/>
          </p:nvPr>
        </p:nvSpPr>
        <p:spPr/>
        <p:txBody>
          <a:bodyPr/>
          <a:lstStyle/>
          <a:p>
            <a:r>
              <a:rPr lang="zh-CN" altLang="en-US" b="1" dirty="0"/>
              <a:t>学习密码学之前，请想一想。。。</a:t>
            </a:r>
          </a:p>
        </p:txBody>
      </p:sp>
      <p:sp>
        <p:nvSpPr>
          <p:cNvPr id="3" name="内容占位符 2">
            <a:extLst>
              <a:ext uri="{FF2B5EF4-FFF2-40B4-BE49-F238E27FC236}">
                <a16:creationId xmlns:a16="http://schemas.microsoft.com/office/drawing/2014/main" id="{BDE676D7-F1BE-4CE0-A182-439949D55A15}"/>
              </a:ext>
            </a:extLst>
          </p:cNvPr>
          <p:cNvSpPr>
            <a:spLocks noGrp="1"/>
          </p:cNvSpPr>
          <p:nvPr>
            <p:ph idx="1"/>
          </p:nvPr>
        </p:nvSpPr>
        <p:spPr/>
        <p:txBody>
          <a:bodyPr/>
          <a:lstStyle/>
          <a:p>
            <a:r>
              <a:rPr lang="zh-CN" altLang="en-US" b="1" dirty="0"/>
              <a:t>网络真的免费吗？</a:t>
            </a:r>
            <a:endParaRPr lang="en-US" altLang="zh-CN" b="1" dirty="0"/>
          </a:p>
          <a:p>
            <a:pPr lvl="1"/>
            <a:r>
              <a:rPr lang="zh-CN" altLang="en-US" b="1" dirty="0"/>
              <a:t>一个陌生人需要付多少钱，你会给他看你的日记？</a:t>
            </a:r>
            <a:endParaRPr lang="en-US" altLang="zh-CN" b="1" dirty="0"/>
          </a:p>
          <a:p>
            <a:pPr lvl="1"/>
            <a:r>
              <a:rPr lang="zh-CN" altLang="en-US" b="1" dirty="0"/>
              <a:t>免费用网络与家人联络、视频通话、看新闻看影片、收发电子邮件、使用搜索引擎。只有少数人知道我们真正的付费方式</a:t>
            </a:r>
            <a:endParaRPr lang="en-US" altLang="zh-CN" b="1" dirty="0"/>
          </a:p>
          <a:p>
            <a:pPr lvl="1"/>
            <a:r>
              <a:rPr lang="zh-CN" altLang="en-US" b="1" dirty="0"/>
              <a:t>每一天我们用个人隐私作为货币，来换取网络的“免费服务”</a:t>
            </a:r>
          </a:p>
        </p:txBody>
      </p:sp>
      <p:pic>
        <p:nvPicPr>
          <p:cNvPr id="4" name="图片 3">
            <a:extLst>
              <a:ext uri="{FF2B5EF4-FFF2-40B4-BE49-F238E27FC236}">
                <a16:creationId xmlns:a16="http://schemas.microsoft.com/office/drawing/2014/main" id="{59F76719-1363-4CDE-8218-A41CCDADACE8}"/>
              </a:ext>
            </a:extLst>
          </p:cNvPr>
          <p:cNvPicPr>
            <a:picLocks noChangeAspect="1"/>
          </p:cNvPicPr>
          <p:nvPr/>
        </p:nvPicPr>
        <p:blipFill rotWithShape="1">
          <a:blip r:embed="rId2"/>
          <a:srcRect l="11242" r="17608"/>
          <a:stretch/>
        </p:blipFill>
        <p:spPr>
          <a:xfrm>
            <a:off x="838201" y="3971935"/>
            <a:ext cx="3124200" cy="2793528"/>
          </a:xfrm>
          <a:prstGeom prst="rect">
            <a:avLst/>
          </a:prstGeom>
        </p:spPr>
      </p:pic>
      <p:pic>
        <p:nvPicPr>
          <p:cNvPr id="8" name="图片 7">
            <a:extLst>
              <a:ext uri="{FF2B5EF4-FFF2-40B4-BE49-F238E27FC236}">
                <a16:creationId xmlns:a16="http://schemas.microsoft.com/office/drawing/2014/main" id="{FD1F4798-00CE-447B-827B-3C5CE79265D4}"/>
              </a:ext>
            </a:extLst>
          </p:cNvPr>
          <p:cNvPicPr>
            <a:picLocks noChangeAspect="1"/>
          </p:cNvPicPr>
          <p:nvPr/>
        </p:nvPicPr>
        <p:blipFill>
          <a:blip r:embed="rId3"/>
          <a:stretch>
            <a:fillRect/>
          </a:stretch>
        </p:blipFill>
        <p:spPr>
          <a:xfrm>
            <a:off x="4419600" y="4207917"/>
            <a:ext cx="2590800" cy="2467737"/>
          </a:xfrm>
          <a:prstGeom prst="rect">
            <a:avLst/>
          </a:prstGeom>
        </p:spPr>
      </p:pic>
      <p:pic>
        <p:nvPicPr>
          <p:cNvPr id="1026" name="Picture 2" descr="https://gimg2.baidu.com/image_search/src=http%3A%2F%2Finews.gtimg.com%2Fnewsapp_bt%2F0%2F13660475691%2F1000.jpg&amp;refer=http%3A%2F%2Finews.gtimg.com&amp;app=2002&amp;size=f9999,10000&amp;q=a80&amp;n=0&amp;g=0n&amp;fmt=jpeg?sec=1647935850&amp;t=2c834b43eb225cda55f03478f2ff0e1c">
            <a:extLst>
              <a:ext uri="{FF2B5EF4-FFF2-40B4-BE49-F238E27FC236}">
                <a16:creationId xmlns:a16="http://schemas.microsoft.com/office/drawing/2014/main" id="{2E2D54AD-024C-4F4F-8901-1328B326DA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9600" y="4207917"/>
            <a:ext cx="2590801" cy="2321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2327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DF0AF5-3E5E-4C32-AF1D-561B1FDE9D3E}"/>
              </a:ext>
            </a:extLst>
          </p:cNvPr>
          <p:cNvSpPr>
            <a:spLocks noGrp="1"/>
          </p:cNvSpPr>
          <p:nvPr>
            <p:ph type="title"/>
          </p:nvPr>
        </p:nvSpPr>
        <p:spPr/>
        <p:txBody>
          <a:bodyPr/>
          <a:lstStyle/>
          <a:p>
            <a:r>
              <a:rPr lang="zh-CN" altLang="en-US" b="1" dirty="0"/>
              <a:t>密码学</a:t>
            </a:r>
            <a:r>
              <a:rPr lang="en-US" altLang="zh-CN" b="1" dirty="0"/>
              <a:t>——</a:t>
            </a:r>
            <a:r>
              <a:rPr lang="zh-CN" altLang="en-US" b="1" dirty="0"/>
              <a:t>保护信息安全的第一道防线</a:t>
            </a:r>
          </a:p>
        </p:txBody>
      </p:sp>
      <p:pic>
        <p:nvPicPr>
          <p:cNvPr id="4" name="内容占位符 3">
            <a:extLst>
              <a:ext uri="{FF2B5EF4-FFF2-40B4-BE49-F238E27FC236}">
                <a16:creationId xmlns:a16="http://schemas.microsoft.com/office/drawing/2014/main" id="{86751382-A02F-4496-94BC-068E1B4380C5}"/>
              </a:ext>
            </a:extLst>
          </p:cNvPr>
          <p:cNvPicPr>
            <a:picLocks noGrp="1" noChangeAspect="1"/>
          </p:cNvPicPr>
          <p:nvPr>
            <p:ph idx="1"/>
          </p:nvPr>
        </p:nvPicPr>
        <p:blipFill>
          <a:blip r:embed="rId2"/>
          <a:stretch>
            <a:fillRect/>
          </a:stretch>
        </p:blipFill>
        <p:spPr>
          <a:xfrm>
            <a:off x="2744505" y="1600200"/>
            <a:ext cx="6702990" cy="4530725"/>
          </a:xfrm>
          <a:prstGeom prst="rect">
            <a:avLst/>
          </a:prstGeom>
        </p:spPr>
      </p:pic>
    </p:spTree>
    <p:extLst>
      <p:ext uri="{BB962C8B-B14F-4D97-AF65-F5344CB8AC3E}">
        <p14:creationId xmlns:p14="http://schemas.microsoft.com/office/powerpoint/2010/main" val="2643678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图片 3">
            <a:extLst>
              <a:ext uri="{FF2B5EF4-FFF2-40B4-BE49-F238E27FC236}">
                <a16:creationId xmlns:a16="http://schemas.microsoft.com/office/drawing/2014/main" id="{385A4059-9F24-47D0-B806-F77100060E3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17663" y="1219200"/>
            <a:ext cx="3592512" cy="179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8158D57B-3DA7-43CA-BFEF-E0E074B05326}"/>
              </a:ext>
            </a:extLst>
          </p:cNvPr>
          <p:cNvSpPr/>
          <p:nvPr/>
        </p:nvSpPr>
        <p:spPr>
          <a:xfrm>
            <a:off x="2227263" y="454025"/>
            <a:ext cx="2517775" cy="523875"/>
          </a:xfrm>
          <a:prstGeom prst="rect">
            <a:avLst/>
          </a:prstGeom>
          <a:ln>
            <a:noFill/>
          </a:ln>
        </p:spPr>
        <p:txBody>
          <a:bodyPr wrap="none">
            <a:spAutoFit/>
          </a:bodyPr>
          <a:lstStyle/>
          <a:p>
            <a:pPr>
              <a:defRPr/>
            </a:pPr>
            <a:r>
              <a:rPr lang="en-US" altLang="zh-CN" sz="2800" b="1" dirty="0">
                <a:effectLst>
                  <a:outerShdw blurRad="38100" dist="38100" dir="2700000" algn="tl">
                    <a:srgbClr val="000000">
                      <a:alpha val="43137"/>
                    </a:srgbClr>
                  </a:outerShdw>
                </a:effectLst>
                <a:latin typeface="+mn-ea"/>
                <a:ea typeface="+mn-ea"/>
              </a:rPr>
              <a:t>2014</a:t>
            </a:r>
            <a:r>
              <a:rPr lang="zh-CN" altLang="en-US" sz="2800" b="1" dirty="0">
                <a:effectLst>
                  <a:outerShdw blurRad="38100" dist="38100" dir="2700000" algn="tl">
                    <a:srgbClr val="000000">
                      <a:alpha val="43137"/>
                    </a:srgbClr>
                  </a:outerShdw>
                </a:effectLst>
                <a:latin typeface="+mn-ea"/>
                <a:ea typeface="+mn-ea"/>
              </a:rPr>
              <a:t>年</a:t>
            </a:r>
            <a:r>
              <a:rPr lang="en-US" altLang="zh-CN" sz="2800" b="1" dirty="0">
                <a:effectLst>
                  <a:outerShdw blurRad="38100" dist="38100" dir="2700000" algn="tl">
                    <a:srgbClr val="000000">
                      <a:alpha val="43137"/>
                    </a:srgbClr>
                  </a:outerShdw>
                </a:effectLst>
                <a:latin typeface="+mn-ea"/>
                <a:ea typeface="+mn-ea"/>
              </a:rPr>
              <a:t>2</a:t>
            </a:r>
            <a:r>
              <a:rPr lang="zh-CN" altLang="en-US" sz="2800" b="1" dirty="0">
                <a:effectLst>
                  <a:outerShdw blurRad="38100" dist="38100" dir="2700000" algn="tl">
                    <a:srgbClr val="000000">
                      <a:alpha val="43137"/>
                    </a:srgbClr>
                  </a:outerShdw>
                </a:effectLst>
                <a:latin typeface="+mn-ea"/>
                <a:ea typeface="+mn-ea"/>
              </a:rPr>
              <a:t>月</a:t>
            </a:r>
            <a:r>
              <a:rPr lang="en-US" altLang="zh-CN" sz="2800" b="1" dirty="0">
                <a:effectLst>
                  <a:outerShdw blurRad="38100" dist="38100" dir="2700000" algn="tl">
                    <a:srgbClr val="000000">
                      <a:alpha val="43137"/>
                    </a:srgbClr>
                  </a:outerShdw>
                </a:effectLst>
                <a:latin typeface="+mn-ea"/>
                <a:ea typeface="+mn-ea"/>
              </a:rPr>
              <a:t>27</a:t>
            </a:r>
            <a:r>
              <a:rPr lang="zh-CN" altLang="en-US" sz="2800" b="1" dirty="0">
                <a:effectLst>
                  <a:outerShdw blurRad="38100" dist="38100" dir="2700000" algn="tl">
                    <a:srgbClr val="000000">
                      <a:alpha val="43137"/>
                    </a:srgbClr>
                  </a:outerShdw>
                </a:effectLst>
                <a:latin typeface="+mn-ea"/>
                <a:ea typeface="+mn-ea"/>
              </a:rPr>
              <a:t>日</a:t>
            </a:r>
          </a:p>
        </p:txBody>
      </p:sp>
      <p:pic>
        <p:nvPicPr>
          <p:cNvPr id="24580" name="图片 3">
            <a:extLst>
              <a:ext uri="{FF2B5EF4-FFF2-40B4-BE49-F238E27FC236}">
                <a16:creationId xmlns:a16="http://schemas.microsoft.com/office/drawing/2014/main" id="{317F8C92-88D5-4EF0-BAD7-5034D5891C5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0825" y="3473450"/>
            <a:ext cx="4930775" cy="321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658CC5F4-D896-4DE7-88E5-906F71F0CFB0}"/>
              </a:ext>
            </a:extLst>
          </p:cNvPr>
          <p:cNvSpPr/>
          <p:nvPr/>
        </p:nvSpPr>
        <p:spPr>
          <a:xfrm>
            <a:off x="5884863" y="454025"/>
            <a:ext cx="2535237" cy="523875"/>
          </a:xfrm>
          <a:prstGeom prst="rect">
            <a:avLst/>
          </a:prstGeom>
          <a:ln>
            <a:noFill/>
          </a:ln>
        </p:spPr>
        <p:txBody>
          <a:bodyPr wrap="none">
            <a:spAutoFit/>
          </a:bodyPr>
          <a:lstStyle/>
          <a:p>
            <a:pPr>
              <a:defRPr/>
            </a:pPr>
            <a:r>
              <a:rPr lang="en-US" altLang="zh-CN" sz="2800" b="1" dirty="0">
                <a:effectLst>
                  <a:outerShdw blurRad="38100" dist="38100" dir="2700000" algn="tl">
                    <a:srgbClr val="000000">
                      <a:alpha val="43137"/>
                    </a:srgbClr>
                  </a:outerShdw>
                </a:effectLst>
                <a:latin typeface="+mn-ea"/>
                <a:ea typeface="+mn-ea"/>
              </a:rPr>
              <a:t>2015</a:t>
            </a:r>
            <a:r>
              <a:rPr lang="zh-CN" altLang="en-US" sz="2800" b="1" dirty="0">
                <a:effectLst>
                  <a:outerShdw blurRad="38100" dist="38100" dir="2700000" algn="tl">
                    <a:srgbClr val="000000">
                      <a:alpha val="43137"/>
                    </a:srgbClr>
                  </a:outerShdw>
                </a:effectLst>
                <a:latin typeface="+mn-ea"/>
                <a:ea typeface="+mn-ea"/>
              </a:rPr>
              <a:t>年</a:t>
            </a:r>
            <a:r>
              <a:rPr lang="en-US" altLang="zh-CN" sz="2800" b="1" dirty="0">
                <a:effectLst>
                  <a:outerShdw blurRad="38100" dist="38100" dir="2700000" algn="tl">
                    <a:srgbClr val="000000">
                      <a:alpha val="43137"/>
                    </a:srgbClr>
                  </a:outerShdw>
                </a:effectLst>
                <a:latin typeface="+mn-ea"/>
                <a:ea typeface="+mn-ea"/>
              </a:rPr>
              <a:t>6</a:t>
            </a:r>
            <a:r>
              <a:rPr lang="zh-CN" altLang="en-US" sz="2800" b="1" dirty="0">
                <a:effectLst>
                  <a:outerShdw blurRad="38100" dist="38100" dir="2700000" algn="tl">
                    <a:srgbClr val="000000">
                      <a:alpha val="43137"/>
                    </a:srgbClr>
                  </a:outerShdw>
                </a:effectLst>
                <a:latin typeface="+mn-ea"/>
                <a:ea typeface="+mn-ea"/>
              </a:rPr>
              <a:t>月</a:t>
            </a:r>
            <a:r>
              <a:rPr lang="en-US" altLang="zh-CN" sz="2800" b="1" dirty="0">
                <a:effectLst>
                  <a:outerShdw blurRad="38100" dist="38100" dir="2700000" algn="tl">
                    <a:srgbClr val="000000">
                      <a:alpha val="43137"/>
                    </a:srgbClr>
                  </a:outerShdw>
                </a:effectLst>
                <a:latin typeface="+mn-ea"/>
                <a:ea typeface="+mn-ea"/>
              </a:rPr>
              <a:t>11</a:t>
            </a:r>
            <a:r>
              <a:rPr lang="zh-CN" altLang="en-US" sz="2800" b="1" dirty="0">
                <a:effectLst>
                  <a:outerShdw blurRad="38100" dist="38100" dir="2700000" algn="tl">
                    <a:srgbClr val="000000">
                      <a:alpha val="43137"/>
                    </a:srgbClr>
                  </a:outerShdw>
                </a:effectLst>
                <a:latin typeface="+mn-ea"/>
                <a:ea typeface="+mn-ea"/>
              </a:rPr>
              <a:t>日</a:t>
            </a:r>
          </a:p>
        </p:txBody>
      </p:sp>
      <p:pic>
        <p:nvPicPr>
          <p:cNvPr id="24582" name="图片 2">
            <a:extLst>
              <a:ext uri="{FF2B5EF4-FFF2-40B4-BE49-F238E27FC236}">
                <a16:creationId xmlns:a16="http://schemas.microsoft.com/office/drawing/2014/main" id="{D2E322C7-7825-4960-8090-13AE0BD8A04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868988" y="1108075"/>
            <a:ext cx="5484812" cy="289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3" name="图片 4">
            <a:extLst>
              <a:ext uri="{FF2B5EF4-FFF2-40B4-BE49-F238E27FC236}">
                <a16:creationId xmlns:a16="http://schemas.microsoft.com/office/drawing/2014/main" id="{6B634E76-64A6-4B41-8F79-C646F2C97782}"/>
              </a:ext>
            </a:extLst>
          </p:cNvPr>
          <p:cNvPicPr>
            <a:picLocks noChangeAspect="1"/>
          </p:cNvPicPr>
          <p:nvPr/>
        </p:nvPicPr>
        <p:blipFill>
          <a:blip r:embed="rId5">
            <a:extLst>
              <a:ext uri="{28A0092B-C50C-407E-A947-70E740481C1C}">
                <a14:useLocalDpi xmlns:a14="http://schemas.microsoft.com/office/drawing/2010/main" val="0"/>
              </a:ext>
            </a:extLst>
          </a:blip>
          <a:srcRect l="20929"/>
          <a:stretch>
            <a:fillRect/>
          </a:stretch>
        </p:blipFill>
        <p:spPr bwMode="auto">
          <a:xfrm>
            <a:off x="5181600" y="3505200"/>
            <a:ext cx="7031038" cy="309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22A26C-9522-418F-BC7A-D4BC9AEBE134}"/>
              </a:ext>
            </a:extLst>
          </p:cNvPr>
          <p:cNvSpPr>
            <a:spLocks noGrp="1"/>
          </p:cNvSpPr>
          <p:nvPr>
            <p:ph type="title"/>
          </p:nvPr>
        </p:nvSpPr>
        <p:spPr>
          <a:xfrm>
            <a:off x="1465263" y="365125"/>
            <a:ext cx="9037637" cy="668338"/>
          </a:xfrm>
        </p:spPr>
        <p:txBody>
          <a:bodyPr/>
          <a:lstStyle/>
          <a:p>
            <a:pPr>
              <a:defRPr/>
            </a:pPr>
            <a:r>
              <a:rPr lang="en-US" altLang="zh-CN" dirty="0"/>
              <a:t>《</a:t>
            </a:r>
            <a:r>
              <a:rPr lang="zh-CN" altLang="en-US" dirty="0"/>
              <a:t>中华人民共和国密码法</a:t>
            </a:r>
            <a:r>
              <a:rPr lang="en-US" altLang="zh-CN" dirty="0"/>
              <a:t>》</a:t>
            </a:r>
            <a:endParaRPr lang="zh-CN" altLang="en-US" dirty="0"/>
          </a:p>
        </p:txBody>
      </p:sp>
      <p:pic>
        <p:nvPicPr>
          <p:cNvPr id="62467" name="内容占位符 5">
            <a:extLst>
              <a:ext uri="{FF2B5EF4-FFF2-40B4-BE49-F238E27FC236}">
                <a16:creationId xmlns:a16="http://schemas.microsoft.com/office/drawing/2014/main" id="{333748A6-EA00-469F-8E02-8E53DBE624B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57200" y="1295400"/>
            <a:ext cx="6107113" cy="4579938"/>
          </a:xfrm>
        </p:spPr>
      </p:pic>
      <p:pic>
        <p:nvPicPr>
          <p:cNvPr id="62468" name="图片 9">
            <a:extLst>
              <a:ext uri="{FF2B5EF4-FFF2-40B4-BE49-F238E27FC236}">
                <a16:creationId xmlns:a16="http://schemas.microsoft.com/office/drawing/2014/main" id="{0D585A2A-98C1-4ACD-B5D2-3331223B65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762000"/>
            <a:ext cx="5130800" cy="586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74AA6D-AD7F-4F62-958E-CFBEF667A663}"/>
              </a:ext>
            </a:extLst>
          </p:cNvPr>
          <p:cNvSpPr>
            <a:spLocks noGrp="1"/>
          </p:cNvSpPr>
          <p:nvPr>
            <p:ph type="title"/>
          </p:nvPr>
        </p:nvSpPr>
        <p:spPr>
          <a:xfrm>
            <a:off x="1465263" y="365125"/>
            <a:ext cx="9037637" cy="668338"/>
          </a:xfrm>
        </p:spPr>
        <p:txBody>
          <a:bodyPr/>
          <a:lstStyle/>
          <a:p>
            <a:pPr>
              <a:defRPr/>
            </a:pPr>
            <a:r>
              <a:rPr lang="zh-CN" altLang="en-US" b="1" dirty="0"/>
              <a:t>新增专业（</a:t>
            </a:r>
            <a:r>
              <a:rPr lang="en-US" altLang="zh-CN" b="1" dirty="0"/>
              <a:t>2021.2.10</a:t>
            </a:r>
            <a:r>
              <a:rPr lang="zh-CN" altLang="en-US" b="1" dirty="0"/>
              <a:t>）</a:t>
            </a:r>
          </a:p>
        </p:txBody>
      </p:sp>
      <p:pic>
        <p:nvPicPr>
          <p:cNvPr id="64515" name="内容占位符 3">
            <a:extLst>
              <a:ext uri="{FF2B5EF4-FFF2-40B4-BE49-F238E27FC236}">
                <a16:creationId xmlns:a16="http://schemas.microsoft.com/office/drawing/2014/main" id="{8868E6D5-B039-47DA-ADB2-C76D96BBABE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62000" y="1071563"/>
            <a:ext cx="9493250" cy="4579937"/>
          </a:xfrm>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25C28E-89A2-4B42-B66F-6342D9E3170C}"/>
              </a:ext>
            </a:extLst>
          </p:cNvPr>
          <p:cNvSpPr>
            <a:spLocks noGrp="1"/>
          </p:cNvSpPr>
          <p:nvPr>
            <p:ph type="title"/>
          </p:nvPr>
        </p:nvSpPr>
        <p:spPr>
          <a:xfrm>
            <a:off x="1465263" y="365125"/>
            <a:ext cx="9037637" cy="668338"/>
          </a:xfrm>
        </p:spPr>
        <p:txBody>
          <a:bodyPr/>
          <a:lstStyle/>
          <a:p>
            <a:pPr>
              <a:defRPr/>
            </a:pPr>
            <a:r>
              <a:rPr lang="zh-CN" altLang="en-US" b="1" dirty="0"/>
              <a:t>新增职业（</a:t>
            </a:r>
            <a:r>
              <a:rPr lang="en-US" altLang="zh-CN" b="1" dirty="0"/>
              <a:t>2021.1.5</a:t>
            </a:r>
            <a:r>
              <a:rPr lang="zh-CN" altLang="en-US" b="1" dirty="0"/>
              <a:t>）</a:t>
            </a:r>
          </a:p>
        </p:txBody>
      </p:sp>
      <p:sp>
        <p:nvSpPr>
          <p:cNvPr id="65539" name="内容占位符 2">
            <a:extLst>
              <a:ext uri="{FF2B5EF4-FFF2-40B4-BE49-F238E27FC236}">
                <a16:creationId xmlns:a16="http://schemas.microsoft.com/office/drawing/2014/main" id="{FDB6DA6E-528D-4103-B3B7-5133CA39265D}"/>
              </a:ext>
            </a:extLst>
          </p:cNvPr>
          <p:cNvSpPr>
            <a:spLocks noGrp="1"/>
          </p:cNvSpPr>
          <p:nvPr>
            <p:ph idx="1"/>
          </p:nvPr>
        </p:nvSpPr>
        <p:spPr>
          <a:xfrm>
            <a:off x="838200" y="1033463"/>
            <a:ext cx="10515600" cy="4579937"/>
          </a:xfrm>
        </p:spPr>
        <p:txBody>
          <a:bodyPr/>
          <a:lstStyle/>
          <a:p>
            <a:r>
              <a:rPr lang="en-US" altLang="zh-CN" b="1"/>
              <a:t>4-07-05-06 </a:t>
            </a:r>
            <a:r>
              <a:rPr lang="zh-CN" altLang="en-US" b="1"/>
              <a:t>密码技术应用员</a:t>
            </a:r>
          </a:p>
          <a:p>
            <a:r>
              <a:rPr lang="zh-CN" altLang="en-US" b="1"/>
              <a:t>定义：运用密码技术，从事信息系统安全密码保障的架构设计、系统集成、检测评估、运维管理、密码咨询等相关密码服务的人员。</a:t>
            </a:r>
          </a:p>
          <a:p>
            <a:r>
              <a:rPr lang="zh-CN" altLang="en-US" b="1"/>
              <a:t>主要工作任务：</a:t>
            </a:r>
          </a:p>
          <a:p>
            <a:r>
              <a:rPr lang="en-US" altLang="zh-CN" b="1"/>
              <a:t>1.</a:t>
            </a:r>
            <a:r>
              <a:rPr lang="zh-CN" altLang="en-US" b="1"/>
              <a:t>分析信息系统安全威胁和业务应用场景的密码应用需求；</a:t>
            </a:r>
          </a:p>
          <a:p>
            <a:r>
              <a:rPr lang="en-US" altLang="zh-CN" b="1"/>
              <a:t>2.</a:t>
            </a:r>
            <a:r>
              <a:rPr lang="zh-CN" altLang="en-US" b="1"/>
              <a:t>设计密码保障应用规划和实施方案；</a:t>
            </a:r>
          </a:p>
          <a:p>
            <a:r>
              <a:rPr lang="en-US" altLang="zh-CN" b="1"/>
              <a:t>3.</a:t>
            </a:r>
            <a:r>
              <a:rPr lang="zh-CN" altLang="en-US" b="1"/>
              <a:t>从事信息系统的密码资源融合部署实施工作；</a:t>
            </a:r>
          </a:p>
          <a:p>
            <a:r>
              <a:rPr lang="en-US" altLang="zh-CN" b="1"/>
              <a:t>4.</a:t>
            </a:r>
            <a:r>
              <a:rPr lang="zh-CN" altLang="en-US" b="1"/>
              <a:t>依据标准和规范，开展信息系统密码应用安全性评估工作；</a:t>
            </a:r>
          </a:p>
          <a:p>
            <a:r>
              <a:rPr lang="en-US" altLang="zh-CN" b="1"/>
              <a:t>5.</a:t>
            </a:r>
            <a:r>
              <a:rPr lang="zh-CN" altLang="en-US" b="1"/>
              <a:t>从事密钥资产安全管理与使用工作；</a:t>
            </a:r>
          </a:p>
          <a:p>
            <a:r>
              <a:rPr lang="en-US" altLang="zh-CN" b="1"/>
              <a:t>6.</a:t>
            </a:r>
            <a:r>
              <a:rPr lang="zh-CN" altLang="en-US" b="1"/>
              <a:t>应急处置密码应用安全突发事件；</a:t>
            </a:r>
          </a:p>
          <a:p>
            <a:r>
              <a:rPr lang="en-US" altLang="zh-CN" b="1"/>
              <a:t>7.</a:t>
            </a:r>
            <a:r>
              <a:rPr lang="zh-CN" altLang="en-US" b="1"/>
              <a:t>从事信息系统密码应用态势监控与运维工作；</a:t>
            </a:r>
          </a:p>
          <a:p>
            <a:r>
              <a:rPr lang="en-US" altLang="zh-CN" b="1"/>
              <a:t>8.</a:t>
            </a:r>
            <a:r>
              <a:rPr lang="zh-CN" altLang="en-US" b="1"/>
              <a:t>提供密码应用技术咨询、密码职业技能培训、密码科普等相关服务。</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矩形 1">
            <a:extLst>
              <a:ext uri="{FF2B5EF4-FFF2-40B4-BE49-F238E27FC236}">
                <a16:creationId xmlns:a16="http://schemas.microsoft.com/office/drawing/2014/main" id="{9B029F76-E083-4BE4-A1E9-24FF4662B3CA}"/>
              </a:ext>
            </a:extLst>
          </p:cNvPr>
          <p:cNvSpPr>
            <a:spLocks noChangeArrowheads="1"/>
          </p:cNvSpPr>
          <p:nvPr/>
        </p:nvSpPr>
        <p:spPr bwMode="auto">
          <a:xfrm>
            <a:off x="533400" y="685800"/>
            <a:ext cx="11201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bg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buNone/>
            </a:pPr>
            <a:r>
              <a:rPr lang="zh-CN" altLang="en-US" b="1" dirty="0"/>
              <a:t>现代密码学（第</a:t>
            </a:r>
            <a:r>
              <a:rPr lang="en-US" altLang="zh-CN" b="1" dirty="0"/>
              <a:t>5</a:t>
            </a:r>
            <a:r>
              <a:rPr lang="zh-CN" altLang="en-US" b="1" dirty="0"/>
              <a:t>版），杨波，清华大学出版社，</a:t>
            </a:r>
            <a:r>
              <a:rPr lang="en-US" altLang="zh-CN" b="1" dirty="0"/>
              <a:t>2022</a:t>
            </a:r>
          </a:p>
        </p:txBody>
      </p:sp>
      <p:pic>
        <p:nvPicPr>
          <p:cNvPr id="4" name="图片 2">
            <a:extLst>
              <a:ext uri="{FF2B5EF4-FFF2-40B4-BE49-F238E27FC236}">
                <a16:creationId xmlns:a16="http://schemas.microsoft.com/office/drawing/2014/main" id="{E3EC085B-A2BC-420B-828B-6302B02AD0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1752600"/>
            <a:ext cx="38862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965"/>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4B598D83-2C31-40A0-8E98-E20DF8F15CD9}"/>
              </a:ext>
            </a:extLst>
          </p:cNvPr>
          <p:cNvSpPr>
            <a:spLocks noGrp="1" noChangeArrowheads="1"/>
          </p:cNvSpPr>
          <p:nvPr>
            <p:ph type="title"/>
          </p:nvPr>
        </p:nvSpPr>
        <p:spPr/>
        <p:txBody>
          <a:bodyPr/>
          <a:lstStyle/>
          <a:p>
            <a:pPr eaLnBrk="1" hangingPunct="1"/>
            <a:r>
              <a:rPr lang="zh-CN" altLang="en-US" b="1" dirty="0"/>
              <a:t>参考书目</a:t>
            </a:r>
          </a:p>
        </p:txBody>
      </p:sp>
      <p:sp>
        <p:nvSpPr>
          <p:cNvPr id="26627" name="Rectangle 3">
            <a:extLst>
              <a:ext uri="{FF2B5EF4-FFF2-40B4-BE49-F238E27FC236}">
                <a16:creationId xmlns:a16="http://schemas.microsoft.com/office/drawing/2014/main" id="{B2ACC11A-9114-4382-99CA-D5D9B22493DA}"/>
              </a:ext>
            </a:extLst>
          </p:cNvPr>
          <p:cNvSpPr>
            <a:spLocks noGrp="1" noChangeArrowheads="1"/>
          </p:cNvSpPr>
          <p:nvPr>
            <p:ph type="body" idx="1"/>
          </p:nvPr>
        </p:nvSpPr>
        <p:spPr/>
        <p:txBody>
          <a:bodyPr/>
          <a:lstStyle/>
          <a:p>
            <a:pPr eaLnBrk="1" hangingPunct="1"/>
            <a:r>
              <a:rPr lang="zh-CN" altLang="en-US" sz="2000" b="1" dirty="0"/>
              <a:t>密码学导引，冯登国，裴定一，科学出版社，</a:t>
            </a:r>
            <a:r>
              <a:rPr lang="en-US" altLang="zh-CN" sz="2000" b="1" dirty="0"/>
              <a:t>1999</a:t>
            </a:r>
            <a:r>
              <a:rPr lang="zh-CN" altLang="en-US" sz="2000" b="1" dirty="0"/>
              <a:t>。</a:t>
            </a:r>
          </a:p>
          <a:p>
            <a:pPr eaLnBrk="1" hangingPunct="1"/>
            <a:r>
              <a:rPr lang="zh-CN" altLang="en-US" sz="2000" b="1" dirty="0"/>
              <a:t>应用密码学手册，</a:t>
            </a:r>
            <a:r>
              <a:rPr lang="en-US" altLang="zh-CN" sz="2000" b="1" dirty="0"/>
              <a:t>[</a:t>
            </a:r>
            <a:r>
              <a:rPr lang="zh-CN" altLang="en-US" sz="2000" b="1" dirty="0"/>
              <a:t>加拿大</a:t>
            </a:r>
            <a:r>
              <a:rPr lang="en-US" altLang="zh-CN" sz="2000" b="1" dirty="0"/>
              <a:t>] </a:t>
            </a:r>
            <a:r>
              <a:rPr lang="zh-CN" altLang="en-US" sz="2000" b="1" dirty="0"/>
              <a:t>梅尼斯（</a:t>
            </a:r>
            <a:r>
              <a:rPr lang="en-US" altLang="zh-CN" sz="2000" b="1" dirty="0"/>
              <a:t>Menezes</a:t>
            </a:r>
            <a:r>
              <a:rPr lang="zh-CN" altLang="en-US" sz="2000" b="1" dirty="0"/>
              <a:t>） 等著；胡磊，王鹏等译，电子工业出版社，</a:t>
            </a:r>
            <a:r>
              <a:rPr lang="en-US" altLang="zh-CN" sz="2000" b="1" dirty="0"/>
              <a:t>2005</a:t>
            </a:r>
            <a:r>
              <a:rPr lang="zh-CN" altLang="en-US" sz="2000" b="1" dirty="0"/>
              <a:t>。</a:t>
            </a:r>
            <a:endParaRPr lang="en-US" altLang="zh-CN" sz="2000" b="1" dirty="0"/>
          </a:p>
          <a:p>
            <a:pPr eaLnBrk="1" hangingPunct="1"/>
            <a:r>
              <a:rPr lang="zh-CN" altLang="en-US" sz="2000" b="1" dirty="0"/>
              <a:t>彭长根</a:t>
            </a:r>
            <a:r>
              <a:rPr lang="en-US" altLang="zh-CN" sz="2000" b="1" dirty="0"/>
              <a:t>. </a:t>
            </a:r>
            <a:r>
              <a:rPr lang="zh-CN" altLang="en-US" sz="2000" b="1" dirty="0"/>
              <a:t>现代密码学趣味之旅</a:t>
            </a:r>
            <a:r>
              <a:rPr lang="en-US" altLang="zh-CN" sz="2000" b="1" dirty="0"/>
              <a:t>. </a:t>
            </a:r>
            <a:r>
              <a:rPr lang="zh-CN" altLang="en-US" sz="2000" b="1" dirty="0"/>
              <a:t>金城出版社</a:t>
            </a:r>
            <a:r>
              <a:rPr lang="en-US" altLang="zh-CN" sz="2000" b="1" dirty="0"/>
              <a:t>, 2015.</a:t>
            </a:r>
            <a:endParaRPr lang="zh-CN" altLang="en-US" sz="2000" b="1" dirty="0"/>
          </a:p>
        </p:txBody>
      </p:sp>
      <p:pic>
        <p:nvPicPr>
          <p:cNvPr id="26629" name="图片 4">
            <a:extLst>
              <a:ext uri="{FF2B5EF4-FFF2-40B4-BE49-F238E27FC236}">
                <a16:creationId xmlns:a16="http://schemas.microsoft.com/office/drawing/2014/main" id="{A4EB4D7F-D0C3-441B-8D8A-7FD5D42BA4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070" y="3124200"/>
            <a:ext cx="2530475" cy="367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0" name="图片 6">
            <a:extLst>
              <a:ext uri="{FF2B5EF4-FFF2-40B4-BE49-F238E27FC236}">
                <a16:creationId xmlns:a16="http://schemas.microsoft.com/office/drawing/2014/main" id="{6F2C56F6-554C-4287-8FFA-CBB9102FAB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7835" y="3116607"/>
            <a:ext cx="2586038" cy="367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 name="Picture 2" descr="https://gimg2.baidu.com/image_search/src=http%3A%2F%2Fview-cache.book118.com%2Fview3%2FM05%2F2A%2F33%2FwKh2BV2G7ZKAH5-GAAWQEDxQII4629.png&amp;refer=http%3A%2F%2Fview-cache.book118.com&amp;app=2002&amp;size=f9999,10000&amp;q=a80&amp;n=0&amp;g=0n&amp;fmt=jpeg?sec=1647937837&amp;t=e62391b53c1826f4ddb6a041ff3a85e9">
            <a:extLst>
              <a:ext uri="{FF2B5EF4-FFF2-40B4-BE49-F238E27FC236}">
                <a16:creationId xmlns:a16="http://schemas.microsoft.com/office/drawing/2014/main" id="{F0DF8584-A98B-496B-A6DF-A766C9E407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82728" y="2981670"/>
            <a:ext cx="2548819" cy="381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advTm="21"/>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23D2E6-478C-4E6C-86E8-F698BB70AB26}"/>
              </a:ext>
            </a:extLst>
          </p:cNvPr>
          <p:cNvSpPr>
            <a:spLocks noGrp="1"/>
          </p:cNvSpPr>
          <p:nvPr>
            <p:ph type="title"/>
          </p:nvPr>
        </p:nvSpPr>
        <p:spPr/>
        <p:txBody>
          <a:bodyPr/>
          <a:lstStyle/>
          <a:p>
            <a:r>
              <a:rPr lang="en-US" altLang="zh-CN" dirty="0"/>
              <a:t>QQ</a:t>
            </a:r>
            <a:r>
              <a:rPr lang="zh-CN" altLang="en-US" dirty="0"/>
              <a:t>群</a:t>
            </a:r>
          </a:p>
        </p:txBody>
      </p:sp>
      <p:sp>
        <p:nvSpPr>
          <p:cNvPr id="4" name="内容占位符 3">
            <a:extLst>
              <a:ext uri="{FF2B5EF4-FFF2-40B4-BE49-F238E27FC236}">
                <a16:creationId xmlns:a16="http://schemas.microsoft.com/office/drawing/2014/main" id="{0E4EEFD2-DE3C-47CA-990C-866DCFF414B3}"/>
              </a:ext>
            </a:extLst>
          </p:cNvPr>
          <p:cNvSpPr>
            <a:spLocks noGrp="1"/>
          </p:cNvSpPr>
          <p:nvPr>
            <p:ph idx="1"/>
          </p:nvPr>
        </p:nvSpPr>
        <p:spPr/>
        <p:txBody>
          <a:bodyPr/>
          <a:lstStyle/>
          <a:p>
            <a:r>
              <a:rPr lang="zh-CN" altLang="en-US" dirty="0"/>
              <a:t>点击链接加入群聊</a:t>
            </a:r>
            <a:r>
              <a:rPr lang="en-US" altLang="zh-CN" dirty="0"/>
              <a:t>【</a:t>
            </a:r>
            <a:r>
              <a:rPr lang="zh-CN" altLang="en-US" dirty="0"/>
              <a:t>现代密码学 </a:t>
            </a:r>
            <a:r>
              <a:rPr lang="en-US" altLang="zh-CN" dirty="0"/>
              <a:t>2025】</a:t>
            </a:r>
            <a:r>
              <a:rPr lang="zh-CN" altLang="en-US" dirty="0"/>
              <a:t>：</a:t>
            </a:r>
            <a:r>
              <a:rPr lang="en-US" altLang="zh-CN" dirty="0"/>
              <a:t>https://qm.qq.com/q/xwHy35D7os</a:t>
            </a:r>
            <a:endParaRPr lang="zh-CN" altLang="en-US" dirty="0"/>
          </a:p>
        </p:txBody>
      </p:sp>
      <p:pic>
        <p:nvPicPr>
          <p:cNvPr id="6" name="图片 5">
            <a:extLst>
              <a:ext uri="{FF2B5EF4-FFF2-40B4-BE49-F238E27FC236}">
                <a16:creationId xmlns:a16="http://schemas.microsoft.com/office/drawing/2014/main" id="{BFEA434D-E242-447A-BA42-9792375E7C4C}"/>
              </a:ext>
            </a:extLst>
          </p:cNvPr>
          <p:cNvPicPr>
            <a:picLocks noChangeAspect="1"/>
          </p:cNvPicPr>
          <p:nvPr/>
        </p:nvPicPr>
        <p:blipFill>
          <a:blip r:embed="rId2"/>
          <a:stretch>
            <a:fillRect/>
          </a:stretch>
        </p:blipFill>
        <p:spPr>
          <a:xfrm>
            <a:off x="3886200" y="2689573"/>
            <a:ext cx="3405567" cy="3441352"/>
          </a:xfrm>
          <a:prstGeom prst="rect">
            <a:avLst/>
          </a:prstGeom>
        </p:spPr>
      </p:pic>
    </p:spTree>
    <p:extLst>
      <p:ext uri="{BB962C8B-B14F-4D97-AF65-F5344CB8AC3E}">
        <p14:creationId xmlns:p14="http://schemas.microsoft.com/office/powerpoint/2010/main" val="653889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1C163EF8-8833-47B4-AFD6-21348C73E09D}"/>
              </a:ext>
            </a:extLst>
          </p:cNvPr>
          <p:cNvSpPr>
            <a:spLocks noGrp="1" noChangeArrowheads="1"/>
          </p:cNvSpPr>
          <p:nvPr>
            <p:ph type="title"/>
          </p:nvPr>
        </p:nvSpPr>
        <p:spPr/>
        <p:txBody>
          <a:bodyPr/>
          <a:lstStyle/>
          <a:p>
            <a:pPr eaLnBrk="1" hangingPunct="1"/>
            <a:r>
              <a:rPr lang="zh-CN" altLang="en-US" b="1"/>
              <a:t>目的	</a:t>
            </a:r>
          </a:p>
        </p:txBody>
      </p:sp>
      <p:sp>
        <p:nvSpPr>
          <p:cNvPr id="43011" name="Rectangle 3">
            <a:extLst>
              <a:ext uri="{FF2B5EF4-FFF2-40B4-BE49-F238E27FC236}">
                <a16:creationId xmlns:a16="http://schemas.microsoft.com/office/drawing/2014/main" id="{FA9BEA9D-2206-47B8-8356-3916C3EA30A0}"/>
              </a:ext>
            </a:extLst>
          </p:cNvPr>
          <p:cNvSpPr>
            <a:spLocks noGrp="1" noChangeArrowheads="1"/>
          </p:cNvSpPr>
          <p:nvPr>
            <p:ph type="body" idx="1"/>
          </p:nvPr>
        </p:nvSpPr>
        <p:spPr>
          <a:xfrm>
            <a:off x="1143000" y="1417638"/>
            <a:ext cx="10287000" cy="5211762"/>
          </a:xfrm>
        </p:spPr>
        <p:txBody>
          <a:bodyPr/>
          <a:lstStyle/>
          <a:p>
            <a:pPr marL="0" indent="0">
              <a:buFont typeface="Wingdings" panose="05000000000000000000" pitchFamily="2" charset="2"/>
              <a:buNone/>
              <a:defRPr/>
            </a:pPr>
            <a:r>
              <a:rPr lang="zh-CN" altLang="en-US" b="1" dirty="0"/>
              <a:t>毕业要求指标点：</a:t>
            </a:r>
            <a:endParaRPr lang="en-US" altLang="zh-CN" b="1" dirty="0"/>
          </a:p>
          <a:p>
            <a:pPr lvl="1">
              <a:defRPr/>
            </a:pPr>
            <a:r>
              <a:rPr lang="en-US" altLang="zh-CN" b="1" dirty="0"/>
              <a:t>GR3.1 </a:t>
            </a:r>
            <a:r>
              <a:rPr lang="zh-CN" altLang="zh-CN" b="1" dirty="0"/>
              <a:t>能够根据用户需求，分析和确定设计目标</a:t>
            </a:r>
            <a:endParaRPr lang="en-US" altLang="zh-CN" b="1" dirty="0"/>
          </a:p>
          <a:p>
            <a:pPr lvl="1">
              <a:defRPr/>
            </a:pPr>
            <a:r>
              <a:rPr lang="en-US" altLang="zh-CN" b="1" dirty="0"/>
              <a:t>GR3.2 </a:t>
            </a:r>
            <a:r>
              <a:rPr lang="zh-CN" altLang="en-US" b="1" dirty="0"/>
              <a:t>能够在社会、健康、安全、法律、文化以及环境等约束条件下，通过技术经济评价对设计方案的可行性进行研究</a:t>
            </a:r>
            <a:endParaRPr lang="en-US" altLang="zh-CN" b="1" dirty="0"/>
          </a:p>
          <a:p>
            <a:pPr lvl="1">
              <a:defRPr/>
            </a:pPr>
            <a:r>
              <a:rPr lang="en-US" altLang="zh-CN" b="1" dirty="0"/>
              <a:t>GR6.1</a:t>
            </a:r>
            <a:r>
              <a:rPr lang="zh-CN" altLang="en-US" b="1" dirty="0"/>
              <a:t>掌握至少一个应用领域中软件工程技术的应用方法和工程实践</a:t>
            </a:r>
            <a:endParaRPr lang="en-US" altLang="zh-CN" b="1" dirty="0"/>
          </a:p>
          <a:p>
            <a:pPr lvl="1">
              <a:defRPr/>
            </a:pPr>
            <a:r>
              <a:rPr lang="en-US" altLang="zh-CN" b="1" dirty="0"/>
              <a:t>GR10.1</a:t>
            </a:r>
            <a:r>
              <a:rPr lang="zh-CN" altLang="en-US" b="1" dirty="0"/>
              <a:t>能够撰写报告和设计文稿，清晰阐述复杂工程问题</a:t>
            </a:r>
          </a:p>
          <a:p>
            <a:pPr marL="0" indent="0">
              <a:buFont typeface="Wingdings" panose="05000000000000000000" pitchFamily="2" charset="2"/>
              <a:buNone/>
              <a:defRPr/>
            </a:pPr>
            <a:r>
              <a:rPr lang="zh-CN" altLang="en-US" b="1" dirty="0"/>
              <a:t>课程目标</a:t>
            </a:r>
            <a:endParaRPr lang="en-US" altLang="zh-CN" b="1" dirty="0"/>
          </a:p>
          <a:p>
            <a:pPr lvl="1">
              <a:defRPr/>
            </a:pPr>
            <a:r>
              <a:rPr lang="en-US" altLang="zh-CN" b="1" dirty="0"/>
              <a:t>CO1</a:t>
            </a:r>
            <a:r>
              <a:rPr lang="zh-CN" altLang="zh-CN" dirty="0"/>
              <a:t>：</a:t>
            </a:r>
            <a:r>
              <a:rPr lang="zh-CN" altLang="zh-CN" b="1" dirty="0"/>
              <a:t>掌握分析保密通信系统中安全需求的方法</a:t>
            </a:r>
          </a:p>
          <a:p>
            <a:pPr lvl="1">
              <a:defRPr/>
            </a:pPr>
            <a:r>
              <a:rPr lang="en-US" altLang="zh-CN" b="1" dirty="0"/>
              <a:t>CO2</a:t>
            </a:r>
            <a:r>
              <a:rPr lang="zh-CN" altLang="zh-CN" dirty="0"/>
              <a:t>：</a:t>
            </a:r>
            <a:r>
              <a:rPr lang="zh-CN" altLang="zh-CN" b="1" dirty="0"/>
              <a:t>理解密码学的基本概念、基本原理和一些典型的密码算法的原理</a:t>
            </a:r>
          </a:p>
          <a:p>
            <a:pPr lvl="1">
              <a:defRPr/>
            </a:pPr>
            <a:r>
              <a:rPr lang="en-US" altLang="zh-CN" b="1" dirty="0"/>
              <a:t>CO3</a:t>
            </a:r>
            <a:r>
              <a:rPr lang="zh-CN" altLang="zh-CN" dirty="0"/>
              <a:t>：</a:t>
            </a:r>
            <a:r>
              <a:rPr lang="zh-CN" altLang="zh-CN" b="1" dirty="0"/>
              <a:t>理解各类密码算法的应用场景和相关的安全需求</a:t>
            </a:r>
          </a:p>
          <a:p>
            <a:pPr lvl="1">
              <a:defRPr/>
            </a:pPr>
            <a:r>
              <a:rPr lang="en-US" altLang="zh-CN" b="1" dirty="0"/>
              <a:t>CO4</a:t>
            </a:r>
            <a:r>
              <a:rPr lang="zh-CN" altLang="zh-CN" dirty="0"/>
              <a:t>：</a:t>
            </a:r>
            <a:r>
              <a:rPr lang="zh-CN" altLang="zh-CN" b="1" dirty="0"/>
              <a:t>掌握常用密码算法的实现</a:t>
            </a:r>
            <a:endParaRPr lang="en-US" altLang="zh-CN" b="1" dirty="0"/>
          </a:p>
          <a:p>
            <a:pPr>
              <a:defRPr/>
            </a:pPr>
            <a:endParaRPr lang="en-US" altLang="zh-CN" b="1" dirty="0"/>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6D9FA775-3D65-47E0-A248-FAC0323E38F6}"/>
              </a:ext>
            </a:extLst>
          </p:cNvPr>
          <p:cNvSpPr>
            <a:spLocks noGrp="1" noChangeArrowheads="1"/>
          </p:cNvSpPr>
          <p:nvPr>
            <p:ph type="title"/>
          </p:nvPr>
        </p:nvSpPr>
        <p:spPr/>
        <p:txBody>
          <a:bodyPr/>
          <a:lstStyle/>
          <a:p>
            <a:pPr eaLnBrk="1" hangingPunct="1"/>
            <a:r>
              <a:rPr lang="zh-CN" altLang="en-US" b="1"/>
              <a:t>学习方法</a:t>
            </a:r>
            <a:r>
              <a:rPr lang="en-US" altLang="zh-CN" b="1"/>
              <a:t>——</a:t>
            </a:r>
            <a:r>
              <a:rPr lang="zh-CN" altLang="en-US" b="1"/>
              <a:t>自主学习</a:t>
            </a:r>
          </a:p>
        </p:txBody>
      </p:sp>
      <p:sp>
        <p:nvSpPr>
          <p:cNvPr id="28675" name="Rectangle 3">
            <a:extLst>
              <a:ext uri="{FF2B5EF4-FFF2-40B4-BE49-F238E27FC236}">
                <a16:creationId xmlns:a16="http://schemas.microsoft.com/office/drawing/2014/main" id="{FEB2CC69-4064-45BA-91C5-0E951058EE7B}"/>
              </a:ext>
            </a:extLst>
          </p:cNvPr>
          <p:cNvSpPr>
            <a:spLocks noGrp="1" noChangeArrowheads="1"/>
          </p:cNvSpPr>
          <p:nvPr>
            <p:ph type="body" idx="1"/>
          </p:nvPr>
        </p:nvSpPr>
        <p:spPr>
          <a:xfrm>
            <a:off x="609600" y="1600200"/>
            <a:ext cx="10972800" cy="5105400"/>
          </a:xfrm>
        </p:spPr>
        <p:txBody>
          <a:bodyPr/>
          <a:lstStyle/>
          <a:p>
            <a:pPr eaLnBrk="1" hangingPunct="1">
              <a:lnSpc>
                <a:spcPct val="90000"/>
              </a:lnSpc>
            </a:pPr>
            <a:r>
              <a:rPr lang="zh-CN" altLang="en-US" b="1"/>
              <a:t>基础：信息安全数学基础、信息安全导论</a:t>
            </a:r>
            <a:endParaRPr lang="en-US" altLang="zh-CN" b="1"/>
          </a:p>
          <a:p>
            <a:pPr eaLnBrk="1" hangingPunct="1">
              <a:lnSpc>
                <a:spcPct val="90000"/>
              </a:lnSpc>
            </a:pPr>
            <a:r>
              <a:rPr lang="zh-CN" altLang="en-US" b="1"/>
              <a:t>核心：算法和协议，掌握算法和协议的流程、合理性、安全性基础和设计方法。</a:t>
            </a:r>
          </a:p>
          <a:p>
            <a:pPr eaLnBrk="1" hangingPunct="1">
              <a:lnSpc>
                <a:spcPct val="90000"/>
              </a:lnSpc>
            </a:pPr>
            <a:r>
              <a:rPr lang="zh-CN" altLang="en-US" b="1"/>
              <a:t>阅读文献，了解密码学最新进展</a:t>
            </a:r>
          </a:p>
          <a:p>
            <a:pPr eaLnBrk="1" hangingPunct="1">
              <a:lnSpc>
                <a:spcPct val="90000"/>
              </a:lnSpc>
            </a:pPr>
            <a:r>
              <a:rPr lang="zh-CN" altLang="en-US" b="1"/>
              <a:t>密码学顶级会议：</a:t>
            </a:r>
            <a:r>
              <a:rPr lang="en-US" altLang="zh-CN" b="1"/>
              <a:t>CRYPTO</a:t>
            </a:r>
            <a:r>
              <a:rPr lang="zh-CN" altLang="en-US" b="1"/>
              <a:t>、</a:t>
            </a:r>
            <a:r>
              <a:rPr lang="en-US" altLang="zh-CN" b="1"/>
              <a:t>Eurocrypt</a:t>
            </a:r>
            <a:r>
              <a:rPr lang="zh-CN" altLang="en-US" b="1"/>
              <a:t>、</a:t>
            </a:r>
            <a:r>
              <a:rPr lang="en-US" altLang="zh-CN" b="1"/>
              <a:t>Asiacrypt</a:t>
            </a:r>
            <a:r>
              <a:rPr lang="en-US" altLang="zh-CN" b="1">
                <a:latin typeface="Arial" panose="020B0604020202020204" pitchFamily="34" charset="0"/>
              </a:rPr>
              <a:t>……</a:t>
            </a:r>
            <a:endParaRPr lang="en-US" altLang="zh-CN" b="1"/>
          </a:p>
          <a:p>
            <a:pPr eaLnBrk="1" hangingPunct="1">
              <a:lnSpc>
                <a:spcPct val="90000"/>
              </a:lnSpc>
            </a:pPr>
            <a:r>
              <a:rPr lang="zh-CN" altLang="en-US" b="1"/>
              <a:t>密码学期刊</a:t>
            </a:r>
            <a:r>
              <a:rPr lang="zh-CN" altLang="en-US" b="1">
                <a:solidFill>
                  <a:srgbClr val="1C1C1C"/>
                </a:solidFill>
              </a:rPr>
              <a:t>：</a:t>
            </a:r>
            <a:r>
              <a:rPr lang="en-US" altLang="zh-CN" b="1">
                <a:solidFill>
                  <a:srgbClr val="1C1C1C"/>
                </a:solidFill>
              </a:rPr>
              <a:t>Journal of Cryptology</a:t>
            </a:r>
            <a:r>
              <a:rPr lang="en-US" altLang="zh-CN" b="1"/>
              <a:t> </a:t>
            </a:r>
            <a:r>
              <a:rPr lang="zh-CN" altLang="en-US" b="1"/>
              <a:t>、密码学报</a:t>
            </a:r>
            <a:r>
              <a:rPr lang="en-US" altLang="zh-CN" b="1"/>
              <a:t> </a:t>
            </a:r>
          </a:p>
          <a:p>
            <a:pPr eaLnBrk="1" hangingPunct="1">
              <a:lnSpc>
                <a:spcPct val="90000"/>
              </a:lnSpc>
            </a:pPr>
            <a:r>
              <a:rPr lang="zh-CN" altLang="en-US" b="1"/>
              <a:t>相关网址：</a:t>
            </a:r>
            <a:endParaRPr lang="en-US" altLang="zh-CN" b="1"/>
          </a:p>
          <a:p>
            <a:pPr lvl="1" eaLnBrk="1" hangingPunct="1">
              <a:lnSpc>
                <a:spcPct val="90000"/>
              </a:lnSpc>
            </a:pPr>
            <a:r>
              <a:rPr lang="zh-CN" altLang="en-US" b="1"/>
              <a:t>国际密码协会：</a:t>
            </a:r>
            <a:r>
              <a:rPr lang="en-US" altLang="zh-CN" b="1"/>
              <a:t>http://www.iacr.org/</a:t>
            </a:r>
          </a:p>
          <a:p>
            <a:pPr lvl="1" eaLnBrk="1" hangingPunct="1">
              <a:lnSpc>
                <a:spcPct val="90000"/>
              </a:lnSpc>
            </a:pPr>
            <a:r>
              <a:rPr lang="zh-CN" altLang="en-US" b="1"/>
              <a:t>数缘社区：</a:t>
            </a:r>
            <a:r>
              <a:rPr lang="en-US" altLang="zh-CN" b="1">
                <a:hlinkClick r:id="rId2"/>
              </a:rPr>
              <a:t>http://www.mathmagic.cn/bbs/</a:t>
            </a:r>
            <a:endParaRPr lang="en-US" altLang="zh-CN" b="1"/>
          </a:p>
          <a:p>
            <a:pPr eaLnBrk="1" hangingPunct="1">
              <a:lnSpc>
                <a:spcPct val="90000"/>
              </a:lnSpc>
            </a:pPr>
            <a:r>
              <a:rPr lang="zh-CN" altLang="en-US" b="1"/>
              <a:t>微信公众号：密码头条，中国密码学会，数缘信安社区。。。</a:t>
            </a:r>
            <a:endParaRPr lang="en-US" altLang="zh-CN" b="1"/>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9803B4BA-210E-403D-9F8D-DF11784444D7}"/>
              </a:ext>
            </a:extLst>
          </p:cNvPr>
          <p:cNvSpPr>
            <a:spLocks noGrp="1" noChangeArrowheads="1"/>
          </p:cNvSpPr>
          <p:nvPr>
            <p:ph type="title"/>
          </p:nvPr>
        </p:nvSpPr>
        <p:spPr/>
        <p:txBody>
          <a:bodyPr/>
          <a:lstStyle/>
          <a:p>
            <a:r>
              <a:rPr lang="en-US" altLang="zh-CN"/>
              <a:t>《</a:t>
            </a:r>
            <a:r>
              <a:rPr lang="zh-CN" altLang="en-US"/>
              <a:t>现代密码学</a:t>
            </a:r>
            <a:r>
              <a:rPr lang="en-US" altLang="zh-CN"/>
              <a:t>》</a:t>
            </a:r>
            <a:r>
              <a:rPr lang="zh-CN" altLang="en-US"/>
              <a:t>慕课</a:t>
            </a:r>
          </a:p>
        </p:txBody>
      </p:sp>
      <p:sp>
        <p:nvSpPr>
          <p:cNvPr id="29699" name="内容占位符 2">
            <a:extLst>
              <a:ext uri="{FF2B5EF4-FFF2-40B4-BE49-F238E27FC236}">
                <a16:creationId xmlns:a16="http://schemas.microsoft.com/office/drawing/2014/main" id="{E5196DF2-8B91-4D66-AA95-E11519FB3F50}"/>
              </a:ext>
            </a:extLst>
          </p:cNvPr>
          <p:cNvSpPr>
            <a:spLocks noGrp="1" noChangeArrowheads="1"/>
          </p:cNvSpPr>
          <p:nvPr>
            <p:ph idx="1"/>
          </p:nvPr>
        </p:nvSpPr>
        <p:spPr>
          <a:xfrm>
            <a:off x="609600" y="1600200"/>
            <a:ext cx="4724400" cy="4530725"/>
          </a:xfrm>
        </p:spPr>
        <p:txBody>
          <a:bodyPr/>
          <a:lstStyle/>
          <a:p>
            <a:r>
              <a:rPr lang="zh-CN" altLang="en-US" sz="2400" dirty="0"/>
              <a:t>现代密码学</a:t>
            </a:r>
            <a:r>
              <a:rPr lang="en-US" altLang="zh-CN" sz="2400" dirty="0"/>
              <a:t>_</a:t>
            </a:r>
            <a:r>
              <a:rPr lang="zh-CN" altLang="en-US" sz="2400" dirty="0"/>
              <a:t>电子科技大学</a:t>
            </a:r>
            <a:r>
              <a:rPr lang="en-US" altLang="zh-CN" sz="2400" dirty="0"/>
              <a:t>_</a:t>
            </a:r>
            <a:r>
              <a:rPr lang="zh-CN" altLang="en-US" sz="2400" dirty="0"/>
              <a:t>中国大学</a:t>
            </a:r>
            <a:r>
              <a:rPr lang="en-US" altLang="zh-CN" sz="2400" dirty="0"/>
              <a:t>MOOC(</a:t>
            </a:r>
            <a:r>
              <a:rPr lang="zh-CN" altLang="en-US" sz="2400" dirty="0"/>
              <a:t>慕课</a:t>
            </a:r>
            <a:r>
              <a:rPr lang="en-US" altLang="zh-CN" sz="2400" dirty="0"/>
              <a:t>)  https://www.icourse163.org/course/UESTC-1003046001</a:t>
            </a:r>
          </a:p>
          <a:p>
            <a:r>
              <a:rPr lang="zh-CN" altLang="en-US" sz="2400" b="1" dirty="0"/>
              <a:t>现代</a:t>
            </a:r>
            <a:r>
              <a:rPr lang="zh-CN" altLang="en-US" sz="2400" dirty="0"/>
              <a:t>密码学</a:t>
            </a:r>
            <a:r>
              <a:rPr lang="en-US" altLang="zh-CN" sz="2400" dirty="0"/>
              <a:t>_SPOC  </a:t>
            </a:r>
            <a:br>
              <a:rPr lang="en-US" altLang="zh-CN" sz="2400" dirty="0"/>
            </a:br>
            <a:r>
              <a:rPr lang="en-US" altLang="zh-CN" sz="2400" dirty="0"/>
              <a:t>https://www.icourse163.org/spoc/course/UESTC-1450239182?tid=1474290495</a:t>
            </a:r>
          </a:p>
          <a:p>
            <a:r>
              <a:rPr lang="zh-CN" altLang="en-US" sz="2400" dirty="0"/>
              <a:t>课程密码：</a:t>
            </a:r>
            <a:r>
              <a:rPr lang="en-US" altLang="zh-CN" sz="2400" dirty="0" err="1"/>
              <a:t>lyjlyj</a:t>
            </a:r>
            <a:endParaRPr lang="zh-CN" altLang="en-US" sz="2400" dirty="0"/>
          </a:p>
        </p:txBody>
      </p:sp>
      <p:pic>
        <p:nvPicPr>
          <p:cNvPr id="2" name="图片 1">
            <a:extLst>
              <a:ext uri="{FF2B5EF4-FFF2-40B4-BE49-F238E27FC236}">
                <a16:creationId xmlns:a16="http://schemas.microsoft.com/office/drawing/2014/main" id="{964DA2DF-B8C6-4F56-B343-0ED494A1394D}"/>
              </a:ext>
            </a:extLst>
          </p:cNvPr>
          <p:cNvPicPr>
            <a:picLocks noChangeAspect="1"/>
          </p:cNvPicPr>
          <p:nvPr/>
        </p:nvPicPr>
        <p:blipFill>
          <a:blip r:embed="rId2"/>
          <a:stretch>
            <a:fillRect/>
          </a:stretch>
        </p:blipFill>
        <p:spPr>
          <a:xfrm>
            <a:off x="5904473" y="3543463"/>
            <a:ext cx="5684553" cy="3207977"/>
          </a:xfrm>
          <a:prstGeom prst="rect">
            <a:avLst/>
          </a:prstGeom>
        </p:spPr>
      </p:pic>
      <p:pic>
        <p:nvPicPr>
          <p:cNvPr id="3" name="图片 2">
            <a:extLst>
              <a:ext uri="{FF2B5EF4-FFF2-40B4-BE49-F238E27FC236}">
                <a16:creationId xmlns:a16="http://schemas.microsoft.com/office/drawing/2014/main" id="{DC0173D0-8E40-464E-BFE1-5594FAE62FCB}"/>
              </a:ext>
            </a:extLst>
          </p:cNvPr>
          <p:cNvPicPr>
            <a:picLocks noChangeAspect="1"/>
          </p:cNvPicPr>
          <p:nvPr/>
        </p:nvPicPr>
        <p:blipFill>
          <a:blip r:embed="rId3"/>
          <a:stretch>
            <a:fillRect/>
          </a:stretch>
        </p:blipFill>
        <p:spPr>
          <a:xfrm>
            <a:off x="6553200" y="139690"/>
            <a:ext cx="4800600" cy="3294454"/>
          </a:xfrm>
          <a:prstGeom prst="rect">
            <a:avLst/>
          </a:prstGeom>
        </p:spPr>
      </p:pic>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a:extLst>
              <a:ext uri="{FF2B5EF4-FFF2-40B4-BE49-F238E27FC236}">
                <a16:creationId xmlns:a16="http://schemas.microsoft.com/office/drawing/2014/main" id="{A6274C82-B5EE-41CE-B4BF-C3B96A5EDCCD}"/>
              </a:ext>
            </a:extLst>
          </p:cNvPr>
          <p:cNvSpPr>
            <a:spLocks noGrp="1" noChangeArrowheads="1"/>
          </p:cNvSpPr>
          <p:nvPr>
            <p:ph type="title"/>
          </p:nvPr>
        </p:nvSpPr>
        <p:spPr/>
        <p:txBody>
          <a:bodyPr/>
          <a:lstStyle/>
          <a:p>
            <a:r>
              <a:rPr lang="zh-CN" altLang="en-US" b="1"/>
              <a:t>考核方式</a:t>
            </a:r>
          </a:p>
        </p:txBody>
      </p:sp>
      <p:sp>
        <p:nvSpPr>
          <p:cNvPr id="33795" name="内容占位符 2">
            <a:extLst>
              <a:ext uri="{FF2B5EF4-FFF2-40B4-BE49-F238E27FC236}">
                <a16:creationId xmlns:a16="http://schemas.microsoft.com/office/drawing/2014/main" id="{3C9E9A76-D75B-444F-9111-803ECD68AB29}"/>
              </a:ext>
            </a:extLst>
          </p:cNvPr>
          <p:cNvSpPr>
            <a:spLocks noGrp="1"/>
          </p:cNvSpPr>
          <p:nvPr>
            <p:ph idx="1"/>
          </p:nvPr>
        </p:nvSpPr>
        <p:spPr>
          <a:xfrm>
            <a:off x="1143000" y="1676400"/>
            <a:ext cx="10439400" cy="4530725"/>
          </a:xfrm>
        </p:spPr>
        <p:txBody>
          <a:bodyPr/>
          <a:lstStyle/>
          <a:p>
            <a:pPr>
              <a:defRPr/>
            </a:pPr>
            <a:r>
              <a:rPr lang="zh-CN" altLang="zh-CN" b="1" dirty="0"/>
              <a:t>平时</a:t>
            </a:r>
            <a:r>
              <a:rPr lang="en-US" altLang="zh-CN" b="1" dirty="0"/>
              <a:t>50% +</a:t>
            </a:r>
            <a:r>
              <a:rPr lang="zh-CN" altLang="zh-CN" b="1" dirty="0"/>
              <a:t>期末</a:t>
            </a:r>
            <a:r>
              <a:rPr lang="en-US" altLang="zh-CN" b="1" dirty="0"/>
              <a:t>50%</a:t>
            </a:r>
          </a:p>
          <a:p>
            <a:pPr>
              <a:lnSpc>
                <a:spcPct val="110000"/>
              </a:lnSpc>
              <a:defRPr/>
            </a:pPr>
            <a:r>
              <a:rPr lang="zh-CN" altLang="zh-CN" b="1" dirty="0"/>
              <a:t>平时成绩主要来源于</a:t>
            </a:r>
            <a:r>
              <a:rPr lang="en-US" altLang="zh-CN" b="1" dirty="0"/>
              <a:t>SPOC</a:t>
            </a:r>
            <a:r>
              <a:rPr lang="zh-CN" altLang="en-US" b="1" dirty="0"/>
              <a:t>（</a:t>
            </a:r>
            <a:r>
              <a:rPr lang="en-US" altLang="zh-CN" b="1" dirty="0"/>
              <a:t>30%</a:t>
            </a:r>
            <a:r>
              <a:rPr lang="zh-CN" altLang="en-US" b="1" dirty="0"/>
              <a:t>）和课程研讨（</a:t>
            </a:r>
            <a:r>
              <a:rPr lang="en-US" altLang="zh-CN" b="1" dirty="0"/>
              <a:t>20%</a:t>
            </a:r>
            <a:r>
              <a:rPr lang="zh-CN" altLang="en-US" b="1" dirty="0"/>
              <a:t>）</a:t>
            </a:r>
            <a:endParaRPr lang="en-US" altLang="zh-CN" b="1" dirty="0"/>
          </a:p>
          <a:p>
            <a:pPr lvl="1"/>
            <a:r>
              <a:rPr lang="en-US" altLang="zh-CN" b="1" dirty="0"/>
              <a:t>SPOC</a:t>
            </a:r>
            <a:r>
              <a:rPr lang="zh-CN" altLang="en-US" b="1" dirty="0"/>
              <a:t>：单元测试</a:t>
            </a:r>
            <a:r>
              <a:rPr lang="en-US" altLang="zh-CN" b="1" dirty="0"/>
              <a:t>20%</a:t>
            </a:r>
            <a:r>
              <a:rPr lang="zh-CN" altLang="en-US" b="1" dirty="0"/>
              <a:t>、单元作业</a:t>
            </a:r>
            <a:r>
              <a:rPr lang="en-US" altLang="zh-CN" b="1" dirty="0"/>
              <a:t>20%</a:t>
            </a:r>
            <a:r>
              <a:rPr lang="zh-CN" altLang="en-US" b="1" dirty="0"/>
              <a:t>、线上讨论</a:t>
            </a:r>
            <a:r>
              <a:rPr lang="en-US" altLang="zh-CN" b="1" dirty="0"/>
              <a:t>10%</a:t>
            </a:r>
            <a:r>
              <a:rPr lang="zh-CN" altLang="en-US" b="1" dirty="0"/>
              <a:t>、期末考试占</a:t>
            </a:r>
            <a:r>
              <a:rPr lang="en-US" altLang="zh-CN" b="1" dirty="0"/>
              <a:t>50%</a:t>
            </a:r>
            <a:r>
              <a:rPr lang="zh-CN" altLang="en-US" b="1" dirty="0"/>
              <a:t>。</a:t>
            </a:r>
            <a:endParaRPr lang="en-US" altLang="zh-CN" b="1" dirty="0"/>
          </a:p>
          <a:p>
            <a:pPr lvl="1"/>
            <a:r>
              <a:rPr lang="zh-CN" altLang="en-US" b="1" dirty="0"/>
              <a:t>课程研讨：</a:t>
            </a:r>
            <a:r>
              <a:rPr lang="zh-CN" altLang="zh-CN" b="1" dirty="0"/>
              <a:t>个人评分</a:t>
            </a:r>
            <a:r>
              <a:rPr lang="en-US" altLang="zh-CN" b="1" dirty="0"/>
              <a:t>10%</a:t>
            </a:r>
            <a:r>
              <a:rPr lang="zh-CN" altLang="zh-CN" b="1" dirty="0"/>
              <a:t>，课程研讨小论文</a:t>
            </a:r>
            <a:r>
              <a:rPr lang="en-US" altLang="zh-CN" b="1" dirty="0"/>
              <a:t>60%</a:t>
            </a:r>
            <a:r>
              <a:rPr lang="zh-CN" altLang="zh-CN" b="1" dirty="0"/>
              <a:t>，结题汇报</a:t>
            </a:r>
            <a:r>
              <a:rPr lang="en-US" altLang="zh-CN" b="1" dirty="0"/>
              <a:t>30%</a:t>
            </a:r>
            <a:endParaRPr lang="zh-CN" altLang="en-US" b="1" dirty="0"/>
          </a:p>
          <a:p>
            <a:pPr lvl="1"/>
            <a:endParaRPr lang="zh-CN" altLang="en-US" b="1" dirty="0"/>
          </a:p>
          <a:p>
            <a:pPr>
              <a:lnSpc>
                <a:spcPct val="110000"/>
              </a:lnSpc>
              <a:defRPr/>
            </a:pPr>
            <a:endParaRPr lang="en-US" altLang="zh-CN" b="1" dirty="0"/>
          </a:p>
          <a:p>
            <a:pPr marL="0" indent="0">
              <a:lnSpc>
                <a:spcPct val="110000"/>
              </a:lnSpc>
              <a:buFont typeface="Wingdings" panose="05000000000000000000" pitchFamily="2" charset="2"/>
              <a:buNone/>
              <a:defRPr/>
            </a:pPr>
            <a:endParaRPr lang="zh-CN" altLang="zh-CN" b="1" dirty="0"/>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0E190304-25FB-4B6E-B2FF-E6A95496B42B}"/>
              </a:ext>
            </a:extLst>
          </p:cNvPr>
          <p:cNvSpPr>
            <a:spLocks noGrp="1" noChangeArrowheads="1"/>
          </p:cNvSpPr>
          <p:nvPr>
            <p:ph type="title"/>
          </p:nvPr>
        </p:nvSpPr>
        <p:spPr/>
        <p:txBody>
          <a:bodyPr/>
          <a:lstStyle/>
          <a:p>
            <a:r>
              <a:rPr lang="zh-CN" altLang="en-US" b="1"/>
              <a:t>课程研讨</a:t>
            </a:r>
            <a:r>
              <a:rPr lang="zh-CN" altLang="zh-CN" b="1"/>
              <a:t>的考核</a:t>
            </a:r>
            <a:endParaRPr lang="zh-CN" altLang="en-US"/>
          </a:p>
        </p:txBody>
      </p:sp>
      <p:sp>
        <p:nvSpPr>
          <p:cNvPr id="31747" name="内容占位符 2">
            <a:extLst>
              <a:ext uri="{FF2B5EF4-FFF2-40B4-BE49-F238E27FC236}">
                <a16:creationId xmlns:a16="http://schemas.microsoft.com/office/drawing/2014/main" id="{A570F840-4A04-465F-B4BF-874BDA26DA50}"/>
              </a:ext>
            </a:extLst>
          </p:cNvPr>
          <p:cNvSpPr>
            <a:spLocks noGrp="1" noChangeArrowheads="1"/>
          </p:cNvSpPr>
          <p:nvPr>
            <p:ph idx="1"/>
          </p:nvPr>
        </p:nvSpPr>
        <p:spPr/>
        <p:txBody>
          <a:bodyPr/>
          <a:lstStyle/>
          <a:p>
            <a:r>
              <a:rPr lang="zh-CN" altLang="en-US" b="1" dirty="0"/>
              <a:t>每</a:t>
            </a:r>
            <a:r>
              <a:rPr lang="en-US" altLang="zh-CN" b="1" dirty="0"/>
              <a:t>5</a:t>
            </a:r>
            <a:r>
              <a:rPr lang="zh-CN" altLang="en-US" b="1"/>
              <a:t>人</a:t>
            </a:r>
            <a:r>
              <a:rPr lang="zh-CN" altLang="en-US" b="1" dirty="0"/>
              <a:t>一组</a:t>
            </a:r>
            <a:endParaRPr lang="en-US" altLang="zh-CN" b="1" dirty="0"/>
          </a:p>
          <a:p>
            <a:r>
              <a:rPr lang="zh-CN" altLang="en-US" b="1" dirty="0"/>
              <a:t>自主选题，</a:t>
            </a:r>
            <a:r>
              <a:rPr lang="zh-CN" altLang="zh-CN" b="1" dirty="0"/>
              <a:t>明确分工</a:t>
            </a:r>
            <a:endParaRPr lang="en-US" altLang="zh-CN" b="1" dirty="0"/>
          </a:p>
          <a:p>
            <a:r>
              <a:rPr lang="zh-CN" altLang="en-US" b="1" dirty="0"/>
              <a:t>课外作业以小论文形式提交</a:t>
            </a:r>
            <a:endParaRPr lang="en-US" altLang="zh-CN" b="1" dirty="0"/>
          </a:p>
          <a:p>
            <a:r>
              <a:rPr lang="zh-CN" altLang="en-US" b="1" dirty="0"/>
              <a:t>结题汇报：</a:t>
            </a:r>
            <a:endParaRPr lang="en-US" altLang="zh-CN" b="1" dirty="0"/>
          </a:p>
          <a:p>
            <a:pPr lvl="1"/>
            <a:r>
              <a:rPr lang="zh-CN" altLang="zh-CN" b="1" dirty="0"/>
              <a:t>结题汇报时每人上台陈述自己所做工作（</a:t>
            </a:r>
            <a:r>
              <a:rPr lang="en-US" altLang="zh-CN" b="1" dirty="0"/>
              <a:t>1-2</a:t>
            </a:r>
            <a:r>
              <a:rPr lang="zh-CN" altLang="zh-CN" b="1" dirty="0"/>
              <a:t>分钟）</a:t>
            </a:r>
            <a:endParaRPr lang="en-US" altLang="zh-CN" b="1" dirty="0"/>
          </a:p>
          <a:p>
            <a:r>
              <a:rPr lang="zh-CN" altLang="zh-CN" b="1" dirty="0"/>
              <a:t>个人评分</a:t>
            </a:r>
            <a:r>
              <a:rPr lang="en-US" altLang="zh-CN" b="1" dirty="0"/>
              <a:t>10%</a:t>
            </a:r>
            <a:r>
              <a:rPr lang="zh-CN" altLang="zh-CN" b="1" dirty="0"/>
              <a:t>，课程研讨小论文</a:t>
            </a:r>
            <a:r>
              <a:rPr lang="en-US" altLang="zh-CN" b="1" dirty="0"/>
              <a:t>60%</a:t>
            </a:r>
            <a:r>
              <a:rPr lang="zh-CN" altLang="zh-CN" b="1" dirty="0"/>
              <a:t>，结题汇报</a:t>
            </a:r>
            <a:r>
              <a:rPr lang="en-US" altLang="zh-CN" b="1" dirty="0"/>
              <a:t>30%</a:t>
            </a:r>
            <a:endParaRPr lang="zh-CN" altLang="en-US" b="1" dirty="0"/>
          </a:p>
          <a:p>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A0EC4D4C-0918-4F10-929F-9FAFE8237DD5}"/>
              </a:ext>
            </a:extLst>
          </p:cNvPr>
          <p:cNvSpPr>
            <a:spLocks noGrp="1" noChangeArrowheads="1"/>
          </p:cNvSpPr>
          <p:nvPr>
            <p:ph type="title"/>
          </p:nvPr>
        </p:nvSpPr>
        <p:spPr/>
        <p:txBody>
          <a:bodyPr/>
          <a:lstStyle/>
          <a:p>
            <a:r>
              <a:rPr lang="zh-CN" altLang="en-US" b="1"/>
              <a:t>课外作业选题（均为算法实现）</a:t>
            </a:r>
          </a:p>
        </p:txBody>
      </p:sp>
      <p:sp>
        <p:nvSpPr>
          <p:cNvPr id="32771" name="内容占位符 2">
            <a:extLst>
              <a:ext uri="{FF2B5EF4-FFF2-40B4-BE49-F238E27FC236}">
                <a16:creationId xmlns:a16="http://schemas.microsoft.com/office/drawing/2014/main" id="{63A674E3-44C9-4E06-AFB7-AFAD2CE41BEC}"/>
              </a:ext>
            </a:extLst>
          </p:cNvPr>
          <p:cNvSpPr>
            <a:spLocks noGrp="1" noChangeArrowheads="1"/>
          </p:cNvSpPr>
          <p:nvPr>
            <p:ph idx="1"/>
          </p:nvPr>
        </p:nvSpPr>
        <p:spPr/>
        <p:txBody>
          <a:bodyPr/>
          <a:lstStyle/>
          <a:p>
            <a:r>
              <a:rPr lang="zh-CN" altLang="en-US" b="1" dirty="0"/>
              <a:t>分组密码：</a:t>
            </a:r>
            <a:r>
              <a:rPr lang="en-US" altLang="zh-CN" b="1" dirty="0"/>
              <a:t>AES</a:t>
            </a:r>
            <a:r>
              <a:rPr lang="zh-CN" altLang="en-US" b="1" dirty="0"/>
              <a:t>、</a:t>
            </a:r>
            <a:r>
              <a:rPr lang="en-US" altLang="zh-CN" b="1" dirty="0"/>
              <a:t>SM4</a:t>
            </a:r>
          </a:p>
          <a:p>
            <a:r>
              <a:rPr lang="zh-CN" altLang="en-US" b="1" dirty="0"/>
              <a:t>序列密码：祖冲之算法、</a:t>
            </a:r>
            <a:r>
              <a:rPr lang="en-US" altLang="zh-CN" b="1" dirty="0"/>
              <a:t>A5</a:t>
            </a:r>
          </a:p>
          <a:p>
            <a:r>
              <a:rPr lang="zh-CN" altLang="en-US" b="1" dirty="0"/>
              <a:t>公钥密码：</a:t>
            </a:r>
            <a:r>
              <a:rPr lang="en-US" altLang="zh-CN" b="1" dirty="0"/>
              <a:t>SM2</a:t>
            </a:r>
            <a:r>
              <a:rPr lang="zh-CN" altLang="en-US" b="1" dirty="0"/>
              <a:t>，多变量公钥密码，</a:t>
            </a:r>
            <a:r>
              <a:rPr lang="en-US" altLang="zh-CN" b="1" dirty="0"/>
              <a:t>NTRU</a:t>
            </a:r>
          </a:p>
          <a:p>
            <a:r>
              <a:rPr lang="zh-CN" altLang="en-US" b="1" dirty="0"/>
              <a:t>杂凑函数：</a:t>
            </a:r>
            <a:r>
              <a:rPr lang="en-US" altLang="zh-CN" b="1" dirty="0"/>
              <a:t>SM3</a:t>
            </a:r>
            <a:r>
              <a:rPr lang="zh-CN" altLang="en-US" b="1" dirty="0"/>
              <a:t>，</a:t>
            </a:r>
            <a:r>
              <a:rPr lang="en-US" altLang="zh-CN" b="1" dirty="0"/>
              <a:t>SHA-3</a:t>
            </a:r>
          </a:p>
          <a:p>
            <a:r>
              <a:rPr lang="zh-CN" altLang="en-US" b="1" dirty="0"/>
              <a:t>数字签名：</a:t>
            </a:r>
            <a:r>
              <a:rPr lang="en-US" altLang="zh-CN" b="1" dirty="0"/>
              <a:t>DSS</a:t>
            </a:r>
            <a:r>
              <a:rPr lang="zh-CN" altLang="en-US" b="1" dirty="0"/>
              <a:t>，</a:t>
            </a:r>
            <a:r>
              <a:rPr lang="en-US" altLang="zh-CN" b="1" dirty="0"/>
              <a:t>SM2</a:t>
            </a:r>
          </a:p>
          <a:p>
            <a:r>
              <a:rPr lang="zh-CN" altLang="en-US" b="1" dirty="0"/>
              <a:t>密码协议：</a:t>
            </a:r>
            <a:r>
              <a:rPr lang="en-US" altLang="zh-CN" b="1" dirty="0"/>
              <a:t>Diffie-Hellman</a:t>
            </a:r>
            <a:r>
              <a:rPr lang="zh-CN" altLang="en-US" b="1" dirty="0"/>
              <a:t>密钥交换协议，</a:t>
            </a:r>
            <a:r>
              <a:rPr lang="en-US" altLang="zh-CN" b="1" dirty="0"/>
              <a:t>Shamir</a:t>
            </a:r>
            <a:r>
              <a:rPr lang="zh-CN" altLang="en-US" b="1" dirty="0"/>
              <a:t>秘密分享</a:t>
            </a:r>
            <a:endParaRPr lang="en-US" altLang="zh-CN" b="1" dirty="0"/>
          </a:p>
          <a:p>
            <a:r>
              <a:rPr lang="zh-CN" altLang="en-US" b="1" dirty="0"/>
              <a:t>密码分析：大整数分解，求解离散对数</a:t>
            </a:r>
            <a:endParaRPr lang="en-US" altLang="zh-CN" b="1" dirty="0"/>
          </a:p>
          <a:p>
            <a:r>
              <a:rPr lang="zh-CN" altLang="en-US" b="1" dirty="0"/>
              <a:t>新型密码算法或协议实现（自拟或与老师协商）</a:t>
            </a: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93A24F84-8B25-461A-B5DB-D1CD47A53838}"/>
              </a:ext>
            </a:extLst>
          </p:cNvPr>
          <p:cNvSpPr>
            <a:spLocks noGrp="1" noChangeArrowheads="1"/>
          </p:cNvSpPr>
          <p:nvPr>
            <p:ph type="title"/>
          </p:nvPr>
        </p:nvSpPr>
        <p:spPr/>
        <p:txBody>
          <a:bodyPr/>
          <a:lstStyle/>
          <a:p>
            <a:pPr algn="ctr" eaLnBrk="1" hangingPunct="1"/>
            <a:r>
              <a:rPr lang="zh-CN" altLang="en-US" b="1"/>
              <a:t>目录</a:t>
            </a:r>
          </a:p>
        </p:txBody>
      </p:sp>
      <p:sp>
        <p:nvSpPr>
          <p:cNvPr id="34819" name="Rectangle 3">
            <a:extLst>
              <a:ext uri="{FF2B5EF4-FFF2-40B4-BE49-F238E27FC236}">
                <a16:creationId xmlns:a16="http://schemas.microsoft.com/office/drawing/2014/main" id="{0F4BC664-6890-4C6E-8D0C-E89163DFBC3A}"/>
              </a:ext>
            </a:extLst>
          </p:cNvPr>
          <p:cNvSpPr>
            <a:spLocks noGrp="1" noChangeArrowheads="1"/>
          </p:cNvSpPr>
          <p:nvPr>
            <p:ph type="body" idx="1"/>
          </p:nvPr>
        </p:nvSpPr>
        <p:spPr>
          <a:xfrm>
            <a:off x="1828800" y="1600200"/>
            <a:ext cx="8229600" cy="4530725"/>
          </a:xfrm>
        </p:spPr>
        <p:txBody>
          <a:bodyPr/>
          <a:lstStyle/>
          <a:p>
            <a:pPr eaLnBrk="1" hangingPunct="1">
              <a:buFont typeface="Wingdings" panose="05000000000000000000" pitchFamily="2" charset="2"/>
              <a:buNone/>
            </a:pPr>
            <a:r>
              <a:rPr lang="en-US" altLang="zh-CN">
                <a:latin typeface="Arial" panose="020B0604020202020204" pitchFamily="34" charset="0"/>
                <a:ea typeface="黑体" panose="02010609060101010101" pitchFamily="49" charset="-122"/>
              </a:rPr>
              <a:t>		</a:t>
            </a:r>
            <a:r>
              <a:rPr lang="zh-CN" altLang="en-US">
                <a:latin typeface="Arial" panose="020B0604020202020204" pitchFamily="34" charset="0"/>
                <a:ea typeface="黑体" panose="02010609060101010101" pitchFamily="49" charset="-122"/>
              </a:rPr>
              <a:t>第</a:t>
            </a:r>
            <a:r>
              <a:rPr lang="en-US" altLang="zh-CN">
                <a:latin typeface="Arial" panose="020B0604020202020204" pitchFamily="34" charset="0"/>
                <a:ea typeface="黑体" panose="02010609060101010101" pitchFamily="49" charset="-122"/>
              </a:rPr>
              <a:t>1</a:t>
            </a:r>
            <a:r>
              <a:rPr lang="zh-CN" altLang="en-US">
                <a:latin typeface="Arial" panose="020B0604020202020204" pitchFamily="34" charset="0"/>
                <a:ea typeface="黑体" panose="02010609060101010101" pitchFamily="49" charset="-122"/>
              </a:rPr>
              <a:t>章  引言（含古典密码）</a:t>
            </a:r>
          </a:p>
          <a:p>
            <a:pPr eaLnBrk="1" hangingPunct="1">
              <a:buFont typeface="Wingdings" panose="05000000000000000000" pitchFamily="2" charset="2"/>
              <a:buNone/>
            </a:pPr>
            <a:r>
              <a:rPr lang="zh-CN" altLang="en-US">
                <a:latin typeface="Arial" panose="020B0604020202020204" pitchFamily="34" charset="0"/>
                <a:ea typeface="黑体" panose="02010609060101010101" pitchFamily="49" charset="-122"/>
              </a:rPr>
              <a:t>		第</a:t>
            </a:r>
            <a:r>
              <a:rPr lang="en-US" altLang="zh-CN">
                <a:latin typeface="Arial" panose="020B0604020202020204" pitchFamily="34" charset="0"/>
                <a:ea typeface="黑体" panose="02010609060101010101" pitchFamily="49" charset="-122"/>
              </a:rPr>
              <a:t>2</a:t>
            </a:r>
            <a:r>
              <a:rPr lang="zh-CN" altLang="en-US">
                <a:latin typeface="Arial" panose="020B0604020202020204" pitchFamily="34" charset="0"/>
                <a:ea typeface="黑体" panose="02010609060101010101" pitchFamily="49" charset="-122"/>
              </a:rPr>
              <a:t>章  分组密码</a:t>
            </a:r>
          </a:p>
          <a:p>
            <a:pPr eaLnBrk="1" hangingPunct="1">
              <a:buFont typeface="Wingdings" panose="05000000000000000000" pitchFamily="2" charset="2"/>
              <a:buNone/>
            </a:pPr>
            <a:r>
              <a:rPr lang="zh-CN" altLang="en-US">
                <a:latin typeface="Arial" panose="020B0604020202020204" pitchFamily="34" charset="0"/>
                <a:ea typeface="黑体" panose="02010609060101010101" pitchFamily="49" charset="-122"/>
              </a:rPr>
              <a:t>		第</a:t>
            </a:r>
            <a:r>
              <a:rPr lang="en-US" altLang="zh-CN">
                <a:latin typeface="Arial" panose="020B0604020202020204" pitchFamily="34" charset="0"/>
                <a:ea typeface="黑体" panose="02010609060101010101" pitchFamily="49" charset="-122"/>
              </a:rPr>
              <a:t>3</a:t>
            </a:r>
            <a:r>
              <a:rPr lang="zh-CN" altLang="en-US">
                <a:latin typeface="Arial" panose="020B0604020202020204" pitchFamily="34" charset="0"/>
                <a:ea typeface="黑体" panose="02010609060101010101" pitchFamily="49" charset="-122"/>
              </a:rPr>
              <a:t>章  序列密码</a:t>
            </a:r>
            <a:endParaRPr lang="en-US" altLang="zh-CN">
              <a:latin typeface="Arial" panose="020B0604020202020204" pitchFamily="34" charset="0"/>
              <a:ea typeface="黑体" panose="02010609060101010101" pitchFamily="49" charset="-122"/>
            </a:endParaRPr>
          </a:p>
          <a:p>
            <a:pPr eaLnBrk="1" hangingPunct="1">
              <a:buFont typeface="Wingdings" panose="05000000000000000000" pitchFamily="2" charset="2"/>
              <a:buNone/>
            </a:pPr>
            <a:r>
              <a:rPr lang="zh-CN" altLang="en-US">
                <a:latin typeface="Arial" panose="020B0604020202020204" pitchFamily="34" charset="0"/>
                <a:ea typeface="黑体" panose="02010609060101010101" pitchFamily="49" charset="-122"/>
              </a:rPr>
              <a:t>		第</a:t>
            </a:r>
            <a:r>
              <a:rPr lang="en-US" altLang="zh-CN">
                <a:latin typeface="Arial" panose="020B0604020202020204" pitchFamily="34" charset="0"/>
                <a:ea typeface="黑体" panose="02010609060101010101" pitchFamily="49" charset="-122"/>
              </a:rPr>
              <a:t>4</a:t>
            </a:r>
            <a:r>
              <a:rPr lang="zh-CN" altLang="en-US">
                <a:latin typeface="Arial" panose="020B0604020202020204" pitchFamily="34" charset="0"/>
                <a:ea typeface="黑体" panose="02010609060101010101" pitchFamily="49" charset="-122"/>
              </a:rPr>
              <a:t>章  公钥密码</a:t>
            </a:r>
          </a:p>
          <a:p>
            <a:pPr eaLnBrk="1" hangingPunct="1">
              <a:buFont typeface="Wingdings" panose="05000000000000000000" pitchFamily="2" charset="2"/>
              <a:buNone/>
            </a:pPr>
            <a:r>
              <a:rPr lang="zh-CN" altLang="en-US">
                <a:latin typeface="Arial" panose="020B0604020202020204" pitchFamily="34" charset="0"/>
                <a:ea typeface="黑体" panose="02010609060101010101" pitchFamily="49" charset="-122"/>
              </a:rPr>
              <a:t>		第</a:t>
            </a:r>
            <a:r>
              <a:rPr lang="en-US" altLang="zh-CN">
                <a:latin typeface="Arial" panose="020B0604020202020204" pitchFamily="34" charset="0"/>
                <a:ea typeface="黑体" panose="02010609060101010101" pitchFamily="49" charset="-122"/>
              </a:rPr>
              <a:t>5</a:t>
            </a:r>
            <a:r>
              <a:rPr lang="zh-CN" altLang="en-US">
                <a:latin typeface="Arial" panose="020B0604020202020204" pitchFamily="34" charset="0"/>
                <a:ea typeface="黑体" panose="02010609060101010101" pitchFamily="49" charset="-122"/>
              </a:rPr>
              <a:t>章 杂凑函数</a:t>
            </a:r>
          </a:p>
          <a:p>
            <a:pPr eaLnBrk="1" hangingPunct="1">
              <a:buFont typeface="Wingdings" panose="05000000000000000000" pitchFamily="2" charset="2"/>
              <a:buNone/>
            </a:pPr>
            <a:r>
              <a:rPr lang="zh-CN" altLang="en-US">
                <a:latin typeface="Arial" panose="020B0604020202020204" pitchFamily="34" charset="0"/>
                <a:ea typeface="黑体" panose="02010609060101010101" pitchFamily="49" charset="-122"/>
              </a:rPr>
              <a:t>		第</a:t>
            </a:r>
            <a:r>
              <a:rPr lang="en-US" altLang="zh-CN">
                <a:latin typeface="Arial" panose="020B0604020202020204" pitchFamily="34" charset="0"/>
                <a:ea typeface="黑体" panose="02010609060101010101" pitchFamily="49" charset="-122"/>
              </a:rPr>
              <a:t>6</a:t>
            </a:r>
            <a:r>
              <a:rPr lang="zh-CN" altLang="en-US">
                <a:latin typeface="Arial" panose="020B0604020202020204" pitchFamily="34" charset="0"/>
                <a:ea typeface="黑体" panose="02010609060101010101" pitchFamily="49" charset="-122"/>
              </a:rPr>
              <a:t>章</a:t>
            </a:r>
            <a:r>
              <a:rPr lang="en-US" altLang="zh-CN">
                <a:latin typeface="Arial" panose="020B0604020202020204" pitchFamily="34" charset="0"/>
                <a:ea typeface="黑体" panose="02010609060101010101" pitchFamily="49" charset="-122"/>
              </a:rPr>
              <a:t> </a:t>
            </a:r>
            <a:r>
              <a:rPr lang="zh-CN" altLang="en-US">
                <a:latin typeface="Arial" panose="020B0604020202020204" pitchFamily="34" charset="0"/>
                <a:ea typeface="黑体" panose="02010609060101010101" pitchFamily="49" charset="-122"/>
              </a:rPr>
              <a:t>数字签名</a:t>
            </a:r>
          </a:p>
          <a:p>
            <a:pPr eaLnBrk="1" hangingPunct="1">
              <a:buFont typeface="Wingdings" panose="05000000000000000000" pitchFamily="2" charset="2"/>
              <a:buNone/>
            </a:pPr>
            <a:r>
              <a:rPr lang="zh-CN" altLang="en-US">
                <a:latin typeface="Arial" panose="020B0604020202020204" pitchFamily="34" charset="0"/>
                <a:ea typeface="黑体" panose="02010609060101010101" pitchFamily="49" charset="-122"/>
              </a:rPr>
              <a:t> 		第</a:t>
            </a:r>
            <a:r>
              <a:rPr lang="en-US" altLang="zh-CN">
                <a:latin typeface="Arial" panose="020B0604020202020204" pitchFamily="34" charset="0"/>
                <a:ea typeface="黑体" panose="02010609060101010101" pitchFamily="49" charset="-122"/>
              </a:rPr>
              <a:t>7</a:t>
            </a:r>
            <a:r>
              <a:rPr lang="zh-CN" altLang="en-US">
                <a:latin typeface="Arial" panose="020B0604020202020204" pitchFamily="34" charset="0"/>
                <a:ea typeface="黑体" panose="02010609060101010101" pitchFamily="49" charset="-122"/>
              </a:rPr>
              <a:t>章  密码协议</a:t>
            </a:r>
          </a:p>
          <a:p>
            <a:pPr eaLnBrk="1" hangingPunct="1">
              <a:buFont typeface="Wingdings" panose="05000000000000000000" pitchFamily="2" charset="2"/>
              <a:buNone/>
            </a:pPr>
            <a:r>
              <a:rPr lang="zh-CN" altLang="en-US">
                <a:latin typeface="Arial" panose="020B0604020202020204" pitchFamily="34" charset="0"/>
                <a:ea typeface="黑体" panose="02010609060101010101" pitchFamily="49" charset="-122"/>
              </a:rPr>
              <a:t>		</a:t>
            </a: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559A70DD-5E69-4F65-BBA0-5412EBB5CCD2}"/>
              </a:ext>
            </a:extLst>
          </p:cNvPr>
          <p:cNvSpPr/>
          <p:nvPr/>
        </p:nvSpPr>
        <p:spPr>
          <a:xfrm>
            <a:off x="2571237" y="1524000"/>
            <a:ext cx="7049526" cy="1754326"/>
          </a:xfrm>
          <a:prstGeom prst="rect">
            <a:avLst/>
          </a:prstGeom>
          <a:noFill/>
        </p:spPr>
        <p:txBody>
          <a:bodyPr>
            <a:spAutoFit/>
          </a:bodyPr>
          <a:lstStyle/>
          <a:p>
            <a:pPr algn="ctr">
              <a:defRPr/>
            </a:pPr>
            <a:r>
              <a:rPr lang="zh-CN" altLang="en-US" sz="54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华文中宋" panose="02010600040101010101" pitchFamily="2" charset="-122"/>
                <a:ea typeface="华文中宋" panose="02010600040101010101" pitchFamily="2" charset="-122"/>
              </a:rPr>
              <a:t>感 谢 聆 听！</a:t>
            </a:r>
            <a:endParaRPr lang="en-US" altLang="zh-CN" sz="54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华文中宋" panose="02010600040101010101" pitchFamily="2" charset="-122"/>
              <a:ea typeface="华文中宋" panose="02010600040101010101" pitchFamily="2" charset="-122"/>
            </a:endParaRPr>
          </a:p>
          <a:p>
            <a:pPr algn="ctr">
              <a:defRPr/>
            </a:pPr>
            <a:r>
              <a:rPr lang="en-US" altLang="zh-CN" sz="540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华文中宋" panose="02010600040101010101" pitchFamily="2" charset="-122"/>
                <a:ea typeface="华文中宋" panose="02010600040101010101" pitchFamily="2" charset="-122"/>
              </a:rPr>
              <a:t>liaoyj@</a:t>
            </a:r>
            <a:r>
              <a:rPr lang="en-US" altLang="zh-CN" sz="54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华文中宋" panose="02010600040101010101" pitchFamily="2" charset="-122"/>
                <a:ea typeface="华文中宋" panose="02010600040101010101" pitchFamily="2" charset="-122"/>
              </a:rPr>
              <a:t>uestc.edu.cn</a:t>
            </a:r>
            <a:endParaRPr lang="zh-CN" altLang="en-US" sz="54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华文中宋" panose="02010600040101010101" pitchFamily="2" charset="-122"/>
              <a:ea typeface="华文中宋" panose="0201060004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250" fill="hold"/>
                                        <p:tgtEl>
                                          <p:spTgt spid="3"/>
                                        </p:tgtEl>
                                        <p:attrNameLst>
                                          <p:attrName>ppt_x</p:attrName>
                                        </p:attrNameLst>
                                      </p:cBhvr>
                                      <p:tavLst>
                                        <p:tav tm="0">
                                          <p:val>
                                            <p:strVal val="#ppt_x"/>
                                          </p:val>
                                        </p:tav>
                                        <p:tav tm="100000">
                                          <p:val>
                                            <p:strVal val="#ppt_x"/>
                                          </p:val>
                                        </p:tav>
                                      </p:tavLst>
                                    </p:anim>
                                    <p:anim calcmode="lin" valueType="num">
                                      <p:cBhvr additive="base">
                                        <p:cTn id="8" dur="125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Garamond"/>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华文中宋"/>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Level</Template>
  <TotalTime>6542</TotalTime>
  <Words>910</Words>
  <Application>Microsoft Office PowerPoint</Application>
  <PresentationFormat>宽屏</PresentationFormat>
  <Paragraphs>102</Paragraphs>
  <Slides>19</Slides>
  <Notes>3</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19</vt:i4>
      </vt:variant>
    </vt:vector>
  </HeadingPairs>
  <TitlesOfParts>
    <vt:vector size="34" baseType="lpstr">
      <vt:lpstr>仿宋</vt:lpstr>
      <vt:lpstr>黑体</vt:lpstr>
      <vt:lpstr>华文新魏</vt:lpstr>
      <vt:lpstr>华文中宋</vt:lpstr>
      <vt:lpstr>宋体</vt:lpstr>
      <vt:lpstr>微软雅黑</vt:lpstr>
      <vt:lpstr>Arial</vt:lpstr>
      <vt:lpstr>Calibri</vt:lpstr>
      <vt:lpstr>Garamond</vt:lpstr>
      <vt:lpstr>Helvetica</vt:lpstr>
      <vt:lpstr>Times New Roman</vt:lpstr>
      <vt:lpstr>Verdana</vt:lpstr>
      <vt:lpstr>Wingdings</vt:lpstr>
      <vt:lpstr>Level</vt:lpstr>
      <vt:lpstr>自定义设计方案</vt:lpstr>
      <vt:lpstr>现代密码学</vt:lpstr>
      <vt:lpstr>学习密码学之前，请想一想。。。</vt:lpstr>
      <vt:lpstr>学习密码学之前，请想一想。。。</vt:lpstr>
      <vt:lpstr>密码学——保护信息安全的第一道防线</vt:lpstr>
      <vt:lpstr>PowerPoint 演示文稿</vt:lpstr>
      <vt:lpstr>《中华人民共和国密码法》</vt:lpstr>
      <vt:lpstr>新增专业（2021.2.10）</vt:lpstr>
      <vt:lpstr>新增职业（2021.1.5）</vt:lpstr>
      <vt:lpstr>PowerPoint 演示文稿</vt:lpstr>
      <vt:lpstr>参考书目</vt:lpstr>
      <vt:lpstr>QQ群</vt:lpstr>
      <vt:lpstr>目的 </vt:lpstr>
      <vt:lpstr>学习方法——自主学习</vt:lpstr>
      <vt:lpstr>《现代密码学》慕课</vt:lpstr>
      <vt:lpstr>考核方式</vt:lpstr>
      <vt:lpstr>课程研讨的考核</vt:lpstr>
      <vt:lpstr>课外作业选题（均为算法实现）</vt:lpstr>
      <vt:lpstr>目录</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聂不再流浪</dc:creator>
  <cp:lastModifiedBy>liaoyj</cp:lastModifiedBy>
  <cp:revision>184</cp:revision>
  <cp:lastPrinted>1601-01-01T00:00:00Z</cp:lastPrinted>
  <dcterms:created xsi:type="dcterms:W3CDTF">1601-01-01T00:00:00Z</dcterms:created>
  <dcterms:modified xsi:type="dcterms:W3CDTF">2025-03-04T06:37:43Z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