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61" r:id="rId2"/>
  </p:sldMasterIdLst>
  <p:notesMasterIdLst>
    <p:notesMasterId r:id="rId22"/>
  </p:notesMasterIdLst>
  <p:sldIdLst>
    <p:sldId id="308" r:id="rId3"/>
    <p:sldId id="309" r:id="rId4"/>
    <p:sldId id="310" r:id="rId5"/>
    <p:sldId id="311" r:id="rId6"/>
    <p:sldId id="313" r:id="rId7"/>
    <p:sldId id="316" r:id="rId8"/>
    <p:sldId id="317" r:id="rId9"/>
    <p:sldId id="315" r:id="rId10"/>
    <p:sldId id="336" r:id="rId11"/>
    <p:sldId id="265" r:id="rId12"/>
    <p:sldId id="266" r:id="rId13"/>
    <p:sldId id="267" r:id="rId14"/>
    <p:sldId id="321" r:id="rId15"/>
    <p:sldId id="323" r:id="rId16"/>
    <p:sldId id="325" r:id="rId17"/>
    <p:sldId id="337" r:id="rId18"/>
    <p:sldId id="338" r:id="rId19"/>
    <p:sldId id="339" r:id="rId20"/>
    <p:sldId id="333" r:id="rId21"/>
  </p:sldIdLst>
  <p:sldSz cx="12192000" cy="6858000"/>
  <p:notesSz cx="6400800" cy="8686800"/>
  <p:defaultTextStyle>
    <a:defPPr>
      <a:defRPr lang="zh-CN"/>
    </a:defPPr>
    <a:lvl1pPr algn="l" rtl="0" fontAlgn="base">
      <a:spcBef>
        <a:spcPct val="5000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0000FF"/>
    <a:srgbClr val="7F7F7F"/>
    <a:srgbClr val="6600FF"/>
    <a:srgbClr val="FF9933"/>
    <a:srgbClr val="33CCFF"/>
    <a:srgbClr val="FFFF00"/>
    <a:srgbClr val="CCCCFF"/>
    <a:srgbClr val="FFCCFF"/>
    <a:srgbClr val="B4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443" autoAdjust="0"/>
  </p:normalViewPr>
  <p:slideViewPr>
    <p:cSldViewPr snapToGrid="0">
      <p:cViewPr varScale="1">
        <p:scale>
          <a:sx n="65" d="100"/>
          <a:sy n="65" d="100"/>
        </p:scale>
        <p:origin x="68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image" Target="../media/image18.wmf"/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12" Type="http://schemas.openxmlformats.org/officeDocument/2006/relationships/image" Target="../media/image17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11" Type="http://schemas.openxmlformats.org/officeDocument/2006/relationships/image" Target="../media/image16.wmf"/><Relationship Id="rId5" Type="http://schemas.openxmlformats.org/officeDocument/2006/relationships/image" Target="../media/image10.wmf"/><Relationship Id="rId10" Type="http://schemas.openxmlformats.org/officeDocument/2006/relationships/image" Target="../media/image15.wmf"/><Relationship Id="rId4" Type="http://schemas.openxmlformats.org/officeDocument/2006/relationships/image" Target="../media/image9.wmf"/><Relationship Id="rId9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image" Target="../media/image43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12" Type="http://schemas.openxmlformats.org/officeDocument/2006/relationships/image" Target="../media/image42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11" Type="http://schemas.openxmlformats.org/officeDocument/2006/relationships/image" Target="../media/image41.wmf"/><Relationship Id="rId5" Type="http://schemas.openxmlformats.org/officeDocument/2006/relationships/image" Target="../media/image35.wmf"/><Relationship Id="rId10" Type="http://schemas.openxmlformats.org/officeDocument/2006/relationships/image" Target="../media/image40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Relationship Id="rId14" Type="http://schemas.openxmlformats.org/officeDocument/2006/relationships/image" Target="../media/image44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12" Type="http://schemas.openxmlformats.org/officeDocument/2006/relationships/image" Target="../media/image56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11" Type="http://schemas.openxmlformats.org/officeDocument/2006/relationships/image" Target="../media/image55.wmf"/><Relationship Id="rId5" Type="http://schemas.openxmlformats.org/officeDocument/2006/relationships/image" Target="../media/image49.wmf"/><Relationship Id="rId10" Type="http://schemas.openxmlformats.org/officeDocument/2006/relationships/image" Target="../media/image54.wmf"/><Relationship Id="rId4" Type="http://schemas.openxmlformats.org/officeDocument/2006/relationships/image" Target="../media/image48.wmf"/><Relationship Id="rId9" Type="http://schemas.openxmlformats.org/officeDocument/2006/relationships/image" Target="../media/image53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image" Target="../media/image70.wmf"/><Relationship Id="rId7" Type="http://schemas.openxmlformats.org/officeDocument/2006/relationships/image" Target="../media/image74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10" Type="http://schemas.openxmlformats.org/officeDocument/2006/relationships/image" Target="../media/image77.wmf"/><Relationship Id="rId4" Type="http://schemas.openxmlformats.org/officeDocument/2006/relationships/image" Target="../media/image71.wmf"/><Relationship Id="rId9" Type="http://schemas.openxmlformats.org/officeDocument/2006/relationships/image" Target="../media/image7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image" Target="../media/image83.wmf"/><Relationship Id="rId7" Type="http://schemas.openxmlformats.org/officeDocument/2006/relationships/image" Target="../media/image87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11" Type="http://schemas.openxmlformats.org/officeDocument/2006/relationships/image" Target="../media/image80.wmf"/><Relationship Id="rId5" Type="http://schemas.openxmlformats.org/officeDocument/2006/relationships/image" Target="../media/image85.wmf"/><Relationship Id="rId10" Type="http://schemas.openxmlformats.org/officeDocument/2006/relationships/image" Target="../media/image90.wmf"/><Relationship Id="rId4" Type="http://schemas.openxmlformats.org/officeDocument/2006/relationships/image" Target="../media/image84.wmf"/><Relationship Id="rId9" Type="http://schemas.openxmlformats.org/officeDocument/2006/relationships/image" Target="../media/image8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7" Type="http://schemas.openxmlformats.org/officeDocument/2006/relationships/image" Target="../media/image103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6" Type="http://schemas.openxmlformats.org/officeDocument/2006/relationships/image" Target="../media/image102.wmf"/><Relationship Id="rId5" Type="http://schemas.openxmlformats.org/officeDocument/2006/relationships/image" Target="../media/image101.wmf"/><Relationship Id="rId4" Type="http://schemas.openxmlformats.org/officeDocument/2006/relationships/image" Target="../media/image10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5" Type="http://schemas.openxmlformats.org/officeDocument/2006/relationships/image" Target="../media/image108.wmf"/><Relationship Id="rId4" Type="http://schemas.openxmlformats.org/officeDocument/2006/relationships/image" Target="../media/image107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image" Target="../media/image121.wmf"/><Relationship Id="rId3" Type="http://schemas.openxmlformats.org/officeDocument/2006/relationships/image" Target="../media/image111.wmf"/><Relationship Id="rId7" Type="http://schemas.openxmlformats.org/officeDocument/2006/relationships/image" Target="../media/image115.wmf"/><Relationship Id="rId12" Type="http://schemas.openxmlformats.org/officeDocument/2006/relationships/image" Target="../media/image120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6" Type="http://schemas.openxmlformats.org/officeDocument/2006/relationships/image" Target="../media/image114.wmf"/><Relationship Id="rId11" Type="http://schemas.openxmlformats.org/officeDocument/2006/relationships/image" Target="../media/image119.wmf"/><Relationship Id="rId5" Type="http://schemas.openxmlformats.org/officeDocument/2006/relationships/image" Target="../media/image113.wmf"/><Relationship Id="rId10" Type="http://schemas.openxmlformats.org/officeDocument/2006/relationships/image" Target="../media/image118.wmf"/><Relationship Id="rId4" Type="http://schemas.openxmlformats.org/officeDocument/2006/relationships/image" Target="../media/image112.wmf"/><Relationship Id="rId9" Type="http://schemas.openxmlformats.org/officeDocument/2006/relationships/image" Target="../media/image11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13" Type="http://schemas.openxmlformats.org/officeDocument/2006/relationships/image" Target="../media/image134.wmf"/><Relationship Id="rId3" Type="http://schemas.openxmlformats.org/officeDocument/2006/relationships/image" Target="../media/image124.wmf"/><Relationship Id="rId7" Type="http://schemas.openxmlformats.org/officeDocument/2006/relationships/image" Target="../media/image128.wmf"/><Relationship Id="rId12" Type="http://schemas.openxmlformats.org/officeDocument/2006/relationships/image" Target="../media/image133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11" Type="http://schemas.openxmlformats.org/officeDocument/2006/relationships/image" Target="../media/image132.wmf"/><Relationship Id="rId5" Type="http://schemas.openxmlformats.org/officeDocument/2006/relationships/image" Target="../media/image126.wmf"/><Relationship Id="rId10" Type="http://schemas.openxmlformats.org/officeDocument/2006/relationships/image" Target="../media/image131.wmf"/><Relationship Id="rId4" Type="http://schemas.openxmlformats.org/officeDocument/2006/relationships/image" Target="../media/image125.wmf"/><Relationship Id="rId9" Type="http://schemas.openxmlformats.org/officeDocument/2006/relationships/image" Target="../media/image130.wmf"/><Relationship Id="rId14" Type="http://schemas.openxmlformats.org/officeDocument/2006/relationships/image" Target="../media/image135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149.wmf"/><Relationship Id="rId18" Type="http://schemas.openxmlformats.org/officeDocument/2006/relationships/image" Target="../media/image154.wmf"/><Relationship Id="rId3" Type="http://schemas.openxmlformats.org/officeDocument/2006/relationships/image" Target="../media/image139.wmf"/><Relationship Id="rId21" Type="http://schemas.openxmlformats.org/officeDocument/2006/relationships/image" Target="../media/image157.wmf"/><Relationship Id="rId7" Type="http://schemas.openxmlformats.org/officeDocument/2006/relationships/image" Target="../media/image143.wmf"/><Relationship Id="rId12" Type="http://schemas.openxmlformats.org/officeDocument/2006/relationships/image" Target="../media/image148.wmf"/><Relationship Id="rId17" Type="http://schemas.openxmlformats.org/officeDocument/2006/relationships/image" Target="../media/image153.wmf"/><Relationship Id="rId2" Type="http://schemas.openxmlformats.org/officeDocument/2006/relationships/image" Target="../media/image138.wmf"/><Relationship Id="rId16" Type="http://schemas.openxmlformats.org/officeDocument/2006/relationships/image" Target="../media/image152.wmf"/><Relationship Id="rId20" Type="http://schemas.openxmlformats.org/officeDocument/2006/relationships/image" Target="../media/image156.wmf"/><Relationship Id="rId1" Type="http://schemas.openxmlformats.org/officeDocument/2006/relationships/image" Target="../media/image137.wmf"/><Relationship Id="rId6" Type="http://schemas.openxmlformats.org/officeDocument/2006/relationships/image" Target="../media/image142.wmf"/><Relationship Id="rId11" Type="http://schemas.openxmlformats.org/officeDocument/2006/relationships/image" Target="../media/image147.wmf"/><Relationship Id="rId5" Type="http://schemas.openxmlformats.org/officeDocument/2006/relationships/image" Target="../media/image141.wmf"/><Relationship Id="rId15" Type="http://schemas.openxmlformats.org/officeDocument/2006/relationships/image" Target="../media/image151.wmf"/><Relationship Id="rId23" Type="http://schemas.openxmlformats.org/officeDocument/2006/relationships/image" Target="../media/image159.wmf"/><Relationship Id="rId10" Type="http://schemas.openxmlformats.org/officeDocument/2006/relationships/image" Target="../media/image146.wmf"/><Relationship Id="rId19" Type="http://schemas.openxmlformats.org/officeDocument/2006/relationships/image" Target="../media/image155.wmf"/><Relationship Id="rId4" Type="http://schemas.openxmlformats.org/officeDocument/2006/relationships/image" Target="../media/image140.wmf"/><Relationship Id="rId9" Type="http://schemas.openxmlformats.org/officeDocument/2006/relationships/image" Target="../media/image145.wmf"/><Relationship Id="rId14" Type="http://schemas.openxmlformats.org/officeDocument/2006/relationships/image" Target="../media/image150.wmf"/><Relationship Id="rId22" Type="http://schemas.openxmlformats.org/officeDocument/2006/relationships/image" Target="../media/image158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wmf"/><Relationship Id="rId1" Type="http://schemas.openxmlformats.org/officeDocument/2006/relationships/image" Target="../media/image160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13" Type="http://schemas.openxmlformats.org/officeDocument/2006/relationships/image" Target="../media/image174.wmf"/><Relationship Id="rId3" Type="http://schemas.openxmlformats.org/officeDocument/2006/relationships/image" Target="../media/image164.wmf"/><Relationship Id="rId7" Type="http://schemas.openxmlformats.org/officeDocument/2006/relationships/image" Target="../media/image168.wmf"/><Relationship Id="rId12" Type="http://schemas.openxmlformats.org/officeDocument/2006/relationships/image" Target="../media/image173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6" Type="http://schemas.openxmlformats.org/officeDocument/2006/relationships/image" Target="../media/image167.wmf"/><Relationship Id="rId11" Type="http://schemas.openxmlformats.org/officeDocument/2006/relationships/image" Target="../media/image172.wmf"/><Relationship Id="rId5" Type="http://schemas.openxmlformats.org/officeDocument/2006/relationships/image" Target="../media/image166.wmf"/><Relationship Id="rId10" Type="http://schemas.openxmlformats.org/officeDocument/2006/relationships/image" Target="../media/image171.wmf"/><Relationship Id="rId4" Type="http://schemas.openxmlformats.org/officeDocument/2006/relationships/image" Target="../media/image165.wmf"/><Relationship Id="rId9" Type="http://schemas.openxmlformats.org/officeDocument/2006/relationships/image" Target="../media/image170.wmf"/><Relationship Id="rId14" Type="http://schemas.openxmlformats.org/officeDocument/2006/relationships/image" Target="../media/image175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13" Type="http://schemas.openxmlformats.org/officeDocument/2006/relationships/image" Target="../media/image188.wmf"/><Relationship Id="rId3" Type="http://schemas.openxmlformats.org/officeDocument/2006/relationships/image" Target="../media/image178.wmf"/><Relationship Id="rId7" Type="http://schemas.openxmlformats.org/officeDocument/2006/relationships/image" Target="../media/image182.wmf"/><Relationship Id="rId12" Type="http://schemas.openxmlformats.org/officeDocument/2006/relationships/image" Target="../media/image187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6" Type="http://schemas.openxmlformats.org/officeDocument/2006/relationships/image" Target="../media/image181.wmf"/><Relationship Id="rId11" Type="http://schemas.openxmlformats.org/officeDocument/2006/relationships/image" Target="../media/image186.wmf"/><Relationship Id="rId5" Type="http://schemas.openxmlformats.org/officeDocument/2006/relationships/image" Target="../media/image180.wmf"/><Relationship Id="rId15" Type="http://schemas.openxmlformats.org/officeDocument/2006/relationships/image" Target="../media/image190.wmf"/><Relationship Id="rId10" Type="http://schemas.openxmlformats.org/officeDocument/2006/relationships/image" Target="../media/image185.wmf"/><Relationship Id="rId4" Type="http://schemas.openxmlformats.org/officeDocument/2006/relationships/image" Target="../media/image179.wmf"/><Relationship Id="rId9" Type="http://schemas.openxmlformats.org/officeDocument/2006/relationships/image" Target="../media/image184.wmf"/><Relationship Id="rId14" Type="http://schemas.openxmlformats.org/officeDocument/2006/relationships/image" Target="../media/image18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73363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210" tIns="43105" rIns="86210" bIns="43105" numCol="1" anchor="t" anchorCtr="0" compatLnSpc="1">
            <a:prstTxWarp prst="textNoShape">
              <a:avLst/>
            </a:prstTxWarp>
          </a:bodyPr>
          <a:lstStyle>
            <a:lvl1pPr defTabSz="862013">
              <a:spcBef>
                <a:spcPct val="0"/>
              </a:spcBef>
              <a:defRPr sz="1100" b="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625850" y="0"/>
            <a:ext cx="2773363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210" tIns="43105" rIns="86210" bIns="43105" numCol="1" anchor="t" anchorCtr="0" compatLnSpc="1">
            <a:prstTxWarp prst="textNoShape">
              <a:avLst/>
            </a:prstTxWarp>
          </a:bodyPr>
          <a:lstStyle>
            <a:lvl1pPr algn="r" defTabSz="862013">
              <a:spcBef>
                <a:spcPct val="0"/>
              </a:spcBef>
              <a:defRPr sz="1100" b="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54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04800" y="650875"/>
            <a:ext cx="5791200" cy="32575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54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39763" y="4125913"/>
            <a:ext cx="5121275" cy="3910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210" tIns="43105" rIns="86210" bIns="431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54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250238"/>
            <a:ext cx="2773363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210" tIns="43105" rIns="86210" bIns="43105" numCol="1" anchor="b" anchorCtr="0" compatLnSpc="1">
            <a:prstTxWarp prst="textNoShape">
              <a:avLst/>
            </a:prstTxWarp>
          </a:bodyPr>
          <a:lstStyle>
            <a:lvl1pPr defTabSz="862013">
              <a:spcBef>
                <a:spcPct val="0"/>
              </a:spcBef>
              <a:defRPr sz="1100" b="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54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625850" y="8250238"/>
            <a:ext cx="2773363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210" tIns="43105" rIns="86210" bIns="43105" numCol="1" anchor="b" anchorCtr="0" compatLnSpc="1">
            <a:prstTxWarp prst="textNoShape">
              <a:avLst/>
            </a:prstTxWarp>
          </a:bodyPr>
          <a:lstStyle>
            <a:lvl1pPr algn="r" defTabSz="862013">
              <a:spcBef>
                <a:spcPct val="0"/>
              </a:spcBef>
              <a:defRPr sz="1100" b="0">
                <a:ea typeface="宋体" pitchFamily="2" charset="-122"/>
              </a:defRPr>
            </a:lvl1pPr>
          </a:lstStyle>
          <a:p>
            <a:fld id="{16F44567-73A4-40C8-9598-3390E90F137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57467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2ED531-32D7-4A10-A100-4592D6C02FB8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1055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4800" y="650875"/>
            <a:ext cx="5791200" cy="3257550"/>
          </a:xfrm>
          <a:ln/>
        </p:spPr>
      </p:sp>
      <p:sp>
        <p:nvSpPr>
          <p:cNvPr id="1055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67812D-4D45-48BB-822D-D1CD536E45E7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1057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4800" y="650875"/>
            <a:ext cx="5791200" cy="3257550"/>
          </a:xfrm>
          <a:ln/>
        </p:spPr>
      </p:sp>
      <p:sp>
        <p:nvSpPr>
          <p:cNvPr id="1057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38A2A0-C04B-44B9-9B14-A4D2B4981B48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059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4800" y="650875"/>
            <a:ext cx="5791200" cy="3257550"/>
          </a:xfrm>
          <a:ln/>
        </p:spPr>
      </p:sp>
      <p:sp>
        <p:nvSpPr>
          <p:cNvPr id="1059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C4170E-388D-4CC8-825D-57BB69965BB4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063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4800" y="650875"/>
            <a:ext cx="5791200" cy="3257550"/>
          </a:xfrm>
          <a:ln/>
        </p:spPr>
      </p:sp>
      <p:sp>
        <p:nvSpPr>
          <p:cNvPr id="1063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C3A3AF-C968-4586-9247-A2BFBEDCBC52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070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4800" y="650875"/>
            <a:ext cx="5791200" cy="3257550"/>
          </a:xfrm>
          <a:ln/>
        </p:spPr>
      </p:sp>
      <p:sp>
        <p:nvSpPr>
          <p:cNvPr id="1070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0B05EB-1268-4DD2-9D26-09042A2E5CA3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072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4800" y="650875"/>
            <a:ext cx="5791200" cy="3257550"/>
          </a:xfrm>
          <a:ln/>
        </p:spPr>
      </p:sp>
      <p:sp>
        <p:nvSpPr>
          <p:cNvPr id="1072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6554AA-F472-4982-A6CA-F0D413A748C7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068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4800" y="650875"/>
            <a:ext cx="5791200" cy="3257550"/>
          </a:xfrm>
          <a:ln/>
        </p:spPr>
      </p:sp>
      <p:sp>
        <p:nvSpPr>
          <p:cNvPr id="1068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6554AA-F472-4982-A6CA-F0D413A748C7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068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4800" y="650875"/>
            <a:ext cx="5791200" cy="3257550"/>
          </a:xfrm>
          <a:ln/>
        </p:spPr>
      </p:sp>
      <p:sp>
        <p:nvSpPr>
          <p:cNvPr id="1068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04851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A85A4C-DF73-43FB-9B97-9ECB9314F7A7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08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4800" y="650875"/>
            <a:ext cx="5791200" cy="3257550"/>
          </a:xfrm>
          <a:ln/>
        </p:spPr>
      </p:sp>
      <p:sp>
        <p:nvSpPr>
          <p:cNvPr id="1080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190C96-5898-490D-8127-D05C9EB9EFFC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084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4800" y="650875"/>
            <a:ext cx="5791200" cy="3257550"/>
          </a:xfrm>
          <a:ln/>
        </p:spPr>
      </p:sp>
      <p:sp>
        <p:nvSpPr>
          <p:cNvPr id="1084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D925D2-17BE-41F3-8CF8-8C17EE4EFBA6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088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4800" y="650875"/>
            <a:ext cx="5791200" cy="3257550"/>
          </a:xfrm>
          <a:ln/>
        </p:spPr>
      </p:sp>
      <p:sp>
        <p:nvSpPr>
          <p:cNvPr id="108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6554AA-F472-4982-A6CA-F0D413A748C7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068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4800" y="650875"/>
            <a:ext cx="5791200" cy="3257550"/>
          </a:xfrm>
          <a:ln/>
        </p:spPr>
      </p:sp>
      <p:sp>
        <p:nvSpPr>
          <p:cNvPr id="1068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956819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993439-0495-4D26-962B-5D82636FD17B}" type="slidenum">
              <a:rPr lang="en-US" altLang="zh-CN" smtClean="0"/>
              <a:pPr/>
              <a:t>18</a:t>
            </a:fld>
            <a:endParaRPr lang="en-US" altLang="zh-CN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4125913"/>
            <a:ext cx="4692650" cy="3910012"/>
          </a:xfrm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03606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4417" y="260350"/>
            <a:ext cx="10261600" cy="762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48307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477001"/>
            <a:ext cx="2844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477001"/>
            <a:ext cx="2844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4417" y="260350"/>
            <a:ext cx="10261600" cy="762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95401"/>
            <a:ext cx="5384800" cy="48307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95401"/>
            <a:ext cx="5384800" cy="48307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77001"/>
            <a:ext cx="2844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477001"/>
            <a:ext cx="2844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4417" y="260350"/>
            <a:ext cx="10261600" cy="762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477001"/>
            <a:ext cx="2844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477001"/>
            <a:ext cx="2844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77001"/>
            <a:ext cx="2844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77001"/>
            <a:ext cx="2844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4417" y="260350"/>
            <a:ext cx="10261600" cy="762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295401"/>
            <a:ext cx="10972800" cy="48307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477001"/>
            <a:ext cx="2844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60351"/>
            <a:ext cx="2743200" cy="5865813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60351"/>
            <a:ext cx="8026400" cy="58658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477001"/>
            <a:ext cx="2844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F0D4AB2F-1ABA-4F9B-82A0-B909F0EF09C0}"/>
              </a:ext>
            </a:extLst>
          </p:cNvPr>
          <p:cNvGrpSpPr>
            <a:grpSpLocks/>
          </p:cNvGrpSpPr>
          <p:nvPr/>
        </p:nvGrpSpPr>
        <p:grpSpPr bwMode="auto">
          <a:xfrm>
            <a:off x="-1380067" y="1552576"/>
            <a:ext cx="13572067" cy="5305425"/>
            <a:chOff x="-652" y="978"/>
            <a:chExt cx="6412" cy="334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6AAEE31F-183B-4F63-B046-0346BC112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1" y="1707"/>
              <a:ext cx="3699" cy="2613"/>
            </a:xfrm>
            <a:custGeom>
              <a:avLst/>
              <a:gdLst/>
              <a:ahLst/>
              <a:cxnLst>
                <a:cxn ang="0">
                  <a:pos x="1523" y="2611"/>
                </a:cxn>
                <a:cxn ang="0">
                  <a:pos x="3698" y="2612"/>
                </a:cxn>
                <a:cxn ang="0">
                  <a:pos x="3698" y="2228"/>
                </a:cxn>
                <a:cxn ang="0">
                  <a:pos x="0" y="0"/>
                </a:cxn>
                <a:cxn ang="0">
                  <a:pos x="160" y="118"/>
                </a:cxn>
                <a:cxn ang="0">
                  <a:pos x="292" y="219"/>
                </a:cxn>
                <a:cxn ang="0">
                  <a:pos x="441" y="347"/>
                </a:cxn>
                <a:cxn ang="0">
                  <a:pos x="585" y="482"/>
                </a:cxn>
                <a:cxn ang="0">
                  <a:pos x="796" y="711"/>
                </a:cxn>
                <a:cxn ang="0">
                  <a:pos x="983" y="955"/>
                </a:cxn>
                <a:cxn ang="0">
                  <a:pos x="1119" y="1168"/>
                </a:cxn>
                <a:cxn ang="0">
                  <a:pos x="1238" y="1388"/>
                </a:cxn>
                <a:cxn ang="0">
                  <a:pos x="1331" y="1608"/>
                </a:cxn>
                <a:cxn ang="0">
                  <a:pos x="1400" y="1809"/>
                </a:cxn>
                <a:cxn ang="0">
                  <a:pos x="1447" y="1979"/>
                </a:cxn>
                <a:cxn ang="0">
                  <a:pos x="1490" y="2190"/>
                </a:cxn>
                <a:cxn ang="0">
                  <a:pos x="1511" y="2374"/>
                </a:cxn>
                <a:cxn ang="0">
                  <a:pos x="1523" y="2611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 sz="2800"/>
            </a:p>
          </p:txBody>
        </p:sp>
        <p:sp>
          <p:nvSpPr>
            <p:cNvPr id="6" name="Arc 4">
              <a:extLst>
                <a:ext uri="{FF2B5EF4-FFF2-40B4-BE49-F238E27FC236}">
                  <a16:creationId xmlns:a16="http://schemas.microsoft.com/office/drawing/2014/main" id="{5D4F65C0-6798-44C0-AE19-21F43E923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T0" fmla="*/ 0 w 21600"/>
                <a:gd name="T1" fmla="*/ 0 h 21231"/>
                <a:gd name="T2" fmla="*/ 0 w 21600"/>
                <a:gd name="T3" fmla="*/ 0 h 21231"/>
                <a:gd name="T4" fmla="*/ 0 w 21600"/>
                <a:gd name="T5" fmla="*/ 0 h 212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38917" name="Rectangle 5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1725084" y="762000"/>
            <a:ext cx="10363200" cy="1143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subTitle" sz="quarter" idx="1"/>
          </p:nvPr>
        </p:nvSpPr>
        <p:spPr bwMode="auto">
          <a:xfrm>
            <a:off x="914400" y="3429000"/>
            <a:ext cx="8534400" cy="1752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B7A80DD-6049-40B6-9171-8550214C988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B26ABEA0-9DAC-46D9-B012-58905B31DE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2E9E176E-4946-4806-B070-4B4C31149D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smtClean="0"/>
            </a:lvl1pPr>
          </a:lstStyle>
          <a:p>
            <a:pPr>
              <a:defRPr/>
            </a:pPr>
            <a:fld id="{5C979728-550A-4770-BBE2-7F4957469C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79606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091809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06122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97476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80685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871423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37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516810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074221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721857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72342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4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Box 51">
            <a:extLst>
              <a:ext uri="{FF2B5EF4-FFF2-40B4-BE49-F238E27FC236}">
                <a16:creationId xmlns:a16="http://schemas.microsoft.com/office/drawing/2014/main" id="{77A76657-2546-422A-8717-F64B1AC8BB5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049000" y="6467475"/>
            <a:ext cx="1143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defRPr/>
            </a:pPr>
            <a:fld id="{17718D05-F57E-4D0C-A2CC-AC601E3ADB87}" type="slidenum">
              <a:rPr lang="en-US" altLang="zh-CN" sz="1200" smtClean="0">
                <a:solidFill>
                  <a:schemeClr val="accent6">
                    <a:lumMod val="75000"/>
                  </a:schemeClr>
                </a:solidFill>
              </a:rPr>
              <a:pPr algn="r">
                <a:defRPr/>
              </a:pPr>
              <a:t>‹#›</a:t>
            </a:fld>
            <a:r>
              <a:rPr lang="en-US" altLang="zh-CN" sz="1200">
                <a:solidFill>
                  <a:schemeClr val="accent6">
                    <a:lumMod val="75000"/>
                  </a:schemeClr>
                </a:solidFill>
              </a:rPr>
              <a:t>/20</a:t>
            </a:r>
            <a:endParaRPr lang="en-US" altLang="zh-CN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6" name="AutoShape 5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7A3AFE9-5753-4AC6-8E65-148623E7CC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76000" y="6445250"/>
            <a:ext cx="406400" cy="3048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2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 sz="2800"/>
          </a:p>
        </p:txBody>
      </p:sp>
      <p:sp>
        <p:nvSpPr>
          <p:cNvPr id="57" name="AutoShape 5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BFA3A31-6A77-4333-9B35-7E9F7CB733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560051" y="6435725"/>
            <a:ext cx="406400" cy="304800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2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 sz="280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1B8218B-B40E-4810-AFA5-A4F257EC04B4}"/>
              </a:ext>
            </a:extLst>
          </p:cNvPr>
          <p:cNvSpPr/>
          <p:nvPr userDrawn="1"/>
        </p:nvSpPr>
        <p:spPr>
          <a:xfrm>
            <a:off x="3496574" y="6817563"/>
            <a:ext cx="8712000" cy="36000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solidFill>
              <a:srgbClr val="4472C4">
                <a:lumMod val="20000"/>
                <a:lumOff val="80000"/>
              </a:srgbClr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华文细黑"/>
              <a:cs typeface="+mn-cs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10B85EFB-EEC0-40BD-99D1-4855F7A6876E}"/>
              </a:ext>
            </a:extLst>
          </p:cNvPr>
          <p:cNvSpPr/>
          <p:nvPr userDrawn="1"/>
        </p:nvSpPr>
        <p:spPr>
          <a:xfrm>
            <a:off x="0" y="6496049"/>
            <a:ext cx="3505200" cy="361950"/>
          </a:xfrm>
          <a:custGeom>
            <a:avLst/>
            <a:gdLst>
              <a:gd name="connsiteX0" fmla="*/ 0 w 3505200"/>
              <a:gd name="connsiteY0" fmla="*/ 361950 h 361950"/>
              <a:gd name="connsiteX1" fmla="*/ 0 w 3505200"/>
              <a:gd name="connsiteY1" fmla="*/ 0 h 361950"/>
              <a:gd name="connsiteX2" fmla="*/ 3143250 w 3505200"/>
              <a:gd name="connsiteY2" fmla="*/ 0 h 361950"/>
              <a:gd name="connsiteX3" fmla="*/ 3505200 w 3505200"/>
              <a:gd name="connsiteY3" fmla="*/ 361950 h 361950"/>
              <a:gd name="connsiteX4" fmla="*/ 0 w 3505200"/>
              <a:gd name="connsiteY4" fmla="*/ 36195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5200" h="361950">
                <a:moveTo>
                  <a:pt x="0" y="361950"/>
                </a:moveTo>
                <a:lnTo>
                  <a:pt x="0" y="0"/>
                </a:lnTo>
                <a:lnTo>
                  <a:pt x="3143250" y="0"/>
                </a:lnTo>
                <a:lnTo>
                  <a:pt x="3505200" y="361950"/>
                </a:lnTo>
                <a:lnTo>
                  <a:pt x="0" y="361950"/>
                </a:ln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  <a:ln w="12700" cap="flat" cmpd="sng" algn="ctr">
            <a:solidFill>
              <a:srgbClr val="4472C4">
                <a:lumMod val="40000"/>
                <a:lumOff val="60000"/>
              </a:srgbClr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noFill/>
              <a:effectLst/>
              <a:uLnTx/>
              <a:uFillTx/>
              <a:latin typeface="Times New Roman"/>
              <a:ea typeface="华文细黑"/>
              <a:cs typeface="+mn-cs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4567C76-A5DA-4FCC-BE92-872EB9D91456}"/>
              </a:ext>
            </a:extLst>
          </p:cNvPr>
          <p:cNvSpPr/>
          <p:nvPr userDrawn="1"/>
        </p:nvSpPr>
        <p:spPr>
          <a:xfrm>
            <a:off x="257359" y="6488534"/>
            <a:ext cx="2705098" cy="3231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500" b="0">
                <a:ln w="0"/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数学科学学院 </a:t>
            </a:r>
            <a:r>
              <a:rPr kumimoji="0" lang="en-US" altLang="zh-CN" sz="1500" b="0">
                <a:ln w="0"/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r>
              <a:rPr kumimoji="0" lang="zh-CN" altLang="en-US" sz="1500" b="0">
                <a:ln w="0"/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微积分</a:t>
            </a:r>
            <a:r>
              <a:rPr kumimoji="0" lang="en-US" altLang="zh-CN" sz="1200" b="0">
                <a:ln w="0"/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II</a:t>
            </a:r>
            <a:endParaRPr kumimoji="0" lang="zh-CN" altLang="en-US" sz="1200" b="0">
              <a:ln w="0"/>
              <a:solidFill>
                <a:srgbClr val="4472C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6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3" descr="下一页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6DF4B17-3BFA-4A37-8D4F-B4BB0631543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0867" y="6381750"/>
            <a:ext cx="474133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4" descr="返回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50EA2BAF-AE94-401A-A357-DB235B7EB35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200" y="6381750"/>
            <a:ext cx="474133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5" descr="上一页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A47F0CD-2C2C-48AE-BD1B-4D7F5DC803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4118" y="6381750"/>
            <a:ext cx="474133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126030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0.wmf"/><Relationship Id="rId18" Type="http://schemas.openxmlformats.org/officeDocument/2006/relationships/image" Target="../media/image12.wmf"/><Relationship Id="rId26" Type="http://schemas.openxmlformats.org/officeDocument/2006/relationships/image" Target="../media/image16.wmf"/><Relationship Id="rId3" Type="http://schemas.openxmlformats.org/officeDocument/2006/relationships/notesSlide" Target="../notesSlides/notesSlide1.xml"/><Relationship Id="rId21" Type="http://schemas.openxmlformats.org/officeDocument/2006/relationships/oleObject" Target="../embeddings/oleObject9.bin"/><Relationship Id="rId7" Type="http://schemas.openxmlformats.org/officeDocument/2006/relationships/image" Target="../media/image7.wmf"/><Relationship Id="rId12" Type="http://schemas.openxmlformats.org/officeDocument/2006/relationships/oleObject" Target="../embeddings/oleObject5.bin"/><Relationship Id="rId17" Type="http://schemas.openxmlformats.org/officeDocument/2006/relationships/oleObject" Target="../embeddings/oleObject7.bin"/><Relationship Id="rId25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.png"/><Relationship Id="rId20" Type="http://schemas.openxmlformats.org/officeDocument/2006/relationships/image" Target="../media/image13.wmf"/><Relationship Id="rId29" Type="http://schemas.openxmlformats.org/officeDocument/2006/relationships/oleObject" Target="../embeddings/oleObject13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9.wmf"/><Relationship Id="rId24" Type="http://schemas.openxmlformats.org/officeDocument/2006/relationships/image" Target="../media/image15.wmf"/><Relationship Id="rId5" Type="http://schemas.openxmlformats.org/officeDocument/2006/relationships/image" Target="../media/image6.wmf"/><Relationship Id="rId15" Type="http://schemas.openxmlformats.org/officeDocument/2006/relationships/image" Target="../media/image11.wmf"/><Relationship Id="rId23" Type="http://schemas.openxmlformats.org/officeDocument/2006/relationships/oleObject" Target="../embeddings/oleObject10.bin"/><Relationship Id="rId28" Type="http://schemas.openxmlformats.org/officeDocument/2006/relationships/image" Target="../media/image17.wmf"/><Relationship Id="rId10" Type="http://schemas.openxmlformats.org/officeDocument/2006/relationships/oleObject" Target="../embeddings/oleObject4.bin"/><Relationship Id="rId19" Type="http://schemas.openxmlformats.org/officeDocument/2006/relationships/oleObject" Target="../embeddings/oleObject8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6.bin"/><Relationship Id="rId22" Type="http://schemas.openxmlformats.org/officeDocument/2006/relationships/image" Target="../media/image14.wmf"/><Relationship Id="rId27" Type="http://schemas.openxmlformats.org/officeDocument/2006/relationships/oleObject" Target="../embeddings/oleObject12.bin"/><Relationship Id="rId30" Type="http://schemas.openxmlformats.org/officeDocument/2006/relationships/image" Target="../media/image18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4.wmf"/><Relationship Id="rId18" Type="http://schemas.openxmlformats.org/officeDocument/2006/relationships/oleObject" Target="../embeddings/oleObject21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29.wmf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2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.bin"/><Relationship Id="rId20" Type="http://schemas.openxmlformats.org/officeDocument/2006/relationships/image" Target="../media/image28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5" Type="http://schemas.openxmlformats.org/officeDocument/2006/relationships/image" Target="../media/image25.wmf"/><Relationship Id="rId10" Type="http://schemas.openxmlformats.org/officeDocument/2006/relationships/oleObject" Target="../embeddings/oleObject17.bin"/><Relationship Id="rId19" Type="http://schemas.openxmlformats.org/officeDocument/2006/relationships/image" Target="../media/image27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19.bin"/><Relationship Id="rId22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wmf"/><Relationship Id="rId18" Type="http://schemas.openxmlformats.org/officeDocument/2006/relationships/oleObject" Target="../embeddings/oleObject29.bin"/><Relationship Id="rId26" Type="http://schemas.openxmlformats.org/officeDocument/2006/relationships/oleObject" Target="../embeddings/oleObject34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39.wmf"/><Relationship Id="rId34" Type="http://schemas.openxmlformats.org/officeDocument/2006/relationships/oleObject" Target="../embeddings/oleObject39.bin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37.wmf"/><Relationship Id="rId25" Type="http://schemas.openxmlformats.org/officeDocument/2006/relationships/oleObject" Target="../embeddings/oleObject33.bin"/><Relationship Id="rId33" Type="http://schemas.openxmlformats.org/officeDocument/2006/relationships/image" Target="../media/image4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29" Type="http://schemas.openxmlformats.org/officeDocument/2006/relationships/image" Target="../media/image41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34.wmf"/><Relationship Id="rId24" Type="http://schemas.openxmlformats.org/officeDocument/2006/relationships/image" Target="../media/image40.wmf"/><Relationship Id="rId32" Type="http://schemas.openxmlformats.org/officeDocument/2006/relationships/oleObject" Target="../embeddings/oleObject38.bin"/><Relationship Id="rId5" Type="http://schemas.openxmlformats.org/officeDocument/2006/relationships/image" Target="../media/image31.wmf"/><Relationship Id="rId15" Type="http://schemas.openxmlformats.org/officeDocument/2006/relationships/image" Target="../media/image36.wmf"/><Relationship Id="rId23" Type="http://schemas.openxmlformats.org/officeDocument/2006/relationships/oleObject" Target="../embeddings/oleObject32.bin"/><Relationship Id="rId28" Type="http://schemas.openxmlformats.org/officeDocument/2006/relationships/oleObject" Target="../embeddings/oleObject36.bin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38.wmf"/><Relationship Id="rId31" Type="http://schemas.openxmlformats.org/officeDocument/2006/relationships/image" Target="../media/image42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31.bin"/><Relationship Id="rId27" Type="http://schemas.openxmlformats.org/officeDocument/2006/relationships/oleObject" Target="../embeddings/oleObject35.bin"/><Relationship Id="rId30" Type="http://schemas.openxmlformats.org/officeDocument/2006/relationships/oleObject" Target="../embeddings/oleObject37.bin"/><Relationship Id="rId35" Type="http://schemas.openxmlformats.org/officeDocument/2006/relationships/image" Target="../media/image44.wmf"/><Relationship Id="rId8" Type="http://schemas.openxmlformats.org/officeDocument/2006/relationships/oleObject" Target="../embeddings/oleObject2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49.wmf"/><Relationship Id="rId18" Type="http://schemas.openxmlformats.org/officeDocument/2006/relationships/oleObject" Target="../embeddings/oleObject47.bin"/><Relationship Id="rId26" Type="http://schemas.openxmlformats.org/officeDocument/2006/relationships/oleObject" Target="../embeddings/oleObject51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53.wmf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51.wmf"/><Relationship Id="rId25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6.bin"/><Relationship Id="rId20" Type="http://schemas.openxmlformats.org/officeDocument/2006/relationships/oleObject" Target="../embeddings/oleObject48.bin"/><Relationship Id="rId29" Type="http://schemas.openxmlformats.org/officeDocument/2006/relationships/image" Target="../media/image58.png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8.wmf"/><Relationship Id="rId24" Type="http://schemas.openxmlformats.org/officeDocument/2006/relationships/oleObject" Target="../embeddings/oleObject50.bin"/><Relationship Id="rId5" Type="http://schemas.openxmlformats.org/officeDocument/2006/relationships/image" Target="../media/image45.wmf"/><Relationship Id="rId15" Type="http://schemas.openxmlformats.org/officeDocument/2006/relationships/image" Target="../media/image50.wmf"/><Relationship Id="rId23" Type="http://schemas.openxmlformats.org/officeDocument/2006/relationships/image" Target="../media/image54.wmf"/><Relationship Id="rId28" Type="http://schemas.openxmlformats.org/officeDocument/2006/relationships/image" Target="../media/image57.png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52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7.wmf"/><Relationship Id="rId14" Type="http://schemas.openxmlformats.org/officeDocument/2006/relationships/oleObject" Target="../embeddings/oleObject45.bin"/><Relationship Id="rId22" Type="http://schemas.openxmlformats.org/officeDocument/2006/relationships/oleObject" Target="../embeddings/oleObject49.bin"/><Relationship Id="rId27" Type="http://schemas.openxmlformats.org/officeDocument/2006/relationships/image" Target="../media/image5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63.wmf"/><Relationship Id="rId18" Type="http://schemas.openxmlformats.org/officeDocument/2006/relationships/oleObject" Target="../embeddings/oleObject59.bin"/><Relationship Id="rId3" Type="http://schemas.openxmlformats.org/officeDocument/2006/relationships/notesSlide" Target="../notesSlides/notesSlide5.xml"/><Relationship Id="rId21" Type="http://schemas.microsoft.com/office/2007/relationships/hdphoto" Target="../media/hdphoto1.wdp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6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8.bin"/><Relationship Id="rId20" Type="http://schemas.openxmlformats.org/officeDocument/2006/relationships/image" Target="../media/image67.png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62.wmf"/><Relationship Id="rId5" Type="http://schemas.openxmlformats.org/officeDocument/2006/relationships/image" Target="../media/image59.wmf"/><Relationship Id="rId15" Type="http://schemas.openxmlformats.org/officeDocument/2006/relationships/image" Target="../media/image64.wmf"/><Relationship Id="rId10" Type="http://schemas.openxmlformats.org/officeDocument/2006/relationships/oleObject" Target="../embeddings/oleObject55.bin"/><Relationship Id="rId19" Type="http://schemas.openxmlformats.org/officeDocument/2006/relationships/image" Target="../media/image66.wmf"/><Relationship Id="rId4" Type="http://schemas.openxmlformats.org/officeDocument/2006/relationships/oleObject" Target="../embeddings/oleObject52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5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72.wmf"/><Relationship Id="rId18" Type="http://schemas.openxmlformats.org/officeDocument/2006/relationships/oleObject" Target="../embeddings/oleObject67.bin"/><Relationship Id="rId26" Type="http://schemas.openxmlformats.org/officeDocument/2006/relationships/oleObject" Target="../embeddings/oleObject69.bin"/><Relationship Id="rId3" Type="http://schemas.openxmlformats.org/officeDocument/2006/relationships/notesSlide" Target="../notesSlides/notesSlide6.xml"/><Relationship Id="rId21" Type="http://schemas.microsoft.com/office/2007/relationships/hdphoto" Target="../media/hdphoto2.wdp"/><Relationship Id="rId7" Type="http://schemas.openxmlformats.org/officeDocument/2006/relationships/image" Target="../media/image69.w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74.wmf"/><Relationship Id="rId25" Type="http://schemas.openxmlformats.org/officeDocument/2006/relationships/image" Target="../media/image7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6.bin"/><Relationship Id="rId20" Type="http://schemas.openxmlformats.org/officeDocument/2006/relationships/image" Target="../media/image78.png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71.wmf"/><Relationship Id="rId24" Type="http://schemas.openxmlformats.org/officeDocument/2006/relationships/oleObject" Target="../embeddings/oleObject68.bin"/><Relationship Id="rId5" Type="http://schemas.openxmlformats.org/officeDocument/2006/relationships/image" Target="../media/image68.wmf"/><Relationship Id="rId15" Type="http://schemas.openxmlformats.org/officeDocument/2006/relationships/image" Target="../media/image73.wmf"/><Relationship Id="rId23" Type="http://schemas.microsoft.com/office/2007/relationships/hdphoto" Target="../media/hdphoto3.wdp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75.w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70.wmf"/><Relationship Id="rId14" Type="http://schemas.openxmlformats.org/officeDocument/2006/relationships/oleObject" Target="../embeddings/oleObject65.bin"/><Relationship Id="rId22" Type="http://schemas.openxmlformats.org/officeDocument/2006/relationships/image" Target="../media/image79.png"/><Relationship Id="rId27" Type="http://schemas.openxmlformats.org/officeDocument/2006/relationships/image" Target="../media/image7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80.wmf"/><Relationship Id="rId4" Type="http://schemas.openxmlformats.org/officeDocument/2006/relationships/oleObject" Target="../embeddings/oleObject70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image" Target="../media/image85.wmf"/><Relationship Id="rId18" Type="http://schemas.openxmlformats.org/officeDocument/2006/relationships/oleObject" Target="../embeddings/oleObject78.bin"/><Relationship Id="rId3" Type="http://schemas.openxmlformats.org/officeDocument/2006/relationships/notesSlide" Target="../notesSlides/notesSlide8.xml"/><Relationship Id="rId21" Type="http://schemas.openxmlformats.org/officeDocument/2006/relationships/image" Target="../media/image89.wmf"/><Relationship Id="rId7" Type="http://schemas.openxmlformats.org/officeDocument/2006/relationships/image" Target="../media/image82.wmf"/><Relationship Id="rId12" Type="http://schemas.openxmlformats.org/officeDocument/2006/relationships/oleObject" Target="../embeddings/oleObject75.bin"/><Relationship Id="rId17" Type="http://schemas.openxmlformats.org/officeDocument/2006/relationships/image" Target="../media/image87.wmf"/><Relationship Id="rId25" Type="http://schemas.openxmlformats.org/officeDocument/2006/relationships/image" Target="../media/image8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7.bin"/><Relationship Id="rId20" Type="http://schemas.openxmlformats.org/officeDocument/2006/relationships/oleObject" Target="../embeddings/oleObject79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84.wmf"/><Relationship Id="rId24" Type="http://schemas.openxmlformats.org/officeDocument/2006/relationships/oleObject" Target="../embeddings/oleObject81.bin"/><Relationship Id="rId5" Type="http://schemas.openxmlformats.org/officeDocument/2006/relationships/image" Target="../media/image81.wmf"/><Relationship Id="rId15" Type="http://schemas.openxmlformats.org/officeDocument/2006/relationships/image" Target="../media/image86.wmf"/><Relationship Id="rId23" Type="http://schemas.openxmlformats.org/officeDocument/2006/relationships/image" Target="../media/image90.wmf"/><Relationship Id="rId10" Type="http://schemas.openxmlformats.org/officeDocument/2006/relationships/oleObject" Target="../embeddings/oleObject74.bin"/><Relationship Id="rId19" Type="http://schemas.openxmlformats.org/officeDocument/2006/relationships/image" Target="../media/image88.wmf"/><Relationship Id="rId4" Type="http://schemas.openxmlformats.org/officeDocument/2006/relationships/oleObject" Target="../embeddings/oleObject71.bin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76.bin"/><Relationship Id="rId22" Type="http://schemas.openxmlformats.org/officeDocument/2006/relationships/oleObject" Target="../embeddings/oleObject8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oleObject" Target="../embeddings/oleObject87.bin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95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94.wmf"/><Relationship Id="rId4" Type="http://schemas.openxmlformats.org/officeDocument/2006/relationships/image" Target="../media/image91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9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93.bin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101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03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9.bin"/><Relationship Id="rId15" Type="http://schemas.openxmlformats.org/officeDocument/2006/relationships/oleObject" Target="../embeddings/oleObject94.bin"/><Relationship Id="rId10" Type="http://schemas.openxmlformats.org/officeDocument/2006/relationships/image" Target="../media/image100.wmf"/><Relationship Id="rId4" Type="http://schemas.openxmlformats.org/officeDocument/2006/relationships/image" Target="../media/image97.w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10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image" Target="../media/image108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oleObject" Target="../embeddings/oleObject10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5.wmf"/><Relationship Id="rId11" Type="http://schemas.openxmlformats.org/officeDocument/2006/relationships/image" Target="../media/image107.emf"/><Relationship Id="rId5" Type="http://schemas.openxmlformats.org/officeDocument/2006/relationships/oleObject" Target="../embeddings/oleObject96.bin"/><Relationship Id="rId10" Type="http://schemas.openxmlformats.org/officeDocument/2006/relationships/oleObject" Target="../embeddings/oleObject99.bin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9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13" Type="http://schemas.openxmlformats.org/officeDocument/2006/relationships/image" Target="../media/image113.wmf"/><Relationship Id="rId18" Type="http://schemas.openxmlformats.org/officeDocument/2006/relationships/oleObject" Target="../embeddings/oleObject108.bin"/><Relationship Id="rId26" Type="http://schemas.openxmlformats.org/officeDocument/2006/relationships/oleObject" Target="../embeddings/oleObject112.bin"/><Relationship Id="rId3" Type="http://schemas.openxmlformats.org/officeDocument/2006/relationships/notesSlide" Target="../notesSlides/notesSlide9.xml"/><Relationship Id="rId21" Type="http://schemas.openxmlformats.org/officeDocument/2006/relationships/image" Target="../media/image117.wmf"/><Relationship Id="rId7" Type="http://schemas.openxmlformats.org/officeDocument/2006/relationships/image" Target="../media/image110.wmf"/><Relationship Id="rId12" Type="http://schemas.openxmlformats.org/officeDocument/2006/relationships/oleObject" Target="../embeddings/oleObject105.bin"/><Relationship Id="rId17" Type="http://schemas.openxmlformats.org/officeDocument/2006/relationships/image" Target="../media/image115.wmf"/><Relationship Id="rId25" Type="http://schemas.openxmlformats.org/officeDocument/2006/relationships/image" Target="../media/image11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7.bin"/><Relationship Id="rId20" Type="http://schemas.openxmlformats.org/officeDocument/2006/relationships/oleObject" Target="../embeddings/oleObject109.bin"/><Relationship Id="rId29" Type="http://schemas.openxmlformats.org/officeDocument/2006/relationships/image" Target="../media/image121.w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02.bin"/><Relationship Id="rId11" Type="http://schemas.openxmlformats.org/officeDocument/2006/relationships/image" Target="../media/image112.wmf"/><Relationship Id="rId24" Type="http://schemas.openxmlformats.org/officeDocument/2006/relationships/oleObject" Target="../embeddings/oleObject111.bin"/><Relationship Id="rId5" Type="http://schemas.openxmlformats.org/officeDocument/2006/relationships/image" Target="../media/image109.wmf"/><Relationship Id="rId15" Type="http://schemas.openxmlformats.org/officeDocument/2006/relationships/image" Target="../media/image114.wmf"/><Relationship Id="rId23" Type="http://schemas.openxmlformats.org/officeDocument/2006/relationships/image" Target="../media/image118.wmf"/><Relationship Id="rId28" Type="http://schemas.openxmlformats.org/officeDocument/2006/relationships/oleObject" Target="../embeddings/oleObject113.bin"/><Relationship Id="rId10" Type="http://schemas.openxmlformats.org/officeDocument/2006/relationships/oleObject" Target="../embeddings/oleObject104.bin"/><Relationship Id="rId19" Type="http://schemas.openxmlformats.org/officeDocument/2006/relationships/image" Target="../media/image116.wmf"/><Relationship Id="rId4" Type="http://schemas.openxmlformats.org/officeDocument/2006/relationships/oleObject" Target="../embeddings/oleObject101.bin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106.bin"/><Relationship Id="rId22" Type="http://schemas.openxmlformats.org/officeDocument/2006/relationships/oleObject" Target="../embeddings/oleObject110.bin"/><Relationship Id="rId27" Type="http://schemas.openxmlformats.org/officeDocument/2006/relationships/image" Target="../media/image120.w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6.wmf"/><Relationship Id="rId18" Type="http://schemas.openxmlformats.org/officeDocument/2006/relationships/oleObject" Target="../embeddings/oleObject121.bin"/><Relationship Id="rId26" Type="http://schemas.openxmlformats.org/officeDocument/2006/relationships/oleObject" Target="../embeddings/oleObject125.bin"/><Relationship Id="rId3" Type="http://schemas.openxmlformats.org/officeDocument/2006/relationships/notesSlide" Target="../notesSlides/notesSlide10.xml"/><Relationship Id="rId21" Type="http://schemas.openxmlformats.org/officeDocument/2006/relationships/image" Target="../media/image130.wmf"/><Relationship Id="rId7" Type="http://schemas.openxmlformats.org/officeDocument/2006/relationships/image" Target="../media/image123.wmf"/><Relationship Id="rId12" Type="http://schemas.openxmlformats.org/officeDocument/2006/relationships/oleObject" Target="../embeddings/oleObject118.bin"/><Relationship Id="rId17" Type="http://schemas.openxmlformats.org/officeDocument/2006/relationships/image" Target="../media/image128.wmf"/><Relationship Id="rId25" Type="http://schemas.openxmlformats.org/officeDocument/2006/relationships/image" Target="../media/image132.wmf"/><Relationship Id="rId33" Type="http://schemas.openxmlformats.org/officeDocument/2006/relationships/image" Target="../media/image13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0.bin"/><Relationship Id="rId20" Type="http://schemas.openxmlformats.org/officeDocument/2006/relationships/oleObject" Target="../embeddings/oleObject122.bin"/><Relationship Id="rId29" Type="http://schemas.microsoft.com/office/2007/relationships/hdphoto" Target="../media/hdphoto4.wdp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15.bin"/><Relationship Id="rId11" Type="http://schemas.openxmlformats.org/officeDocument/2006/relationships/image" Target="../media/image125.wmf"/><Relationship Id="rId24" Type="http://schemas.openxmlformats.org/officeDocument/2006/relationships/oleObject" Target="../embeddings/oleObject124.bin"/><Relationship Id="rId32" Type="http://schemas.openxmlformats.org/officeDocument/2006/relationships/oleObject" Target="../embeddings/oleObject127.bin"/><Relationship Id="rId5" Type="http://schemas.openxmlformats.org/officeDocument/2006/relationships/image" Target="../media/image122.wmf"/><Relationship Id="rId15" Type="http://schemas.openxmlformats.org/officeDocument/2006/relationships/image" Target="../media/image127.wmf"/><Relationship Id="rId23" Type="http://schemas.openxmlformats.org/officeDocument/2006/relationships/image" Target="../media/image131.wmf"/><Relationship Id="rId28" Type="http://schemas.openxmlformats.org/officeDocument/2006/relationships/image" Target="../media/image136.png"/><Relationship Id="rId10" Type="http://schemas.openxmlformats.org/officeDocument/2006/relationships/oleObject" Target="../embeddings/oleObject117.bin"/><Relationship Id="rId19" Type="http://schemas.openxmlformats.org/officeDocument/2006/relationships/image" Target="../media/image129.wmf"/><Relationship Id="rId31" Type="http://schemas.openxmlformats.org/officeDocument/2006/relationships/image" Target="../media/image134.wmf"/><Relationship Id="rId4" Type="http://schemas.openxmlformats.org/officeDocument/2006/relationships/oleObject" Target="../embeddings/oleObject114.bin"/><Relationship Id="rId9" Type="http://schemas.openxmlformats.org/officeDocument/2006/relationships/image" Target="../media/image124.wmf"/><Relationship Id="rId14" Type="http://schemas.openxmlformats.org/officeDocument/2006/relationships/oleObject" Target="../embeddings/oleObject119.bin"/><Relationship Id="rId22" Type="http://schemas.openxmlformats.org/officeDocument/2006/relationships/oleObject" Target="../embeddings/oleObject123.bin"/><Relationship Id="rId27" Type="http://schemas.openxmlformats.org/officeDocument/2006/relationships/image" Target="../media/image133.wmf"/><Relationship Id="rId30" Type="http://schemas.openxmlformats.org/officeDocument/2006/relationships/oleObject" Target="../embeddings/oleObject126.bin"/><Relationship Id="rId8" Type="http://schemas.openxmlformats.org/officeDocument/2006/relationships/oleObject" Target="../embeddings/oleObject116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1.wmf"/><Relationship Id="rId18" Type="http://schemas.openxmlformats.org/officeDocument/2006/relationships/oleObject" Target="../embeddings/oleObject135.bin"/><Relationship Id="rId26" Type="http://schemas.openxmlformats.org/officeDocument/2006/relationships/oleObject" Target="../embeddings/oleObject139.bin"/><Relationship Id="rId39" Type="http://schemas.openxmlformats.org/officeDocument/2006/relationships/image" Target="../media/image154.wmf"/><Relationship Id="rId21" Type="http://schemas.openxmlformats.org/officeDocument/2006/relationships/image" Target="../media/image145.wmf"/><Relationship Id="rId34" Type="http://schemas.openxmlformats.org/officeDocument/2006/relationships/oleObject" Target="../embeddings/oleObject143.bin"/><Relationship Id="rId42" Type="http://schemas.openxmlformats.org/officeDocument/2006/relationships/oleObject" Target="../embeddings/oleObject147.bin"/><Relationship Id="rId47" Type="http://schemas.openxmlformats.org/officeDocument/2006/relationships/image" Target="../media/image158.wmf"/><Relationship Id="rId7" Type="http://schemas.openxmlformats.org/officeDocument/2006/relationships/image" Target="../media/image13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4.bin"/><Relationship Id="rId29" Type="http://schemas.openxmlformats.org/officeDocument/2006/relationships/image" Target="../media/image149.wmf"/><Relationship Id="rId11" Type="http://schemas.openxmlformats.org/officeDocument/2006/relationships/image" Target="../media/image140.wmf"/><Relationship Id="rId24" Type="http://schemas.openxmlformats.org/officeDocument/2006/relationships/oleObject" Target="../embeddings/oleObject138.bin"/><Relationship Id="rId32" Type="http://schemas.openxmlformats.org/officeDocument/2006/relationships/oleObject" Target="../embeddings/oleObject142.bin"/><Relationship Id="rId37" Type="http://schemas.openxmlformats.org/officeDocument/2006/relationships/image" Target="../media/image153.wmf"/><Relationship Id="rId40" Type="http://schemas.openxmlformats.org/officeDocument/2006/relationships/oleObject" Target="../embeddings/oleObject146.bin"/><Relationship Id="rId45" Type="http://schemas.openxmlformats.org/officeDocument/2006/relationships/image" Target="../media/image157.wmf"/><Relationship Id="rId5" Type="http://schemas.openxmlformats.org/officeDocument/2006/relationships/image" Target="../media/image137.wmf"/><Relationship Id="rId15" Type="http://schemas.openxmlformats.org/officeDocument/2006/relationships/image" Target="../media/image142.wmf"/><Relationship Id="rId23" Type="http://schemas.openxmlformats.org/officeDocument/2006/relationships/image" Target="../media/image146.wmf"/><Relationship Id="rId28" Type="http://schemas.openxmlformats.org/officeDocument/2006/relationships/oleObject" Target="../embeddings/oleObject140.bin"/><Relationship Id="rId36" Type="http://schemas.openxmlformats.org/officeDocument/2006/relationships/oleObject" Target="../embeddings/oleObject144.bin"/><Relationship Id="rId49" Type="http://schemas.openxmlformats.org/officeDocument/2006/relationships/image" Target="../media/image159.wmf"/><Relationship Id="rId10" Type="http://schemas.openxmlformats.org/officeDocument/2006/relationships/oleObject" Target="../embeddings/oleObject131.bin"/><Relationship Id="rId19" Type="http://schemas.openxmlformats.org/officeDocument/2006/relationships/image" Target="../media/image144.wmf"/><Relationship Id="rId31" Type="http://schemas.openxmlformats.org/officeDocument/2006/relationships/image" Target="../media/image150.wmf"/><Relationship Id="rId44" Type="http://schemas.openxmlformats.org/officeDocument/2006/relationships/oleObject" Target="../embeddings/oleObject148.bin"/><Relationship Id="rId4" Type="http://schemas.openxmlformats.org/officeDocument/2006/relationships/oleObject" Target="../embeddings/oleObject128.bin"/><Relationship Id="rId9" Type="http://schemas.openxmlformats.org/officeDocument/2006/relationships/image" Target="../media/image139.wmf"/><Relationship Id="rId14" Type="http://schemas.openxmlformats.org/officeDocument/2006/relationships/oleObject" Target="../embeddings/oleObject133.bin"/><Relationship Id="rId22" Type="http://schemas.openxmlformats.org/officeDocument/2006/relationships/oleObject" Target="../embeddings/oleObject137.bin"/><Relationship Id="rId27" Type="http://schemas.openxmlformats.org/officeDocument/2006/relationships/image" Target="../media/image148.wmf"/><Relationship Id="rId30" Type="http://schemas.openxmlformats.org/officeDocument/2006/relationships/oleObject" Target="../embeddings/oleObject141.bin"/><Relationship Id="rId35" Type="http://schemas.openxmlformats.org/officeDocument/2006/relationships/image" Target="../media/image152.wmf"/><Relationship Id="rId43" Type="http://schemas.openxmlformats.org/officeDocument/2006/relationships/image" Target="../media/image156.wmf"/><Relationship Id="rId48" Type="http://schemas.openxmlformats.org/officeDocument/2006/relationships/oleObject" Target="../embeddings/oleObject150.bin"/><Relationship Id="rId8" Type="http://schemas.openxmlformats.org/officeDocument/2006/relationships/oleObject" Target="../embeddings/oleObject130.bin"/><Relationship Id="rId3" Type="http://schemas.openxmlformats.org/officeDocument/2006/relationships/notesSlide" Target="../notesSlides/notesSlide11.xml"/><Relationship Id="rId12" Type="http://schemas.openxmlformats.org/officeDocument/2006/relationships/oleObject" Target="../embeddings/oleObject132.bin"/><Relationship Id="rId17" Type="http://schemas.openxmlformats.org/officeDocument/2006/relationships/image" Target="../media/image143.wmf"/><Relationship Id="rId25" Type="http://schemas.openxmlformats.org/officeDocument/2006/relationships/image" Target="../media/image147.wmf"/><Relationship Id="rId33" Type="http://schemas.openxmlformats.org/officeDocument/2006/relationships/image" Target="../media/image151.wmf"/><Relationship Id="rId38" Type="http://schemas.openxmlformats.org/officeDocument/2006/relationships/oleObject" Target="../embeddings/oleObject145.bin"/><Relationship Id="rId46" Type="http://schemas.openxmlformats.org/officeDocument/2006/relationships/oleObject" Target="../embeddings/oleObject149.bin"/><Relationship Id="rId20" Type="http://schemas.openxmlformats.org/officeDocument/2006/relationships/oleObject" Target="../embeddings/oleObject136.bin"/><Relationship Id="rId41" Type="http://schemas.openxmlformats.org/officeDocument/2006/relationships/image" Target="../media/image155.wmf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29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6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52.bin"/><Relationship Id="rId5" Type="http://schemas.openxmlformats.org/officeDocument/2006/relationships/image" Target="../media/image160.wmf"/><Relationship Id="rId4" Type="http://schemas.openxmlformats.org/officeDocument/2006/relationships/oleObject" Target="../embeddings/oleObject15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158.bin"/><Relationship Id="rId18" Type="http://schemas.openxmlformats.org/officeDocument/2006/relationships/image" Target="../media/image169.wmf"/><Relationship Id="rId26" Type="http://schemas.openxmlformats.org/officeDocument/2006/relationships/image" Target="../media/image173.wmf"/><Relationship Id="rId3" Type="http://schemas.openxmlformats.org/officeDocument/2006/relationships/oleObject" Target="../embeddings/oleObject153.bin"/><Relationship Id="rId21" Type="http://schemas.openxmlformats.org/officeDocument/2006/relationships/oleObject" Target="../embeddings/oleObject162.bin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66.wmf"/><Relationship Id="rId17" Type="http://schemas.openxmlformats.org/officeDocument/2006/relationships/oleObject" Target="../embeddings/oleObject160.bin"/><Relationship Id="rId25" Type="http://schemas.openxmlformats.org/officeDocument/2006/relationships/oleObject" Target="../embeddings/oleObject16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8.wmf"/><Relationship Id="rId20" Type="http://schemas.openxmlformats.org/officeDocument/2006/relationships/image" Target="../media/image170.wmf"/><Relationship Id="rId29" Type="http://schemas.openxmlformats.org/officeDocument/2006/relationships/oleObject" Target="../embeddings/oleObject166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57.bin"/><Relationship Id="rId24" Type="http://schemas.openxmlformats.org/officeDocument/2006/relationships/image" Target="../media/image172.wmf"/><Relationship Id="rId32" Type="http://schemas.microsoft.com/office/2007/relationships/hdphoto" Target="../media/hdphoto1.wdp"/><Relationship Id="rId5" Type="http://schemas.openxmlformats.org/officeDocument/2006/relationships/oleObject" Target="../embeddings/oleObject154.bin"/><Relationship Id="rId15" Type="http://schemas.openxmlformats.org/officeDocument/2006/relationships/oleObject" Target="../embeddings/oleObject159.bin"/><Relationship Id="rId23" Type="http://schemas.openxmlformats.org/officeDocument/2006/relationships/oleObject" Target="../embeddings/oleObject163.bin"/><Relationship Id="rId28" Type="http://schemas.openxmlformats.org/officeDocument/2006/relationships/image" Target="../media/image174.wmf"/><Relationship Id="rId10" Type="http://schemas.openxmlformats.org/officeDocument/2006/relationships/image" Target="../media/image165.wmf"/><Relationship Id="rId19" Type="http://schemas.openxmlformats.org/officeDocument/2006/relationships/oleObject" Target="../embeddings/oleObject161.bin"/><Relationship Id="rId31" Type="http://schemas.openxmlformats.org/officeDocument/2006/relationships/image" Target="../media/image67.png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156.bin"/><Relationship Id="rId14" Type="http://schemas.openxmlformats.org/officeDocument/2006/relationships/image" Target="../media/image167.wmf"/><Relationship Id="rId22" Type="http://schemas.openxmlformats.org/officeDocument/2006/relationships/image" Target="../media/image171.wmf"/><Relationship Id="rId27" Type="http://schemas.openxmlformats.org/officeDocument/2006/relationships/oleObject" Target="../embeddings/oleObject165.bin"/><Relationship Id="rId30" Type="http://schemas.openxmlformats.org/officeDocument/2006/relationships/image" Target="../media/image175.wmf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wmf"/><Relationship Id="rId18" Type="http://schemas.openxmlformats.org/officeDocument/2006/relationships/oleObject" Target="../embeddings/oleObject174.bin"/><Relationship Id="rId26" Type="http://schemas.openxmlformats.org/officeDocument/2006/relationships/oleObject" Target="../embeddings/oleObject178.bin"/><Relationship Id="rId3" Type="http://schemas.openxmlformats.org/officeDocument/2006/relationships/notesSlide" Target="../notesSlides/notesSlide13.xml"/><Relationship Id="rId21" Type="http://schemas.openxmlformats.org/officeDocument/2006/relationships/image" Target="../media/image184.wmf"/><Relationship Id="rId34" Type="http://schemas.openxmlformats.org/officeDocument/2006/relationships/oleObject" Target="../embeddings/oleObject181.bin"/><Relationship Id="rId7" Type="http://schemas.openxmlformats.org/officeDocument/2006/relationships/image" Target="../media/image177.wmf"/><Relationship Id="rId12" Type="http://schemas.openxmlformats.org/officeDocument/2006/relationships/oleObject" Target="../embeddings/oleObject171.bin"/><Relationship Id="rId17" Type="http://schemas.openxmlformats.org/officeDocument/2006/relationships/image" Target="../media/image182.wmf"/><Relationship Id="rId25" Type="http://schemas.openxmlformats.org/officeDocument/2006/relationships/image" Target="../media/image186.wmf"/><Relationship Id="rId33" Type="http://schemas.microsoft.com/office/2007/relationships/hdphoto" Target="../media/hdphoto5.wdp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3.bin"/><Relationship Id="rId20" Type="http://schemas.openxmlformats.org/officeDocument/2006/relationships/oleObject" Target="../embeddings/oleObject175.bin"/><Relationship Id="rId29" Type="http://schemas.openxmlformats.org/officeDocument/2006/relationships/image" Target="../media/image188.wmf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68.bin"/><Relationship Id="rId11" Type="http://schemas.openxmlformats.org/officeDocument/2006/relationships/image" Target="../media/image179.wmf"/><Relationship Id="rId24" Type="http://schemas.openxmlformats.org/officeDocument/2006/relationships/oleObject" Target="../embeddings/oleObject177.bin"/><Relationship Id="rId32" Type="http://schemas.openxmlformats.org/officeDocument/2006/relationships/image" Target="../media/image191.png"/><Relationship Id="rId5" Type="http://schemas.openxmlformats.org/officeDocument/2006/relationships/image" Target="../media/image176.wmf"/><Relationship Id="rId15" Type="http://schemas.openxmlformats.org/officeDocument/2006/relationships/image" Target="../media/image181.wmf"/><Relationship Id="rId23" Type="http://schemas.openxmlformats.org/officeDocument/2006/relationships/image" Target="../media/image185.wmf"/><Relationship Id="rId28" Type="http://schemas.openxmlformats.org/officeDocument/2006/relationships/oleObject" Target="../embeddings/oleObject179.bin"/><Relationship Id="rId10" Type="http://schemas.openxmlformats.org/officeDocument/2006/relationships/oleObject" Target="../embeddings/oleObject170.bin"/><Relationship Id="rId19" Type="http://schemas.openxmlformats.org/officeDocument/2006/relationships/image" Target="../media/image183.wmf"/><Relationship Id="rId31" Type="http://schemas.openxmlformats.org/officeDocument/2006/relationships/image" Target="../media/image189.wmf"/><Relationship Id="rId4" Type="http://schemas.openxmlformats.org/officeDocument/2006/relationships/oleObject" Target="../embeddings/oleObject167.bin"/><Relationship Id="rId9" Type="http://schemas.openxmlformats.org/officeDocument/2006/relationships/image" Target="../media/image178.wmf"/><Relationship Id="rId14" Type="http://schemas.openxmlformats.org/officeDocument/2006/relationships/oleObject" Target="../embeddings/oleObject172.bin"/><Relationship Id="rId22" Type="http://schemas.openxmlformats.org/officeDocument/2006/relationships/oleObject" Target="../embeddings/oleObject176.bin"/><Relationship Id="rId27" Type="http://schemas.openxmlformats.org/officeDocument/2006/relationships/image" Target="../media/image187.wmf"/><Relationship Id="rId30" Type="http://schemas.openxmlformats.org/officeDocument/2006/relationships/oleObject" Target="../embeddings/oleObject180.bin"/><Relationship Id="rId35" Type="http://schemas.openxmlformats.org/officeDocument/2006/relationships/image" Target="../media/image190.wmf"/><Relationship Id="rId8" Type="http://schemas.openxmlformats.org/officeDocument/2006/relationships/oleObject" Target="../embeddings/oleObject169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2309019" y="1440782"/>
            <a:ext cx="7573962" cy="8239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华文新魏" pitchFamily="2" charset="-122"/>
                <a:cs typeface="Consolas" pitchFamily="49" charset="0"/>
              </a:rPr>
              <a:t>6.</a:t>
            </a: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华文新魏" pitchFamily="2" charset="-122"/>
                <a:cs typeface="Consolas" pitchFamily="49" charset="0"/>
              </a:rPr>
              <a:t>5</a:t>
            </a:r>
            <a:r>
              <a:rPr lang="en-US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华文新魏" pitchFamily="2" charset="-122"/>
                <a:cs typeface="Consolas" pitchFamily="49" charset="0"/>
              </a:rPr>
              <a:t> </a:t>
            </a:r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华文新魏" pitchFamily="2" charset="-122"/>
                <a:cs typeface="Consolas" pitchFamily="49" charset="0"/>
              </a:rPr>
              <a:t>第一类曲面积分的计算</a:t>
            </a:r>
          </a:p>
        </p:txBody>
      </p:sp>
      <p:sp>
        <p:nvSpPr>
          <p:cNvPr id="115743" name="Text Box 31"/>
          <p:cNvSpPr txBox="1">
            <a:spLocks noChangeArrowheads="1"/>
          </p:cNvSpPr>
          <p:nvPr/>
        </p:nvSpPr>
        <p:spPr bwMode="auto">
          <a:xfrm>
            <a:off x="3352113" y="2903979"/>
            <a:ext cx="719138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100000"/>
              </a:spcBef>
            </a:pPr>
            <a:r>
              <a:rPr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  <a:sym typeface="Wingdings" pitchFamily="2" charset="2"/>
              </a:rPr>
              <a:t></a:t>
            </a:r>
          </a:p>
          <a:p>
            <a:pPr algn="ctr">
              <a:spcBef>
                <a:spcPct val="100000"/>
              </a:spcBef>
            </a:pPr>
            <a:r>
              <a:rPr lang="en-US" altLang="zh-CN" sz="3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  <a:sym typeface="Wingdings" pitchFamily="2" charset="2"/>
              </a:rPr>
              <a:t></a:t>
            </a:r>
            <a:endParaRPr lang="en-US" altLang="zh-CN" sz="32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</p:txBody>
      </p:sp>
      <p:sp>
        <p:nvSpPr>
          <p:cNvPr id="115744" name="Text Box 32"/>
          <p:cNvSpPr txBox="1">
            <a:spLocks noChangeArrowheads="1"/>
          </p:cNvSpPr>
          <p:nvPr/>
        </p:nvSpPr>
        <p:spPr bwMode="auto">
          <a:xfrm>
            <a:off x="4331602" y="2903979"/>
            <a:ext cx="6402387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100000"/>
              </a:spcBef>
            </a:pPr>
            <a:r>
              <a:rPr lang="zh-CN" alt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华文楷体" pitchFamily="2" charset="-122"/>
                <a:sym typeface="Wingdings" pitchFamily="2" charset="2"/>
              </a:rPr>
              <a:t>曲面的面积</a:t>
            </a:r>
          </a:p>
          <a:p>
            <a:pPr>
              <a:spcBef>
                <a:spcPct val="100000"/>
              </a:spcBef>
            </a:pPr>
            <a:r>
              <a:rPr lang="zh-CN" alt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华文楷体" pitchFamily="2" charset="-122"/>
                <a:sym typeface="Wingdings" pitchFamily="2" charset="2"/>
              </a:rPr>
              <a:t>第一类曲面积分的计算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7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57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5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57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23" name="Text Box 3"/>
          <p:cNvSpPr txBox="1">
            <a:spLocks noChangeArrowheads="1"/>
          </p:cNvSpPr>
          <p:nvPr/>
        </p:nvSpPr>
        <p:spPr bwMode="auto">
          <a:xfrm>
            <a:off x="1328054" y="749301"/>
            <a:ext cx="5334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一、曲面的面积</a:t>
            </a:r>
          </a:p>
        </p:txBody>
      </p:sp>
      <p:sp>
        <p:nvSpPr>
          <p:cNvPr id="1054724" name="Text Box 4"/>
          <p:cNvSpPr txBox="1">
            <a:spLocks noChangeArrowheads="1"/>
          </p:cNvSpPr>
          <p:nvPr/>
        </p:nvSpPr>
        <p:spPr bwMode="auto">
          <a:xfrm>
            <a:off x="1328054" y="1363663"/>
            <a:ext cx="3886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/>
              <a:t>设曲面的方程为</a:t>
            </a:r>
            <a:r>
              <a:rPr lang="zh-CN" altLang="en-US">
                <a:ea typeface="宋体" pitchFamily="2" charset="-122"/>
              </a:rPr>
              <a:t>：</a:t>
            </a:r>
            <a:endParaRPr lang="zh-CN" altLang="en-US">
              <a:solidFill>
                <a:srgbClr val="3333FF"/>
              </a:solidFill>
              <a:ea typeface="宋体" pitchFamily="2" charset="-122"/>
            </a:endParaRPr>
          </a:p>
        </p:txBody>
      </p:sp>
      <p:graphicFrame>
        <p:nvGraphicFramePr>
          <p:cNvPr id="1054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611274"/>
              </p:ext>
            </p:extLst>
          </p:nvPr>
        </p:nvGraphicFramePr>
        <p:xfrm>
          <a:off x="4277629" y="1476376"/>
          <a:ext cx="16002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384" name="Equation" r:id="rId4" imgW="1663560" imgH="393480" progId="Equation.DSMT4">
                  <p:embed/>
                </p:oleObj>
              </mc:Choice>
              <mc:Fallback>
                <p:oleObj name="Equation" r:id="rId4" imgW="1663560" imgH="393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7629" y="1476376"/>
                        <a:ext cx="1600200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967351"/>
              </p:ext>
            </p:extLst>
          </p:nvPr>
        </p:nvGraphicFramePr>
        <p:xfrm>
          <a:off x="1436004" y="2001838"/>
          <a:ext cx="42164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385" name="Equation" r:id="rId6" imgW="4216320" imgH="431640" progId="Equation.DSMT4">
                  <p:embed/>
                </p:oleObj>
              </mc:Choice>
              <mc:Fallback>
                <p:oleObj name="Equation" r:id="rId6" imgW="4216320" imgH="4316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004" y="2001838"/>
                        <a:ext cx="4216400" cy="430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58358"/>
              </p:ext>
            </p:extLst>
          </p:nvPr>
        </p:nvGraphicFramePr>
        <p:xfrm>
          <a:off x="1467754" y="2555875"/>
          <a:ext cx="30607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386" name="Equation" r:id="rId8" imgW="3060360" imgH="444240" progId="Equation.DSMT4">
                  <p:embed/>
                </p:oleObj>
              </mc:Choice>
              <mc:Fallback>
                <p:oleObj name="Equation" r:id="rId8" imgW="3060360" imgH="44424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7754" y="2555875"/>
                        <a:ext cx="3060700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810256"/>
              </p:ext>
            </p:extLst>
          </p:nvPr>
        </p:nvGraphicFramePr>
        <p:xfrm>
          <a:off x="1436004" y="3062288"/>
          <a:ext cx="25654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387" name="Equation" r:id="rId10" imgW="2565360" imgH="444240" progId="Equation.DSMT4">
                  <p:embed/>
                </p:oleObj>
              </mc:Choice>
              <mc:Fallback>
                <p:oleObj name="Equation" r:id="rId10" imgW="2565360" imgH="44424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004" y="3062288"/>
                        <a:ext cx="2565400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926616"/>
              </p:ext>
            </p:extLst>
          </p:nvPr>
        </p:nvGraphicFramePr>
        <p:xfrm>
          <a:off x="1505854" y="3595687"/>
          <a:ext cx="4406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388" name="Equation" r:id="rId12" imgW="4406760" imgH="444240" progId="Equation.DSMT4">
                  <p:embed/>
                </p:oleObj>
              </mc:Choice>
              <mc:Fallback>
                <p:oleObj name="Equation" r:id="rId12" imgW="4406760" imgH="44424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5854" y="3595687"/>
                        <a:ext cx="44069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5473811"/>
              </p:ext>
            </p:extLst>
          </p:nvPr>
        </p:nvGraphicFramePr>
        <p:xfrm>
          <a:off x="1480454" y="4211637"/>
          <a:ext cx="1524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389" name="Equation" r:id="rId14" imgW="1523880" imgH="380880" progId="Equation.DSMT4">
                  <p:embed/>
                </p:oleObj>
              </mc:Choice>
              <mc:Fallback>
                <p:oleObj name="Equation" r:id="rId14" imgW="1523880" imgH="38088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0454" y="4211637"/>
                        <a:ext cx="1524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组合 51">
            <a:extLst>
              <a:ext uri="{FF2B5EF4-FFF2-40B4-BE49-F238E27FC236}">
                <a16:creationId xmlns:a16="http://schemas.microsoft.com/office/drawing/2014/main" id="{1ED28B6C-8EE0-49E7-9044-E3B91EB623B6}"/>
              </a:ext>
            </a:extLst>
          </p:cNvPr>
          <p:cNvGrpSpPr/>
          <p:nvPr/>
        </p:nvGrpSpPr>
        <p:grpSpPr>
          <a:xfrm>
            <a:off x="6662054" y="919330"/>
            <a:ext cx="4397827" cy="4075036"/>
            <a:chOff x="6662054" y="919330"/>
            <a:chExt cx="4397827" cy="407503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EE9C194-0187-437B-91E1-625305C7A782}"/>
                </a:ext>
              </a:extLst>
            </p:cNvPr>
            <p:cNvSpPr/>
            <p:nvPr/>
          </p:nvSpPr>
          <p:spPr bwMode="auto">
            <a:xfrm>
              <a:off x="6662054" y="919330"/>
              <a:ext cx="4397827" cy="40750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49" charset="-122"/>
              </a:endParaRPr>
            </a:p>
          </p:txBody>
        </p:sp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5B47297E-3F76-4B25-9842-C42D894E23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l="35860" t="7411" r="32357" b="10875"/>
            <a:stretch/>
          </p:blipFill>
          <p:spPr>
            <a:xfrm>
              <a:off x="7682684" y="1274237"/>
              <a:ext cx="2612430" cy="3365222"/>
            </a:xfrm>
            <a:prstGeom prst="rect">
              <a:avLst/>
            </a:prstGeom>
          </p:spPr>
        </p:pic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014A7F62-A89D-4950-B880-CFBC8F5C4F5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759337" y="3817937"/>
              <a:ext cx="3030582" cy="22225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F6E5830D-ABF1-4741-9E36-D0FB0AB9B5FF}"/>
                </a:ext>
              </a:extLst>
            </p:cNvPr>
            <p:cNvCxnSpPr/>
            <p:nvPr/>
          </p:nvCxnSpPr>
          <p:spPr bwMode="auto">
            <a:xfrm flipV="1">
              <a:off x="7776754" y="1039020"/>
              <a:ext cx="0" cy="2778917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B7B156B1-6EFE-48E3-9A0B-BBEB8211FCD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743932" y="3817937"/>
              <a:ext cx="1032823" cy="835723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3742853-6DFC-4C21-9534-E2BB9BED6046}"/>
                </a:ext>
              </a:extLst>
            </p:cNvPr>
            <p:cNvSpPr txBox="1"/>
            <p:nvPr/>
          </p:nvSpPr>
          <p:spPr>
            <a:xfrm>
              <a:off x="10568026" y="3997217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y</a:t>
              </a:r>
              <a:endParaRPr lang="zh-CN" altLang="en-US" sz="2000" i="1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25E3D52-F22A-45B5-B60F-8B4F2B439920}"/>
                </a:ext>
              </a:extLst>
            </p:cNvPr>
            <p:cNvSpPr txBox="1"/>
            <p:nvPr/>
          </p:nvSpPr>
          <p:spPr>
            <a:xfrm>
              <a:off x="6824026" y="4445504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x</a:t>
              </a:r>
              <a:endParaRPr lang="zh-CN" altLang="en-US" sz="2000" i="1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DE6EE05-4F37-4012-8C42-687AD9AAE48C}"/>
                </a:ext>
              </a:extLst>
            </p:cNvPr>
            <p:cNvSpPr txBox="1"/>
            <p:nvPr/>
          </p:nvSpPr>
          <p:spPr>
            <a:xfrm>
              <a:off x="7768045" y="919330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z</a:t>
              </a:r>
              <a:endParaRPr lang="zh-CN" altLang="en-US" sz="2000" i="1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CDADE94-415F-4023-9CFA-585ACFF41487}"/>
                </a:ext>
              </a:extLst>
            </p:cNvPr>
            <p:cNvSpPr txBox="1"/>
            <p:nvPr/>
          </p:nvSpPr>
          <p:spPr>
            <a:xfrm>
              <a:off x="7471950" y="3542326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O</a:t>
              </a:r>
              <a:endParaRPr lang="zh-CN" altLang="en-US" sz="2000" i="1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6DA1197-E3E3-4CE1-BD48-0065DA1CAD9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535746" y="2802642"/>
              <a:ext cx="0" cy="1486876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2937F753-7046-4FAF-BDE4-44B0451204A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706568" y="2860766"/>
              <a:ext cx="0" cy="127788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470882A-8D46-4241-8DA5-DCC000C8697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9294397" y="3152243"/>
              <a:ext cx="0" cy="104502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263A0F22-AC83-4DD8-A569-7D0C06AB1DB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9128600" y="3045728"/>
              <a:ext cx="0" cy="129752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993ADD1-84BD-4C8C-A0FC-50B4C06552F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9128600" y="2336242"/>
              <a:ext cx="0" cy="709487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94661FE2-797E-433B-81F4-2C207ECDB01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9299093" y="2001838"/>
              <a:ext cx="0" cy="1150406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F2ADC60A-1943-4B6A-961A-FD1091B123E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711263" y="1803679"/>
              <a:ext cx="0" cy="1057087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BAF2C142-9006-472E-88EA-B21E3651DDE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535746" y="2125226"/>
              <a:ext cx="0" cy="677417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07BD1D37-A7FC-47A7-B44C-04CDCCBEC51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860967" y="4202210"/>
              <a:ext cx="72000" cy="720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49" charset="-122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355B7779-5BF6-4D0D-90E6-7CFCB00793D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868852" y="2053226"/>
              <a:ext cx="72000" cy="720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49" charset="-122"/>
              </a:endParaRP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3E86330D-07D7-4B81-BCAD-D71448758F4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900421" y="2941163"/>
              <a:ext cx="0" cy="129704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315825DC-8CE8-4AEE-9ECA-B123AA33D4A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900421" y="2089226"/>
              <a:ext cx="0" cy="851938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graphicFrame>
          <p:nvGraphicFramePr>
            <p:cNvPr id="59" name="Object 5">
              <a:extLst>
                <a:ext uri="{FF2B5EF4-FFF2-40B4-BE49-F238E27FC236}">
                  <a16:creationId xmlns:a16="http://schemas.microsoft.com/office/drawing/2014/main" id="{18069C0D-FA84-44E7-9198-44A24B9F84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5024796"/>
                </p:ext>
              </p:extLst>
            </p:nvPr>
          </p:nvGraphicFramePr>
          <p:xfrm>
            <a:off x="8266057" y="1687791"/>
            <a:ext cx="207962" cy="231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390" name="Equation" r:id="rId17" imgW="215640" imgH="241200" progId="Equation.DSMT4">
                    <p:embed/>
                  </p:oleObj>
                </mc:Choice>
                <mc:Fallback>
                  <p:oleObj name="Equation" r:id="rId17" imgW="215640" imgH="241200" progId="Equation.DSMT4">
                    <p:embed/>
                    <p:pic>
                      <p:nvPicPr>
                        <p:cNvPr id="105472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66057" y="1687791"/>
                          <a:ext cx="207962" cy="231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" name="Object 5">
              <a:extLst>
                <a:ext uri="{FF2B5EF4-FFF2-40B4-BE49-F238E27FC236}">
                  <a16:creationId xmlns:a16="http://schemas.microsoft.com/office/drawing/2014/main" id="{2EBC032C-352C-4035-8A77-B4E88194CA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379642"/>
                </p:ext>
              </p:extLst>
            </p:nvPr>
          </p:nvGraphicFramePr>
          <p:xfrm>
            <a:off x="8706568" y="1862080"/>
            <a:ext cx="293688" cy="219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391" name="Equation" r:id="rId19" imgW="304560" imgH="228600" progId="Equation.DSMT4">
                    <p:embed/>
                  </p:oleObj>
                </mc:Choice>
                <mc:Fallback>
                  <p:oleObj name="Equation" r:id="rId19" imgW="304560" imgH="228600" progId="Equation.DSMT4">
                    <p:embed/>
                    <p:pic>
                      <p:nvPicPr>
                        <p:cNvPr id="59" name="Object 5">
                          <a:extLst>
                            <a:ext uri="{FF2B5EF4-FFF2-40B4-BE49-F238E27FC236}">
                              <a16:creationId xmlns:a16="http://schemas.microsoft.com/office/drawing/2014/main" id="{18069C0D-FA84-44E7-9198-44A24B9F84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06568" y="1862080"/>
                          <a:ext cx="293688" cy="219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5">
              <a:extLst>
                <a:ext uri="{FF2B5EF4-FFF2-40B4-BE49-F238E27FC236}">
                  <a16:creationId xmlns:a16="http://schemas.microsoft.com/office/drawing/2014/main" id="{90941344-497A-4251-B4B4-317335169E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5219728"/>
                </p:ext>
              </p:extLst>
            </p:nvPr>
          </p:nvGraphicFramePr>
          <p:xfrm>
            <a:off x="9373908" y="1930476"/>
            <a:ext cx="390525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392" name="Equation" r:id="rId21" imgW="406080" imgH="330120" progId="Equation.DSMT4">
                    <p:embed/>
                  </p:oleObj>
                </mc:Choice>
                <mc:Fallback>
                  <p:oleObj name="Equation" r:id="rId21" imgW="406080" imgH="330120" progId="Equation.DSMT4">
                    <p:embed/>
                    <p:pic>
                      <p:nvPicPr>
                        <p:cNvPr id="60" name="Object 5">
                          <a:extLst>
                            <a:ext uri="{FF2B5EF4-FFF2-40B4-BE49-F238E27FC236}">
                              <a16:creationId xmlns:a16="http://schemas.microsoft.com/office/drawing/2014/main" id="{2EBC032C-352C-4035-8A77-B4E88194CA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73908" y="1930476"/>
                          <a:ext cx="390525" cy="317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C5859EB2-4A4E-4AD9-A3DF-197A94955DF8}"/>
                </a:ext>
              </a:extLst>
            </p:cNvPr>
            <p:cNvCxnSpPr/>
            <p:nvPr/>
          </p:nvCxnSpPr>
          <p:spPr bwMode="auto">
            <a:xfrm flipH="1">
              <a:off x="9000256" y="2053226"/>
              <a:ext cx="370167" cy="27929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aphicFrame>
          <p:nvGraphicFramePr>
            <p:cNvPr id="64" name="Object 5">
              <a:extLst>
                <a:ext uri="{FF2B5EF4-FFF2-40B4-BE49-F238E27FC236}">
                  <a16:creationId xmlns:a16="http://schemas.microsoft.com/office/drawing/2014/main" id="{7A4CE67A-0B3A-491C-ABFE-6FDFA8E125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9661967"/>
                </p:ext>
              </p:extLst>
            </p:nvPr>
          </p:nvGraphicFramePr>
          <p:xfrm>
            <a:off x="9339335" y="4197272"/>
            <a:ext cx="696913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393" name="Equation" r:id="rId23" imgW="723600" imgH="330120" progId="Equation.DSMT4">
                    <p:embed/>
                  </p:oleObj>
                </mc:Choice>
                <mc:Fallback>
                  <p:oleObj name="Equation" r:id="rId23" imgW="723600" imgH="330120" progId="Equation.DSMT4">
                    <p:embed/>
                    <p:pic>
                      <p:nvPicPr>
                        <p:cNvPr id="61" name="Object 5">
                          <a:extLst>
                            <a:ext uri="{FF2B5EF4-FFF2-40B4-BE49-F238E27FC236}">
                              <a16:creationId xmlns:a16="http://schemas.microsoft.com/office/drawing/2014/main" id="{90941344-497A-4251-B4B4-317335169E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39335" y="4197272"/>
                          <a:ext cx="696913" cy="3175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B86660BD-93D8-4A4A-8F62-538E2C28C6C1}"/>
                </a:ext>
              </a:extLst>
            </p:cNvPr>
            <p:cNvCxnSpPr/>
            <p:nvPr/>
          </p:nvCxnSpPr>
          <p:spPr bwMode="auto">
            <a:xfrm flipH="1" flipV="1">
              <a:off x="8966894" y="4247402"/>
              <a:ext cx="403529" cy="95854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aphicFrame>
          <p:nvGraphicFramePr>
            <p:cNvPr id="67" name="Object 5">
              <a:extLst>
                <a:ext uri="{FF2B5EF4-FFF2-40B4-BE49-F238E27FC236}">
                  <a16:creationId xmlns:a16="http://schemas.microsoft.com/office/drawing/2014/main" id="{6047216C-070F-46DD-AC74-60963CF396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382752"/>
                </p:ext>
              </p:extLst>
            </p:nvPr>
          </p:nvGraphicFramePr>
          <p:xfrm>
            <a:off x="8688388" y="4497571"/>
            <a:ext cx="427037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394" name="Equation" r:id="rId25" imgW="444240" imgH="330120" progId="Equation.DSMT4">
                    <p:embed/>
                  </p:oleObj>
                </mc:Choice>
                <mc:Fallback>
                  <p:oleObj name="Equation" r:id="rId25" imgW="444240" imgH="330120" progId="Equation.DSMT4">
                    <p:embed/>
                    <p:pic>
                      <p:nvPicPr>
                        <p:cNvPr id="61" name="Object 5">
                          <a:extLst>
                            <a:ext uri="{FF2B5EF4-FFF2-40B4-BE49-F238E27FC236}">
                              <a16:creationId xmlns:a16="http://schemas.microsoft.com/office/drawing/2014/main" id="{90941344-497A-4251-B4B4-317335169E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88388" y="4497571"/>
                          <a:ext cx="427037" cy="317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D5ACB4A5-0956-4E83-B9E7-4BB45E8202A6}"/>
                </a:ext>
              </a:extLst>
            </p:cNvPr>
            <p:cNvCxnSpPr>
              <a:cxnSpLocks/>
              <a:stCxn id="67" idx="0"/>
            </p:cNvCxnSpPr>
            <p:nvPr/>
          </p:nvCxnSpPr>
          <p:spPr bwMode="auto">
            <a:xfrm flipH="1" flipV="1">
              <a:off x="8776356" y="4238211"/>
              <a:ext cx="125550" cy="25936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aphicFrame>
          <p:nvGraphicFramePr>
            <p:cNvPr id="70" name="Object 5">
              <a:extLst>
                <a:ext uri="{FF2B5EF4-FFF2-40B4-BE49-F238E27FC236}">
                  <a16:creationId xmlns:a16="http://schemas.microsoft.com/office/drawing/2014/main" id="{1F9F96F2-01EB-47A2-A27E-293DAA912B9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5809081"/>
                </p:ext>
              </p:extLst>
            </p:nvPr>
          </p:nvGraphicFramePr>
          <p:xfrm>
            <a:off x="10023989" y="1319440"/>
            <a:ext cx="195263" cy="182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395" name="Equation" r:id="rId27" imgW="203040" imgH="190440" progId="Equation.DSMT4">
                    <p:embed/>
                  </p:oleObj>
                </mc:Choice>
                <mc:Fallback>
                  <p:oleObj name="Equation" r:id="rId27" imgW="203040" imgH="190440" progId="Equation.DSMT4">
                    <p:embed/>
                    <p:pic>
                      <p:nvPicPr>
                        <p:cNvPr id="67" name="Object 5">
                          <a:extLst>
                            <a:ext uri="{FF2B5EF4-FFF2-40B4-BE49-F238E27FC236}">
                              <a16:creationId xmlns:a16="http://schemas.microsoft.com/office/drawing/2014/main" id="{6047216C-070F-46DD-AC74-60963CF396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23989" y="1319440"/>
                          <a:ext cx="195263" cy="1825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436D88EB-43EC-4A5C-9A35-410F5E686141}"/>
                </a:ext>
              </a:extLst>
            </p:cNvPr>
            <p:cNvCxnSpPr/>
            <p:nvPr/>
          </p:nvCxnSpPr>
          <p:spPr bwMode="auto">
            <a:xfrm flipH="1">
              <a:off x="9569170" y="1476376"/>
              <a:ext cx="467078" cy="377825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aphicFrame>
          <p:nvGraphicFramePr>
            <p:cNvPr id="74" name="Object 5">
              <a:extLst>
                <a:ext uri="{FF2B5EF4-FFF2-40B4-BE49-F238E27FC236}">
                  <a16:creationId xmlns:a16="http://schemas.microsoft.com/office/drawing/2014/main" id="{2025E253-3517-4345-9E3E-33681A438D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2357174"/>
                </p:ext>
              </p:extLst>
            </p:nvPr>
          </p:nvGraphicFramePr>
          <p:xfrm>
            <a:off x="8166100" y="4144963"/>
            <a:ext cx="233363" cy="219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396" name="Equation" r:id="rId29" imgW="241200" imgH="228600" progId="Equation.DSMT4">
                    <p:embed/>
                  </p:oleObj>
                </mc:Choice>
                <mc:Fallback>
                  <p:oleObj name="Equation" r:id="rId29" imgW="241200" imgH="228600" progId="Equation.DSMT4">
                    <p:embed/>
                    <p:pic>
                      <p:nvPicPr>
                        <p:cNvPr id="59" name="Object 5">
                          <a:extLst>
                            <a:ext uri="{FF2B5EF4-FFF2-40B4-BE49-F238E27FC236}">
                              <a16:creationId xmlns:a16="http://schemas.microsoft.com/office/drawing/2014/main" id="{18069C0D-FA84-44E7-9198-44A24B9F84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6100" y="4144963"/>
                          <a:ext cx="233363" cy="219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5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54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54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54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54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54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2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67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709879"/>
              </p:ext>
            </p:extLst>
          </p:nvPr>
        </p:nvGraphicFramePr>
        <p:xfrm>
          <a:off x="1488873" y="567167"/>
          <a:ext cx="5221288" cy="156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308" name="Equation" r:id="rId4" imgW="5257800" imgH="1574640" progId="Equation.DSMT4">
                  <p:embed/>
                </p:oleObj>
              </mc:Choice>
              <mc:Fallback>
                <p:oleObj name="Equation" r:id="rId4" imgW="5257800" imgH="15746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8873" y="567167"/>
                        <a:ext cx="5221288" cy="1563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733363"/>
              </p:ext>
            </p:extLst>
          </p:nvPr>
        </p:nvGraphicFramePr>
        <p:xfrm>
          <a:off x="1495281" y="2425809"/>
          <a:ext cx="49403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309" name="Equation" r:id="rId6" imgW="4940280" imgH="444240" progId="Equation.DSMT4">
                  <p:embed/>
                </p:oleObj>
              </mc:Choice>
              <mc:Fallback>
                <p:oleObj name="Equation" r:id="rId6" imgW="4940280" imgH="4442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5281" y="2425809"/>
                        <a:ext cx="4940300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076935"/>
              </p:ext>
            </p:extLst>
          </p:nvPr>
        </p:nvGraphicFramePr>
        <p:xfrm>
          <a:off x="1476231" y="2946509"/>
          <a:ext cx="31242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310" name="Equation" r:id="rId8" imgW="3124080" imgH="431640" progId="Equation.DSMT4">
                  <p:embed/>
                </p:oleObj>
              </mc:Choice>
              <mc:Fallback>
                <p:oleObj name="Equation" r:id="rId8" imgW="3124080" imgH="4316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231" y="2946509"/>
                        <a:ext cx="3124200" cy="430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328681"/>
              </p:ext>
            </p:extLst>
          </p:nvPr>
        </p:nvGraphicFramePr>
        <p:xfrm>
          <a:off x="1476231" y="3422759"/>
          <a:ext cx="3632200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311" name="Equation" r:id="rId10" imgW="3632040" imgH="1079280" progId="Equation.DSMT4">
                  <p:embed/>
                </p:oleObj>
              </mc:Choice>
              <mc:Fallback>
                <p:oleObj name="Equation" r:id="rId10" imgW="3632040" imgH="10792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231" y="3422759"/>
                        <a:ext cx="3632200" cy="1077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798215"/>
              </p:ext>
            </p:extLst>
          </p:nvPr>
        </p:nvGraphicFramePr>
        <p:xfrm>
          <a:off x="1450831" y="5276959"/>
          <a:ext cx="2755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312" name="Equation" r:id="rId12" imgW="2755800" imgH="952200" progId="Equation.DSMT4">
                  <p:embed/>
                </p:oleObj>
              </mc:Choice>
              <mc:Fallback>
                <p:oleObj name="Equation" r:id="rId12" imgW="2755800" imgH="952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831" y="5276959"/>
                        <a:ext cx="2755900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476127"/>
              </p:ext>
            </p:extLst>
          </p:nvPr>
        </p:nvGraphicFramePr>
        <p:xfrm>
          <a:off x="1457181" y="4576871"/>
          <a:ext cx="3797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313" name="Equation" r:id="rId14" imgW="3797280" imgH="622080" progId="Equation.DSMT4">
                  <p:embed/>
                </p:oleObj>
              </mc:Choice>
              <mc:Fallback>
                <p:oleObj name="Equation" r:id="rId14" imgW="3797280" imgH="62208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181" y="4576871"/>
                        <a:ext cx="3797300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781420"/>
              </p:ext>
            </p:extLst>
          </p:nvPr>
        </p:nvGraphicFramePr>
        <p:xfrm>
          <a:off x="4276581" y="5391259"/>
          <a:ext cx="2959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314" name="Equation" r:id="rId16" imgW="2958840" imgH="850680" progId="Equation.DSMT4">
                  <p:embed/>
                </p:oleObj>
              </mc:Choice>
              <mc:Fallback>
                <p:oleObj name="Equation" r:id="rId16" imgW="2958840" imgH="850680" progId="Equation.DSMT4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6581" y="5391259"/>
                        <a:ext cx="2959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7807380" y="3895131"/>
            <a:ext cx="3185266" cy="2600587"/>
            <a:chOff x="6108388" y="3733101"/>
            <a:chExt cx="3185266" cy="2600587"/>
          </a:xfrm>
        </p:grpSpPr>
        <p:sp>
          <p:nvSpPr>
            <p:cNvPr id="2" name="平行四边形 1"/>
            <p:cNvSpPr/>
            <p:nvPr/>
          </p:nvSpPr>
          <p:spPr bwMode="auto">
            <a:xfrm>
              <a:off x="6644081" y="5100505"/>
              <a:ext cx="2122414" cy="690205"/>
            </a:xfrm>
            <a:prstGeom prst="parallelogram">
              <a:avLst>
                <a:gd name="adj" fmla="val 29937"/>
              </a:avLst>
            </a:prstGeom>
            <a:solidFill>
              <a:srgbClr val="FF9933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平行四边形 17"/>
            <p:cNvSpPr/>
            <p:nvPr/>
          </p:nvSpPr>
          <p:spPr bwMode="auto">
            <a:xfrm rot="19325870">
              <a:off x="6108388" y="4554267"/>
              <a:ext cx="3185266" cy="684000"/>
            </a:xfrm>
            <a:prstGeom prst="parallelogram">
              <a:avLst>
                <a:gd name="adj" fmla="val 136404"/>
              </a:avLst>
            </a:prstGeom>
            <a:solidFill>
              <a:srgbClr val="33CCFF"/>
            </a:solidFill>
            <a:ln w="28575" cap="flat" cmpd="sng" algn="ctr">
              <a:solidFill>
                <a:srgbClr val="6600FF">
                  <a:alpha val="47059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endParaRPr lang="zh-CN" altLang="en-US"/>
            </a:p>
          </p:txBody>
        </p:sp>
        <p:cxnSp>
          <p:nvCxnSpPr>
            <p:cNvPr id="4" name="直接连接符 3"/>
            <p:cNvCxnSpPr>
              <a:cxnSpLocks noChangeAspect="1"/>
            </p:cNvCxnSpPr>
            <p:nvPr/>
          </p:nvCxnSpPr>
          <p:spPr bwMode="auto">
            <a:xfrm>
              <a:off x="7119108" y="4202884"/>
              <a:ext cx="509540" cy="828000"/>
            </a:xfrm>
            <a:prstGeom prst="line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/>
          </p:nvCxnSpPr>
          <p:spPr bwMode="auto">
            <a:xfrm>
              <a:off x="7626642" y="5016615"/>
              <a:ext cx="402672" cy="654340"/>
            </a:xfrm>
            <a:prstGeom prst="line">
              <a:avLst/>
            </a:prstGeom>
            <a:noFill/>
            <a:ln w="28575" cap="flat" cmpd="sng" algn="ctr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直接连接符 5"/>
            <p:cNvCxnSpPr>
              <a:cxnSpLocks noChangeAspect="1"/>
            </p:cNvCxnSpPr>
            <p:nvPr/>
          </p:nvCxnSpPr>
          <p:spPr bwMode="auto">
            <a:xfrm flipH="1">
              <a:off x="6795083" y="5041783"/>
              <a:ext cx="828000" cy="620057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 bwMode="auto">
            <a:xfrm flipV="1">
              <a:off x="6812436" y="5629013"/>
              <a:ext cx="1216878" cy="34554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箭头连接符 9"/>
            <p:cNvCxnSpPr/>
            <p:nvPr/>
          </p:nvCxnSpPr>
          <p:spPr bwMode="auto">
            <a:xfrm flipV="1">
              <a:off x="7133582" y="3733101"/>
              <a:ext cx="0" cy="2600587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1" name="任意多边形 10"/>
            <p:cNvSpPr/>
            <p:nvPr/>
          </p:nvSpPr>
          <p:spPr bwMode="auto">
            <a:xfrm>
              <a:off x="7130642" y="4471332"/>
              <a:ext cx="151002" cy="33657"/>
            </a:xfrm>
            <a:custGeom>
              <a:avLst/>
              <a:gdLst>
                <a:gd name="connsiteX0" fmla="*/ 0 w 151002"/>
                <a:gd name="connsiteY0" fmla="*/ 8389 h 33657"/>
                <a:gd name="connsiteX1" fmla="*/ 83890 w 151002"/>
                <a:gd name="connsiteY1" fmla="*/ 33556 h 33657"/>
                <a:gd name="connsiteX2" fmla="*/ 151002 w 151002"/>
                <a:gd name="connsiteY2" fmla="*/ 0 h 33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1002" h="33657">
                  <a:moveTo>
                    <a:pt x="0" y="8389"/>
                  </a:moveTo>
                  <a:cubicBezTo>
                    <a:pt x="29361" y="21671"/>
                    <a:pt x="58723" y="34954"/>
                    <a:pt x="83890" y="33556"/>
                  </a:cubicBezTo>
                  <a:cubicBezTo>
                    <a:pt x="109057" y="32158"/>
                    <a:pt x="130029" y="16079"/>
                    <a:pt x="151002" y="0"/>
                  </a:cubicBezTo>
                </a:path>
              </a:pathLst>
            </a:cu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101819"/>
                </p:ext>
              </p:extLst>
            </p:nvPr>
          </p:nvGraphicFramePr>
          <p:xfrm>
            <a:off x="7147828" y="4517574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7315" name="Equation" r:id="rId18" imgW="190440" imgH="241200" progId="Equation.DSMT4">
                    <p:embed/>
                  </p:oleObj>
                </mc:Choice>
                <mc:Fallback>
                  <p:oleObj name="Equation" r:id="rId18" imgW="190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47828" y="4517574"/>
                          <a:ext cx="190500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弧形 11"/>
            <p:cNvSpPr/>
            <p:nvPr/>
          </p:nvSpPr>
          <p:spPr bwMode="auto">
            <a:xfrm>
              <a:off x="6853805" y="5570290"/>
              <a:ext cx="159391" cy="134221"/>
            </a:xfrm>
            <a:prstGeom prst="arc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56811" name="Picture 43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8344" y="4504989"/>
              <a:ext cx="361939" cy="2861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56812" name="Picture 44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98275" y="5329038"/>
              <a:ext cx="438554" cy="317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41BA9BF-DAD1-4589-AFA4-BEBBCFC871F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893" y="410057"/>
            <a:ext cx="3450753" cy="32089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6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6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5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56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5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56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88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865459"/>
              </p:ext>
            </p:extLst>
          </p:nvPr>
        </p:nvGraphicFramePr>
        <p:xfrm>
          <a:off x="4353379" y="1233568"/>
          <a:ext cx="1473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493" name="Equation" r:id="rId4" imgW="1409400" imgH="812520" progId="Equation.DSMT4">
                  <p:embed/>
                </p:oleObj>
              </mc:Choice>
              <mc:Fallback>
                <p:oleObj name="Equation" r:id="rId4" imgW="1409400" imgH="8125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3379" y="1233568"/>
                        <a:ext cx="14732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474270"/>
              </p:ext>
            </p:extLst>
          </p:nvPr>
        </p:nvGraphicFramePr>
        <p:xfrm>
          <a:off x="3641725" y="2617788"/>
          <a:ext cx="1608138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494" name="Equation" r:id="rId6" imgW="1562040" imgH="393480" progId="Equation.DSMT4">
                  <p:embed/>
                </p:oleObj>
              </mc:Choice>
              <mc:Fallback>
                <p:oleObj name="Equation" r:id="rId6" imgW="1562040" imgH="393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1725" y="2617788"/>
                        <a:ext cx="1608138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711230"/>
              </p:ext>
            </p:extLst>
          </p:nvPr>
        </p:nvGraphicFramePr>
        <p:xfrm>
          <a:off x="4353379" y="3255261"/>
          <a:ext cx="15430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495" name="Equation" r:id="rId8" imgW="1409400" imgH="812520" progId="Equation.DSMT4">
                  <p:embed/>
                </p:oleObj>
              </mc:Choice>
              <mc:Fallback>
                <p:oleObj name="Equation" r:id="rId8" imgW="1409400" imgH="81252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3379" y="3255261"/>
                        <a:ext cx="154305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054490"/>
              </p:ext>
            </p:extLst>
          </p:nvPr>
        </p:nvGraphicFramePr>
        <p:xfrm>
          <a:off x="3697288" y="541338"/>
          <a:ext cx="15017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496" name="Equation" r:id="rId10" imgW="1562040" imgH="393480" progId="Equation.DSMT4">
                  <p:embed/>
                </p:oleObj>
              </mc:Choice>
              <mc:Fallback>
                <p:oleObj name="Equation" r:id="rId10" imgW="1562040" imgH="39348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7288" y="541338"/>
                        <a:ext cx="150177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025271"/>
              </p:ext>
            </p:extLst>
          </p:nvPr>
        </p:nvGraphicFramePr>
        <p:xfrm>
          <a:off x="3633788" y="4802188"/>
          <a:ext cx="172720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497" name="Equation" r:id="rId12" imgW="1587240" imgH="393480" progId="Equation.DSMT4">
                  <p:embed/>
                </p:oleObj>
              </mc:Choice>
              <mc:Fallback>
                <p:oleObj name="Equation" r:id="rId12" imgW="1587240" imgH="39348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8" y="4802188"/>
                        <a:ext cx="1727200" cy="427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>
            <a:extLst>
              <a:ext uri="{FF2B5EF4-FFF2-40B4-BE49-F238E27FC236}">
                <a16:creationId xmlns:a16="http://schemas.microsoft.com/office/drawing/2014/main" id="{49C57863-B3C5-4FF5-AFD0-AA705CB58A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6518855"/>
              </p:ext>
            </p:extLst>
          </p:nvPr>
        </p:nvGraphicFramePr>
        <p:xfrm>
          <a:off x="5401129" y="431028"/>
          <a:ext cx="3540125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498" name="Equation" r:id="rId14" imgW="3682800" imgH="622080" progId="Equation.DSMT4">
                  <p:embed/>
                </p:oleObj>
              </mc:Choice>
              <mc:Fallback>
                <p:oleObj name="Equation" r:id="rId14" imgW="3682800" imgH="622080" progId="Equation.DSMT4">
                  <p:embed/>
                  <p:pic>
                    <p:nvPicPr>
                      <p:cNvPr id="105882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1129" y="431028"/>
                        <a:ext cx="3540125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1B7066A-9A23-44AF-8C42-3A42375893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1674005"/>
              </p:ext>
            </p:extLst>
          </p:nvPr>
        </p:nvGraphicFramePr>
        <p:xfrm>
          <a:off x="5886996" y="1233568"/>
          <a:ext cx="3149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499" name="Equation" r:id="rId16" imgW="3149280" imgH="939600" progId="Equation.DSMT4">
                  <p:embed/>
                </p:oleObj>
              </mc:Choice>
              <mc:Fallback>
                <p:oleObj name="Equation" r:id="rId16" imgW="314928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886996" y="1233568"/>
                        <a:ext cx="31496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>
            <a:extLst>
              <a:ext uri="{FF2B5EF4-FFF2-40B4-BE49-F238E27FC236}">
                <a16:creationId xmlns:a16="http://schemas.microsoft.com/office/drawing/2014/main" id="{B5569C91-468F-4505-8D83-C23C567BAD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359084"/>
              </p:ext>
            </p:extLst>
          </p:nvPr>
        </p:nvGraphicFramePr>
        <p:xfrm>
          <a:off x="1578383" y="1281193"/>
          <a:ext cx="257651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500" name="Equation" r:id="rId18" imgW="2679480" imgH="393480" progId="Equation.DSMT4">
                  <p:embed/>
                </p:oleObj>
              </mc:Choice>
              <mc:Fallback>
                <p:oleObj name="Equation" r:id="rId18" imgW="2679480" imgH="393480" progId="Equation.DSMT4">
                  <p:embed/>
                  <p:pic>
                    <p:nvPicPr>
                      <p:cNvPr id="105882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8383" y="1281193"/>
                        <a:ext cx="2576513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527FF71-4FFE-49DA-9EA6-4624B38C15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465223"/>
              </p:ext>
            </p:extLst>
          </p:nvPr>
        </p:nvGraphicFramePr>
        <p:xfrm>
          <a:off x="1578383" y="489813"/>
          <a:ext cx="2070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501" name="Equation" r:id="rId20" imgW="2070000" imgH="444240" progId="Equation.DSMT4">
                  <p:embed/>
                </p:oleObj>
              </mc:Choice>
              <mc:Fallback>
                <p:oleObj name="Equation" r:id="rId20" imgW="20700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78383" y="489813"/>
                        <a:ext cx="20701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7043F60-A62F-4EE6-87E5-CD46FCF33E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322371"/>
              </p:ext>
            </p:extLst>
          </p:nvPr>
        </p:nvGraphicFramePr>
        <p:xfrm>
          <a:off x="1578383" y="2583568"/>
          <a:ext cx="2070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502" name="Equation" r:id="rId22" imgW="2070000" imgH="444240" progId="Equation.DSMT4">
                  <p:embed/>
                </p:oleObj>
              </mc:Choice>
              <mc:Fallback>
                <p:oleObj name="Equation" r:id="rId22" imgW="2070000" imgH="4442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527FF71-4FFE-49DA-9EA6-4624B38C15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78383" y="2583568"/>
                        <a:ext cx="20701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2">
            <a:extLst>
              <a:ext uri="{FF2B5EF4-FFF2-40B4-BE49-F238E27FC236}">
                <a16:creationId xmlns:a16="http://schemas.microsoft.com/office/drawing/2014/main" id="{AA685514-CFBB-404D-B524-EA5092107A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44025"/>
              </p:ext>
            </p:extLst>
          </p:nvPr>
        </p:nvGraphicFramePr>
        <p:xfrm>
          <a:off x="5401129" y="2520248"/>
          <a:ext cx="360045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503" name="Equation" r:id="rId23" imgW="3746160" imgH="622080" progId="Equation.DSMT4">
                  <p:embed/>
                </p:oleObj>
              </mc:Choice>
              <mc:Fallback>
                <p:oleObj name="Equation" r:id="rId23" imgW="3746160" imgH="622080" progId="Equation.DSMT4">
                  <p:embed/>
                  <p:pic>
                    <p:nvPicPr>
                      <p:cNvPr id="14" name="Object 12">
                        <a:extLst>
                          <a:ext uri="{FF2B5EF4-FFF2-40B4-BE49-F238E27FC236}">
                            <a16:creationId xmlns:a16="http://schemas.microsoft.com/office/drawing/2014/main" id="{49C57863-B3C5-4FF5-AFD0-AA705CB58A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1129" y="2520248"/>
                        <a:ext cx="3600450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2">
            <a:extLst>
              <a:ext uri="{FF2B5EF4-FFF2-40B4-BE49-F238E27FC236}">
                <a16:creationId xmlns:a16="http://schemas.microsoft.com/office/drawing/2014/main" id="{981E90C9-1E50-4B92-AA9F-59427BA140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6487485"/>
              </p:ext>
            </p:extLst>
          </p:nvPr>
        </p:nvGraphicFramePr>
        <p:xfrm>
          <a:off x="1578382" y="3343185"/>
          <a:ext cx="257651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504" name="Equation" r:id="rId25" imgW="2679480" imgH="393480" progId="Equation.DSMT4">
                  <p:embed/>
                </p:oleObj>
              </mc:Choice>
              <mc:Fallback>
                <p:oleObj name="Equation" r:id="rId25" imgW="2679480" imgH="393480" progId="Equation.DSMT4">
                  <p:embed/>
                  <p:pic>
                    <p:nvPicPr>
                      <p:cNvPr id="16" name="Object 12">
                        <a:extLst>
                          <a:ext uri="{FF2B5EF4-FFF2-40B4-BE49-F238E27FC236}">
                            <a16:creationId xmlns:a16="http://schemas.microsoft.com/office/drawing/2014/main" id="{B5569C91-468F-4505-8D83-C23C567BAD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8382" y="3343185"/>
                        <a:ext cx="2576513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17721BD4-80BA-45B7-9C0E-063F8CECE0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081237"/>
              </p:ext>
            </p:extLst>
          </p:nvPr>
        </p:nvGraphicFramePr>
        <p:xfrm>
          <a:off x="1578383" y="4802903"/>
          <a:ext cx="2070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505" name="Equation" r:id="rId26" imgW="2070000" imgH="444240" progId="Equation.DSMT4">
                  <p:embed/>
                </p:oleObj>
              </mc:Choice>
              <mc:Fallback>
                <p:oleObj name="Equation" r:id="rId26" imgW="2070000" imgH="44424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67043F60-A62F-4EE6-87E5-CD46FCF33E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78383" y="4802903"/>
                        <a:ext cx="20701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2">
            <a:extLst>
              <a:ext uri="{FF2B5EF4-FFF2-40B4-BE49-F238E27FC236}">
                <a16:creationId xmlns:a16="http://schemas.microsoft.com/office/drawing/2014/main" id="{71486481-F819-4A06-B9B8-5471816872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465134"/>
              </p:ext>
            </p:extLst>
          </p:nvPr>
        </p:nvGraphicFramePr>
        <p:xfrm>
          <a:off x="1578382" y="5562520"/>
          <a:ext cx="257651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506" name="Equation" r:id="rId27" imgW="2679480" imgH="393480" progId="Equation.DSMT4">
                  <p:embed/>
                </p:oleObj>
              </mc:Choice>
              <mc:Fallback>
                <p:oleObj name="Equation" r:id="rId27" imgW="2679480" imgH="393480" progId="Equation.DSMT4">
                  <p:embed/>
                  <p:pic>
                    <p:nvPicPr>
                      <p:cNvPr id="20" name="Object 12">
                        <a:extLst>
                          <a:ext uri="{FF2B5EF4-FFF2-40B4-BE49-F238E27FC236}">
                            <a16:creationId xmlns:a16="http://schemas.microsoft.com/office/drawing/2014/main" id="{981E90C9-1E50-4B92-AA9F-59427BA140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8382" y="5562520"/>
                        <a:ext cx="2576513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2">
            <a:extLst>
              <a:ext uri="{FF2B5EF4-FFF2-40B4-BE49-F238E27FC236}">
                <a16:creationId xmlns:a16="http://schemas.microsoft.com/office/drawing/2014/main" id="{3455A5B6-7452-4F47-B7AF-EEA0F4116D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7752105"/>
              </p:ext>
            </p:extLst>
          </p:nvPr>
        </p:nvGraphicFramePr>
        <p:xfrm>
          <a:off x="5396366" y="4699264"/>
          <a:ext cx="361156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507" name="Equation" r:id="rId28" imgW="3759120" imgH="596880" progId="Equation.DSMT4">
                  <p:embed/>
                </p:oleObj>
              </mc:Choice>
              <mc:Fallback>
                <p:oleObj name="Equation" r:id="rId28" imgW="3759120" imgH="596880" progId="Equation.DSMT4">
                  <p:embed/>
                  <p:pic>
                    <p:nvPicPr>
                      <p:cNvPr id="19" name="Object 12">
                        <a:extLst>
                          <a:ext uri="{FF2B5EF4-FFF2-40B4-BE49-F238E27FC236}">
                            <a16:creationId xmlns:a16="http://schemas.microsoft.com/office/drawing/2014/main" id="{AA685514-CFBB-404D-B524-EA5092107A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6366" y="4699264"/>
                        <a:ext cx="3611562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F50FE92-713A-40E2-AB24-EA20164EC1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7149944"/>
              </p:ext>
            </p:extLst>
          </p:nvPr>
        </p:nvGraphicFramePr>
        <p:xfrm>
          <a:off x="5896429" y="3251110"/>
          <a:ext cx="3200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508" name="Equation" r:id="rId30" imgW="3200400" imgH="939600" progId="Equation.DSMT4">
                  <p:embed/>
                </p:oleObj>
              </mc:Choice>
              <mc:Fallback>
                <p:oleObj name="Equation" r:id="rId30" imgW="320040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896429" y="3251110"/>
                        <a:ext cx="32004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CBA467F-EE2A-43A2-A892-773BADF3CB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8516467"/>
              </p:ext>
            </p:extLst>
          </p:nvPr>
        </p:nvGraphicFramePr>
        <p:xfrm>
          <a:off x="5896429" y="5468065"/>
          <a:ext cx="3289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509" name="Equation" r:id="rId32" imgW="3288960" imgH="914400" progId="Equation.DSMT4">
                  <p:embed/>
                </p:oleObj>
              </mc:Choice>
              <mc:Fallback>
                <p:oleObj name="Equation" r:id="rId32" imgW="328896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896429" y="5468065"/>
                        <a:ext cx="32893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7">
            <a:extLst>
              <a:ext uri="{FF2B5EF4-FFF2-40B4-BE49-F238E27FC236}">
                <a16:creationId xmlns:a16="http://schemas.microsoft.com/office/drawing/2014/main" id="{8DEDCC9C-EC52-4054-95D2-2AD4CBD0F4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196576"/>
              </p:ext>
            </p:extLst>
          </p:nvPr>
        </p:nvGraphicFramePr>
        <p:xfrm>
          <a:off x="4353379" y="5480765"/>
          <a:ext cx="15430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510" name="Equation" r:id="rId34" imgW="1409400" imgH="812520" progId="Equation.DSMT4">
                  <p:embed/>
                </p:oleObj>
              </mc:Choice>
              <mc:Fallback>
                <p:oleObj name="Equation" r:id="rId34" imgW="1409400" imgH="812520" progId="Equation.DSMT4">
                  <p:embed/>
                  <p:pic>
                    <p:nvPicPr>
                      <p:cNvPr id="10588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3379" y="5480765"/>
                        <a:ext cx="154305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8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5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5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58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29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172628"/>
              </p:ext>
            </p:extLst>
          </p:nvPr>
        </p:nvGraphicFramePr>
        <p:xfrm>
          <a:off x="5287554" y="3395064"/>
          <a:ext cx="33147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649" name="Equation" r:id="rId4" imgW="3314520" imgH="1015920" progId="Equation.DSMT4">
                  <p:embed/>
                </p:oleObj>
              </mc:Choice>
              <mc:Fallback>
                <p:oleObj name="Equation" r:id="rId4" imgW="3314520" imgH="10159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7554" y="3395064"/>
                        <a:ext cx="33147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2915" name="Text Box 3"/>
          <p:cNvSpPr txBox="1">
            <a:spLocks noChangeArrowheads="1"/>
          </p:cNvSpPr>
          <p:nvPr/>
        </p:nvSpPr>
        <p:spPr bwMode="auto">
          <a:xfrm>
            <a:off x="829854" y="1421803"/>
            <a:ext cx="609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/>
              <a:t>解</a:t>
            </a:r>
          </a:p>
        </p:txBody>
      </p:sp>
      <p:graphicFrame>
        <p:nvGraphicFramePr>
          <p:cNvPr id="10629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653103"/>
              </p:ext>
            </p:extLst>
          </p:nvPr>
        </p:nvGraphicFramePr>
        <p:xfrm>
          <a:off x="3941354" y="2107603"/>
          <a:ext cx="13462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650" name="Equation" r:id="rId6" imgW="1346040" imgH="393480" progId="Equation.DSMT4">
                  <p:embed/>
                </p:oleObj>
              </mc:Choice>
              <mc:Fallback>
                <p:oleObj name="Equation" r:id="rId6" imgW="1346040" imgH="393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1354" y="2107603"/>
                        <a:ext cx="1346200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62921" name="Group 9"/>
          <p:cNvGrpSpPr>
            <a:grpSpLocks/>
          </p:cNvGrpSpPr>
          <p:nvPr/>
        </p:nvGrpSpPr>
        <p:grpSpPr bwMode="auto">
          <a:xfrm>
            <a:off x="712379" y="188315"/>
            <a:ext cx="7239000" cy="533400"/>
            <a:chOff x="0" y="0"/>
            <a:chExt cx="4560" cy="336"/>
          </a:xfrm>
        </p:grpSpPr>
        <p:sp>
          <p:nvSpPr>
            <p:cNvPr id="1062922" name="Rectangle 10"/>
            <p:cNvSpPr>
              <a:spLocks noChangeArrowheads="1"/>
            </p:cNvSpPr>
            <p:nvPr/>
          </p:nvSpPr>
          <p:spPr bwMode="auto">
            <a:xfrm>
              <a:off x="0" y="0"/>
              <a:ext cx="456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/>
                <a:t>例</a:t>
              </a:r>
              <a:r>
                <a:rPr lang="en-US" altLang="zh-CN"/>
                <a:t>1</a:t>
              </a:r>
              <a:r>
                <a:rPr lang="en-US" altLang="zh-CN">
                  <a:ea typeface="宋体" pitchFamily="2" charset="-122"/>
                </a:rPr>
                <a:t>   </a:t>
              </a:r>
              <a:r>
                <a:rPr lang="zh-CN" altLang="en-US">
                  <a:latin typeface="黑体" pitchFamily="49" charset="-122"/>
                </a:rPr>
                <a:t>求球面               ，含在圆柱体</a:t>
              </a:r>
              <a:endParaRPr lang="zh-CN" altLang="en-US" b="0">
                <a:latin typeface="黑体" pitchFamily="49" charset="-122"/>
              </a:endParaRPr>
            </a:p>
          </p:txBody>
        </p:sp>
        <p:graphicFrame>
          <p:nvGraphicFramePr>
            <p:cNvPr id="1062923" name="Object 11"/>
            <p:cNvGraphicFramePr>
              <a:graphicFrameLocks noChangeAspect="1"/>
            </p:cNvGraphicFramePr>
            <p:nvPr/>
          </p:nvGraphicFramePr>
          <p:xfrm>
            <a:off x="1296" y="42"/>
            <a:ext cx="1602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651" name="Equation" r:id="rId8" imgW="2539800" imgH="469800" progId="Equation.DSMT4">
                    <p:embed/>
                  </p:oleObj>
                </mc:Choice>
                <mc:Fallback>
                  <p:oleObj name="Equation" r:id="rId8" imgW="2539800" imgH="469800" progId="Equation.DSMT4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42"/>
                          <a:ext cx="1602" cy="2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62924" name="Group 12"/>
          <p:cNvGrpSpPr>
            <a:grpSpLocks/>
          </p:cNvGrpSpPr>
          <p:nvPr/>
        </p:nvGrpSpPr>
        <p:grpSpPr bwMode="auto">
          <a:xfrm>
            <a:off x="1658529" y="710603"/>
            <a:ext cx="5049838" cy="555625"/>
            <a:chOff x="-48" y="850"/>
            <a:chExt cx="3181" cy="350"/>
          </a:xfrm>
        </p:grpSpPr>
        <p:graphicFrame>
          <p:nvGraphicFramePr>
            <p:cNvPr id="1062925" name="Object 13"/>
            <p:cNvGraphicFramePr>
              <a:graphicFrameLocks noChangeAspect="1"/>
            </p:cNvGraphicFramePr>
            <p:nvPr/>
          </p:nvGraphicFramePr>
          <p:xfrm>
            <a:off x="-48" y="906"/>
            <a:ext cx="1224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652" name="Equation" r:id="rId10" imgW="1942920" imgH="469800" progId="Equation.DSMT4">
                    <p:embed/>
                  </p:oleObj>
                </mc:Choice>
                <mc:Fallback>
                  <p:oleObj name="Equation" r:id="rId10" imgW="1942920" imgH="469800" progId="Equation.DSMT4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8" y="906"/>
                          <a:ext cx="1224" cy="2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62926" name="Rectangle 14"/>
            <p:cNvSpPr>
              <a:spLocks noChangeArrowheads="1"/>
            </p:cNvSpPr>
            <p:nvPr/>
          </p:nvSpPr>
          <p:spPr bwMode="auto">
            <a:xfrm>
              <a:off x="1104" y="850"/>
              <a:ext cx="202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zh-CN" altLang="en-US">
                  <a:latin typeface="黑体" pitchFamily="49" charset="-122"/>
                </a:rPr>
                <a:t>内部的那部分面积</a:t>
              </a:r>
              <a:r>
                <a:rPr lang="en-US" altLang="zh-CN">
                  <a:latin typeface="黑体" pitchFamily="49" charset="-122"/>
                </a:rPr>
                <a:t>.</a:t>
              </a:r>
            </a:p>
          </p:txBody>
        </p:sp>
      </p:grpSp>
      <p:sp>
        <p:nvSpPr>
          <p:cNvPr id="1062927" name="Rectangle 15"/>
          <p:cNvSpPr>
            <a:spLocks noChangeArrowheads="1"/>
          </p:cNvSpPr>
          <p:nvPr/>
        </p:nvSpPr>
        <p:spPr bwMode="auto">
          <a:xfrm>
            <a:off x="1401354" y="1421803"/>
            <a:ext cx="2362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/>
              <a:t>由对称性知</a:t>
            </a:r>
            <a:r>
              <a:rPr lang="en-US" altLang="zh-CN" b="0">
                <a:ea typeface="宋体" pitchFamily="2" charset="-122"/>
              </a:rPr>
              <a:t>:</a:t>
            </a:r>
          </a:p>
        </p:txBody>
      </p:sp>
      <p:graphicFrame>
        <p:nvGraphicFramePr>
          <p:cNvPr id="10629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6146042"/>
              </p:ext>
            </p:extLst>
          </p:nvPr>
        </p:nvGraphicFramePr>
        <p:xfrm>
          <a:off x="3471454" y="1498002"/>
          <a:ext cx="1155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653" name="Equation" r:id="rId12" imgW="1155600" imgH="419040" progId="Equation.DSMT4">
                  <p:embed/>
                </p:oleObj>
              </mc:Choice>
              <mc:Fallback>
                <p:oleObj name="Equation" r:id="rId12" imgW="1155600" imgH="419040" progId="Equation.DSMT4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1454" y="1498002"/>
                        <a:ext cx="11557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292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2746126"/>
              </p:ext>
            </p:extLst>
          </p:nvPr>
        </p:nvGraphicFramePr>
        <p:xfrm>
          <a:off x="1121954" y="2031403"/>
          <a:ext cx="25654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654" name="Equation" r:id="rId14" imgW="2565360" imgH="469800" progId="Equation.DSMT4">
                  <p:embed/>
                </p:oleObj>
              </mc:Choice>
              <mc:Fallback>
                <p:oleObj name="Equation" r:id="rId14" imgW="2565360" imgH="469800" progId="Equation.DSMT4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1954" y="2031403"/>
                        <a:ext cx="2565400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62930" name="Group 18"/>
          <p:cNvGrpSpPr>
            <a:grpSpLocks/>
          </p:cNvGrpSpPr>
          <p:nvPr/>
        </p:nvGrpSpPr>
        <p:grpSpPr bwMode="auto">
          <a:xfrm>
            <a:off x="979079" y="2587027"/>
            <a:ext cx="4495800" cy="571500"/>
            <a:chOff x="0" y="1800"/>
            <a:chExt cx="2832" cy="360"/>
          </a:xfrm>
        </p:grpSpPr>
        <p:sp>
          <p:nvSpPr>
            <p:cNvPr id="1062931" name="Rectangle 19"/>
            <p:cNvSpPr>
              <a:spLocks noChangeArrowheads="1"/>
            </p:cNvSpPr>
            <p:nvPr/>
          </p:nvSpPr>
          <p:spPr bwMode="auto">
            <a:xfrm>
              <a:off x="0" y="1826"/>
              <a:ext cx="144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>
                  <a:latin typeface="黑体" pitchFamily="49" charset="-122"/>
                </a:rPr>
                <a:t>曲面方程</a:t>
              </a:r>
              <a:r>
                <a:rPr lang="en-US" altLang="zh-CN">
                  <a:cs typeface="Times New Roman" panose="02020603050405020304" pitchFamily="18" charset="0"/>
                </a:rPr>
                <a:t>:</a:t>
              </a:r>
              <a:r>
                <a:rPr lang="en-US" altLang="zh-CN">
                  <a:latin typeface="黑体" pitchFamily="49" charset="-122"/>
                </a:rPr>
                <a:t> </a:t>
              </a:r>
              <a:endParaRPr lang="en-US" altLang="zh-CN" b="0">
                <a:latin typeface="黑体" pitchFamily="49" charset="-122"/>
              </a:endParaRPr>
            </a:p>
          </p:txBody>
        </p:sp>
        <p:graphicFrame>
          <p:nvGraphicFramePr>
            <p:cNvPr id="1062932" name="Object 20"/>
            <p:cNvGraphicFramePr>
              <a:graphicFrameLocks noChangeAspect="1"/>
            </p:cNvGraphicFramePr>
            <p:nvPr/>
          </p:nvGraphicFramePr>
          <p:xfrm>
            <a:off x="1146" y="1800"/>
            <a:ext cx="1686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655" name="Equation" r:id="rId16" imgW="2679480" imgH="571320" progId="Equation.DSMT4">
                    <p:embed/>
                  </p:oleObj>
                </mc:Choice>
                <mc:Fallback>
                  <p:oleObj name="Equation" r:id="rId16" imgW="2679480" imgH="571320" progId="Equation.DSMT4">
                    <p:embed/>
                    <p:pic>
                      <p:nvPicPr>
                        <p:cNvPr id="0" name="Picture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6" y="1800"/>
                          <a:ext cx="1686" cy="3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6293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0172806"/>
              </p:ext>
            </p:extLst>
          </p:nvPr>
        </p:nvGraphicFramePr>
        <p:xfrm>
          <a:off x="1048929" y="3269652"/>
          <a:ext cx="423862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656" name="Equation" r:id="rId18" imgW="4749480" imgH="1180800" progId="Equation.DSMT4">
                  <p:embed/>
                </p:oleObj>
              </mc:Choice>
              <mc:Fallback>
                <p:oleObj name="Equation" r:id="rId18" imgW="4749480" imgH="118080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8929" y="3269652"/>
                        <a:ext cx="4238625" cy="1057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294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332623"/>
              </p:ext>
            </p:extLst>
          </p:nvPr>
        </p:nvGraphicFramePr>
        <p:xfrm>
          <a:off x="4692242" y="4469802"/>
          <a:ext cx="3759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657" name="Equation" r:id="rId20" imgW="3759120" imgH="1015920" progId="Equation.DSMT4">
                  <p:embed/>
                </p:oleObj>
              </mc:Choice>
              <mc:Fallback>
                <p:oleObj name="Equation" r:id="rId20" imgW="3759120" imgH="1015920" progId="Equation.DSMT4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2242" y="4469802"/>
                        <a:ext cx="37592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294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2617402"/>
              </p:ext>
            </p:extLst>
          </p:nvPr>
        </p:nvGraphicFramePr>
        <p:xfrm>
          <a:off x="1029879" y="5544540"/>
          <a:ext cx="4356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658" name="Equation" r:id="rId22" imgW="4356000" imgH="939600" progId="Equation.DSMT4">
                  <p:embed/>
                </p:oleObj>
              </mc:Choice>
              <mc:Fallback>
                <p:oleObj name="Equation" r:id="rId22" imgW="4356000" imgH="939600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9879" y="5544540"/>
                        <a:ext cx="43561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294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792102"/>
              </p:ext>
            </p:extLst>
          </p:nvPr>
        </p:nvGraphicFramePr>
        <p:xfrm>
          <a:off x="5597117" y="5808065"/>
          <a:ext cx="21590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659" name="Equation" r:id="rId24" imgW="2158920" imgH="393480" progId="Equation.DSMT4">
                  <p:embed/>
                </p:oleObj>
              </mc:Choice>
              <mc:Fallback>
                <p:oleObj name="Equation" r:id="rId24" imgW="2158920" imgH="393480" progId="Equation.DSMT4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7117" y="5808065"/>
                        <a:ext cx="21590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294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627983"/>
              </p:ext>
            </p:extLst>
          </p:nvPr>
        </p:nvGraphicFramePr>
        <p:xfrm>
          <a:off x="713968" y="4604741"/>
          <a:ext cx="386397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660" name="Equation" r:id="rId26" imgW="3860640" imgH="927000" progId="Equation.DSMT4">
                  <p:embed/>
                </p:oleObj>
              </mc:Choice>
              <mc:Fallback>
                <p:oleObj name="Equation" r:id="rId26" imgW="3860640" imgH="927000" progId="Equation.DSMT4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968" y="4604741"/>
                        <a:ext cx="3863975" cy="92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DC8DE3CB-63EC-46E7-9019-99FF3ADEC3C3}"/>
              </a:ext>
            </a:extLst>
          </p:cNvPr>
          <p:cNvGrpSpPr/>
          <p:nvPr/>
        </p:nvGrpSpPr>
        <p:grpSpPr>
          <a:xfrm>
            <a:off x="7085877" y="709475"/>
            <a:ext cx="2977039" cy="2572211"/>
            <a:chOff x="7938462" y="836904"/>
            <a:chExt cx="2977039" cy="2572211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508AFABD-E965-4632-9D32-50AD867751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/>
            <a:srcRect l="23386" t="25935" r="19908" b="17102"/>
            <a:stretch/>
          </p:blipFill>
          <p:spPr>
            <a:xfrm>
              <a:off x="8118545" y="1274621"/>
              <a:ext cx="2532795" cy="1908204"/>
            </a:xfrm>
            <a:prstGeom prst="rect">
              <a:avLst/>
            </a:prstGeom>
          </p:spPr>
        </p:pic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3700FD07-5145-4E09-BF98-5BE2E60075D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375891" y="2541476"/>
              <a:ext cx="1103664" cy="275236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6">
                  <a:lumMod val="75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7FC66383-0487-4F6A-82A5-E875CC5CA75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456506" y="2535631"/>
              <a:ext cx="919387" cy="389801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6">
                  <a:lumMod val="75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39F9471D-EC30-49D6-A7BF-D7D147AD8BB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9375891" y="1376788"/>
              <a:ext cx="0" cy="1158844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6">
                  <a:lumMod val="75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FF01353-5070-4D87-8E42-0AB59F054CCC}"/>
                </a:ext>
              </a:extLst>
            </p:cNvPr>
            <p:cNvSpPr txBox="1"/>
            <p:nvPr/>
          </p:nvSpPr>
          <p:spPr>
            <a:xfrm>
              <a:off x="10623858" y="2847995"/>
              <a:ext cx="2916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y</a:t>
              </a:r>
              <a:endParaRPr lang="zh-CN" altLang="en-US" sz="2000" i="1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ECC7718-58CC-45BF-AC9D-10260E01AA2B}"/>
                </a:ext>
              </a:extLst>
            </p:cNvPr>
            <p:cNvSpPr txBox="1"/>
            <p:nvPr/>
          </p:nvSpPr>
          <p:spPr>
            <a:xfrm>
              <a:off x="7948439" y="3009005"/>
              <a:ext cx="2916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x</a:t>
              </a:r>
              <a:endParaRPr lang="zh-CN" altLang="en-US" sz="2000" i="1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2FB4B46-AA33-475E-832C-340CFC62ABB0}"/>
                </a:ext>
              </a:extLst>
            </p:cNvPr>
            <p:cNvSpPr txBox="1"/>
            <p:nvPr/>
          </p:nvSpPr>
          <p:spPr>
            <a:xfrm>
              <a:off x="9355206" y="836904"/>
              <a:ext cx="1966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z</a:t>
              </a:r>
              <a:endParaRPr lang="zh-CN" altLang="en-US" sz="2000" i="1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106646D5-2369-469A-A560-FD8AB2E64942}"/>
                </a:ext>
              </a:extLst>
            </p:cNvPr>
            <p:cNvSpPr txBox="1"/>
            <p:nvPr/>
          </p:nvSpPr>
          <p:spPr>
            <a:xfrm>
              <a:off x="9179229" y="2466262"/>
              <a:ext cx="2916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solidFill>
                    <a:srgbClr val="FF0000"/>
                  </a:solidFill>
                </a:rPr>
                <a:t>O</a:t>
              </a:r>
              <a:endParaRPr lang="zh-CN" altLang="en-US" sz="2000" i="1">
                <a:solidFill>
                  <a:srgbClr val="FF0000"/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77B0A31-1E6F-49D8-A1C5-38A063CFDBB5}"/>
                </a:ext>
              </a:extLst>
            </p:cNvPr>
            <p:cNvSpPr txBox="1"/>
            <p:nvPr/>
          </p:nvSpPr>
          <p:spPr>
            <a:xfrm>
              <a:off x="8285207" y="2873940"/>
              <a:ext cx="2916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R</a:t>
              </a:r>
              <a:endParaRPr lang="zh-CN" altLang="en-US" sz="2000" i="1"/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4AF8DB59-2079-42B5-9AB7-6A321CF31A2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479556" y="2824137"/>
              <a:ext cx="396713" cy="9893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BEB46EB5-E25B-487C-B1E6-CB91D841D73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938462" y="2924214"/>
              <a:ext cx="518044" cy="21964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557D163B-E74E-404B-9294-D1C1894DE9B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9375891" y="949296"/>
              <a:ext cx="0" cy="427492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</p:grpSp>
      <p:pic>
        <p:nvPicPr>
          <p:cNvPr id="39" name="图片 38">
            <a:extLst>
              <a:ext uri="{FF2B5EF4-FFF2-40B4-BE49-F238E27FC236}">
                <a16:creationId xmlns:a16="http://schemas.microsoft.com/office/drawing/2014/main" id="{CC45D683-C489-43EC-A3EA-081F160CB4E5}"/>
              </a:ext>
            </a:extLst>
          </p:cNvPr>
          <p:cNvPicPr/>
          <p:nvPr/>
        </p:nvPicPr>
        <p:blipFill rotWithShape="1">
          <a:blip r:embed="rId29"/>
          <a:srcRect l="28173" t="10595" r="24693" b="13081"/>
          <a:stretch/>
        </p:blipFill>
        <p:spPr bwMode="auto">
          <a:xfrm>
            <a:off x="9934325" y="1329430"/>
            <a:ext cx="1402658" cy="137061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D2B039A6-484D-4C20-B854-77587918349D}"/>
              </a:ext>
            </a:extLst>
          </p:cNvPr>
          <p:cNvGrpSpPr/>
          <p:nvPr/>
        </p:nvGrpSpPr>
        <p:grpSpPr>
          <a:xfrm>
            <a:off x="8600952" y="4247037"/>
            <a:ext cx="3411504" cy="2734425"/>
            <a:chOff x="8989479" y="3875135"/>
            <a:chExt cx="3411504" cy="2734425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2BFFDF10-0201-4848-B4F4-E9401298C042}"/>
                </a:ext>
              </a:extLst>
            </p:cNvPr>
            <p:cNvGrpSpPr/>
            <p:nvPr/>
          </p:nvGrpSpPr>
          <p:grpSpPr>
            <a:xfrm>
              <a:off x="9164864" y="4220157"/>
              <a:ext cx="2389403" cy="2389403"/>
              <a:chOff x="7066625" y="896645"/>
              <a:chExt cx="3052000" cy="3052000"/>
            </a:xfrm>
          </p:grpSpPr>
          <p:sp>
            <p:nvSpPr>
              <p:cNvPr id="49" name="弧形 48">
                <a:extLst>
                  <a:ext uri="{FF2B5EF4-FFF2-40B4-BE49-F238E27FC236}">
                    <a16:creationId xmlns:a16="http://schemas.microsoft.com/office/drawing/2014/main" id="{7DB16E6E-857F-4047-A2B2-07ED714BDF1F}"/>
                  </a:ext>
                </a:extLst>
              </p:cNvPr>
              <p:cNvSpPr/>
              <p:nvPr/>
            </p:nvSpPr>
            <p:spPr bwMode="auto">
              <a:xfrm>
                <a:off x="7066625" y="896645"/>
                <a:ext cx="3052000" cy="3052000"/>
              </a:xfrm>
              <a:prstGeom prst="arc">
                <a:avLst/>
              </a:prstGeom>
              <a:solidFill>
                <a:schemeClr val="accent2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弧形 49">
                <a:extLst>
                  <a:ext uri="{FF2B5EF4-FFF2-40B4-BE49-F238E27FC236}">
                    <a16:creationId xmlns:a16="http://schemas.microsoft.com/office/drawing/2014/main" id="{035D16B8-7CFA-48B5-AB0C-A5CD0D585A90}"/>
                  </a:ext>
                </a:extLst>
              </p:cNvPr>
              <p:cNvSpPr/>
              <p:nvPr/>
            </p:nvSpPr>
            <p:spPr bwMode="auto">
              <a:xfrm flipH="1">
                <a:off x="7066625" y="896645"/>
                <a:ext cx="3052000" cy="3052000"/>
              </a:xfrm>
              <a:prstGeom prst="arc">
                <a:avLst/>
              </a:prstGeom>
              <a:solidFill>
                <a:schemeClr val="accent2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B2BBBDE2-112A-4417-A194-604886BD8B2A}"/>
                </a:ext>
              </a:extLst>
            </p:cNvPr>
            <p:cNvGrpSpPr/>
            <p:nvPr/>
          </p:nvGrpSpPr>
          <p:grpSpPr>
            <a:xfrm>
              <a:off x="8989479" y="3875135"/>
              <a:ext cx="3411504" cy="1858735"/>
              <a:chOff x="6709439" y="172820"/>
              <a:chExt cx="4357536" cy="2374175"/>
            </a:xfrm>
          </p:grpSpPr>
          <p:cxnSp>
            <p:nvCxnSpPr>
              <p:cNvPr id="43" name="直接箭头连接符 42">
                <a:extLst>
                  <a:ext uri="{FF2B5EF4-FFF2-40B4-BE49-F238E27FC236}">
                    <a16:creationId xmlns:a16="http://schemas.microsoft.com/office/drawing/2014/main" id="{AD66D785-33EB-4DAE-B9D5-0C68E524306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933460" y="2121763"/>
                <a:ext cx="3773010" cy="0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</p:spPr>
          </p:cxn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A63B93A6-E2B9-4ECE-B767-3D00B97FBF0E}"/>
                  </a:ext>
                </a:extLst>
              </p:cNvPr>
              <p:cNvCxnSpPr/>
              <p:nvPr/>
            </p:nvCxnSpPr>
            <p:spPr bwMode="auto">
              <a:xfrm flipV="1">
                <a:off x="6924583" y="339412"/>
                <a:ext cx="0" cy="1800000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</p:spPr>
          </p:cxn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05A40357-604C-4358-9300-BBC2B9FA2BB8}"/>
                  </a:ext>
                </a:extLst>
              </p:cNvPr>
              <p:cNvSpPr txBox="1"/>
              <p:nvPr/>
            </p:nvSpPr>
            <p:spPr>
              <a:xfrm>
                <a:off x="10460919" y="2085330"/>
                <a:ext cx="6060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i="1" dirty="0"/>
                  <a:t>x</a:t>
                </a:r>
                <a:endParaRPr lang="zh-CN" altLang="en-US" sz="2400" i="1" dirty="0"/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887648D4-CF09-44A4-93A1-B134D957E0DF}"/>
                  </a:ext>
                </a:extLst>
              </p:cNvPr>
              <p:cNvSpPr txBox="1"/>
              <p:nvPr/>
            </p:nvSpPr>
            <p:spPr>
              <a:xfrm>
                <a:off x="6968992" y="172820"/>
                <a:ext cx="6060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i="1" dirty="0"/>
                  <a:t>y</a:t>
                </a:r>
                <a:endParaRPr lang="zh-CN" altLang="en-US" sz="2400" i="1" dirty="0"/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613ACA59-A7FA-43DB-9818-75F23CC67589}"/>
                  </a:ext>
                </a:extLst>
              </p:cNvPr>
              <p:cNvSpPr txBox="1"/>
              <p:nvPr/>
            </p:nvSpPr>
            <p:spPr>
              <a:xfrm>
                <a:off x="6709439" y="2048576"/>
                <a:ext cx="6060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i="1" dirty="0"/>
                  <a:t>O</a:t>
                </a:r>
                <a:endParaRPr lang="zh-CN" altLang="en-US" sz="2400" i="1" dirty="0"/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00A2BA67-CD44-49C3-9FAA-DFB7DF7D9936}"/>
                  </a:ext>
                </a:extLst>
              </p:cNvPr>
              <p:cNvSpPr txBox="1"/>
              <p:nvPr/>
            </p:nvSpPr>
            <p:spPr>
              <a:xfrm>
                <a:off x="9753304" y="2042467"/>
                <a:ext cx="6060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i="1" dirty="0"/>
                  <a:t>R</a:t>
                </a:r>
                <a:endParaRPr lang="zh-CN" altLang="en-US" sz="2400" i="1" dirty="0"/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E4DCCBAF-048D-4576-8B28-45A5A3508DF0}"/>
                  </a:ext>
                </a:extLst>
              </p:cNvPr>
              <p:cNvSpPr txBox="1"/>
              <p:nvPr/>
            </p:nvSpPr>
            <p:spPr>
              <a:xfrm>
                <a:off x="8156429" y="1150176"/>
                <a:ext cx="777705" cy="589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i="1"/>
                  <a:t>D</a:t>
                </a:r>
                <a:r>
                  <a:rPr lang="en-US" altLang="zh-CN" sz="2400" baseline="-25000"/>
                  <a:t>1</a:t>
                </a:r>
                <a:endParaRPr lang="zh-CN" altLang="en-US" sz="2400" i="1" baseline="-25000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62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6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6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6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6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6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6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6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6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62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62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62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2915" grpId="0" autoUpdateAnimBg="0"/>
      <p:bldP spid="106292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058" name="Text Box 2"/>
          <p:cNvSpPr txBox="1">
            <a:spLocks noChangeArrowheads="1"/>
          </p:cNvSpPr>
          <p:nvPr/>
        </p:nvSpPr>
        <p:spPr bwMode="auto">
          <a:xfrm>
            <a:off x="772754" y="758652"/>
            <a:ext cx="5410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/>
              <a:t>例</a:t>
            </a:r>
            <a:r>
              <a:rPr lang="en-US" altLang="zh-CN"/>
              <a:t>2 </a:t>
            </a:r>
            <a:r>
              <a:rPr lang="zh-CN" altLang="en-US"/>
              <a:t>求半径为</a:t>
            </a:r>
            <a:r>
              <a:rPr lang="en-US" altLang="zh-CN" i="1"/>
              <a:t>R</a:t>
            </a:r>
            <a:r>
              <a:rPr lang="zh-CN" altLang="en-US"/>
              <a:t>的球体的表面积</a:t>
            </a:r>
            <a:r>
              <a:rPr lang="en-US" altLang="zh-CN"/>
              <a:t>.</a:t>
            </a:r>
          </a:p>
        </p:txBody>
      </p:sp>
      <p:sp>
        <p:nvSpPr>
          <p:cNvPr id="1069059" name="Text Box 3"/>
          <p:cNvSpPr txBox="1">
            <a:spLocks noChangeArrowheads="1"/>
          </p:cNvSpPr>
          <p:nvPr/>
        </p:nvSpPr>
        <p:spPr bwMode="auto">
          <a:xfrm>
            <a:off x="750872" y="1415877"/>
            <a:ext cx="2590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/>
              <a:t>解  取上半球面</a:t>
            </a:r>
          </a:p>
        </p:txBody>
      </p:sp>
      <p:graphicFrame>
        <p:nvGraphicFramePr>
          <p:cNvPr id="10690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3870335"/>
              </p:ext>
            </p:extLst>
          </p:nvPr>
        </p:nvGraphicFramePr>
        <p:xfrm>
          <a:off x="3519472" y="1377777"/>
          <a:ext cx="2971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492" name="Equation" r:id="rId4" imgW="2971800" imgH="571320" progId="Equation.DSMT4">
                  <p:embed/>
                </p:oleObj>
              </mc:Choice>
              <mc:Fallback>
                <p:oleObj name="Equation" r:id="rId4" imgW="2971800" imgH="5713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472" y="1377777"/>
                        <a:ext cx="29718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0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191919"/>
              </p:ext>
            </p:extLst>
          </p:nvPr>
        </p:nvGraphicFramePr>
        <p:xfrm>
          <a:off x="5747976" y="2069927"/>
          <a:ext cx="1981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493" name="Equation" r:id="rId6" imgW="1981080" imgH="469800" progId="Equation.DSMT4">
                  <p:embed/>
                </p:oleObj>
              </mc:Choice>
              <mc:Fallback>
                <p:oleObj name="Equation" r:id="rId6" imgW="1981080" imgH="4698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7976" y="2069927"/>
                        <a:ext cx="19812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0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471212"/>
              </p:ext>
            </p:extLst>
          </p:nvPr>
        </p:nvGraphicFramePr>
        <p:xfrm>
          <a:off x="827072" y="2625552"/>
          <a:ext cx="48641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494" name="Equation" r:id="rId8" imgW="4863960" imgH="1257120" progId="Equation.DSMT4">
                  <p:embed/>
                </p:oleObj>
              </mc:Choice>
              <mc:Fallback>
                <p:oleObj name="Equation" r:id="rId8" imgW="4863960" imgH="125712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72" y="2625552"/>
                        <a:ext cx="4864100" cy="1257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0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765913"/>
              </p:ext>
            </p:extLst>
          </p:nvPr>
        </p:nvGraphicFramePr>
        <p:xfrm>
          <a:off x="1132626" y="3867324"/>
          <a:ext cx="37338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495" name="Equation" r:id="rId10" imgW="3733560" imgH="1041120" progId="Equation.DSMT4">
                  <p:embed/>
                </p:oleObj>
              </mc:Choice>
              <mc:Fallback>
                <p:oleObj name="Equation" r:id="rId10" imgW="3733560" imgH="104112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2626" y="3867324"/>
                        <a:ext cx="37338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0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73454"/>
              </p:ext>
            </p:extLst>
          </p:nvPr>
        </p:nvGraphicFramePr>
        <p:xfrm>
          <a:off x="1170726" y="5102399"/>
          <a:ext cx="3644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496" name="Equation" r:id="rId12" imgW="3644640" imgH="939600" progId="Equation.DSMT4">
                  <p:embed/>
                </p:oleObj>
              </mc:Choice>
              <mc:Fallback>
                <p:oleObj name="Equation" r:id="rId12" imgW="3644640" imgH="9396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0726" y="5102399"/>
                        <a:ext cx="36449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0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019204"/>
              </p:ext>
            </p:extLst>
          </p:nvPr>
        </p:nvGraphicFramePr>
        <p:xfrm>
          <a:off x="5091851" y="5327824"/>
          <a:ext cx="1117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497" name="Equation" r:id="rId14" imgW="1117440" imgH="393480" progId="Equation.DSMT4">
                  <p:embed/>
                </p:oleObj>
              </mc:Choice>
              <mc:Fallback>
                <p:oleObj name="Equation" r:id="rId14" imgW="1117440" imgH="39348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1851" y="5327824"/>
                        <a:ext cx="1117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0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74404"/>
              </p:ext>
            </p:extLst>
          </p:nvPr>
        </p:nvGraphicFramePr>
        <p:xfrm>
          <a:off x="827072" y="2069927"/>
          <a:ext cx="4838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498" name="Equation" r:id="rId16" imgW="4838400" imgH="482400" progId="Equation.DSMT4">
                  <p:embed/>
                </p:oleObj>
              </mc:Choice>
              <mc:Fallback>
                <p:oleObj name="Equation" r:id="rId16" imgW="4838400" imgH="4824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72" y="2069927"/>
                        <a:ext cx="48387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0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8459277"/>
              </p:ext>
            </p:extLst>
          </p:nvPr>
        </p:nvGraphicFramePr>
        <p:xfrm>
          <a:off x="4893414" y="3968924"/>
          <a:ext cx="3708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499" name="Equation" r:id="rId18" imgW="3708360" imgH="939600" progId="Equation.DSMT4">
                  <p:embed/>
                </p:oleObj>
              </mc:Choice>
              <mc:Fallback>
                <p:oleObj name="Equation" r:id="rId18" imgW="3708360" imgH="9396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3414" y="3968924"/>
                        <a:ext cx="37084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57942314-AE46-4262-954A-D66178ACD1D5}"/>
              </a:ext>
            </a:extLst>
          </p:cNvPr>
          <p:cNvGrpSpPr/>
          <p:nvPr/>
        </p:nvGrpSpPr>
        <p:grpSpPr>
          <a:xfrm>
            <a:off x="8271096" y="498448"/>
            <a:ext cx="3255650" cy="2114268"/>
            <a:chOff x="8271096" y="498448"/>
            <a:chExt cx="3255650" cy="2114268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CBCE7120-29C7-42C9-84D2-1EA35218F1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4905" t="32928" r="22758" b="22799"/>
            <a:stretch/>
          </p:blipFill>
          <p:spPr>
            <a:xfrm>
              <a:off x="8271096" y="860417"/>
              <a:ext cx="2779623" cy="1692110"/>
            </a:xfrm>
            <a:prstGeom prst="rect">
              <a:avLst/>
            </a:prstGeom>
          </p:spPr>
        </p:pic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1717477B-A1E4-43BA-B29C-2C18A3CE51BD}"/>
                </a:ext>
              </a:extLst>
            </p:cNvPr>
            <p:cNvCxnSpPr/>
            <p:nvPr/>
          </p:nvCxnSpPr>
          <p:spPr bwMode="auto">
            <a:xfrm flipV="1">
              <a:off x="9649687" y="2098070"/>
              <a:ext cx="1704580" cy="178757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965EF335-8C5E-4ECE-844E-53EACEBAEF6C}"/>
                </a:ext>
              </a:extLst>
            </p:cNvPr>
            <p:cNvCxnSpPr/>
            <p:nvPr/>
          </p:nvCxnSpPr>
          <p:spPr bwMode="auto">
            <a:xfrm flipH="1" flipV="1">
              <a:off x="8538140" y="1997094"/>
              <a:ext cx="1111547" cy="279733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5B5160A-4642-4611-A05D-85DE6D85EE26}"/>
                </a:ext>
              </a:extLst>
            </p:cNvPr>
            <p:cNvCxnSpPr/>
            <p:nvPr/>
          </p:nvCxnSpPr>
          <p:spPr bwMode="auto">
            <a:xfrm flipV="1">
              <a:off x="9649687" y="2069927"/>
              <a:ext cx="0" cy="20690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BD2AAE58-EB7F-4711-9FB6-2FFB3F3A04C6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655297" y="639521"/>
              <a:ext cx="1" cy="282606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905183F-6C16-4BF0-9B31-BACC9DD5500E}"/>
                </a:ext>
              </a:extLst>
            </p:cNvPr>
            <p:cNvSpPr txBox="1"/>
            <p:nvPr/>
          </p:nvSpPr>
          <p:spPr>
            <a:xfrm>
              <a:off x="8435896" y="1931396"/>
              <a:ext cx="344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x</a:t>
              </a:r>
              <a:endParaRPr lang="zh-CN" altLang="en-US" sz="2000" i="1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D07598A-7282-4B68-9675-0F989FBF4A58}"/>
                </a:ext>
              </a:extLst>
            </p:cNvPr>
            <p:cNvSpPr txBox="1"/>
            <p:nvPr/>
          </p:nvSpPr>
          <p:spPr>
            <a:xfrm>
              <a:off x="11181788" y="1997094"/>
              <a:ext cx="344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y</a:t>
              </a:r>
              <a:endParaRPr lang="zh-CN" altLang="en-US" sz="2000" i="1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6E8AB1E7-D11F-4B62-A9F2-FBBD44633168}"/>
                </a:ext>
              </a:extLst>
            </p:cNvPr>
            <p:cNvSpPr txBox="1"/>
            <p:nvPr/>
          </p:nvSpPr>
          <p:spPr>
            <a:xfrm>
              <a:off x="9644077" y="498448"/>
              <a:ext cx="344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z</a:t>
              </a:r>
              <a:endParaRPr lang="zh-CN" altLang="en-US" sz="2000" i="1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E9F2CFF-BF4F-4ACF-8083-3DD30075A62A}"/>
                </a:ext>
              </a:extLst>
            </p:cNvPr>
            <p:cNvSpPr txBox="1"/>
            <p:nvPr/>
          </p:nvSpPr>
          <p:spPr>
            <a:xfrm>
              <a:off x="9452280" y="2212606"/>
              <a:ext cx="344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O</a:t>
              </a:r>
              <a:endParaRPr lang="zh-CN" altLang="en-US" sz="2000" i="1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3BE76FD-A873-43AC-91DF-54E0635F8319}"/>
                </a:ext>
              </a:extLst>
            </p:cNvPr>
            <p:cNvSpPr txBox="1"/>
            <p:nvPr/>
          </p:nvSpPr>
          <p:spPr>
            <a:xfrm>
              <a:off x="10633464" y="2069927"/>
              <a:ext cx="344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R</a:t>
              </a:r>
              <a:endParaRPr lang="zh-CN" altLang="en-US" sz="2000" i="1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80DDA29-0A0A-49A7-94F4-31CA0ECF1518}"/>
              </a:ext>
            </a:extLst>
          </p:cNvPr>
          <p:cNvGrpSpPr/>
          <p:nvPr/>
        </p:nvGrpSpPr>
        <p:grpSpPr>
          <a:xfrm>
            <a:off x="8899556" y="2985933"/>
            <a:ext cx="3019577" cy="2735591"/>
            <a:chOff x="8899556" y="2985933"/>
            <a:chExt cx="3019577" cy="2735591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8AF4D471-6A56-4B4D-89B0-A63FC4E61F78}"/>
                </a:ext>
              </a:extLst>
            </p:cNvPr>
            <p:cNvSpPr/>
            <p:nvPr/>
          </p:nvSpPr>
          <p:spPr bwMode="auto">
            <a:xfrm>
              <a:off x="9132304" y="3448196"/>
              <a:ext cx="2074466" cy="2074466"/>
            </a:xfrm>
            <a:prstGeom prst="ellipse">
              <a:avLst/>
            </a:prstGeom>
            <a:solidFill>
              <a:schemeClr val="accent2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49" charset="-122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7BE16FF6-6E76-409A-8FEC-730BD92FC14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899556" y="4485429"/>
              <a:ext cx="2897109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43EE0B2B-AE4C-4800-A7D5-5289570B7650}"/>
                </a:ext>
              </a:extLst>
            </p:cNvPr>
            <p:cNvCxnSpPr/>
            <p:nvPr/>
          </p:nvCxnSpPr>
          <p:spPr bwMode="auto">
            <a:xfrm flipV="1">
              <a:off x="10169537" y="3096285"/>
              <a:ext cx="0" cy="2625239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AB78830-4527-492C-A85A-8682E23F86EC}"/>
                </a:ext>
              </a:extLst>
            </p:cNvPr>
            <p:cNvSpPr txBox="1"/>
            <p:nvPr/>
          </p:nvSpPr>
          <p:spPr>
            <a:xfrm>
              <a:off x="11574175" y="4428517"/>
              <a:ext cx="344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x</a:t>
              </a:r>
              <a:endParaRPr lang="zh-CN" altLang="en-US" sz="2000" i="1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103F8C3C-C0EE-47BF-BB9B-DE168A74DAB0}"/>
                </a:ext>
              </a:extLst>
            </p:cNvPr>
            <p:cNvSpPr txBox="1"/>
            <p:nvPr/>
          </p:nvSpPr>
          <p:spPr>
            <a:xfrm>
              <a:off x="10175631" y="2985933"/>
              <a:ext cx="344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y</a:t>
              </a:r>
              <a:endParaRPr lang="zh-CN" altLang="en-US" sz="2000" i="1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3280BBFB-E8D7-4D9B-A097-9A751F3AD0A6}"/>
                </a:ext>
              </a:extLst>
            </p:cNvPr>
            <p:cNvSpPr txBox="1"/>
            <p:nvPr/>
          </p:nvSpPr>
          <p:spPr>
            <a:xfrm>
              <a:off x="11107613" y="4426958"/>
              <a:ext cx="344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R</a:t>
              </a:r>
              <a:endParaRPr lang="zh-CN" altLang="en-US" sz="2000" i="1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F12CFD5-909F-4DFD-A830-B326E0C14B36}"/>
                </a:ext>
              </a:extLst>
            </p:cNvPr>
            <p:cNvSpPr txBox="1"/>
            <p:nvPr/>
          </p:nvSpPr>
          <p:spPr>
            <a:xfrm>
              <a:off x="9830263" y="4437035"/>
              <a:ext cx="344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O</a:t>
              </a:r>
              <a:endParaRPr lang="zh-CN" altLang="en-US" sz="2000" i="1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98222514-7155-499A-970A-9AFEDE358C51}"/>
                </a:ext>
              </a:extLst>
            </p:cNvPr>
            <p:cNvSpPr txBox="1"/>
            <p:nvPr/>
          </p:nvSpPr>
          <p:spPr>
            <a:xfrm>
              <a:off x="10293616" y="3882852"/>
              <a:ext cx="6847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D</a:t>
              </a:r>
              <a:r>
                <a:rPr lang="en-US" altLang="zh-CN" sz="2000" i="1" baseline="-25000"/>
                <a:t>xy</a:t>
              </a:r>
              <a:endParaRPr lang="zh-CN" altLang="en-US" sz="2000" i="1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9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9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9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69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69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69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69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69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69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905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11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798353"/>
              </p:ext>
            </p:extLst>
          </p:nvPr>
        </p:nvGraphicFramePr>
        <p:xfrm>
          <a:off x="1181446" y="720727"/>
          <a:ext cx="673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727" name="Equation" r:id="rId4" imgW="6730920" imgH="469800" progId="Equation.DSMT4">
                  <p:embed/>
                </p:oleObj>
              </mc:Choice>
              <mc:Fallback>
                <p:oleObj name="Equation" r:id="rId4" imgW="6730920" imgH="4698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446" y="720727"/>
                        <a:ext cx="673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11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116621"/>
              </p:ext>
            </p:extLst>
          </p:nvPr>
        </p:nvGraphicFramePr>
        <p:xfrm>
          <a:off x="1930746" y="1311277"/>
          <a:ext cx="2997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728" name="Equation" r:id="rId6" imgW="2997000" imgH="406080" progId="Equation.DSMT4">
                  <p:embed/>
                </p:oleObj>
              </mc:Choice>
              <mc:Fallback>
                <p:oleObj name="Equation" r:id="rId6" imgW="2997000" imgH="4060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746" y="1311277"/>
                        <a:ext cx="2997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11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746239"/>
              </p:ext>
            </p:extLst>
          </p:nvPr>
        </p:nvGraphicFramePr>
        <p:xfrm>
          <a:off x="1181446" y="1936751"/>
          <a:ext cx="51689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729" name="Equation" r:id="rId8" imgW="5168880" imgH="1002960" progId="Equation.DSMT4">
                  <p:embed/>
                </p:oleObj>
              </mc:Choice>
              <mc:Fallback>
                <p:oleObj name="Equation" r:id="rId8" imgW="5168880" imgH="10029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446" y="1936751"/>
                        <a:ext cx="5168900" cy="1003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11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450402"/>
              </p:ext>
            </p:extLst>
          </p:nvPr>
        </p:nvGraphicFramePr>
        <p:xfrm>
          <a:off x="1879946" y="2698751"/>
          <a:ext cx="3784600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730" name="Equation" r:id="rId10" imgW="3784320" imgH="1384200" progId="Equation.DSMT4">
                  <p:embed/>
                </p:oleObj>
              </mc:Choice>
              <mc:Fallback>
                <p:oleObj name="Equation" r:id="rId10" imgW="3784320" imgH="1384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946" y="2698751"/>
                        <a:ext cx="3784600" cy="1384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11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57435"/>
              </p:ext>
            </p:extLst>
          </p:nvPr>
        </p:nvGraphicFramePr>
        <p:xfrm>
          <a:off x="2350085" y="3535321"/>
          <a:ext cx="27432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731" name="Equation" r:id="rId12" imgW="2743200" imgH="1002960" progId="Equation.DSMT4">
                  <p:embed/>
                </p:oleObj>
              </mc:Choice>
              <mc:Fallback>
                <p:oleObj name="Equation" r:id="rId12" imgW="2743200" imgH="100296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0085" y="3535321"/>
                        <a:ext cx="2743200" cy="1003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11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57439"/>
              </p:ext>
            </p:extLst>
          </p:nvPr>
        </p:nvGraphicFramePr>
        <p:xfrm>
          <a:off x="1930699" y="6052333"/>
          <a:ext cx="1155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732" name="Equation" r:id="rId14" imgW="1155600" imgH="419040" progId="Equation.DSMT4">
                  <p:embed/>
                </p:oleObj>
              </mc:Choice>
              <mc:Fallback>
                <p:oleObj name="Equation" r:id="rId14" imgW="1155600" imgH="41904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699" y="6052333"/>
                        <a:ext cx="1155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11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681871"/>
              </p:ext>
            </p:extLst>
          </p:nvPr>
        </p:nvGraphicFramePr>
        <p:xfrm>
          <a:off x="2346941" y="5399576"/>
          <a:ext cx="762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733" name="Equation" r:id="rId16" imgW="761760" imgH="444240" progId="Equation.DSMT4">
                  <p:embed/>
                </p:oleObj>
              </mc:Choice>
              <mc:Fallback>
                <p:oleObj name="Equation" r:id="rId16" imgW="761760" imgH="44424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941" y="5399576"/>
                        <a:ext cx="762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11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215696"/>
              </p:ext>
            </p:extLst>
          </p:nvPr>
        </p:nvGraphicFramePr>
        <p:xfrm>
          <a:off x="3135955" y="6000988"/>
          <a:ext cx="927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734" name="Equation" r:id="rId18" imgW="927000" imgH="393480" progId="Equation.DSMT4">
                  <p:embed/>
                </p:oleObj>
              </mc:Choice>
              <mc:Fallback>
                <p:oleObj name="Equation" r:id="rId18" imgW="927000" imgH="39348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5955" y="6000988"/>
                        <a:ext cx="927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03C33F54-F61A-4602-B928-55C68FD99B1A}"/>
              </a:ext>
            </a:extLst>
          </p:cNvPr>
          <p:cNvGrpSpPr/>
          <p:nvPr/>
        </p:nvGrpSpPr>
        <p:grpSpPr>
          <a:xfrm>
            <a:off x="8032162" y="320617"/>
            <a:ext cx="3262865" cy="3343334"/>
            <a:chOff x="8032162" y="320617"/>
            <a:chExt cx="3262865" cy="334333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789131A-04EB-464C-88E9-B03BF77C0F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ackgroundRemoval t="10000" b="90000" l="10000" r="90000">
                          <a14:foregroundMark x1="45609" y1="13073" x2="49410" y2="12733"/>
                          <a14:foregroundMark x1="46527" y1="12903" x2="49017" y2="12054"/>
                          <a14:foregroundMark x1="57405" y1="11715" x2="69987" y2="14601"/>
                          <a14:foregroundMark x1="41022" y1="14771" x2="54522" y2="11885"/>
                          <a14:foregroundMark x1="54522" y1="11885" x2="56356" y2="11885"/>
                          <a14:foregroundMark x1="45347" y1="12733" x2="52163" y2="12054"/>
                          <a14:foregroundMark x1="52163" y1="12054" x2="69725" y2="14431"/>
                          <a14:foregroundMark x1="49148" y1="84211" x2="52425" y2="84041"/>
                          <a14:foregroundMark x1="50590" y1="83701" x2="69332" y2="82003"/>
                          <a14:foregroundMark x1="52949" y1="84041" x2="60288" y2="84041"/>
                          <a14:foregroundMark x1="60288" y1="84041" x2="64613" y2="83531"/>
                          <a14:foregroundMark x1="40367" y1="80815" x2="49672" y2="83871"/>
                        </a14:backgroundRemoval>
                      </a14:imgEffect>
                    </a14:imgLayer>
                  </a14:imgProps>
                </a:ext>
              </a:extLst>
            </a:blip>
            <a:srcRect l="28488" t="10102" r="18393" b="15264"/>
            <a:stretch/>
          </p:blipFill>
          <p:spPr>
            <a:xfrm>
              <a:off x="8185142" y="599449"/>
              <a:ext cx="2825412" cy="3064502"/>
            </a:xfrm>
            <a:prstGeom prst="rect">
              <a:avLst/>
            </a:prstGeom>
          </p:spPr>
        </p:pic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8980BE30-BBAB-4FBF-A31C-EA49331D6DA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615225" y="2137340"/>
              <a:ext cx="1542699" cy="723666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314ECE78-A462-41F1-A05B-D777A0557051}"/>
                </a:ext>
              </a:extLst>
            </p:cNvPr>
            <p:cNvCxnSpPr>
              <a:cxnSpLocks noChangeAspect="1"/>
            </p:cNvCxnSpPr>
            <p:nvPr/>
          </p:nvCxnSpPr>
          <p:spPr bwMode="auto">
            <a:xfrm flipV="1">
              <a:off x="9505848" y="2137310"/>
              <a:ext cx="108000" cy="16193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F4773055-D9EA-4C06-A0BA-78AC97D764E0}"/>
                </a:ext>
              </a:extLst>
            </p:cNvPr>
            <p:cNvCxnSpPr/>
            <p:nvPr/>
          </p:nvCxnSpPr>
          <p:spPr bwMode="auto">
            <a:xfrm flipV="1">
              <a:off x="9613848" y="1985875"/>
              <a:ext cx="0" cy="159531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385E223B-E829-43FD-A5DC-A9D1EA4BFE98}"/>
                </a:ext>
              </a:extLst>
            </p:cNvPr>
            <p:cNvCxnSpPr/>
            <p:nvPr/>
          </p:nvCxnSpPr>
          <p:spPr bwMode="auto">
            <a:xfrm flipV="1">
              <a:off x="9613848" y="454395"/>
              <a:ext cx="0" cy="856882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DA8272D9-328D-4428-98C3-E6027AF068A6}"/>
                </a:ext>
              </a:extLst>
            </p:cNvPr>
            <p:cNvCxnSpPr/>
            <p:nvPr/>
          </p:nvCxnSpPr>
          <p:spPr bwMode="auto">
            <a:xfrm flipH="1">
              <a:off x="8083745" y="2232707"/>
              <a:ext cx="751715" cy="112196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DFF9DDE-92EA-4B6B-B526-C9DF1FD52D00}"/>
                </a:ext>
              </a:extLst>
            </p:cNvPr>
            <p:cNvSpPr txBox="1"/>
            <p:nvPr/>
          </p:nvSpPr>
          <p:spPr>
            <a:xfrm>
              <a:off x="8032162" y="2238346"/>
              <a:ext cx="3661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x</a:t>
              </a:r>
              <a:endParaRPr lang="zh-CN" altLang="en-US" sz="2000" i="1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925726D8-78EA-440E-9013-824FE0473EBD}"/>
                </a:ext>
              </a:extLst>
            </p:cNvPr>
            <p:cNvSpPr txBox="1"/>
            <p:nvPr/>
          </p:nvSpPr>
          <p:spPr>
            <a:xfrm>
              <a:off x="10928874" y="2739996"/>
              <a:ext cx="3661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y</a:t>
              </a:r>
              <a:endParaRPr lang="zh-CN" altLang="en-US" sz="2000" i="1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90C1D2B-1B71-4D46-A813-DB29F06D48BC}"/>
                </a:ext>
              </a:extLst>
            </p:cNvPr>
            <p:cNvSpPr txBox="1"/>
            <p:nvPr/>
          </p:nvSpPr>
          <p:spPr>
            <a:xfrm>
              <a:off x="9613848" y="320617"/>
              <a:ext cx="3661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z</a:t>
              </a:r>
              <a:endParaRPr lang="zh-CN" altLang="en-US" sz="2000" i="1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C8C174B3-6CBC-40C0-B5F3-6D74CF221436}"/>
                </a:ext>
              </a:extLst>
            </p:cNvPr>
            <p:cNvSpPr txBox="1"/>
            <p:nvPr/>
          </p:nvSpPr>
          <p:spPr>
            <a:xfrm>
              <a:off x="9414771" y="2081803"/>
              <a:ext cx="3661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O</a:t>
              </a:r>
              <a:endParaRPr lang="zh-CN" altLang="en-US" sz="2000" i="1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E6592ED1-100A-4869-B48D-B006AC7A921F}"/>
              </a:ext>
            </a:extLst>
          </p:cNvPr>
          <p:cNvGrpSpPr/>
          <p:nvPr/>
        </p:nvGrpSpPr>
        <p:grpSpPr>
          <a:xfrm>
            <a:off x="6363046" y="2883278"/>
            <a:ext cx="2425884" cy="2586842"/>
            <a:chOff x="6096000" y="3878738"/>
            <a:chExt cx="2425884" cy="2586842"/>
          </a:xfrm>
        </p:grpSpPr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6F44D8F1-B0C4-4917-AE0A-5E65C9F75E7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748749" y="5941325"/>
              <a:ext cx="1758756" cy="12106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7B0DF3BB-F961-474E-8632-FA36DC1BF82A}"/>
                </a:ext>
              </a:extLst>
            </p:cNvPr>
            <p:cNvCxnSpPr/>
            <p:nvPr/>
          </p:nvCxnSpPr>
          <p:spPr bwMode="auto">
            <a:xfrm flipV="1">
              <a:off x="6744200" y="4010556"/>
              <a:ext cx="0" cy="1930769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79E4D234-4188-4D12-940F-8D9A8C5444C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096000" y="5941325"/>
              <a:ext cx="652749" cy="30834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CF8B1027-E82E-4811-A6BA-DE562C1D20AD}"/>
                </a:ext>
              </a:extLst>
            </p:cNvPr>
            <p:cNvSpPr txBox="1"/>
            <p:nvPr/>
          </p:nvSpPr>
          <p:spPr>
            <a:xfrm>
              <a:off x="6106913" y="6096248"/>
              <a:ext cx="1991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/>
                <a:t>x</a:t>
              </a:r>
              <a:endParaRPr lang="zh-CN" altLang="en-US" sz="1800" i="1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C3E774B-80FE-433C-A815-CA8CD6B0CBC6}"/>
                </a:ext>
              </a:extLst>
            </p:cNvPr>
            <p:cNvSpPr txBox="1"/>
            <p:nvPr/>
          </p:nvSpPr>
          <p:spPr>
            <a:xfrm>
              <a:off x="6713180" y="3878738"/>
              <a:ext cx="1991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/>
                <a:t>z</a:t>
              </a:r>
              <a:endParaRPr lang="zh-CN" altLang="en-US" sz="1800" i="1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96DA6B5-CF2A-48EB-B54F-11F81A06BB9A}"/>
                </a:ext>
              </a:extLst>
            </p:cNvPr>
            <p:cNvSpPr txBox="1"/>
            <p:nvPr/>
          </p:nvSpPr>
          <p:spPr>
            <a:xfrm>
              <a:off x="8322719" y="5953055"/>
              <a:ext cx="1991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/>
                <a:t>y</a:t>
              </a:r>
              <a:endParaRPr lang="zh-CN" altLang="en-US" sz="1800" i="1"/>
            </a:p>
          </p:txBody>
        </p:sp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918E28D4-DA7E-446C-84DD-A64D6A1123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5893" t="16860" r="23372" b="19399"/>
            <a:stretch/>
          </p:blipFill>
          <p:spPr>
            <a:xfrm>
              <a:off x="6381801" y="4308744"/>
              <a:ext cx="1907177" cy="1941646"/>
            </a:xfrm>
            <a:prstGeom prst="rect">
              <a:avLst/>
            </a:prstGeom>
          </p:spPr>
        </p:pic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CB9AB3E-0AB1-4D0D-B35C-EBF9E19029C6}"/>
              </a:ext>
            </a:extLst>
          </p:cNvPr>
          <p:cNvGrpSpPr/>
          <p:nvPr/>
        </p:nvGrpSpPr>
        <p:grpSpPr>
          <a:xfrm>
            <a:off x="8422301" y="3656145"/>
            <a:ext cx="3590959" cy="2875126"/>
            <a:chOff x="8422301" y="3656145"/>
            <a:chExt cx="3590959" cy="2875126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1D909E94-575C-4779-9B7E-47E8C04E5135}"/>
                </a:ext>
              </a:extLst>
            </p:cNvPr>
            <p:cNvGrpSpPr/>
            <p:nvPr/>
          </p:nvGrpSpPr>
          <p:grpSpPr>
            <a:xfrm>
              <a:off x="8422301" y="3656145"/>
              <a:ext cx="3590959" cy="2875126"/>
              <a:chOff x="7077076" y="3674412"/>
              <a:chExt cx="3590959" cy="2875126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C0B36A01-5CED-432D-AC0C-C52132D32DD5}"/>
                  </a:ext>
                </a:extLst>
              </p:cNvPr>
              <p:cNvGrpSpPr/>
              <p:nvPr/>
            </p:nvGrpSpPr>
            <p:grpSpPr>
              <a:xfrm>
                <a:off x="7740651" y="4306888"/>
                <a:ext cx="1851025" cy="1852613"/>
                <a:chOff x="7740651" y="4306888"/>
                <a:chExt cx="1851025" cy="1852613"/>
              </a:xfrm>
            </p:grpSpPr>
            <p:sp>
              <p:nvSpPr>
                <p:cNvPr id="49" name="Freeform 294">
                  <a:extLst>
                    <a:ext uri="{FF2B5EF4-FFF2-40B4-BE49-F238E27FC236}">
                      <a16:creationId xmlns:a16="http://schemas.microsoft.com/office/drawing/2014/main" id="{F741F11A-03BB-41E3-8674-15CC8BCADE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40651" y="4306888"/>
                  <a:ext cx="1851025" cy="1852613"/>
                </a:xfrm>
                <a:custGeom>
                  <a:avLst/>
                  <a:gdLst>
                    <a:gd name="T0" fmla="*/ 0 w 1166"/>
                    <a:gd name="T1" fmla="*/ 1167 h 1167"/>
                    <a:gd name="T2" fmla="*/ 1166 w 1166"/>
                    <a:gd name="T3" fmla="*/ 1148 h 1167"/>
                    <a:gd name="T4" fmla="*/ 1165 w 1166"/>
                    <a:gd name="T5" fmla="*/ 1111 h 1167"/>
                    <a:gd name="T6" fmla="*/ 1162 w 1166"/>
                    <a:gd name="T7" fmla="*/ 1074 h 1167"/>
                    <a:gd name="T8" fmla="*/ 1159 w 1166"/>
                    <a:gd name="T9" fmla="*/ 1037 h 1167"/>
                    <a:gd name="T10" fmla="*/ 1154 w 1166"/>
                    <a:gd name="T11" fmla="*/ 1000 h 1167"/>
                    <a:gd name="T12" fmla="*/ 1148 w 1166"/>
                    <a:gd name="T13" fmla="*/ 964 h 1167"/>
                    <a:gd name="T14" fmla="*/ 1141 w 1166"/>
                    <a:gd name="T15" fmla="*/ 928 h 1167"/>
                    <a:gd name="T16" fmla="*/ 1133 w 1166"/>
                    <a:gd name="T17" fmla="*/ 892 h 1167"/>
                    <a:gd name="T18" fmla="*/ 1124 w 1166"/>
                    <a:gd name="T19" fmla="*/ 856 h 1167"/>
                    <a:gd name="T20" fmla="*/ 1113 w 1166"/>
                    <a:gd name="T21" fmla="*/ 820 h 1167"/>
                    <a:gd name="T22" fmla="*/ 1102 w 1166"/>
                    <a:gd name="T23" fmla="*/ 785 h 1167"/>
                    <a:gd name="T24" fmla="*/ 1089 w 1166"/>
                    <a:gd name="T25" fmla="*/ 750 h 1167"/>
                    <a:gd name="T26" fmla="*/ 1075 w 1166"/>
                    <a:gd name="T27" fmla="*/ 716 h 1167"/>
                    <a:gd name="T28" fmla="*/ 1060 w 1166"/>
                    <a:gd name="T29" fmla="*/ 682 h 1167"/>
                    <a:gd name="T30" fmla="*/ 1045 w 1166"/>
                    <a:gd name="T31" fmla="*/ 649 h 1167"/>
                    <a:gd name="T32" fmla="*/ 1028 w 1166"/>
                    <a:gd name="T33" fmla="*/ 616 h 1167"/>
                    <a:gd name="T34" fmla="*/ 1010 w 1166"/>
                    <a:gd name="T35" fmla="*/ 583 h 1167"/>
                    <a:gd name="T36" fmla="*/ 991 w 1166"/>
                    <a:gd name="T37" fmla="*/ 551 h 1167"/>
                    <a:gd name="T38" fmla="*/ 971 w 1166"/>
                    <a:gd name="T39" fmla="*/ 520 h 1167"/>
                    <a:gd name="T40" fmla="*/ 950 w 1166"/>
                    <a:gd name="T41" fmla="*/ 490 h 1167"/>
                    <a:gd name="T42" fmla="*/ 928 w 1166"/>
                    <a:gd name="T43" fmla="*/ 460 h 1167"/>
                    <a:gd name="T44" fmla="*/ 905 w 1166"/>
                    <a:gd name="T45" fmla="*/ 431 h 1167"/>
                    <a:gd name="T46" fmla="*/ 881 w 1166"/>
                    <a:gd name="T47" fmla="*/ 403 h 1167"/>
                    <a:gd name="T48" fmla="*/ 856 w 1166"/>
                    <a:gd name="T49" fmla="*/ 375 h 1167"/>
                    <a:gd name="T50" fmla="*/ 831 w 1166"/>
                    <a:gd name="T51" fmla="*/ 348 h 1167"/>
                    <a:gd name="T52" fmla="*/ 804 w 1166"/>
                    <a:gd name="T53" fmla="*/ 322 h 1167"/>
                    <a:gd name="T54" fmla="*/ 777 w 1166"/>
                    <a:gd name="T55" fmla="*/ 297 h 1167"/>
                    <a:gd name="T56" fmla="*/ 749 w 1166"/>
                    <a:gd name="T57" fmla="*/ 273 h 1167"/>
                    <a:gd name="T58" fmla="*/ 721 w 1166"/>
                    <a:gd name="T59" fmla="*/ 250 h 1167"/>
                    <a:gd name="T60" fmla="*/ 691 w 1166"/>
                    <a:gd name="T61" fmla="*/ 227 h 1167"/>
                    <a:gd name="T62" fmla="*/ 661 w 1166"/>
                    <a:gd name="T63" fmla="*/ 206 h 1167"/>
                    <a:gd name="T64" fmla="*/ 630 w 1166"/>
                    <a:gd name="T65" fmla="*/ 185 h 1167"/>
                    <a:gd name="T66" fmla="*/ 599 w 1166"/>
                    <a:gd name="T67" fmla="*/ 166 h 1167"/>
                    <a:gd name="T68" fmla="*/ 567 w 1166"/>
                    <a:gd name="T69" fmla="*/ 147 h 1167"/>
                    <a:gd name="T70" fmla="*/ 534 w 1166"/>
                    <a:gd name="T71" fmla="*/ 130 h 1167"/>
                    <a:gd name="T72" fmla="*/ 501 w 1166"/>
                    <a:gd name="T73" fmla="*/ 113 h 1167"/>
                    <a:gd name="T74" fmla="*/ 467 w 1166"/>
                    <a:gd name="T75" fmla="*/ 98 h 1167"/>
                    <a:gd name="T76" fmla="*/ 433 w 1166"/>
                    <a:gd name="T77" fmla="*/ 83 h 1167"/>
                    <a:gd name="T78" fmla="*/ 399 w 1166"/>
                    <a:gd name="T79" fmla="*/ 70 h 1167"/>
                    <a:gd name="T80" fmla="*/ 364 w 1166"/>
                    <a:gd name="T81" fmla="*/ 58 h 1167"/>
                    <a:gd name="T82" fmla="*/ 328 w 1166"/>
                    <a:gd name="T83" fmla="*/ 47 h 1167"/>
                    <a:gd name="T84" fmla="*/ 293 w 1166"/>
                    <a:gd name="T85" fmla="*/ 37 h 1167"/>
                    <a:gd name="T86" fmla="*/ 257 w 1166"/>
                    <a:gd name="T87" fmla="*/ 29 h 1167"/>
                    <a:gd name="T88" fmla="*/ 221 w 1166"/>
                    <a:gd name="T89" fmla="*/ 21 h 1167"/>
                    <a:gd name="T90" fmla="*/ 184 w 1166"/>
                    <a:gd name="T91" fmla="*/ 15 h 1167"/>
                    <a:gd name="T92" fmla="*/ 147 w 1166"/>
                    <a:gd name="T93" fmla="*/ 9 h 1167"/>
                    <a:gd name="T94" fmla="*/ 111 w 1166"/>
                    <a:gd name="T95" fmla="*/ 5 h 1167"/>
                    <a:gd name="T96" fmla="*/ 74 w 1166"/>
                    <a:gd name="T97" fmla="*/ 2 h 1167"/>
                    <a:gd name="T98" fmla="*/ 37 w 1166"/>
                    <a:gd name="T99" fmla="*/ 1 h 1167"/>
                    <a:gd name="T100" fmla="*/ 0 w 1166"/>
                    <a:gd name="T101" fmla="*/ 0 h 11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166" h="1167">
                      <a:moveTo>
                        <a:pt x="0" y="0"/>
                      </a:moveTo>
                      <a:lnTo>
                        <a:pt x="0" y="1167"/>
                      </a:lnTo>
                      <a:lnTo>
                        <a:pt x="1166" y="1167"/>
                      </a:lnTo>
                      <a:lnTo>
                        <a:pt x="1166" y="1148"/>
                      </a:lnTo>
                      <a:lnTo>
                        <a:pt x="1165" y="1130"/>
                      </a:lnTo>
                      <a:lnTo>
                        <a:pt x="1165" y="1111"/>
                      </a:lnTo>
                      <a:lnTo>
                        <a:pt x="1164" y="1093"/>
                      </a:lnTo>
                      <a:lnTo>
                        <a:pt x="1162" y="1074"/>
                      </a:lnTo>
                      <a:lnTo>
                        <a:pt x="1161" y="1056"/>
                      </a:lnTo>
                      <a:lnTo>
                        <a:pt x="1159" y="1037"/>
                      </a:lnTo>
                      <a:lnTo>
                        <a:pt x="1156" y="1019"/>
                      </a:lnTo>
                      <a:lnTo>
                        <a:pt x="1154" y="1000"/>
                      </a:lnTo>
                      <a:lnTo>
                        <a:pt x="1151" y="982"/>
                      </a:lnTo>
                      <a:lnTo>
                        <a:pt x="1148" y="964"/>
                      </a:lnTo>
                      <a:lnTo>
                        <a:pt x="1145" y="946"/>
                      </a:lnTo>
                      <a:lnTo>
                        <a:pt x="1141" y="928"/>
                      </a:lnTo>
                      <a:lnTo>
                        <a:pt x="1137" y="910"/>
                      </a:lnTo>
                      <a:lnTo>
                        <a:pt x="1133" y="892"/>
                      </a:lnTo>
                      <a:lnTo>
                        <a:pt x="1128" y="874"/>
                      </a:lnTo>
                      <a:lnTo>
                        <a:pt x="1124" y="856"/>
                      </a:lnTo>
                      <a:lnTo>
                        <a:pt x="1119" y="838"/>
                      </a:lnTo>
                      <a:lnTo>
                        <a:pt x="1113" y="820"/>
                      </a:lnTo>
                      <a:lnTo>
                        <a:pt x="1108" y="803"/>
                      </a:lnTo>
                      <a:lnTo>
                        <a:pt x="1102" y="785"/>
                      </a:lnTo>
                      <a:lnTo>
                        <a:pt x="1096" y="768"/>
                      </a:lnTo>
                      <a:lnTo>
                        <a:pt x="1089" y="750"/>
                      </a:lnTo>
                      <a:lnTo>
                        <a:pt x="1082" y="733"/>
                      </a:lnTo>
                      <a:lnTo>
                        <a:pt x="1075" y="716"/>
                      </a:lnTo>
                      <a:lnTo>
                        <a:pt x="1068" y="699"/>
                      </a:lnTo>
                      <a:lnTo>
                        <a:pt x="1060" y="682"/>
                      </a:lnTo>
                      <a:lnTo>
                        <a:pt x="1053" y="665"/>
                      </a:lnTo>
                      <a:lnTo>
                        <a:pt x="1045" y="649"/>
                      </a:lnTo>
                      <a:lnTo>
                        <a:pt x="1036" y="632"/>
                      </a:lnTo>
                      <a:lnTo>
                        <a:pt x="1028" y="616"/>
                      </a:lnTo>
                      <a:lnTo>
                        <a:pt x="1019" y="599"/>
                      </a:lnTo>
                      <a:lnTo>
                        <a:pt x="1010" y="583"/>
                      </a:lnTo>
                      <a:lnTo>
                        <a:pt x="1000" y="567"/>
                      </a:lnTo>
                      <a:lnTo>
                        <a:pt x="991" y="551"/>
                      </a:lnTo>
                      <a:lnTo>
                        <a:pt x="981" y="536"/>
                      </a:lnTo>
                      <a:lnTo>
                        <a:pt x="971" y="520"/>
                      </a:lnTo>
                      <a:lnTo>
                        <a:pt x="960" y="505"/>
                      </a:lnTo>
                      <a:lnTo>
                        <a:pt x="950" y="490"/>
                      </a:lnTo>
                      <a:lnTo>
                        <a:pt x="939" y="475"/>
                      </a:lnTo>
                      <a:lnTo>
                        <a:pt x="928" y="460"/>
                      </a:lnTo>
                      <a:lnTo>
                        <a:pt x="916" y="445"/>
                      </a:lnTo>
                      <a:lnTo>
                        <a:pt x="905" y="431"/>
                      </a:lnTo>
                      <a:lnTo>
                        <a:pt x="893" y="417"/>
                      </a:lnTo>
                      <a:lnTo>
                        <a:pt x="881" y="403"/>
                      </a:lnTo>
                      <a:lnTo>
                        <a:pt x="869" y="389"/>
                      </a:lnTo>
                      <a:lnTo>
                        <a:pt x="856" y="375"/>
                      </a:lnTo>
                      <a:lnTo>
                        <a:pt x="844" y="361"/>
                      </a:lnTo>
                      <a:lnTo>
                        <a:pt x="831" y="348"/>
                      </a:lnTo>
                      <a:lnTo>
                        <a:pt x="818" y="335"/>
                      </a:lnTo>
                      <a:lnTo>
                        <a:pt x="804" y="322"/>
                      </a:lnTo>
                      <a:lnTo>
                        <a:pt x="791" y="310"/>
                      </a:lnTo>
                      <a:lnTo>
                        <a:pt x="777" y="297"/>
                      </a:lnTo>
                      <a:lnTo>
                        <a:pt x="764" y="285"/>
                      </a:lnTo>
                      <a:lnTo>
                        <a:pt x="749" y="273"/>
                      </a:lnTo>
                      <a:lnTo>
                        <a:pt x="735" y="261"/>
                      </a:lnTo>
                      <a:lnTo>
                        <a:pt x="721" y="250"/>
                      </a:lnTo>
                      <a:lnTo>
                        <a:pt x="706" y="238"/>
                      </a:lnTo>
                      <a:lnTo>
                        <a:pt x="691" y="227"/>
                      </a:lnTo>
                      <a:lnTo>
                        <a:pt x="676" y="216"/>
                      </a:lnTo>
                      <a:lnTo>
                        <a:pt x="661" y="206"/>
                      </a:lnTo>
                      <a:lnTo>
                        <a:pt x="646" y="195"/>
                      </a:lnTo>
                      <a:lnTo>
                        <a:pt x="630" y="185"/>
                      </a:lnTo>
                      <a:lnTo>
                        <a:pt x="615" y="175"/>
                      </a:lnTo>
                      <a:lnTo>
                        <a:pt x="599" y="166"/>
                      </a:lnTo>
                      <a:lnTo>
                        <a:pt x="583" y="156"/>
                      </a:lnTo>
                      <a:lnTo>
                        <a:pt x="567" y="147"/>
                      </a:lnTo>
                      <a:lnTo>
                        <a:pt x="551" y="138"/>
                      </a:lnTo>
                      <a:lnTo>
                        <a:pt x="534" y="130"/>
                      </a:lnTo>
                      <a:lnTo>
                        <a:pt x="518" y="121"/>
                      </a:lnTo>
                      <a:lnTo>
                        <a:pt x="501" y="113"/>
                      </a:lnTo>
                      <a:lnTo>
                        <a:pt x="484" y="105"/>
                      </a:lnTo>
                      <a:lnTo>
                        <a:pt x="467" y="98"/>
                      </a:lnTo>
                      <a:lnTo>
                        <a:pt x="450" y="90"/>
                      </a:lnTo>
                      <a:lnTo>
                        <a:pt x="433" y="83"/>
                      </a:lnTo>
                      <a:lnTo>
                        <a:pt x="416" y="77"/>
                      </a:lnTo>
                      <a:lnTo>
                        <a:pt x="399" y="70"/>
                      </a:lnTo>
                      <a:lnTo>
                        <a:pt x="381" y="64"/>
                      </a:lnTo>
                      <a:lnTo>
                        <a:pt x="364" y="58"/>
                      </a:lnTo>
                      <a:lnTo>
                        <a:pt x="346" y="53"/>
                      </a:lnTo>
                      <a:lnTo>
                        <a:pt x="328" y="47"/>
                      </a:lnTo>
                      <a:lnTo>
                        <a:pt x="311" y="42"/>
                      </a:lnTo>
                      <a:lnTo>
                        <a:pt x="293" y="37"/>
                      </a:lnTo>
                      <a:lnTo>
                        <a:pt x="275" y="33"/>
                      </a:lnTo>
                      <a:lnTo>
                        <a:pt x="257" y="29"/>
                      </a:lnTo>
                      <a:lnTo>
                        <a:pt x="239" y="25"/>
                      </a:lnTo>
                      <a:lnTo>
                        <a:pt x="221" y="21"/>
                      </a:lnTo>
                      <a:lnTo>
                        <a:pt x="202" y="18"/>
                      </a:lnTo>
                      <a:lnTo>
                        <a:pt x="184" y="15"/>
                      </a:lnTo>
                      <a:lnTo>
                        <a:pt x="166" y="12"/>
                      </a:lnTo>
                      <a:lnTo>
                        <a:pt x="147" y="9"/>
                      </a:lnTo>
                      <a:lnTo>
                        <a:pt x="129" y="7"/>
                      </a:lnTo>
                      <a:lnTo>
                        <a:pt x="111" y="5"/>
                      </a:lnTo>
                      <a:lnTo>
                        <a:pt x="92" y="4"/>
                      </a:lnTo>
                      <a:lnTo>
                        <a:pt x="74" y="2"/>
                      </a:lnTo>
                      <a:lnTo>
                        <a:pt x="55" y="1"/>
                      </a:lnTo>
                      <a:lnTo>
                        <a:pt x="37" y="1"/>
                      </a:lnTo>
                      <a:lnTo>
                        <a:pt x="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95">
                  <a:extLst>
                    <a:ext uri="{FF2B5EF4-FFF2-40B4-BE49-F238E27FC236}">
                      <a16:creationId xmlns:a16="http://schemas.microsoft.com/office/drawing/2014/main" id="{98024DA3-2D21-4CED-9C64-EB42D2ECFF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40651" y="4306888"/>
                  <a:ext cx="1851025" cy="1852613"/>
                </a:xfrm>
                <a:custGeom>
                  <a:avLst/>
                  <a:gdLst>
                    <a:gd name="T0" fmla="*/ 1166 w 1166"/>
                    <a:gd name="T1" fmla="*/ 1148 h 1167"/>
                    <a:gd name="T2" fmla="*/ 1165 w 1166"/>
                    <a:gd name="T3" fmla="*/ 1111 h 1167"/>
                    <a:gd name="T4" fmla="*/ 1162 w 1166"/>
                    <a:gd name="T5" fmla="*/ 1074 h 1167"/>
                    <a:gd name="T6" fmla="*/ 1159 w 1166"/>
                    <a:gd name="T7" fmla="*/ 1037 h 1167"/>
                    <a:gd name="T8" fmla="*/ 1154 w 1166"/>
                    <a:gd name="T9" fmla="*/ 1000 h 1167"/>
                    <a:gd name="T10" fmla="*/ 1148 w 1166"/>
                    <a:gd name="T11" fmla="*/ 964 h 1167"/>
                    <a:gd name="T12" fmla="*/ 1141 w 1166"/>
                    <a:gd name="T13" fmla="*/ 928 h 1167"/>
                    <a:gd name="T14" fmla="*/ 1133 w 1166"/>
                    <a:gd name="T15" fmla="*/ 892 h 1167"/>
                    <a:gd name="T16" fmla="*/ 1124 w 1166"/>
                    <a:gd name="T17" fmla="*/ 856 h 1167"/>
                    <a:gd name="T18" fmla="*/ 1113 w 1166"/>
                    <a:gd name="T19" fmla="*/ 820 h 1167"/>
                    <a:gd name="T20" fmla="*/ 1102 w 1166"/>
                    <a:gd name="T21" fmla="*/ 785 h 1167"/>
                    <a:gd name="T22" fmla="*/ 1089 w 1166"/>
                    <a:gd name="T23" fmla="*/ 750 h 1167"/>
                    <a:gd name="T24" fmla="*/ 1075 w 1166"/>
                    <a:gd name="T25" fmla="*/ 716 h 1167"/>
                    <a:gd name="T26" fmla="*/ 1060 w 1166"/>
                    <a:gd name="T27" fmla="*/ 682 h 1167"/>
                    <a:gd name="T28" fmla="*/ 1045 w 1166"/>
                    <a:gd name="T29" fmla="*/ 649 h 1167"/>
                    <a:gd name="T30" fmla="*/ 1028 w 1166"/>
                    <a:gd name="T31" fmla="*/ 616 h 1167"/>
                    <a:gd name="T32" fmla="*/ 1010 w 1166"/>
                    <a:gd name="T33" fmla="*/ 583 h 1167"/>
                    <a:gd name="T34" fmla="*/ 991 w 1166"/>
                    <a:gd name="T35" fmla="*/ 551 h 1167"/>
                    <a:gd name="T36" fmla="*/ 971 w 1166"/>
                    <a:gd name="T37" fmla="*/ 520 h 1167"/>
                    <a:gd name="T38" fmla="*/ 950 w 1166"/>
                    <a:gd name="T39" fmla="*/ 490 h 1167"/>
                    <a:gd name="T40" fmla="*/ 928 w 1166"/>
                    <a:gd name="T41" fmla="*/ 460 h 1167"/>
                    <a:gd name="T42" fmla="*/ 905 w 1166"/>
                    <a:gd name="T43" fmla="*/ 431 h 1167"/>
                    <a:gd name="T44" fmla="*/ 881 w 1166"/>
                    <a:gd name="T45" fmla="*/ 403 h 1167"/>
                    <a:gd name="T46" fmla="*/ 856 w 1166"/>
                    <a:gd name="T47" fmla="*/ 375 h 1167"/>
                    <a:gd name="T48" fmla="*/ 831 w 1166"/>
                    <a:gd name="T49" fmla="*/ 348 h 1167"/>
                    <a:gd name="T50" fmla="*/ 804 w 1166"/>
                    <a:gd name="T51" fmla="*/ 322 h 1167"/>
                    <a:gd name="T52" fmla="*/ 777 w 1166"/>
                    <a:gd name="T53" fmla="*/ 297 h 1167"/>
                    <a:gd name="T54" fmla="*/ 749 w 1166"/>
                    <a:gd name="T55" fmla="*/ 273 h 1167"/>
                    <a:gd name="T56" fmla="*/ 721 w 1166"/>
                    <a:gd name="T57" fmla="*/ 250 h 1167"/>
                    <a:gd name="T58" fmla="*/ 691 w 1166"/>
                    <a:gd name="T59" fmla="*/ 227 h 1167"/>
                    <a:gd name="T60" fmla="*/ 661 w 1166"/>
                    <a:gd name="T61" fmla="*/ 206 h 1167"/>
                    <a:gd name="T62" fmla="*/ 630 w 1166"/>
                    <a:gd name="T63" fmla="*/ 185 h 1167"/>
                    <a:gd name="T64" fmla="*/ 599 w 1166"/>
                    <a:gd name="T65" fmla="*/ 166 h 1167"/>
                    <a:gd name="T66" fmla="*/ 567 w 1166"/>
                    <a:gd name="T67" fmla="*/ 147 h 1167"/>
                    <a:gd name="T68" fmla="*/ 534 w 1166"/>
                    <a:gd name="T69" fmla="*/ 130 h 1167"/>
                    <a:gd name="T70" fmla="*/ 501 w 1166"/>
                    <a:gd name="T71" fmla="*/ 113 h 1167"/>
                    <a:gd name="T72" fmla="*/ 467 w 1166"/>
                    <a:gd name="T73" fmla="*/ 98 h 1167"/>
                    <a:gd name="T74" fmla="*/ 433 w 1166"/>
                    <a:gd name="T75" fmla="*/ 83 h 1167"/>
                    <a:gd name="T76" fmla="*/ 399 w 1166"/>
                    <a:gd name="T77" fmla="*/ 70 h 1167"/>
                    <a:gd name="T78" fmla="*/ 364 w 1166"/>
                    <a:gd name="T79" fmla="*/ 58 h 1167"/>
                    <a:gd name="T80" fmla="*/ 328 w 1166"/>
                    <a:gd name="T81" fmla="*/ 47 h 1167"/>
                    <a:gd name="T82" fmla="*/ 293 w 1166"/>
                    <a:gd name="T83" fmla="*/ 37 h 1167"/>
                    <a:gd name="T84" fmla="*/ 257 w 1166"/>
                    <a:gd name="T85" fmla="*/ 29 h 1167"/>
                    <a:gd name="T86" fmla="*/ 221 w 1166"/>
                    <a:gd name="T87" fmla="*/ 21 h 1167"/>
                    <a:gd name="T88" fmla="*/ 184 w 1166"/>
                    <a:gd name="T89" fmla="*/ 15 h 1167"/>
                    <a:gd name="T90" fmla="*/ 147 w 1166"/>
                    <a:gd name="T91" fmla="*/ 9 h 1167"/>
                    <a:gd name="T92" fmla="*/ 111 w 1166"/>
                    <a:gd name="T93" fmla="*/ 5 h 1167"/>
                    <a:gd name="T94" fmla="*/ 74 w 1166"/>
                    <a:gd name="T95" fmla="*/ 2 h 1167"/>
                    <a:gd name="T96" fmla="*/ 37 w 1166"/>
                    <a:gd name="T97" fmla="*/ 1 h 1167"/>
                    <a:gd name="T98" fmla="*/ 0 w 1166"/>
                    <a:gd name="T99" fmla="*/ 0 h 1167"/>
                    <a:gd name="T100" fmla="*/ 0 w 1166"/>
                    <a:gd name="T101" fmla="*/ 1167 h 11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166" h="1167">
                      <a:moveTo>
                        <a:pt x="1166" y="1167"/>
                      </a:moveTo>
                      <a:lnTo>
                        <a:pt x="1166" y="1148"/>
                      </a:lnTo>
                      <a:lnTo>
                        <a:pt x="1165" y="1130"/>
                      </a:lnTo>
                      <a:lnTo>
                        <a:pt x="1165" y="1111"/>
                      </a:lnTo>
                      <a:lnTo>
                        <a:pt x="1164" y="1093"/>
                      </a:lnTo>
                      <a:lnTo>
                        <a:pt x="1162" y="1074"/>
                      </a:lnTo>
                      <a:lnTo>
                        <a:pt x="1161" y="1056"/>
                      </a:lnTo>
                      <a:lnTo>
                        <a:pt x="1159" y="1037"/>
                      </a:lnTo>
                      <a:lnTo>
                        <a:pt x="1156" y="1019"/>
                      </a:lnTo>
                      <a:lnTo>
                        <a:pt x="1154" y="1000"/>
                      </a:lnTo>
                      <a:lnTo>
                        <a:pt x="1151" y="982"/>
                      </a:lnTo>
                      <a:lnTo>
                        <a:pt x="1148" y="964"/>
                      </a:lnTo>
                      <a:lnTo>
                        <a:pt x="1145" y="946"/>
                      </a:lnTo>
                      <a:lnTo>
                        <a:pt x="1141" y="928"/>
                      </a:lnTo>
                      <a:lnTo>
                        <a:pt x="1137" y="910"/>
                      </a:lnTo>
                      <a:lnTo>
                        <a:pt x="1133" y="892"/>
                      </a:lnTo>
                      <a:lnTo>
                        <a:pt x="1128" y="874"/>
                      </a:lnTo>
                      <a:lnTo>
                        <a:pt x="1124" y="856"/>
                      </a:lnTo>
                      <a:lnTo>
                        <a:pt x="1119" y="838"/>
                      </a:lnTo>
                      <a:lnTo>
                        <a:pt x="1113" y="820"/>
                      </a:lnTo>
                      <a:lnTo>
                        <a:pt x="1108" y="803"/>
                      </a:lnTo>
                      <a:lnTo>
                        <a:pt x="1102" y="785"/>
                      </a:lnTo>
                      <a:lnTo>
                        <a:pt x="1096" y="768"/>
                      </a:lnTo>
                      <a:lnTo>
                        <a:pt x="1089" y="750"/>
                      </a:lnTo>
                      <a:lnTo>
                        <a:pt x="1082" y="733"/>
                      </a:lnTo>
                      <a:lnTo>
                        <a:pt x="1075" y="716"/>
                      </a:lnTo>
                      <a:lnTo>
                        <a:pt x="1068" y="699"/>
                      </a:lnTo>
                      <a:lnTo>
                        <a:pt x="1060" y="682"/>
                      </a:lnTo>
                      <a:lnTo>
                        <a:pt x="1053" y="665"/>
                      </a:lnTo>
                      <a:lnTo>
                        <a:pt x="1045" y="649"/>
                      </a:lnTo>
                      <a:lnTo>
                        <a:pt x="1036" y="632"/>
                      </a:lnTo>
                      <a:lnTo>
                        <a:pt x="1028" y="616"/>
                      </a:lnTo>
                      <a:lnTo>
                        <a:pt x="1019" y="599"/>
                      </a:lnTo>
                      <a:lnTo>
                        <a:pt x="1010" y="583"/>
                      </a:lnTo>
                      <a:lnTo>
                        <a:pt x="1000" y="567"/>
                      </a:lnTo>
                      <a:lnTo>
                        <a:pt x="991" y="551"/>
                      </a:lnTo>
                      <a:lnTo>
                        <a:pt x="981" y="536"/>
                      </a:lnTo>
                      <a:lnTo>
                        <a:pt x="971" y="520"/>
                      </a:lnTo>
                      <a:lnTo>
                        <a:pt x="960" y="505"/>
                      </a:lnTo>
                      <a:lnTo>
                        <a:pt x="950" y="490"/>
                      </a:lnTo>
                      <a:lnTo>
                        <a:pt x="939" y="475"/>
                      </a:lnTo>
                      <a:lnTo>
                        <a:pt x="928" y="460"/>
                      </a:lnTo>
                      <a:lnTo>
                        <a:pt x="916" y="445"/>
                      </a:lnTo>
                      <a:lnTo>
                        <a:pt x="905" y="431"/>
                      </a:lnTo>
                      <a:lnTo>
                        <a:pt x="893" y="417"/>
                      </a:lnTo>
                      <a:lnTo>
                        <a:pt x="881" y="403"/>
                      </a:lnTo>
                      <a:lnTo>
                        <a:pt x="869" y="389"/>
                      </a:lnTo>
                      <a:lnTo>
                        <a:pt x="856" y="375"/>
                      </a:lnTo>
                      <a:lnTo>
                        <a:pt x="844" y="361"/>
                      </a:lnTo>
                      <a:lnTo>
                        <a:pt x="831" y="348"/>
                      </a:lnTo>
                      <a:lnTo>
                        <a:pt x="818" y="335"/>
                      </a:lnTo>
                      <a:lnTo>
                        <a:pt x="804" y="322"/>
                      </a:lnTo>
                      <a:lnTo>
                        <a:pt x="791" y="310"/>
                      </a:lnTo>
                      <a:lnTo>
                        <a:pt x="777" y="297"/>
                      </a:lnTo>
                      <a:lnTo>
                        <a:pt x="764" y="285"/>
                      </a:lnTo>
                      <a:lnTo>
                        <a:pt x="749" y="273"/>
                      </a:lnTo>
                      <a:lnTo>
                        <a:pt x="735" y="261"/>
                      </a:lnTo>
                      <a:lnTo>
                        <a:pt x="721" y="250"/>
                      </a:lnTo>
                      <a:lnTo>
                        <a:pt x="706" y="238"/>
                      </a:lnTo>
                      <a:lnTo>
                        <a:pt x="691" y="227"/>
                      </a:lnTo>
                      <a:lnTo>
                        <a:pt x="676" y="216"/>
                      </a:lnTo>
                      <a:lnTo>
                        <a:pt x="661" y="206"/>
                      </a:lnTo>
                      <a:lnTo>
                        <a:pt x="646" y="195"/>
                      </a:lnTo>
                      <a:lnTo>
                        <a:pt x="630" y="185"/>
                      </a:lnTo>
                      <a:lnTo>
                        <a:pt x="615" y="175"/>
                      </a:lnTo>
                      <a:lnTo>
                        <a:pt x="599" y="166"/>
                      </a:lnTo>
                      <a:lnTo>
                        <a:pt x="583" y="156"/>
                      </a:lnTo>
                      <a:lnTo>
                        <a:pt x="567" y="147"/>
                      </a:lnTo>
                      <a:lnTo>
                        <a:pt x="551" y="138"/>
                      </a:lnTo>
                      <a:lnTo>
                        <a:pt x="534" y="130"/>
                      </a:lnTo>
                      <a:lnTo>
                        <a:pt x="518" y="121"/>
                      </a:lnTo>
                      <a:lnTo>
                        <a:pt x="501" y="113"/>
                      </a:lnTo>
                      <a:lnTo>
                        <a:pt x="484" y="105"/>
                      </a:lnTo>
                      <a:lnTo>
                        <a:pt x="467" y="98"/>
                      </a:lnTo>
                      <a:lnTo>
                        <a:pt x="450" y="90"/>
                      </a:lnTo>
                      <a:lnTo>
                        <a:pt x="433" y="83"/>
                      </a:lnTo>
                      <a:lnTo>
                        <a:pt x="416" y="77"/>
                      </a:lnTo>
                      <a:lnTo>
                        <a:pt x="399" y="70"/>
                      </a:lnTo>
                      <a:lnTo>
                        <a:pt x="381" y="64"/>
                      </a:lnTo>
                      <a:lnTo>
                        <a:pt x="364" y="58"/>
                      </a:lnTo>
                      <a:lnTo>
                        <a:pt x="346" y="53"/>
                      </a:lnTo>
                      <a:lnTo>
                        <a:pt x="328" y="47"/>
                      </a:lnTo>
                      <a:lnTo>
                        <a:pt x="311" y="42"/>
                      </a:lnTo>
                      <a:lnTo>
                        <a:pt x="293" y="37"/>
                      </a:lnTo>
                      <a:lnTo>
                        <a:pt x="275" y="33"/>
                      </a:lnTo>
                      <a:lnTo>
                        <a:pt x="257" y="29"/>
                      </a:lnTo>
                      <a:lnTo>
                        <a:pt x="239" y="25"/>
                      </a:lnTo>
                      <a:lnTo>
                        <a:pt x="221" y="21"/>
                      </a:lnTo>
                      <a:lnTo>
                        <a:pt x="202" y="18"/>
                      </a:lnTo>
                      <a:lnTo>
                        <a:pt x="184" y="15"/>
                      </a:lnTo>
                      <a:lnTo>
                        <a:pt x="166" y="12"/>
                      </a:lnTo>
                      <a:lnTo>
                        <a:pt x="147" y="9"/>
                      </a:lnTo>
                      <a:lnTo>
                        <a:pt x="129" y="7"/>
                      </a:lnTo>
                      <a:lnTo>
                        <a:pt x="111" y="5"/>
                      </a:lnTo>
                      <a:lnTo>
                        <a:pt x="92" y="4"/>
                      </a:lnTo>
                      <a:lnTo>
                        <a:pt x="74" y="2"/>
                      </a:lnTo>
                      <a:lnTo>
                        <a:pt x="55" y="1"/>
                      </a:lnTo>
                      <a:lnTo>
                        <a:pt x="37" y="1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1167"/>
                      </a:lnTo>
                      <a:lnTo>
                        <a:pt x="1166" y="1167"/>
                      </a:lnTo>
                    </a:path>
                  </a:pathLst>
                </a:custGeom>
                <a:noFill/>
                <a:ln w="19050" cap="flat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35" name="Rectangle 296">
                <a:extLst>
                  <a:ext uri="{FF2B5EF4-FFF2-40B4-BE49-F238E27FC236}">
                    <a16:creationId xmlns:a16="http://schemas.microsoft.com/office/drawing/2014/main" id="{C2A4558B-DEE3-4E03-8A17-51D73D1FE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6601" y="6392863"/>
                <a:ext cx="38100" cy="38100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Oval 297">
                <a:extLst>
                  <a:ext uri="{FF2B5EF4-FFF2-40B4-BE49-F238E27FC236}">
                    <a16:creationId xmlns:a16="http://schemas.microsoft.com/office/drawing/2014/main" id="{02D7C4E8-C535-4148-9C26-9782ADDDC3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3426" y="6396038"/>
                <a:ext cx="28575" cy="28575"/>
              </a:xfrm>
              <a:prstGeom prst="ellipse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Rectangle 298">
                <a:extLst>
                  <a:ext uri="{FF2B5EF4-FFF2-40B4-BE49-F238E27FC236}">
                    <a16:creationId xmlns:a16="http://schemas.microsoft.com/office/drawing/2014/main" id="{7CFEFB63-D460-4C09-B86E-0F6C4F73AA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6601" y="6392863"/>
                <a:ext cx="38100" cy="38100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Rectangle 299">
                <a:extLst>
                  <a:ext uri="{FF2B5EF4-FFF2-40B4-BE49-F238E27FC236}">
                    <a16:creationId xmlns:a16="http://schemas.microsoft.com/office/drawing/2014/main" id="{8DD91B9E-5DF7-42FD-937B-9B88F8D6F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1838" y="6388100"/>
                <a:ext cx="47625" cy="49213"/>
              </a:xfrm>
              <a:prstGeom prst="rect">
                <a:avLst/>
              </a:prstGeom>
              <a:solidFill>
                <a:srgbClr val="FFFF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300">
                <a:extLst>
                  <a:ext uri="{FF2B5EF4-FFF2-40B4-BE49-F238E27FC236}">
                    <a16:creationId xmlns:a16="http://schemas.microsoft.com/office/drawing/2014/main" id="{CF3A6C04-6039-4582-A15C-5C582B7036D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7076" y="6388100"/>
                <a:ext cx="42863" cy="42863"/>
              </a:xfrm>
              <a:custGeom>
                <a:avLst/>
                <a:gdLst>
                  <a:gd name="T0" fmla="*/ 22 w 27"/>
                  <a:gd name="T1" fmla="*/ 13 h 27"/>
                  <a:gd name="T2" fmla="*/ 22 w 27"/>
                  <a:gd name="T3" fmla="*/ 14 h 27"/>
                  <a:gd name="T4" fmla="*/ 22 w 27"/>
                  <a:gd name="T5" fmla="*/ 9 h 27"/>
                  <a:gd name="T6" fmla="*/ 22 w 27"/>
                  <a:gd name="T7" fmla="*/ 10 h 27"/>
                  <a:gd name="T8" fmla="*/ 19 w 27"/>
                  <a:gd name="T9" fmla="*/ 7 h 27"/>
                  <a:gd name="T10" fmla="*/ 20 w 27"/>
                  <a:gd name="T11" fmla="*/ 8 h 27"/>
                  <a:gd name="T12" fmla="*/ 16 w 27"/>
                  <a:gd name="T13" fmla="*/ 5 h 27"/>
                  <a:gd name="T14" fmla="*/ 17 w 27"/>
                  <a:gd name="T15" fmla="*/ 5 h 27"/>
                  <a:gd name="T16" fmla="*/ 13 w 27"/>
                  <a:gd name="T17" fmla="*/ 5 h 27"/>
                  <a:gd name="T18" fmla="*/ 13 w 27"/>
                  <a:gd name="T19" fmla="*/ 5 h 27"/>
                  <a:gd name="T20" fmla="*/ 9 w 27"/>
                  <a:gd name="T21" fmla="*/ 5 h 27"/>
                  <a:gd name="T22" fmla="*/ 10 w 27"/>
                  <a:gd name="T23" fmla="*/ 5 h 27"/>
                  <a:gd name="T24" fmla="*/ 7 w 27"/>
                  <a:gd name="T25" fmla="*/ 8 h 27"/>
                  <a:gd name="T26" fmla="*/ 7 w 27"/>
                  <a:gd name="T27" fmla="*/ 7 h 27"/>
                  <a:gd name="T28" fmla="*/ 5 w 27"/>
                  <a:gd name="T29" fmla="*/ 10 h 27"/>
                  <a:gd name="T30" fmla="*/ 5 w 27"/>
                  <a:gd name="T31" fmla="*/ 9 h 27"/>
                  <a:gd name="T32" fmla="*/ 4 w 27"/>
                  <a:gd name="T33" fmla="*/ 14 h 27"/>
                  <a:gd name="T34" fmla="*/ 4 w 27"/>
                  <a:gd name="T35" fmla="*/ 13 h 27"/>
                  <a:gd name="T36" fmla="*/ 5 w 27"/>
                  <a:gd name="T37" fmla="*/ 18 h 27"/>
                  <a:gd name="T38" fmla="*/ 5 w 27"/>
                  <a:gd name="T39" fmla="*/ 17 h 27"/>
                  <a:gd name="T40" fmla="*/ 7 w 27"/>
                  <a:gd name="T41" fmla="*/ 20 h 27"/>
                  <a:gd name="T42" fmla="*/ 7 w 27"/>
                  <a:gd name="T43" fmla="*/ 20 h 27"/>
                  <a:gd name="T44" fmla="*/ 10 w 27"/>
                  <a:gd name="T45" fmla="*/ 22 h 27"/>
                  <a:gd name="T46" fmla="*/ 9 w 27"/>
                  <a:gd name="T47" fmla="*/ 22 h 27"/>
                  <a:gd name="T48" fmla="*/ 13 w 27"/>
                  <a:gd name="T49" fmla="*/ 23 h 27"/>
                  <a:gd name="T50" fmla="*/ 13 w 27"/>
                  <a:gd name="T51" fmla="*/ 23 h 27"/>
                  <a:gd name="T52" fmla="*/ 17 w 27"/>
                  <a:gd name="T53" fmla="*/ 22 h 27"/>
                  <a:gd name="T54" fmla="*/ 16 w 27"/>
                  <a:gd name="T55" fmla="*/ 22 h 27"/>
                  <a:gd name="T56" fmla="*/ 20 w 27"/>
                  <a:gd name="T57" fmla="*/ 20 h 27"/>
                  <a:gd name="T58" fmla="*/ 19 w 27"/>
                  <a:gd name="T59" fmla="*/ 20 h 27"/>
                  <a:gd name="T60" fmla="*/ 22 w 27"/>
                  <a:gd name="T61" fmla="*/ 17 h 27"/>
                  <a:gd name="T62" fmla="*/ 22 w 27"/>
                  <a:gd name="T63" fmla="*/ 18 h 27"/>
                  <a:gd name="T64" fmla="*/ 22 w 27"/>
                  <a:gd name="T65" fmla="*/ 13 h 27"/>
                  <a:gd name="T66" fmla="*/ 26 w 27"/>
                  <a:gd name="T67" fmla="*/ 19 h 27"/>
                  <a:gd name="T68" fmla="*/ 23 w 27"/>
                  <a:gd name="T69" fmla="*/ 23 h 27"/>
                  <a:gd name="T70" fmla="*/ 19 w 27"/>
                  <a:gd name="T71" fmla="*/ 26 h 27"/>
                  <a:gd name="T72" fmla="*/ 13 w 27"/>
                  <a:gd name="T73" fmla="*/ 27 h 27"/>
                  <a:gd name="T74" fmla="*/ 8 w 27"/>
                  <a:gd name="T75" fmla="*/ 26 h 27"/>
                  <a:gd name="T76" fmla="*/ 4 w 27"/>
                  <a:gd name="T77" fmla="*/ 23 h 27"/>
                  <a:gd name="T78" fmla="*/ 0 w 27"/>
                  <a:gd name="T79" fmla="*/ 19 h 27"/>
                  <a:gd name="T80" fmla="*/ 0 w 27"/>
                  <a:gd name="T81" fmla="*/ 13 h 27"/>
                  <a:gd name="T82" fmla="*/ 0 w 27"/>
                  <a:gd name="T83" fmla="*/ 8 h 27"/>
                  <a:gd name="T84" fmla="*/ 4 w 27"/>
                  <a:gd name="T85" fmla="*/ 4 h 27"/>
                  <a:gd name="T86" fmla="*/ 8 w 27"/>
                  <a:gd name="T87" fmla="*/ 1 h 27"/>
                  <a:gd name="T88" fmla="*/ 13 w 27"/>
                  <a:gd name="T89" fmla="*/ 0 h 27"/>
                  <a:gd name="T90" fmla="*/ 19 w 27"/>
                  <a:gd name="T91" fmla="*/ 1 h 27"/>
                  <a:gd name="T92" fmla="*/ 23 w 27"/>
                  <a:gd name="T93" fmla="*/ 4 h 27"/>
                  <a:gd name="T94" fmla="*/ 26 w 27"/>
                  <a:gd name="T95" fmla="*/ 8 h 27"/>
                  <a:gd name="T96" fmla="*/ 27 w 27"/>
                  <a:gd name="T97" fmla="*/ 13 h 27"/>
                  <a:gd name="T98" fmla="*/ 26 w 27"/>
                  <a:gd name="T99" fmla="*/ 1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7" h="27">
                    <a:moveTo>
                      <a:pt x="22" y="13"/>
                    </a:moveTo>
                    <a:lnTo>
                      <a:pt x="22" y="14"/>
                    </a:lnTo>
                    <a:lnTo>
                      <a:pt x="22" y="9"/>
                    </a:lnTo>
                    <a:lnTo>
                      <a:pt x="22" y="10"/>
                    </a:lnTo>
                    <a:lnTo>
                      <a:pt x="19" y="7"/>
                    </a:lnTo>
                    <a:lnTo>
                      <a:pt x="20" y="8"/>
                    </a:lnTo>
                    <a:lnTo>
                      <a:pt x="16" y="5"/>
                    </a:lnTo>
                    <a:lnTo>
                      <a:pt x="17" y="5"/>
                    </a:lnTo>
                    <a:lnTo>
                      <a:pt x="13" y="5"/>
                    </a:lnTo>
                    <a:lnTo>
                      <a:pt x="13" y="5"/>
                    </a:lnTo>
                    <a:lnTo>
                      <a:pt x="9" y="5"/>
                    </a:lnTo>
                    <a:lnTo>
                      <a:pt x="10" y="5"/>
                    </a:lnTo>
                    <a:lnTo>
                      <a:pt x="7" y="8"/>
                    </a:lnTo>
                    <a:lnTo>
                      <a:pt x="7" y="7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4" y="14"/>
                    </a:lnTo>
                    <a:lnTo>
                      <a:pt x="4" y="13"/>
                    </a:lnTo>
                    <a:lnTo>
                      <a:pt x="5" y="18"/>
                    </a:lnTo>
                    <a:lnTo>
                      <a:pt x="5" y="17"/>
                    </a:lnTo>
                    <a:lnTo>
                      <a:pt x="7" y="20"/>
                    </a:lnTo>
                    <a:lnTo>
                      <a:pt x="7" y="20"/>
                    </a:lnTo>
                    <a:lnTo>
                      <a:pt x="10" y="22"/>
                    </a:lnTo>
                    <a:lnTo>
                      <a:pt x="9" y="22"/>
                    </a:lnTo>
                    <a:lnTo>
                      <a:pt x="13" y="23"/>
                    </a:lnTo>
                    <a:lnTo>
                      <a:pt x="13" y="23"/>
                    </a:lnTo>
                    <a:lnTo>
                      <a:pt x="17" y="22"/>
                    </a:lnTo>
                    <a:lnTo>
                      <a:pt x="16" y="22"/>
                    </a:lnTo>
                    <a:lnTo>
                      <a:pt x="20" y="20"/>
                    </a:lnTo>
                    <a:lnTo>
                      <a:pt x="19" y="20"/>
                    </a:lnTo>
                    <a:lnTo>
                      <a:pt x="22" y="17"/>
                    </a:lnTo>
                    <a:lnTo>
                      <a:pt x="22" y="18"/>
                    </a:lnTo>
                    <a:lnTo>
                      <a:pt x="22" y="13"/>
                    </a:lnTo>
                    <a:close/>
                    <a:moveTo>
                      <a:pt x="26" y="19"/>
                    </a:moveTo>
                    <a:lnTo>
                      <a:pt x="23" y="23"/>
                    </a:lnTo>
                    <a:lnTo>
                      <a:pt x="19" y="26"/>
                    </a:lnTo>
                    <a:lnTo>
                      <a:pt x="13" y="27"/>
                    </a:lnTo>
                    <a:lnTo>
                      <a:pt x="8" y="26"/>
                    </a:lnTo>
                    <a:lnTo>
                      <a:pt x="4" y="23"/>
                    </a:lnTo>
                    <a:lnTo>
                      <a:pt x="0" y="19"/>
                    </a:lnTo>
                    <a:lnTo>
                      <a:pt x="0" y="13"/>
                    </a:lnTo>
                    <a:lnTo>
                      <a:pt x="0" y="8"/>
                    </a:lnTo>
                    <a:lnTo>
                      <a:pt x="4" y="4"/>
                    </a:lnTo>
                    <a:lnTo>
                      <a:pt x="8" y="1"/>
                    </a:lnTo>
                    <a:lnTo>
                      <a:pt x="13" y="0"/>
                    </a:lnTo>
                    <a:lnTo>
                      <a:pt x="19" y="1"/>
                    </a:lnTo>
                    <a:lnTo>
                      <a:pt x="23" y="4"/>
                    </a:lnTo>
                    <a:lnTo>
                      <a:pt x="26" y="8"/>
                    </a:lnTo>
                    <a:lnTo>
                      <a:pt x="27" y="13"/>
                    </a:lnTo>
                    <a:lnTo>
                      <a:pt x="26" y="1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857F37F7-8563-4AA8-ADD6-B75FEE2BBEBD}"/>
                  </a:ext>
                </a:extLst>
              </p:cNvPr>
              <p:cNvGrpSpPr/>
              <p:nvPr/>
            </p:nvGrpSpPr>
            <p:grpSpPr>
              <a:xfrm>
                <a:off x="7384109" y="3674412"/>
                <a:ext cx="3283926" cy="2875126"/>
                <a:chOff x="8233161" y="1517599"/>
                <a:chExt cx="3283926" cy="2875126"/>
              </a:xfrm>
            </p:grpSpPr>
            <p:cxnSp>
              <p:nvCxnSpPr>
                <p:cNvPr id="41" name="直接箭头连接符 40">
                  <a:extLst>
                    <a:ext uri="{FF2B5EF4-FFF2-40B4-BE49-F238E27FC236}">
                      <a16:creationId xmlns:a16="http://schemas.microsoft.com/office/drawing/2014/main" id="{BD8202CE-CBCF-417A-BE50-71B8501F564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8266902" y="3999496"/>
                  <a:ext cx="3051018" cy="0"/>
                </a:xfrm>
                <a:prstGeom prst="straightConnector1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  <a:effectLst/>
              </p:spPr>
            </p:cxnSp>
            <p:cxnSp>
              <p:nvCxnSpPr>
                <p:cNvPr id="42" name="直接箭头连接符 41">
                  <a:extLst>
                    <a:ext uri="{FF2B5EF4-FFF2-40B4-BE49-F238E27FC236}">
                      <a16:creationId xmlns:a16="http://schemas.microsoft.com/office/drawing/2014/main" id="{E627B83E-6F7E-43AA-8E57-C2A3EB181D63}"/>
                    </a:ext>
                  </a:extLst>
                </p:cNvPr>
                <p:cNvCxnSpPr/>
                <p:nvPr/>
              </p:nvCxnSpPr>
              <p:spPr bwMode="auto">
                <a:xfrm flipV="1">
                  <a:off x="8583773" y="1628346"/>
                  <a:ext cx="0" cy="2674362"/>
                </a:xfrm>
                <a:prstGeom prst="straightConnector1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  <a:effectLst/>
              </p:spPr>
            </p:cxnSp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A005CDEC-FAC0-42FC-AEFD-FDBBB6C224DD}"/>
                    </a:ext>
                  </a:extLst>
                </p:cNvPr>
                <p:cNvSpPr txBox="1"/>
                <p:nvPr/>
              </p:nvSpPr>
              <p:spPr>
                <a:xfrm>
                  <a:off x="11118753" y="3905982"/>
                  <a:ext cx="39833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i="1"/>
                    <a:t>x</a:t>
                  </a:r>
                  <a:endParaRPr lang="zh-CN" altLang="en-US" sz="2400" i="1"/>
                </a:p>
              </p:txBody>
            </p:sp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79D3F47-DBFE-4E78-88ED-FF1894EDF39A}"/>
                    </a:ext>
                  </a:extLst>
                </p:cNvPr>
                <p:cNvSpPr txBox="1"/>
                <p:nvPr/>
              </p:nvSpPr>
              <p:spPr>
                <a:xfrm>
                  <a:off x="8583773" y="1517599"/>
                  <a:ext cx="39833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i="1"/>
                    <a:t>y</a:t>
                  </a:r>
                  <a:endParaRPr lang="zh-CN" altLang="en-US" sz="2400" i="1"/>
                </a:p>
              </p:txBody>
            </p:sp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D06721E9-020D-4DD1-9831-B4B20B9C13FB}"/>
                    </a:ext>
                  </a:extLst>
                </p:cNvPr>
                <p:cNvSpPr txBox="1"/>
                <p:nvPr/>
              </p:nvSpPr>
              <p:spPr>
                <a:xfrm>
                  <a:off x="8233161" y="3931060"/>
                  <a:ext cx="39833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i="1"/>
                    <a:t>O</a:t>
                  </a:r>
                  <a:endParaRPr lang="zh-CN" altLang="en-US" sz="2400" i="1"/>
                </a:p>
              </p:txBody>
            </p:sp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B2CE36E0-297F-4D98-97F9-31B4F8E6B793}"/>
                    </a:ext>
                  </a:extLst>
                </p:cNvPr>
                <p:cNvSpPr txBox="1"/>
                <p:nvPr/>
              </p:nvSpPr>
              <p:spPr>
                <a:xfrm>
                  <a:off x="10239973" y="3912328"/>
                  <a:ext cx="39833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i="1"/>
                    <a:t>a</a:t>
                  </a:r>
                  <a:endParaRPr lang="zh-CN" altLang="en-US" sz="2400" i="1"/>
                </a:p>
              </p:txBody>
            </p:sp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1ABA258D-2B77-4576-8C1F-D16E06D3AD67}"/>
                    </a:ext>
                  </a:extLst>
                </p:cNvPr>
                <p:cNvSpPr txBox="1"/>
                <p:nvPr/>
              </p:nvSpPr>
              <p:spPr>
                <a:xfrm>
                  <a:off x="8991566" y="2958444"/>
                  <a:ext cx="68436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i="1"/>
                    <a:t>D</a:t>
                  </a:r>
                  <a:r>
                    <a:rPr lang="en-US" altLang="zh-CN" sz="2400" baseline="-25000"/>
                    <a:t>1</a:t>
                  </a:r>
                  <a:endParaRPr lang="zh-CN" altLang="en-US" sz="2400" baseline="-25000"/>
                </a:p>
              </p:txBody>
            </p:sp>
          </p:grpSp>
        </p:grpSp>
        <p:graphicFrame>
          <p:nvGraphicFramePr>
            <p:cNvPr id="60" name="Object 14">
              <a:extLst>
                <a:ext uri="{FF2B5EF4-FFF2-40B4-BE49-F238E27FC236}">
                  <a16:creationId xmlns:a16="http://schemas.microsoft.com/office/drawing/2014/main" id="{0BE55290-BD9D-44A8-8ACA-CDE971763A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8995576"/>
                </p:ext>
              </p:extLst>
            </p:nvPr>
          </p:nvGraphicFramePr>
          <p:xfrm>
            <a:off x="9980001" y="4583447"/>
            <a:ext cx="1409400" cy="4060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1735" name="Equation" r:id="rId24" imgW="1409400" imgH="406080" progId="Equation.DSMT4">
                    <p:embed/>
                  </p:oleObj>
                </mc:Choice>
                <mc:Fallback>
                  <p:oleObj name="Equation" r:id="rId24" imgW="1409400" imgH="406080" progId="Equation.DSMT4">
                    <p:embed/>
                    <p:pic>
                      <p:nvPicPr>
                        <p:cNvPr id="1071118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0001" y="4583447"/>
                          <a:ext cx="1409400" cy="4060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E774773-2ECB-4C83-ABD0-6FD5813EFB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55964"/>
              </p:ext>
            </p:extLst>
          </p:nvPr>
        </p:nvGraphicFramePr>
        <p:xfrm>
          <a:off x="2361320" y="4436037"/>
          <a:ext cx="3835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736" name="Equation" r:id="rId26" imgW="3835080" imgH="977760" progId="Equation.DSMT4">
                  <p:embed/>
                </p:oleObj>
              </mc:Choice>
              <mc:Fallback>
                <p:oleObj name="Equation" r:id="rId26" imgW="3835080" imgH="977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361320" y="4436037"/>
                        <a:ext cx="3835400" cy="977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7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7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7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7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7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7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011" name="Text Box 3"/>
          <p:cNvSpPr txBox="1">
            <a:spLocks noChangeArrowheads="1"/>
          </p:cNvSpPr>
          <p:nvPr/>
        </p:nvSpPr>
        <p:spPr bwMode="auto">
          <a:xfrm>
            <a:off x="1247869" y="468706"/>
            <a:ext cx="163113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480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练习</a:t>
            </a:r>
          </a:p>
        </p:txBody>
      </p:sp>
      <p:graphicFrame>
        <p:nvGraphicFramePr>
          <p:cNvPr id="1067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901784"/>
              </p:ext>
            </p:extLst>
          </p:nvPr>
        </p:nvGraphicFramePr>
        <p:xfrm>
          <a:off x="1312123" y="1570652"/>
          <a:ext cx="8089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528" name="Equation" r:id="rId4" imgW="8089560" imgH="838080" progId="Equation.DSMT4">
                  <p:embed/>
                </p:oleObj>
              </mc:Choice>
              <mc:Fallback>
                <p:oleObj name="Equation" r:id="rId4" imgW="8089560" imgH="8380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123" y="1570652"/>
                        <a:ext cx="80899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7014" name="Object 6"/>
          <p:cNvGraphicFramePr>
            <a:graphicFrameLocks noChangeAspect="1"/>
          </p:cNvGraphicFramePr>
          <p:nvPr/>
        </p:nvGraphicFramePr>
        <p:xfrm>
          <a:off x="869950" y="1714500"/>
          <a:ext cx="5359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849" name="Equation" r:id="rId4" imgW="5359320" imgH="901440" progId="Equation.DSMT4">
                  <p:embed/>
                </p:oleObj>
              </mc:Choice>
              <mc:Fallback>
                <p:oleObj name="Equation" r:id="rId4" imgW="5359320" imgH="901440" progId="Equation.DSMT4">
                  <p:embed/>
                  <p:pic>
                    <p:nvPicPr>
                      <p:cNvPr id="10670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950" y="1714500"/>
                        <a:ext cx="5359400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7015" name="Object 7"/>
          <p:cNvGraphicFramePr>
            <a:graphicFrameLocks noChangeAspect="1"/>
          </p:cNvGraphicFramePr>
          <p:nvPr/>
        </p:nvGraphicFramePr>
        <p:xfrm>
          <a:off x="882173" y="2444923"/>
          <a:ext cx="2540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850" name="Equation" r:id="rId6" imgW="2539800" imgH="901440" progId="Equation.DSMT4">
                  <p:embed/>
                </p:oleObj>
              </mc:Choice>
              <mc:Fallback>
                <p:oleObj name="Equation" r:id="rId6" imgW="2539800" imgH="901440" progId="Equation.DSMT4">
                  <p:embed/>
                  <p:pic>
                    <p:nvPicPr>
                      <p:cNvPr id="10670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173" y="2444923"/>
                        <a:ext cx="2540000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7016" name="Object 8"/>
          <p:cNvGraphicFramePr>
            <a:graphicFrameLocks noChangeAspect="1"/>
          </p:cNvGraphicFramePr>
          <p:nvPr/>
        </p:nvGraphicFramePr>
        <p:xfrm>
          <a:off x="3517423" y="2190923"/>
          <a:ext cx="2628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851" name="Equation" r:id="rId8" imgW="2628720" imgH="952200" progId="Equation.DSMT4">
                  <p:embed/>
                </p:oleObj>
              </mc:Choice>
              <mc:Fallback>
                <p:oleObj name="Equation" r:id="rId8" imgW="2628720" imgH="952200" progId="Equation.DSMT4">
                  <p:embed/>
                  <p:pic>
                    <p:nvPicPr>
                      <p:cNvPr id="10670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423" y="2190923"/>
                        <a:ext cx="26289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7022" name="Object 14"/>
          <p:cNvGraphicFramePr>
            <a:graphicFrameLocks noChangeAspect="1"/>
          </p:cNvGraphicFramePr>
          <p:nvPr/>
        </p:nvGraphicFramePr>
        <p:xfrm>
          <a:off x="831409" y="3250949"/>
          <a:ext cx="3733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852" name="Equation" r:id="rId10" imgW="3733560" imgH="850680" progId="Equation.DSMT4">
                  <p:embed/>
                </p:oleObj>
              </mc:Choice>
              <mc:Fallback>
                <p:oleObj name="Equation" r:id="rId10" imgW="3733560" imgH="850680" progId="Equation.DSMT4">
                  <p:embed/>
                  <p:pic>
                    <p:nvPicPr>
                      <p:cNvPr id="106702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409" y="3250949"/>
                        <a:ext cx="37338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7023" name="Object 15"/>
          <p:cNvGraphicFramePr>
            <a:graphicFrameLocks noChangeAspect="1"/>
          </p:cNvGraphicFramePr>
          <p:nvPr/>
        </p:nvGraphicFramePr>
        <p:xfrm>
          <a:off x="1419859" y="4080469"/>
          <a:ext cx="39751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853" name="Equation" r:id="rId12" imgW="3974760" imgH="1143000" progId="Equation.DSMT4">
                  <p:embed/>
                </p:oleObj>
              </mc:Choice>
              <mc:Fallback>
                <p:oleObj name="Equation" r:id="rId12" imgW="3974760" imgH="1143000" progId="Equation.DSMT4">
                  <p:embed/>
                  <p:pic>
                    <p:nvPicPr>
                      <p:cNvPr id="106702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859" y="4080469"/>
                        <a:ext cx="39751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7024" name="Object 16"/>
          <p:cNvGraphicFramePr>
            <a:graphicFrameLocks noChangeAspect="1"/>
          </p:cNvGraphicFramePr>
          <p:nvPr/>
        </p:nvGraphicFramePr>
        <p:xfrm>
          <a:off x="5407659" y="4080469"/>
          <a:ext cx="40005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854" name="Equation" r:id="rId14" imgW="4000320" imgH="1143000" progId="Equation.DSMT4">
                  <p:embed/>
                </p:oleObj>
              </mc:Choice>
              <mc:Fallback>
                <p:oleObj name="Equation" r:id="rId14" imgW="4000320" imgH="1143000" progId="Equation.DSMT4">
                  <p:embed/>
                  <p:pic>
                    <p:nvPicPr>
                      <p:cNvPr id="106702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7659" y="4080469"/>
                        <a:ext cx="40005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7025" name="Object 17"/>
          <p:cNvGraphicFramePr>
            <a:graphicFrameLocks noChangeAspect="1"/>
          </p:cNvGraphicFramePr>
          <p:nvPr/>
        </p:nvGraphicFramePr>
        <p:xfrm>
          <a:off x="1413509" y="5299669"/>
          <a:ext cx="3543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855" name="Equation" r:id="rId16" imgW="3543120" imgH="838080" progId="Equation.DSMT4">
                  <p:embed/>
                </p:oleObj>
              </mc:Choice>
              <mc:Fallback>
                <p:oleObj name="Equation" r:id="rId16" imgW="3543120" imgH="838080" progId="Equation.DSMT4">
                  <p:embed/>
                  <p:pic>
                    <p:nvPicPr>
                      <p:cNvPr id="106702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509" y="5299669"/>
                        <a:ext cx="3543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28213A3A-211A-4938-A920-B670DF75CEC7}"/>
              </a:ext>
            </a:extLst>
          </p:cNvPr>
          <p:cNvGrpSpPr/>
          <p:nvPr/>
        </p:nvGrpSpPr>
        <p:grpSpPr>
          <a:xfrm>
            <a:off x="8241859" y="679223"/>
            <a:ext cx="3246595" cy="3086051"/>
            <a:chOff x="8242300" y="2013907"/>
            <a:chExt cx="3246595" cy="3086051"/>
          </a:xfrm>
        </p:grpSpPr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5E945F08-B237-4D9A-AC2E-4EF94C426B1C}"/>
                </a:ext>
              </a:extLst>
            </p:cNvPr>
            <p:cNvSpPr/>
            <p:nvPr/>
          </p:nvSpPr>
          <p:spPr bwMode="auto">
            <a:xfrm>
              <a:off x="8646170" y="4018870"/>
              <a:ext cx="2009775" cy="609600"/>
            </a:xfrm>
            <a:custGeom>
              <a:avLst/>
              <a:gdLst>
                <a:gd name="connsiteX0" fmla="*/ 0 w 2009775"/>
                <a:gd name="connsiteY0" fmla="*/ 609600 h 609600"/>
                <a:gd name="connsiteX1" fmla="*/ 719137 w 2009775"/>
                <a:gd name="connsiteY1" fmla="*/ 4762 h 609600"/>
                <a:gd name="connsiteX2" fmla="*/ 2009775 w 2009775"/>
                <a:gd name="connsiteY2" fmla="*/ 0 h 609600"/>
                <a:gd name="connsiteX3" fmla="*/ 0 w 2009775"/>
                <a:gd name="connsiteY3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9775" h="609600">
                  <a:moveTo>
                    <a:pt x="0" y="609600"/>
                  </a:moveTo>
                  <a:lnTo>
                    <a:pt x="719137" y="4762"/>
                  </a:lnTo>
                  <a:lnTo>
                    <a:pt x="2009775" y="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F1FB8D75-A41E-4FBC-86CF-B7B117F6FA25}"/>
                </a:ext>
              </a:extLst>
            </p:cNvPr>
            <p:cNvSpPr/>
            <p:nvPr/>
          </p:nvSpPr>
          <p:spPr bwMode="auto">
            <a:xfrm>
              <a:off x="8636645" y="2642507"/>
              <a:ext cx="725732" cy="1985963"/>
            </a:xfrm>
            <a:custGeom>
              <a:avLst/>
              <a:gdLst>
                <a:gd name="connsiteX0" fmla="*/ 723900 w 725732"/>
                <a:gd name="connsiteY0" fmla="*/ 0 h 1985963"/>
                <a:gd name="connsiteX1" fmla="*/ 0 w 725732"/>
                <a:gd name="connsiteY1" fmla="*/ 1985963 h 1985963"/>
                <a:gd name="connsiteX2" fmla="*/ 723900 w 725732"/>
                <a:gd name="connsiteY2" fmla="*/ 1390650 h 1985963"/>
                <a:gd name="connsiteX3" fmla="*/ 723900 w 725732"/>
                <a:gd name="connsiteY3" fmla="*/ 0 h 1985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732" h="1985963">
                  <a:moveTo>
                    <a:pt x="723900" y="0"/>
                  </a:moveTo>
                  <a:lnTo>
                    <a:pt x="0" y="1985963"/>
                  </a:lnTo>
                  <a:lnTo>
                    <a:pt x="723900" y="1390650"/>
                  </a:lnTo>
                  <a:cubicBezTo>
                    <a:pt x="725487" y="930275"/>
                    <a:pt x="727075" y="469900"/>
                    <a:pt x="723900" y="0"/>
                  </a:cubicBezTo>
                  <a:close/>
                </a:path>
              </a:pathLst>
            </a:custGeom>
            <a:gradFill flip="none" rotWithShape="1">
              <a:gsLst>
                <a:gs pos="1000">
                  <a:schemeClr val="tx1">
                    <a:lumMod val="75000"/>
                    <a:lumOff val="2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0B250D67-8F79-4720-9C25-31BDBDB69DF0}"/>
                </a:ext>
              </a:extLst>
            </p:cNvPr>
            <p:cNvSpPr/>
            <p:nvPr/>
          </p:nvSpPr>
          <p:spPr bwMode="auto">
            <a:xfrm>
              <a:off x="9365518" y="2635926"/>
              <a:ext cx="1300163" cy="1376362"/>
            </a:xfrm>
            <a:custGeom>
              <a:avLst/>
              <a:gdLst>
                <a:gd name="connsiteX0" fmla="*/ 0 w 1300163"/>
                <a:gd name="connsiteY0" fmla="*/ 0 h 1376362"/>
                <a:gd name="connsiteX1" fmla="*/ 4763 w 1300163"/>
                <a:gd name="connsiteY1" fmla="*/ 1371600 h 1376362"/>
                <a:gd name="connsiteX2" fmla="*/ 1300163 w 1300163"/>
                <a:gd name="connsiteY2" fmla="*/ 1376362 h 1376362"/>
                <a:gd name="connsiteX3" fmla="*/ 0 w 1300163"/>
                <a:gd name="connsiteY3" fmla="*/ 0 h 1376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0163" h="1376362">
                  <a:moveTo>
                    <a:pt x="0" y="0"/>
                  </a:moveTo>
                  <a:cubicBezTo>
                    <a:pt x="1588" y="457200"/>
                    <a:pt x="3175" y="914400"/>
                    <a:pt x="4763" y="1371600"/>
                  </a:cubicBezTo>
                  <a:lnTo>
                    <a:pt x="1300163" y="1376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66D7CA95-76A7-4D0B-83EC-EC29D5DF0777}"/>
                </a:ext>
              </a:extLst>
            </p:cNvPr>
            <p:cNvCxnSpPr/>
            <p:nvPr/>
          </p:nvCxnSpPr>
          <p:spPr bwMode="auto">
            <a:xfrm>
              <a:off x="9366180" y="4020708"/>
              <a:ext cx="2090100" cy="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D9E61DBB-4BBB-4EA1-A71B-5E55A9209B9C}"/>
                </a:ext>
              </a:extLst>
            </p:cNvPr>
            <p:cNvCxnSpPr/>
            <p:nvPr/>
          </p:nvCxnSpPr>
          <p:spPr bwMode="auto">
            <a:xfrm flipH="1">
              <a:off x="8242300" y="4027929"/>
              <a:ext cx="1123880" cy="932507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D72CAAE8-E0B7-4F6D-943F-54D03114789C}"/>
                </a:ext>
              </a:extLst>
            </p:cNvPr>
            <p:cNvCxnSpPr/>
            <p:nvPr/>
          </p:nvCxnSpPr>
          <p:spPr bwMode="auto">
            <a:xfrm flipV="1">
              <a:off x="9366180" y="2164748"/>
              <a:ext cx="0" cy="185596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82D0FD6E-B942-445A-A49B-7994986D11BD}"/>
                </a:ext>
              </a:extLst>
            </p:cNvPr>
            <p:cNvSpPr/>
            <p:nvPr/>
          </p:nvSpPr>
          <p:spPr bwMode="auto">
            <a:xfrm>
              <a:off x="8629501" y="2646494"/>
              <a:ext cx="2043112" cy="2000250"/>
            </a:xfrm>
            <a:custGeom>
              <a:avLst/>
              <a:gdLst>
                <a:gd name="connsiteX0" fmla="*/ 738187 w 2043112"/>
                <a:gd name="connsiteY0" fmla="*/ 0 h 2000250"/>
                <a:gd name="connsiteX1" fmla="*/ 0 w 2043112"/>
                <a:gd name="connsiteY1" fmla="*/ 2000250 h 2000250"/>
                <a:gd name="connsiteX2" fmla="*/ 2043112 w 2043112"/>
                <a:gd name="connsiteY2" fmla="*/ 1381125 h 2000250"/>
                <a:gd name="connsiteX3" fmla="*/ 738187 w 2043112"/>
                <a:gd name="connsiteY3" fmla="*/ 0 h 200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3112" h="2000250">
                  <a:moveTo>
                    <a:pt x="738187" y="0"/>
                  </a:moveTo>
                  <a:lnTo>
                    <a:pt x="0" y="2000250"/>
                  </a:lnTo>
                  <a:lnTo>
                    <a:pt x="2043112" y="1381125"/>
                  </a:lnTo>
                  <a:lnTo>
                    <a:pt x="738187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43922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50978A22-1508-494E-BC15-15123CCEBCB3}"/>
                </a:ext>
              </a:extLst>
            </p:cNvPr>
            <p:cNvCxnSpPr/>
            <p:nvPr/>
          </p:nvCxnSpPr>
          <p:spPr bwMode="auto">
            <a:xfrm>
              <a:off x="9366180" y="2640794"/>
              <a:ext cx="1302692" cy="137269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E01A85A-7A37-44E1-AFB8-697BECBFDF45}"/>
                </a:ext>
              </a:extLst>
            </p:cNvPr>
            <p:cNvCxnSpPr/>
            <p:nvPr/>
          </p:nvCxnSpPr>
          <p:spPr bwMode="auto">
            <a:xfrm flipH="1">
              <a:off x="8630521" y="2634343"/>
              <a:ext cx="735659" cy="200297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CE29EAE-A467-42DF-A853-15450F7E2A3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30521" y="4027928"/>
              <a:ext cx="2038351" cy="615837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6B07736-FE42-4D86-AE5D-148353DA8879}"/>
                </a:ext>
              </a:extLst>
            </p:cNvPr>
            <p:cNvSpPr txBox="1"/>
            <p:nvPr/>
          </p:nvSpPr>
          <p:spPr>
            <a:xfrm>
              <a:off x="11236483" y="3923560"/>
              <a:ext cx="252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y</a:t>
              </a:r>
              <a:endParaRPr lang="zh-CN" altLang="en-US" sz="2000" i="1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45CEE19-E941-4FA2-BDDB-B61057E774E2}"/>
                </a:ext>
              </a:extLst>
            </p:cNvPr>
            <p:cNvSpPr txBox="1"/>
            <p:nvPr/>
          </p:nvSpPr>
          <p:spPr>
            <a:xfrm>
              <a:off x="8307545" y="4699848"/>
              <a:ext cx="252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x</a:t>
              </a:r>
              <a:endParaRPr lang="zh-CN" altLang="en-US" sz="2000" i="1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83ED1A7-B3A0-4B86-AC86-3EF045CC073F}"/>
                </a:ext>
              </a:extLst>
            </p:cNvPr>
            <p:cNvSpPr txBox="1"/>
            <p:nvPr/>
          </p:nvSpPr>
          <p:spPr>
            <a:xfrm>
              <a:off x="9342839" y="2013907"/>
              <a:ext cx="252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z</a:t>
              </a:r>
              <a:endParaRPr lang="zh-CN" altLang="en-US" sz="2000" i="1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E725DFAA-CC51-4D11-814F-5AD4C0809AF5}"/>
                </a:ext>
              </a:extLst>
            </p:cNvPr>
            <p:cNvSpPr txBox="1"/>
            <p:nvPr/>
          </p:nvSpPr>
          <p:spPr>
            <a:xfrm>
              <a:off x="10539264" y="3937368"/>
              <a:ext cx="252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b</a:t>
              </a:r>
              <a:endParaRPr lang="zh-CN" altLang="en-US" sz="2000" i="1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4AA7FD1-91B1-49D3-BE7F-5930A907BF6B}"/>
                </a:ext>
              </a:extLst>
            </p:cNvPr>
            <p:cNvSpPr txBox="1"/>
            <p:nvPr/>
          </p:nvSpPr>
          <p:spPr>
            <a:xfrm>
              <a:off x="8519963" y="4523778"/>
              <a:ext cx="252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a</a:t>
              </a:r>
              <a:endParaRPr lang="zh-CN" altLang="en-US" sz="2000" i="1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0DF591B4-0845-4F55-8921-BFEF206639DE}"/>
                </a:ext>
              </a:extLst>
            </p:cNvPr>
            <p:cNvSpPr txBox="1"/>
            <p:nvPr/>
          </p:nvSpPr>
          <p:spPr>
            <a:xfrm>
              <a:off x="9297573" y="2355284"/>
              <a:ext cx="252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c</a:t>
              </a:r>
              <a:endParaRPr lang="zh-CN" altLang="en-US" sz="2000" i="1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51F5D6F-12C0-4F66-B4BC-12B0E6107C26}"/>
              </a:ext>
            </a:extLst>
          </p:cNvPr>
          <p:cNvGrpSpPr/>
          <p:nvPr/>
        </p:nvGrpSpPr>
        <p:grpSpPr>
          <a:xfrm>
            <a:off x="9542263" y="3941080"/>
            <a:ext cx="2086530" cy="2122528"/>
            <a:chOff x="9074205" y="3970050"/>
            <a:chExt cx="2086530" cy="2122528"/>
          </a:xfrm>
        </p:grpSpPr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D22655A5-4D78-4C55-BAA9-A5E572D0F450}"/>
                </a:ext>
              </a:extLst>
            </p:cNvPr>
            <p:cNvSpPr/>
            <p:nvPr/>
          </p:nvSpPr>
          <p:spPr bwMode="auto">
            <a:xfrm>
              <a:off x="9370612" y="4520317"/>
              <a:ext cx="1045597" cy="1041620"/>
            </a:xfrm>
            <a:custGeom>
              <a:avLst/>
              <a:gdLst>
                <a:gd name="connsiteX0" fmla="*/ 0 w 1045597"/>
                <a:gd name="connsiteY0" fmla="*/ 1033669 h 1041620"/>
                <a:gd name="connsiteX1" fmla="*/ 1045597 w 1045597"/>
                <a:gd name="connsiteY1" fmla="*/ 1041620 h 1041620"/>
                <a:gd name="connsiteX2" fmla="*/ 7951 w 1045597"/>
                <a:gd name="connsiteY2" fmla="*/ 0 h 1041620"/>
                <a:gd name="connsiteX3" fmla="*/ 0 w 1045597"/>
                <a:gd name="connsiteY3" fmla="*/ 1033669 h 104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5597" h="1041620">
                  <a:moveTo>
                    <a:pt x="0" y="1033669"/>
                  </a:moveTo>
                  <a:lnTo>
                    <a:pt x="1045597" y="1041620"/>
                  </a:lnTo>
                  <a:lnTo>
                    <a:pt x="7951" y="0"/>
                  </a:lnTo>
                  <a:cubicBezTo>
                    <a:pt x="5301" y="344556"/>
                    <a:pt x="2650" y="689113"/>
                    <a:pt x="0" y="1033669"/>
                  </a:cubicBezTo>
                  <a:close/>
                </a:path>
              </a:pathLst>
            </a:custGeom>
            <a:solidFill>
              <a:srgbClr val="00B0F0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58841571-3346-4131-A7E8-1DCD1BD76397}"/>
                </a:ext>
              </a:extLst>
            </p:cNvPr>
            <p:cNvCxnSpPr/>
            <p:nvPr/>
          </p:nvCxnSpPr>
          <p:spPr bwMode="auto">
            <a:xfrm>
              <a:off x="9074205" y="5557292"/>
              <a:ext cx="1944000" cy="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38E8C53A-9F69-4AB2-8057-0DB5DBC05660}"/>
                </a:ext>
              </a:extLst>
            </p:cNvPr>
            <p:cNvCxnSpPr/>
            <p:nvPr/>
          </p:nvCxnSpPr>
          <p:spPr bwMode="auto">
            <a:xfrm flipV="1">
              <a:off x="9374202" y="4076578"/>
              <a:ext cx="0" cy="201600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5D51D63F-E5E6-4A3F-BA14-2CF0585DB623}"/>
                </a:ext>
              </a:extLst>
            </p:cNvPr>
            <p:cNvSpPr txBox="1"/>
            <p:nvPr/>
          </p:nvSpPr>
          <p:spPr>
            <a:xfrm>
              <a:off x="10809463" y="5453492"/>
              <a:ext cx="3512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x</a:t>
              </a:r>
              <a:endParaRPr lang="zh-CN" altLang="en-US" sz="2000" i="1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0ACAD90-4774-43B2-93EF-41ACF5BABF08}"/>
                </a:ext>
              </a:extLst>
            </p:cNvPr>
            <p:cNvSpPr txBox="1"/>
            <p:nvPr/>
          </p:nvSpPr>
          <p:spPr>
            <a:xfrm>
              <a:off x="9386685" y="3970050"/>
              <a:ext cx="3512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y</a:t>
              </a:r>
              <a:endParaRPr lang="zh-CN" altLang="en-US" sz="2000" i="1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1AC6CA15-C3EB-4641-871F-1CE5A494839F}"/>
                </a:ext>
              </a:extLst>
            </p:cNvPr>
            <p:cNvSpPr txBox="1"/>
            <p:nvPr/>
          </p:nvSpPr>
          <p:spPr>
            <a:xfrm>
              <a:off x="9294024" y="5474789"/>
              <a:ext cx="3512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O</a:t>
              </a:r>
              <a:endParaRPr lang="zh-CN" altLang="en-US" sz="2000" i="1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81B2A22-06F1-4FB9-AFD1-88A276F164FE}"/>
                </a:ext>
              </a:extLst>
            </p:cNvPr>
            <p:cNvSpPr txBox="1"/>
            <p:nvPr/>
          </p:nvSpPr>
          <p:spPr>
            <a:xfrm>
              <a:off x="9488859" y="4961264"/>
              <a:ext cx="5365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solidFill>
                    <a:srgbClr val="0000FF"/>
                  </a:solidFill>
                </a:rPr>
                <a:t>D</a:t>
              </a:r>
              <a:endParaRPr lang="zh-CN" altLang="en-US" sz="2000" i="1" baseline="-25000">
                <a:solidFill>
                  <a:srgbClr val="0000FF"/>
                </a:solidFill>
              </a:endParaRP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C920A50A-98FF-478D-8556-0C4D68CB8409}"/>
                </a:ext>
              </a:extLst>
            </p:cNvPr>
            <p:cNvCxnSpPr/>
            <p:nvPr/>
          </p:nvCxnSpPr>
          <p:spPr bwMode="auto">
            <a:xfrm>
              <a:off x="9368757" y="4510086"/>
              <a:ext cx="1047206" cy="1047206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aphicFrame>
          <p:nvGraphicFramePr>
            <p:cNvPr id="44" name="Object 10">
              <a:extLst>
                <a:ext uri="{FF2B5EF4-FFF2-40B4-BE49-F238E27FC236}">
                  <a16:creationId xmlns:a16="http://schemas.microsoft.com/office/drawing/2014/main" id="{AD43F6A5-F917-4518-A84F-9648429F13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57152" y="4239710"/>
            <a:ext cx="1104900" cy="638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6856" name="Equation" r:id="rId18" imgW="1447560" imgH="838080" progId="Equation.DSMT4">
                    <p:embed/>
                  </p:oleObj>
                </mc:Choice>
                <mc:Fallback>
                  <p:oleObj name="Equation" r:id="rId18" imgW="1447560" imgH="838080" progId="Equation.DSMT4">
                    <p:embed/>
                    <p:pic>
                      <p:nvPicPr>
                        <p:cNvPr id="44" name="Object 10">
                          <a:extLst>
                            <a:ext uri="{FF2B5EF4-FFF2-40B4-BE49-F238E27FC236}">
                              <a16:creationId xmlns:a16="http://schemas.microsoft.com/office/drawing/2014/main" id="{AD43F6A5-F917-4518-A84F-9648429F13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7152" y="4239710"/>
                          <a:ext cx="1104900" cy="638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BBAB22E1-FBD1-4FAC-9E03-5673CD5157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05067" y="4817854"/>
              <a:ext cx="157671" cy="201265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46" name="Object 10">
              <a:extLst>
                <a:ext uri="{FF2B5EF4-FFF2-40B4-BE49-F238E27FC236}">
                  <a16:creationId xmlns:a16="http://schemas.microsoft.com/office/drawing/2014/main" id="{6BC8D5AA-1274-4AB8-B453-493631C4E7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334880" y="5605858"/>
            <a:ext cx="174625" cy="184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6857" name="Equation" r:id="rId20" imgW="228600" imgH="241200" progId="Equation.DSMT4">
                    <p:embed/>
                  </p:oleObj>
                </mc:Choice>
                <mc:Fallback>
                  <p:oleObj name="Equation" r:id="rId20" imgW="228600" imgH="241200" progId="Equation.DSMT4">
                    <p:embed/>
                    <p:pic>
                      <p:nvPicPr>
                        <p:cNvPr id="46" name="Object 10">
                          <a:extLst>
                            <a:ext uri="{FF2B5EF4-FFF2-40B4-BE49-F238E27FC236}">
                              <a16:creationId xmlns:a16="http://schemas.microsoft.com/office/drawing/2014/main" id="{6BC8D5AA-1274-4AB8-B453-493631C4E7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34880" y="5605858"/>
                          <a:ext cx="174625" cy="184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10">
              <a:extLst>
                <a:ext uri="{FF2B5EF4-FFF2-40B4-BE49-F238E27FC236}">
                  <a16:creationId xmlns:a16="http://schemas.microsoft.com/office/drawing/2014/main" id="{330C7F16-A0F4-40DA-B3E4-F0B77955BC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65156" y="4413734"/>
            <a:ext cx="163512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6858" name="Equation" r:id="rId22" imgW="215640" imgH="317160" progId="Equation.DSMT4">
                    <p:embed/>
                  </p:oleObj>
                </mc:Choice>
                <mc:Fallback>
                  <p:oleObj name="Equation" r:id="rId22" imgW="215640" imgH="317160" progId="Equation.DSMT4">
                    <p:embed/>
                    <p:pic>
                      <p:nvPicPr>
                        <p:cNvPr id="47" name="Object 10">
                          <a:extLst>
                            <a:ext uri="{FF2B5EF4-FFF2-40B4-BE49-F238E27FC236}">
                              <a16:creationId xmlns:a16="http://schemas.microsoft.com/office/drawing/2014/main" id="{330C7F16-A0F4-40DA-B3E4-F0B77955BC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65156" y="4413734"/>
                          <a:ext cx="163512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" name="Object 4">
            <a:extLst>
              <a:ext uri="{FF2B5EF4-FFF2-40B4-BE49-F238E27FC236}">
                <a16:creationId xmlns:a16="http://schemas.microsoft.com/office/drawing/2014/main" id="{139F7E58-3218-4725-A031-85B6A555A1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676486"/>
              </p:ext>
            </p:extLst>
          </p:nvPr>
        </p:nvGraphicFramePr>
        <p:xfrm>
          <a:off x="873706" y="692764"/>
          <a:ext cx="8089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859" name="Equation" r:id="rId24" imgW="8089560" imgH="838080" progId="Equation.DSMT4">
                  <p:embed/>
                </p:oleObj>
              </mc:Choice>
              <mc:Fallback>
                <p:oleObj name="Equation" r:id="rId24" imgW="8089560" imgH="838080" progId="Equation.DSMT4">
                  <p:embed/>
                  <p:pic>
                    <p:nvPicPr>
                      <p:cNvPr id="10670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706" y="692764"/>
                        <a:ext cx="80899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889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6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67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6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67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026">
            <a:extLst>
              <a:ext uri="{FF2B5EF4-FFF2-40B4-BE49-F238E27FC236}">
                <a16:creationId xmlns:a16="http://schemas.microsoft.com/office/drawing/2014/main" id="{186BFBD6-5F42-46D6-825C-E39272ED3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57200"/>
            <a:ext cx="685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>
                <a:solidFill>
                  <a:srgbClr val="FFFFFF"/>
                </a:solidFill>
                <a:ea typeface="黑体" panose="02010609060101010101" pitchFamily="49" charset="-122"/>
              </a:rPr>
              <a:t>二、第一类曲面积分的计算</a:t>
            </a:r>
          </a:p>
        </p:txBody>
      </p:sp>
      <p:graphicFrame>
        <p:nvGraphicFramePr>
          <p:cNvPr id="12291" name="Object 1027">
            <a:extLst>
              <a:ext uri="{FF2B5EF4-FFF2-40B4-BE49-F238E27FC236}">
                <a16:creationId xmlns:a16="http://schemas.microsoft.com/office/drawing/2014/main" id="{E78768CA-F03A-4FC9-88CA-67AE02C7F5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1219200"/>
          <a:ext cx="6781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838" name="Equation" r:id="rId3" imgW="6781800" imgH="952500" progId="Equation.DSMT4">
                  <p:embed/>
                </p:oleObj>
              </mc:Choice>
              <mc:Fallback>
                <p:oleObj name="Equation" r:id="rId3" imgW="6781800" imgH="952500" progId="Equation.DSMT4">
                  <p:embed/>
                  <p:pic>
                    <p:nvPicPr>
                      <p:cNvPr id="12291" name="Object 1027">
                        <a:extLst>
                          <a:ext uri="{FF2B5EF4-FFF2-40B4-BE49-F238E27FC236}">
                            <a16:creationId xmlns:a16="http://schemas.microsoft.com/office/drawing/2014/main" id="{E78768CA-F03A-4FC9-88CA-67AE02C7F5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219200"/>
                        <a:ext cx="67818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1028">
            <a:extLst>
              <a:ext uri="{FF2B5EF4-FFF2-40B4-BE49-F238E27FC236}">
                <a16:creationId xmlns:a16="http://schemas.microsoft.com/office/drawing/2014/main" id="{4537B436-99EB-4B9C-9A7D-375F805980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1828800"/>
          <a:ext cx="6540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839" name="Equation" r:id="rId5" imgW="6540500" imgH="977900" progId="Equation.DSMT4">
                  <p:embed/>
                </p:oleObj>
              </mc:Choice>
              <mc:Fallback>
                <p:oleObj name="Equation" r:id="rId5" imgW="6540500" imgH="977900" progId="Equation.DSMT4">
                  <p:embed/>
                  <p:pic>
                    <p:nvPicPr>
                      <p:cNvPr id="12292" name="Object 1028">
                        <a:extLst>
                          <a:ext uri="{FF2B5EF4-FFF2-40B4-BE49-F238E27FC236}">
                            <a16:creationId xmlns:a16="http://schemas.microsoft.com/office/drawing/2014/main" id="{4537B436-99EB-4B9C-9A7D-375F805980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828800"/>
                        <a:ext cx="65405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1029">
            <a:extLst>
              <a:ext uri="{FF2B5EF4-FFF2-40B4-BE49-F238E27FC236}">
                <a16:creationId xmlns:a16="http://schemas.microsoft.com/office/drawing/2014/main" id="{EEF1E910-1F38-4A69-BD18-DC75CAA2C3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2489200"/>
          <a:ext cx="6172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840" name="Equation" r:id="rId7" imgW="6172200" imgH="482600" progId="Equation.DSMT4">
                  <p:embed/>
                </p:oleObj>
              </mc:Choice>
              <mc:Fallback>
                <p:oleObj name="Equation" r:id="rId7" imgW="6172200" imgH="482600" progId="Equation.DSMT4">
                  <p:embed/>
                  <p:pic>
                    <p:nvPicPr>
                      <p:cNvPr id="12293" name="Object 1029">
                        <a:extLst>
                          <a:ext uri="{FF2B5EF4-FFF2-40B4-BE49-F238E27FC236}">
                            <a16:creationId xmlns:a16="http://schemas.microsoft.com/office/drawing/2014/main" id="{EEF1E910-1F38-4A69-BD18-DC75CAA2C3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489200"/>
                        <a:ext cx="6172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1030">
            <a:extLst>
              <a:ext uri="{FF2B5EF4-FFF2-40B4-BE49-F238E27FC236}">
                <a16:creationId xmlns:a16="http://schemas.microsoft.com/office/drawing/2014/main" id="{993867E0-FC6E-4CA4-9492-AA7AF7A575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3086100"/>
          <a:ext cx="6870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841" name="Equation" r:id="rId9" imgW="6870700" imgH="952500" progId="Equation.DSMT4">
                  <p:embed/>
                </p:oleObj>
              </mc:Choice>
              <mc:Fallback>
                <p:oleObj name="Equation" r:id="rId9" imgW="6870700" imgH="952500" progId="Equation.DSMT4">
                  <p:embed/>
                  <p:pic>
                    <p:nvPicPr>
                      <p:cNvPr id="12294" name="Object 1030">
                        <a:extLst>
                          <a:ext uri="{FF2B5EF4-FFF2-40B4-BE49-F238E27FC236}">
                            <a16:creationId xmlns:a16="http://schemas.microsoft.com/office/drawing/2014/main" id="{993867E0-FC6E-4CA4-9492-AA7AF7A575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086100"/>
                        <a:ext cx="68707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1031">
            <a:extLst>
              <a:ext uri="{FF2B5EF4-FFF2-40B4-BE49-F238E27FC236}">
                <a16:creationId xmlns:a16="http://schemas.microsoft.com/office/drawing/2014/main" id="{847886B5-A390-4330-806F-E24EAA7C6D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5400" y="3619500"/>
          <a:ext cx="60071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842" name="Equation" r:id="rId11" imgW="6007100" imgH="1460500" progId="Equation.DSMT4">
                  <p:embed/>
                </p:oleObj>
              </mc:Choice>
              <mc:Fallback>
                <p:oleObj name="Equation" r:id="rId11" imgW="6007100" imgH="1460500" progId="Equation.DSMT4">
                  <p:embed/>
                  <p:pic>
                    <p:nvPicPr>
                      <p:cNvPr id="12295" name="Object 1031">
                        <a:extLst>
                          <a:ext uri="{FF2B5EF4-FFF2-40B4-BE49-F238E27FC236}">
                            <a16:creationId xmlns:a16="http://schemas.microsoft.com/office/drawing/2014/main" id="{847886B5-A390-4330-806F-E24EAA7C6D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3619500"/>
                        <a:ext cx="60071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1032">
            <a:extLst>
              <a:ext uri="{FF2B5EF4-FFF2-40B4-BE49-F238E27FC236}">
                <a16:creationId xmlns:a16="http://schemas.microsoft.com/office/drawing/2014/main" id="{A361FF6C-2414-4421-ADD3-4A54512B5A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8100" y="4686300"/>
          <a:ext cx="68707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843" name="Equation" r:id="rId13" imgW="6870700" imgH="1257300" progId="Equation.DSMT4">
                  <p:embed/>
                </p:oleObj>
              </mc:Choice>
              <mc:Fallback>
                <p:oleObj name="Equation" r:id="rId13" imgW="6870700" imgH="1257300" progId="Equation.DSMT4">
                  <p:embed/>
                  <p:pic>
                    <p:nvPicPr>
                      <p:cNvPr id="12296" name="Object 1032">
                        <a:extLst>
                          <a:ext uri="{FF2B5EF4-FFF2-40B4-BE49-F238E27FC236}">
                            <a16:creationId xmlns:a16="http://schemas.microsoft.com/office/drawing/2014/main" id="{A361FF6C-2414-4421-ADD3-4A54512B5A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4686300"/>
                        <a:ext cx="68707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8">
            <a:extLst>
              <a:ext uri="{FF2B5EF4-FFF2-40B4-BE49-F238E27FC236}">
                <a16:creationId xmlns:a16="http://schemas.microsoft.com/office/drawing/2014/main" id="{FA596F14-7F97-4DD1-8CD3-658187FD9E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2500" y="723900"/>
          <a:ext cx="5549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864" name="Equation" r:id="rId3" imgW="5549900" imgH="812800" progId="Equation.DSMT4">
                  <p:embed/>
                </p:oleObj>
              </mc:Choice>
              <mc:Fallback>
                <p:oleObj name="Equation" r:id="rId3" imgW="5549900" imgH="812800" progId="Equation.DSMT4">
                  <p:embed/>
                  <p:pic>
                    <p:nvPicPr>
                      <p:cNvPr id="13314" name="Object 8">
                        <a:extLst>
                          <a:ext uri="{FF2B5EF4-FFF2-40B4-BE49-F238E27FC236}">
                            <a16:creationId xmlns:a16="http://schemas.microsoft.com/office/drawing/2014/main" id="{FA596F14-7F97-4DD1-8CD3-658187FD9E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723900"/>
                        <a:ext cx="55499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9">
            <a:extLst>
              <a:ext uri="{FF2B5EF4-FFF2-40B4-BE49-F238E27FC236}">
                <a16:creationId xmlns:a16="http://schemas.microsoft.com/office/drawing/2014/main" id="{FEB7A80A-FD0F-42FA-B68B-1028FCC863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7900" y="1587500"/>
          <a:ext cx="75057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865" name="Equation" r:id="rId5" imgW="7505700" imgH="495300" progId="Equation.DSMT4">
                  <p:embed/>
                </p:oleObj>
              </mc:Choice>
              <mc:Fallback>
                <p:oleObj name="Equation" r:id="rId5" imgW="7505700" imgH="495300" progId="Equation.DSMT4">
                  <p:embed/>
                  <p:pic>
                    <p:nvPicPr>
                      <p:cNvPr id="13321" name="Object 9">
                        <a:extLst>
                          <a:ext uri="{FF2B5EF4-FFF2-40B4-BE49-F238E27FC236}">
                            <a16:creationId xmlns:a16="http://schemas.microsoft.com/office/drawing/2014/main" id="{FEB7A80A-FD0F-42FA-B68B-1028FCC863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1587500"/>
                        <a:ext cx="75057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0">
            <a:extLst>
              <a:ext uri="{FF2B5EF4-FFF2-40B4-BE49-F238E27FC236}">
                <a16:creationId xmlns:a16="http://schemas.microsoft.com/office/drawing/2014/main" id="{1A298FA6-7B52-4F72-A85A-23A319F266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2197100"/>
          <a:ext cx="6985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866" name="Equation" r:id="rId7" imgW="6985000" imgH="508000" progId="Equation.DSMT4">
                  <p:embed/>
                </p:oleObj>
              </mc:Choice>
              <mc:Fallback>
                <p:oleObj name="Equation" r:id="rId7" imgW="6985000" imgH="508000" progId="Equation.DSMT4">
                  <p:embed/>
                  <p:pic>
                    <p:nvPicPr>
                      <p:cNvPr id="13322" name="Object 10">
                        <a:extLst>
                          <a:ext uri="{FF2B5EF4-FFF2-40B4-BE49-F238E27FC236}">
                            <a16:creationId xmlns:a16="http://schemas.microsoft.com/office/drawing/2014/main" id="{1A298FA6-7B52-4F72-A85A-23A319F266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197100"/>
                        <a:ext cx="6985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11">
            <a:extLst>
              <a:ext uri="{FF2B5EF4-FFF2-40B4-BE49-F238E27FC236}">
                <a16:creationId xmlns:a16="http://schemas.microsoft.com/office/drawing/2014/main" id="{BBB340CE-04A5-4165-93FD-D383E93809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0600" y="2844800"/>
          <a:ext cx="3022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867" name="Equation" r:id="rId9" imgW="3022600" imgH="495300" progId="Equation.DSMT4">
                  <p:embed/>
                </p:oleObj>
              </mc:Choice>
              <mc:Fallback>
                <p:oleObj name="Equation" r:id="rId9" imgW="3022600" imgH="495300" progId="Equation.DSMT4">
                  <p:embed/>
                  <p:pic>
                    <p:nvPicPr>
                      <p:cNvPr id="13323" name="Object 11">
                        <a:extLst>
                          <a:ext uri="{FF2B5EF4-FFF2-40B4-BE49-F238E27FC236}">
                            <a16:creationId xmlns:a16="http://schemas.microsoft.com/office/drawing/2014/main" id="{BBB340CE-04A5-4165-93FD-D383E93809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2844800"/>
                        <a:ext cx="30226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7" name="Object 15">
            <a:extLst>
              <a:ext uri="{FF2B5EF4-FFF2-40B4-BE49-F238E27FC236}">
                <a16:creationId xmlns:a16="http://schemas.microsoft.com/office/drawing/2014/main" id="{643EF916-F014-4BE2-9592-22C6D68E59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3400" y="2806700"/>
          <a:ext cx="2819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868" name="Equation" r:id="rId11" imgW="2819400" imgH="558800" progId="Equation.DSMT4">
                  <p:embed/>
                </p:oleObj>
              </mc:Choice>
              <mc:Fallback>
                <p:oleObj name="Equation" r:id="rId11" imgW="2819400" imgH="558800" progId="Equation.DSMT4">
                  <p:embed/>
                  <p:pic>
                    <p:nvPicPr>
                      <p:cNvPr id="13327" name="Object 15">
                        <a:extLst>
                          <a:ext uri="{FF2B5EF4-FFF2-40B4-BE49-F238E27FC236}">
                            <a16:creationId xmlns:a16="http://schemas.microsoft.com/office/drawing/2014/main" id="{643EF916-F014-4BE2-9592-22C6D68E59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2806700"/>
                        <a:ext cx="28194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1" name="Object 19">
            <a:extLst>
              <a:ext uri="{FF2B5EF4-FFF2-40B4-BE49-F238E27FC236}">
                <a16:creationId xmlns:a16="http://schemas.microsoft.com/office/drawing/2014/main" id="{3C42D236-AFC6-44A4-BF1D-9DB2772643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0200" y="4229100"/>
          <a:ext cx="65786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869" name="Equation" r:id="rId13" imgW="6578600" imgH="1257300" progId="Equation.DSMT4">
                  <p:embed/>
                </p:oleObj>
              </mc:Choice>
              <mc:Fallback>
                <p:oleObj name="Equation" r:id="rId13" imgW="6578600" imgH="1257300" progId="Equation.DSMT4">
                  <p:embed/>
                  <p:pic>
                    <p:nvPicPr>
                      <p:cNvPr id="13331" name="Object 19">
                        <a:extLst>
                          <a:ext uri="{FF2B5EF4-FFF2-40B4-BE49-F238E27FC236}">
                            <a16:creationId xmlns:a16="http://schemas.microsoft.com/office/drawing/2014/main" id="{3C42D236-AFC6-44A4-BF1D-9DB2772643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200" y="4229100"/>
                        <a:ext cx="65786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2" name="Object 20">
            <a:extLst>
              <a:ext uri="{FF2B5EF4-FFF2-40B4-BE49-F238E27FC236}">
                <a16:creationId xmlns:a16="http://schemas.microsoft.com/office/drawing/2014/main" id="{1DDA5F9C-04EC-437D-B638-67A3140963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8300" y="3467100"/>
          <a:ext cx="2578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870" name="Equation" r:id="rId15" imgW="2578100" imgH="812800" progId="Equation.DSMT4">
                  <p:embed/>
                </p:oleObj>
              </mc:Choice>
              <mc:Fallback>
                <p:oleObj name="Equation" r:id="rId15" imgW="2578100" imgH="812800" progId="Equation.DSMT4">
                  <p:embed/>
                  <p:pic>
                    <p:nvPicPr>
                      <p:cNvPr id="13332" name="Object 20">
                        <a:extLst>
                          <a:ext uri="{FF2B5EF4-FFF2-40B4-BE49-F238E27FC236}">
                            <a16:creationId xmlns:a16="http://schemas.microsoft.com/office/drawing/2014/main" id="{1DDA5F9C-04EC-437D-B638-67A3140963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3467100"/>
                        <a:ext cx="25781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40" name="Object 4">
            <a:extLst>
              <a:ext uri="{FF2B5EF4-FFF2-40B4-BE49-F238E27FC236}">
                <a16:creationId xmlns:a16="http://schemas.microsoft.com/office/drawing/2014/main" id="{ADDC0E22-CA1B-4BDD-8F0E-F5CD863A46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1" y="1698625"/>
          <a:ext cx="5370513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886" name="Equation" r:id="rId3" imgW="5334000" imgH="939800" progId="Equation.DSMT4">
                  <p:embed/>
                </p:oleObj>
              </mc:Choice>
              <mc:Fallback>
                <p:oleObj name="Equation" r:id="rId3" imgW="5334000" imgH="939800" progId="Equation.DSMT4">
                  <p:embed/>
                  <p:pic>
                    <p:nvPicPr>
                      <p:cNvPr id="14340" name="Object 4">
                        <a:extLst>
                          <a:ext uri="{FF2B5EF4-FFF2-40B4-BE49-F238E27FC236}">
                            <a16:creationId xmlns:a16="http://schemas.microsoft.com/office/drawing/2014/main" id="{ADDC0E22-CA1B-4BDD-8F0E-F5CD863A46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1" y="1698625"/>
                        <a:ext cx="5370513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5">
            <a:extLst>
              <a:ext uri="{FF2B5EF4-FFF2-40B4-BE49-F238E27FC236}">
                <a16:creationId xmlns:a16="http://schemas.microsoft.com/office/drawing/2014/main" id="{16C68D63-264E-42CA-A27A-349078CF35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1575" y="1771651"/>
          <a:ext cx="2414588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887" name="Equation" r:id="rId5" imgW="2463800" imgH="812800" progId="Equation.DSMT4">
                  <p:embed/>
                </p:oleObj>
              </mc:Choice>
              <mc:Fallback>
                <p:oleObj name="Equation" r:id="rId5" imgW="2463800" imgH="812800" progId="Equation.DSMT4">
                  <p:embed/>
                  <p:pic>
                    <p:nvPicPr>
                      <p:cNvPr id="14341" name="Object 5">
                        <a:extLst>
                          <a:ext uri="{FF2B5EF4-FFF2-40B4-BE49-F238E27FC236}">
                            <a16:creationId xmlns:a16="http://schemas.microsoft.com/office/drawing/2014/main" id="{16C68D63-264E-42CA-A27A-349078CF35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575" y="1771651"/>
                        <a:ext cx="2414588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3" name="Text Box 7">
            <a:extLst>
              <a:ext uri="{FF2B5EF4-FFF2-40B4-BE49-F238E27FC236}">
                <a16:creationId xmlns:a16="http://schemas.microsoft.com/office/drawing/2014/main" id="{351B0623-243E-4D1D-8753-01F825C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789113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rgbClr val="FFFFFF"/>
                </a:solidFill>
                <a:ea typeface="黑体" panose="02010609060101010101" pitchFamily="49" charset="-122"/>
              </a:rPr>
              <a:t>则</a:t>
            </a:r>
          </a:p>
        </p:txBody>
      </p:sp>
      <p:graphicFrame>
        <p:nvGraphicFramePr>
          <p:cNvPr id="14344" name="Object 8">
            <a:extLst>
              <a:ext uri="{FF2B5EF4-FFF2-40B4-BE49-F238E27FC236}">
                <a16:creationId xmlns:a16="http://schemas.microsoft.com/office/drawing/2014/main" id="{C54C303A-2E29-4D6A-9877-CCC80079C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1" y="3495676"/>
          <a:ext cx="5503863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888" name="Equation" r:id="rId7" imgW="5308600" imgH="965200" progId="Equation.DSMT4">
                  <p:embed/>
                </p:oleObj>
              </mc:Choice>
              <mc:Fallback>
                <p:oleObj name="Equation" r:id="rId7" imgW="5308600" imgH="965200" progId="Equation.DSMT4">
                  <p:embed/>
                  <p:pic>
                    <p:nvPicPr>
                      <p:cNvPr id="14344" name="Object 8">
                        <a:extLst>
                          <a:ext uri="{FF2B5EF4-FFF2-40B4-BE49-F238E27FC236}">
                            <a16:creationId xmlns:a16="http://schemas.microsoft.com/office/drawing/2014/main" id="{C54C303A-2E29-4D6A-9877-CCC80079C8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3495676"/>
                        <a:ext cx="5503863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9">
            <a:extLst>
              <a:ext uri="{FF2B5EF4-FFF2-40B4-BE49-F238E27FC236}">
                <a16:creationId xmlns:a16="http://schemas.microsoft.com/office/drawing/2014/main" id="{79D832C4-8163-493F-8D63-6D69AA6987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2988" y="3596492"/>
          <a:ext cx="2487613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889" name="Equation" r:id="rId9" imgW="2463800" imgH="812800" progId="Equation.DSMT4">
                  <p:embed/>
                </p:oleObj>
              </mc:Choice>
              <mc:Fallback>
                <p:oleObj name="Equation" r:id="rId9" imgW="2463800" imgH="812800" progId="Equation.DSMT4">
                  <p:embed/>
                  <p:pic>
                    <p:nvPicPr>
                      <p:cNvPr id="14345" name="Object 9">
                        <a:extLst>
                          <a:ext uri="{FF2B5EF4-FFF2-40B4-BE49-F238E27FC236}">
                            <a16:creationId xmlns:a16="http://schemas.microsoft.com/office/drawing/2014/main" id="{79D832C4-8163-493F-8D63-6D69AA6987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2988" y="3596492"/>
                        <a:ext cx="2487613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0">
            <a:extLst>
              <a:ext uri="{FF2B5EF4-FFF2-40B4-BE49-F238E27FC236}">
                <a16:creationId xmlns:a16="http://schemas.microsoft.com/office/drawing/2014/main" id="{ACA7C94C-F00F-4F57-A6CC-24FECFB2B2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2903539"/>
          <a:ext cx="33528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890" name="Equation" r:id="rId10" imgW="3549490" imgH="336594" progId="Equation.DSMT4">
                  <p:embed/>
                </p:oleObj>
              </mc:Choice>
              <mc:Fallback>
                <p:oleObj name="Equation" r:id="rId10" imgW="3549490" imgH="336594" progId="Equation.DSMT4">
                  <p:embed/>
                  <p:pic>
                    <p:nvPicPr>
                      <p:cNvPr id="14346" name="Object 10">
                        <a:extLst>
                          <a:ext uri="{FF2B5EF4-FFF2-40B4-BE49-F238E27FC236}">
                            <a16:creationId xmlns:a16="http://schemas.microsoft.com/office/drawing/2014/main" id="{ACA7C94C-F00F-4F57-A6CC-24FECFB2B2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903539"/>
                        <a:ext cx="33528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7" name="Text Box 11">
            <a:extLst>
              <a:ext uri="{FF2B5EF4-FFF2-40B4-BE49-F238E27FC236}">
                <a16:creationId xmlns:a16="http://schemas.microsoft.com/office/drawing/2014/main" id="{CA7EAFD1-3B8D-41FC-82FA-8ADD99BC9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64438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FFFFFF"/>
                </a:solidFill>
                <a:ea typeface="黑体" panose="02010609060101010101" pitchFamily="49" charset="-122"/>
              </a:rPr>
              <a:t>则</a:t>
            </a:r>
            <a:endParaRPr lang="zh-CN" altLang="en-US" sz="4800" dirty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2" name="Object 16">
            <a:extLst>
              <a:ext uri="{FF2B5EF4-FFF2-40B4-BE49-F238E27FC236}">
                <a16:creationId xmlns:a16="http://schemas.microsoft.com/office/drawing/2014/main" id="{0D224BA0-B28D-4701-976D-D13433651D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8" y="1138238"/>
          <a:ext cx="3556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891" name="Equation" r:id="rId12" imgW="3556000" imgH="419100" progId="Equation.DSMT4">
                  <p:embed/>
                </p:oleObj>
              </mc:Choice>
              <mc:Fallback>
                <p:oleObj name="Equation" r:id="rId12" imgW="3556000" imgH="419100" progId="Equation.DSMT4">
                  <p:embed/>
                  <p:pic>
                    <p:nvPicPr>
                      <p:cNvPr id="2" name="Object 16">
                        <a:extLst>
                          <a:ext uri="{FF2B5EF4-FFF2-40B4-BE49-F238E27FC236}">
                            <a16:creationId xmlns:a16="http://schemas.microsoft.com/office/drawing/2014/main" id="{0D224BA0-B28D-4701-976D-D13433651D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1138238"/>
                        <a:ext cx="3556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3" grpId="0" autoUpdateAnimBg="0"/>
      <p:bldP spid="1434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92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3758301"/>
              </p:ext>
            </p:extLst>
          </p:nvPr>
        </p:nvGraphicFramePr>
        <p:xfrm>
          <a:off x="569355" y="162287"/>
          <a:ext cx="10947401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955" name="Equation" r:id="rId4" imgW="10947240" imgH="952200" progId="Equation.DSMT4">
                  <p:embed/>
                </p:oleObj>
              </mc:Choice>
              <mc:Fallback>
                <p:oleObj name="Equation" r:id="rId4" imgW="10947240" imgH="9522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355" y="162287"/>
                        <a:ext cx="10947401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9300" name="Text Box 4"/>
          <p:cNvSpPr txBox="1">
            <a:spLocks noChangeArrowheads="1"/>
          </p:cNvSpPr>
          <p:nvPr/>
        </p:nvSpPr>
        <p:spPr bwMode="auto">
          <a:xfrm>
            <a:off x="510817" y="1240129"/>
            <a:ext cx="3505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/>
              <a:t>解  曲面</a:t>
            </a:r>
            <a:r>
              <a:rPr lang="en-US" altLang="zh-CN" i="1"/>
              <a:t>S</a:t>
            </a:r>
            <a:r>
              <a:rPr lang="zh-CN" altLang="en-US"/>
              <a:t>的方程为</a:t>
            </a:r>
          </a:p>
        </p:txBody>
      </p:sp>
      <p:graphicFrame>
        <p:nvGraphicFramePr>
          <p:cNvPr id="10793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257279"/>
              </p:ext>
            </p:extLst>
          </p:nvPr>
        </p:nvGraphicFramePr>
        <p:xfrm>
          <a:off x="3584217" y="1334464"/>
          <a:ext cx="1930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956" name="Equation" r:id="rId6" imgW="1930320" imgH="393480" progId="Equation.DSMT4">
                  <p:embed/>
                </p:oleObj>
              </mc:Choice>
              <mc:Fallback>
                <p:oleObj name="Equation" r:id="rId6" imgW="1930320" imgH="393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217" y="1334464"/>
                        <a:ext cx="19304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93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821602"/>
              </p:ext>
            </p:extLst>
          </p:nvPr>
        </p:nvGraphicFramePr>
        <p:xfrm>
          <a:off x="1024666" y="1759241"/>
          <a:ext cx="44450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957" name="Equation" r:id="rId8" imgW="4444920" imgH="1180800" progId="Equation.DSMT4">
                  <p:embed/>
                </p:oleObj>
              </mc:Choice>
              <mc:Fallback>
                <p:oleObj name="Equation" r:id="rId8" imgW="4444920" imgH="11808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4666" y="1759241"/>
                        <a:ext cx="4445000" cy="1181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93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733069"/>
              </p:ext>
            </p:extLst>
          </p:nvPr>
        </p:nvGraphicFramePr>
        <p:xfrm>
          <a:off x="1024666" y="3214450"/>
          <a:ext cx="4000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958" name="Equation" r:id="rId10" imgW="4000320" imgH="482400" progId="Equation.DSMT4">
                  <p:embed/>
                </p:oleObj>
              </mc:Choice>
              <mc:Fallback>
                <p:oleObj name="Equation" r:id="rId10" imgW="4000320" imgH="4824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4666" y="3214450"/>
                        <a:ext cx="4000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93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370916"/>
              </p:ext>
            </p:extLst>
          </p:nvPr>
        </p:nvGraphicFramePr>
        <p:xfrm>
          <a:off x="5499230" y="2134272"/>
          <a:ext cx="1447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959" name="Equation" r:id="rId12" imgW="1447560" imgH="495000" progId="Equation.DSMT4">
                  <p:embed/>
                </p:oleObj>
              </mc:Choice>
              <mc:Fallback>
                <p:oleObj name="Equation" r:id="rId12" imgW="1447560" imgH="4950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9230" y="2134272"/>
                        <a:ext cx="14478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930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133181"/>
              </p:ext>
            </p:extLst>
          </p:nvPr>
        </p:nvGraphicFramePr>
        <p:xfrm>
          <a:off x="5108982" y="2968625"/>
          <a:ext cx="21590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960" name="Equation" r:id="rId14" imgW="2158920" imgH="1002960" progId="Equation.DSMT4">
                  <p:embed/>
                </p:oleObj>
              </mc:Choice>
              <mc:Fallback>
                <p:oleObj name="Equation" r:id="rId14" imgW="2158920" imgH="100296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8982" y="2968625"/>
                        <a:ext cx="2159000" cy="1003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93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252161"/>
              </p:ext>
            </p:extLst>
          </p:nvPr>
        </p:nvGraphicFramePr>
        <p:xfrm>
          <a:off x="1026808" y="4137552"/>
          <a:ext cx="2489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961" name="Equation" r:id="rId16" imgW="2489040" imgH="952200" progId="Equation.DSMT4">
                  <p:embed/>
                </p:oleObj>
              </mc:Choice>
              <mc:Fallback>
                <p:oleObj name="Equation" r:id="rId16" imgW="2489040" imgH="95220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6808" y="4137552"/>
                        <a:ext cx="2489200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931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306245"/>
              </p:ext>
            </p:extLst>
          </p:nvPr>
        </p:nvGraphicFramePr>
        <p:xfrm>
          <a:off x="672168" y="5330097"/>
          <a:ext cx="4152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962" name="Equation" r:id="rId18" imgW="4152600" imgH="914400" progId="Equation.DSMT4">
                  <p:embed/>
                </p:oleObj>
              </mc:Choice>
              <mc:Fallback>
                <p:oleObj name="Equation" r:id="rId18" imgW="4152600" imgH="91440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168" y="5330097"/>
                        <a:ext cx="41529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931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710075"/>
              </p:ext>
            </p:extLst>
          </p:nvPr>
        </p:nvGraphicFramePr>
        <p:xfrm>
          <a:off x="4885379" y="5279441"/>
          <a:ext cx="2400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963" name="Equation" r:id="rId20" imgW="2400120" imgH="914400" progId="Equation.DSMT4">
                  <p:embed/>
                </p:oleObj>
              </mc:Choice>
              <mc:Fallback>
                <p:oleObj name="Equation" r:id="rId20" imgW="2400120" imgH="914400" progId="Equation.DSMT4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5379" y="5279441"/>
                        <a:ext cx="2400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93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4510695"/>
              </p:ext>
            </p:extLst>
          </p:nvPr>
        </p:nvGraphicFramePr>
        <p:xfrm>
          <a:off x="3576319" y="4161314"/>
          <a:ext cx="35687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964" name="Equation" r:id="rId22" imgW="3568680" imgH="1041120" progId="Equation.DSMT4">
                  <p:embed/>
                </p:oleObj>
              </mc:Choice>
              <mc:Fallback>
                <p:oleObj name="Equation" r:id="rId22" imgW="3568680" imgH="1041120" progId="Equation.DSMT4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6319" y="4161314"/>
                        <a:ext cx="35687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B1639363-1567-4FA1-AA95-5701D1709B74}"/>
              </a:ext>
            </a:extLst>
          </p:cNvPr>
          <p:cNvGrpSpPr/>
          <p:nvPr/>
        </p:nvGrpSpPr>
        <p:grpSpPr>
          <a:xfrm>
            <a:off x="7993262" y="782434"/>
            <a:ext cx="3246595" cy="3086051"/>
            <a:chOff x="8242300" y="2013907"/>
            <a:chExt cx="3246595" cy="3086051"/>
          </a:xfrm>
        </p:grpSpPr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970D2534-189C-4C7A-9978-40E05C17247B}"/>
                </a:ext>
              </a:extLst>
            </p:cNvPr>
            <p:cNvSpPr/>
            <p:nvPr/>
          </p:nvSpPr>
          <p:spPr bwMode="auto">
            <a:xfrm>
              <a:off x="8646170" y="4018870"/>
              <a:ext cx="2009775" cy="609600"/>
            </a:xfrm>
            <a:custGeom>
              <a:avLst/>
              <a:gdLst>
                <a:gd name="connsiteX0" fmla="*/ 0 w 2009775"/>
                <a:gd name="connsiteY0" fmla="*/ 609600 h 609600"/>
                <a:gd name="connsiteX1" fmla="*/ 719137 w 2009775"/>
                <a:gd name="connsiteY1" fmla="*/ 4762 h 609600"/>
                <a:gd name="connsiteX2" fmla="*/ 2009775 w 2009775"/>
                <a:gd name="connsiteY2" fmla="*/ 0 h 609600"/>
                <a:gd name="connsiteX3" fmla="*/ 0 w 2009775"/>
                <a:gd name="connsiteY3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9775" h="609600">
                  <a:moveTo>
                    <a:pt x="0" y="609600"/>
                  </a:moveTo>
                  <a:lnTo>
                    <a:pt x="719137" y="4762"/>
                  </a:lnTo>
                  <a:lnTo>
                    <a:pt x="2009775" y="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96D90CC3-C214-4A9B-BF23-6E46FE12B3E1}"/>
                </a:ext>
              </a:extLst>
            </p:cNvPr>
            <p:cNvSpPr/>
            <p:nvPr/>
          </p:nvSpPr>
          <p:spPr bwMode="auto">
            <a:xfrm>
              <a:off x="8636645" y="2642507"/>
              <a:ext cx="725732" cy="1985963"/>
            </a:xfrm>
            <a:custGeom>
              <a:avLst/>
              <a:gdLst>
                <a:gd name="connsiteX0" fmla="*/ 723900 w 725732"/>
                <a:gd name="connsiteY0" fmla="*/ 0 h 1985963"/>
                <a:gd name="connsiteX1" fmla="*/ 0 w 725732"/>
                <a:gd name="connsiteY1" fmla="*/ 1985963 h 1985963"/>
                <a:gd name="connsiteX2" fmla="*/ 723900 w 725732"/>
                <a:gd name="connsiteY2" fmla="*/ 1390650 h 1985963"/>
                <a:gd name="connsiteX3" fmla="*/ 723900 w 725732"/>
                <a:gd name="connsiteY3" fmla="*/ 0 h 1985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5732" h="1985963">
                  <a:moveTo>
                    <a:pt x="723900" y="0"/>
                  </a:moveTo>
                  <a:lnTo>
                    <a:pt x="0" y="1985963"/>
                  </a:lnTo>
                  <a:lnTo>
                    <a:pt x="723900" y="1390650"/>
                  </a:lnTo>
                  <a:cubicBezTo>
                    <a:pt x="725487" y="930275"/>
                    <a:pt x="727075" y="469900"/>
                    <a:pt x="723900" y="0"/>
                  </a:cubicBezTo>
                  <a:close/>
                </a:path>
              </a:pathLst>
            </a:custGeom>
            <a:gradFill flip="none" rotWithShape="1">
              <a:gsLst>
                <a:gs pos="1000">
                  <a:schemeClr val="tx1">
                    <a:lumMod val="75000"/>
                    <a:lumOff val="2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8CB6D6E2-E2A5-4041-9B76-C3018FFD68AB}"/>
                </a:ext>
              </a:extLst>
            </p:cNvPr>
            <p:cNvSpPr/>
            <p:nvPr/>
          </p:nvSpPr>
          <p:spPr bwMode="auto">
            <a:xfrm>
              <a:off x="9365518" y="2635926"/>
              <a:ext cx="1300163" cy="1376362"/>
            </a:xfrm>
            <a:custGeom>
              <a:avLst/>
              <a:gdLst>
                <a:gd name="connsiteX0" fmla="*/ 0 w 1300163"/>
                <a:gd name="connsiteY0" fmla="*/ 0 h 1376362"/>
                <a:gd name="connsiteX1" fmla="*/ 4763 w 1300163"/>
                <a:gd name="connsiteY1" fmla="*/ 1371600 h 1376362"/>
                <a:gd name="connsiteX2" fmla="*/ 1300163 w 1300163"/>
                <a:gd name="connsiteY2" fmla="*/ 1376362 h 1376362"/>
                <a:gd name="connsiteX3" fmla="*/ 0 w 1300163"/>
                <a:gd name="connsiteY3" fmla="*/ 0 h 1376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0163" h="1376362">
                  <a:moveTo>
                    <a:pt x="0" y="0"/>
                  </a:moveTo>
                  <a:cubicBezTo>
                    <a:pt x="1588" y="457200"/>
                    <a:pt x="3175" y="914400"/>
                    <a:pt x="4763" y="1371600"/>
                  </a:cubicBezTo>
                  <a:lnTo>
                    <a:pt x="1300163" y="1376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482D8119-E995-48B6-A853-C613CB5A98A0}"/>
                </a:ext>
              </a:extLst>
            </p:cNvPr>
            <p:cNvCxnSpPr/>
            <p:nvPr/>
          </p:nvCxnSpPr>
          <p:spPr bwMode="auto">
            <a:xfrm>
              <a:off x="9366180" y="4020708"/>
              <a:ext cx="2090100" cy="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5BB19999-37CB-4D4C-855C-99D8B94C6940}"/>
                </a:ext>
              </a:extLst>
            </p:cNvPr>
            <p:cNvCxnSpPr/>
            <p:nvPr/>
          </p:nvCxnSpPr>
          <p:spPr bwMode="auto">
            <a:xfrm flipH="1">
              <a:off x="8242300" y="4027929"/>
              <a:ext cx="1123880" cy="932507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48EB6284-8521-457A-A771-E74173173574}"/>
                </a:ext>
              </a:extLst>
            </p:cNvPr>
            <p:cNvCxnSpPr/>
            <p:nvPr/>
          </p:nvCxnSpPr>
          <p:spPr bwMode="auto">
            <a:xfrm flipV="1">
              <a:off x="9366180" y="2164748"/>
              <a:ext cx="0" cy="185596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CB779A71-5A4D-4DE2-9E19-B468FE1AF801}"/>
                </a:ext>
              </a:extLst>
            </p:cNvPr>
            <p:cNvSpPr/>
            <p:nvPr/>
          </p:nvSpPr>
          <p:spPr bwMode="auto">
            <a:xfrm>
              <a:off x="8629501" y="2646494"/>
              <a:ext cx="2043112" cy="2000250"/>
            </a:xfrm>
            <a:custGeom>
              <a:avLst/>
              <a:gdLst>
                <a:gd name="connsiteX0" fmla="*/ 738187 w 2043112"/>
                <a:gd name="connsiteY0" fmla="*/ 0 h 2000250"/>
                <a:gd name="connsiteX1" fmla="*/ 0 w 2043112"/>
                <a:gd name="connsiteY1" fmla="*/ 2000250 h 2000250"/>
                <a:gd name="connsiteX2" fmla="*/ 2043112 w 2043112"/>
                <a:gd name="connsiteY2" fmla="*/ 1381125 h 2000250"/>
                <a:gd name="connsiteX3" fmla="*/ 738187 w 2043112"/>
                <a:gd name="connsiteY3" fmla="*/ 0 h 200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3112" h="2000250">
                  <a:moveTo>
                    <a:pt x="738187" y="0"/>
                  </a:moveTo>
                  <a:lnTo>
                    <a:pt x="0" y="2000250"/>
                  </a:lnTo>
                  <a:lnTo>
                    <a:pt x="2043112" y="1381125"/>
                  </a:lnTo>
                  <a:lnTo>
                    <a:pt x="738187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43922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5143464F-83DC-44D6-A7EE-F7476E76B08C}"/>
                </a:ext>
              </a:extLst>
            </p:cNvPr>
            <p:cNvCxnSpPr/>
            <p:nvPr/>
          </p:nvCxnSpPr>
          <p:spPr bwMode="auto">
            <a:xfrm>
              <a:off x="9366180" y="2640794"/>
              <a:ext cx="1302692" cy="137269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C285953A-A2EF-4862-B21F-4F13117E6867}"/>
                </a:ext>
              </a:extLst>
            </p:cNvPr>
            <p:cNvCxnSpPr/>
            <p:nvPr/>
          </p:nvCxnSpPr>
          <p:spPr bwMode="auto">
            <a:xfrm flipH="1">
              <a:off x="8630521" y="2634343"/>
              <a:ext cx="735659" cy="2002971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B49BFD49-DCA7-4F0D-8158-8A1015201BA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630521" y="4027928"/>
              <a:ext cx="2038351" cy="615837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E0F81E6-834E-430D-B0B4-2A7274747539}"/>
                </a:ext>
              </a:extLst>
            </p:cNvPr>
            <p:cNvSpPr txBox="1"/>
            <p:nvPr/>
          </p:nvSpPr>
          <p:spPr>
            <a:xfrm>
              <a:off x="11236483" y="3923560"/>
              <a:ext cx="252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y</a:t>
              </a:r>
              <a:endParaRPr lang="zh-CN" altLang="en-US" sz="2000" i="1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99BB7BDF-400B-406A-999C-AFCAECD4A05C}"/>
                </a:ext>
              </a:extLst>
            </p:cNvPr>
            <p:cNvSpPr txBox="1"/>
            <p:nvPr/>
          </p:nvSpPr>
          <p:spPr>
            <a:xfrm>
              <a:off x="8307545" y="4699848"/>
              <a:ext cx="252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x</a:t>
              </a:r>
              <a:endParaRPr lang="zh-CN" altLang="en-US" sz="2000" i="1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04B4B08-813F-4CE4-8E38-64C1D6338DAB}"/>
                </a:ext>
              </a:extLst>
            </p:cNvPr>
            <p:cNvSpPr txBox="1"/>
            <p:nvPr/>
          </p:nvSpPr>
          <p:spPr>
            <a:xfrm>
              <a:off x="9342839" y="2013907"/>
              <a:ext cx="252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z</a:t>
              </a:r>
              <a:endParaRPr lang="zh-CN" altLang="en-US" sz="2000" i="1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8EC73CE0-4B77-42A7-92EE-BF68CAE54833}"/>
                </a:ext>
              </a:extLst>
            </p:cNvPr>
            <p:cNvSpPr txBox="1"/>
            <p:nvPr/>
          </p:nvSpPr>
          <p:spPr>
            <a:xfrm>
              <a:off x="10539264" y="3937368"/>
              <a:ext cx="252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/>
                <a:t>1</a:t>
              </a:r>
              <a:endParaRPr lang="zh-CN" altLang="en-US" sz="200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1D2988CE-7CE6-4726-A373-89BCAD6EEE7B}"/>
                </a:ext>
              </a:extLst>
            </p:cNvPr>
            <p:cNvSpPr txBox="1"/>
            <p:nvPr/>
          </p:nvSpPr>
          <p:spPr>
            <a:xfrm>
              <a:off x="8519963" y="4523778"/>
              <a:ext cx="252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/>
                <a:t>1</a:t>
              </a:r>
              <a:endParaRPr lang="zh-CN" altLang="en-US" sz="200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16C690A7-ADAE-4116-A098-9D321C00792F}"/>
                </a:ext>
              </a:extLst>
            </p:cNvPr>
            <p:cNvSpPr txBox="1"/>
            <p:nvPr/>
          </p:nvSpPr>
          <p:spPr>
            <a:xfrm>
              <a:off x="9297573" y="2355284"/>
              <a:ext cx="2524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/>
                <a:t>1</a:t>
              </a:r>
              <a:endParaRPr lang="zh-CN" altLang="en-US" sz="2000"/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E06D8B6C-587E-448A-B3C2-C03CFC17F4EC}"/>
              </a:ext>
            </a:extLst>
          </p:cNvPr>
          <p:cNvGrpSpPr/>
          <p:nvPr/>
        </p:nvGrpSpPr>
        <p:grpSpPr>
          <a:xfrm>
            <a:off x="9096070" y="3913033"/>
            <a:ext cx="2086530" cy="2122528"/>
            <a:chOff x="9074205" y="3970050"/>
            <a:chExt cx="2086530" cy="2122528"/>
          </a:xfrm>
        </p:grpSpPr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851C0AA3-068D-48C5-991E-44F795365FBA}"/>
                </a:ext>
              </a:extLst>
            </p:cNvPr>
            <p:cNvSpPr/>
            <p:nvPr/>
          </p:nvSpPr>
          <p:spPr bwMode="auto">
            <a:xfrm>
              <a:off x="9370612" y="4520317"/>
              <a:ext cx="1045597" cy="1041620"/>
            </a:xfrm>
            <a:custGeom>
              <a:avLst/>
              <a:gdLst>
                <a:gd name="connsiteX0" fmla="*/ 0 w 1045597"/>
                <a:gd name="connsiteY0" fmla="*/ 1033669 h 1041620"/>
                <a:gd name="connsiteX1" fmla="*/ 1045597 w 1045597"/>
                <a:gd name="connsiteY1" fmla="*/ 1041620 h 1041620"/>
                <a:gd name="connsiteX2" fmla="*/ 7951 w 1045597"/>
                <a:gd name="connsiteY2" fmla="*/ 0 h 1041620"/>
                <a:gd name="connsiteX3" fmla="*/ 0 w 1045597"/>
                <a:gd name="connsiteY3" fmla="*/ 1033669 h 1041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5597" h="1041620">
                  <a:moveTo>
                    <a:pt x="0" y="1033669"/>
                  </a:moveTo>
                  <a:lnTo>
                    <a:pt x="1045597" y="1041620"/>
                  </a:lnTo>
                  <a:lnTo>
                    <a:pt x="7951" y="0"/>
                  </a:lnTo>
                  <a:cubicBezTo>
                    <a:pt x="5301" y="344556"/>
                    <a:pt x="2650" y="689113"/>
                    <a:pt x="0" y="1033669"/>
                  </a:cubicBezTo>
                  <a:close/>
                </a:path>
              </a:pathLst>
            </a:custGeom>
            <a:solidFill>
              <a:srgbClr val="00B0F0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53B85E5F-DE8D-4AD0-9D84-B2201F9AB82C}"/>
                </a:ext>
              </a:extLst>
            </p:cNvPr>
            <p:cNvCxnSpPr/>
            <p:nvPr/>
          </p:nvCxnSpPr>
          <p:spPr bwMode="auto">
            <a:xfrm>
              <a:off x="9074205" y="5557292"/>
              <a:ext cx="1944000" cy="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52148F4B-F3DD-4003-8F64-F7480873058D}"/>
                </a:ext>
              </a:extLst>
            </p:cNvPr>
            <p:cNvCxnSpPr/>
            <p:nvPr/>
          </p:nvCxnSpPr>
          <p:spPr bwMode="auto">
            <a:xfrm flipV="1">
              <a:off x="9374202" y="4076578"/>
              <a:ext cx="0" cy="201600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D39583BB-BAB8-4ABF-A27B-DD907E8E8247}"/>
                </a:ext>
              </a:extLst>
            </p:cNvPr>
            <p:cNvSpPr txBox="1"/>
            <p:nvPr/>
          </p:nvSpPr>
          <p:spPr>
            <a:xfrm>
              <a:off x="10809463" y="5453492"/>
              <a:ext cx="3512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x</a:t>
              </a:r>
              <a:endParaRPr lang="zh-CN" altLang="en-US" sz="2000" i="1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2CDB6FEA-67E4-40F6-A061-39478FE619E4}"/>
                </a:ext>
              </a:extLst>
            </p:cNvPr>
            <p:cNvSpPr txBox="1"/>
            <p:nvPr/>
          </p:nvSpPr>
          <p:spPr>
            <a:xfrm>
              <a:off x="9386685" y="3970050"/>
              <a:ext cx="3512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y</a:t>
              </a:r>
              <a:endParaRPr lang="zh-CN" altLang="en-US" sz="2000" i="1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36F391FE-4EE7-4C05-8A78-48D0A5BFE600}"/>
                </a:ext>
              </a:extLst>
            </p:cNvPr>
            <p:cNvSpPr txBox="1"/>
            <p:nvPr/>
          </p:nvSpPr>
          <p:spPr>
            <a:xfrm>
              <a:off x="9294024" y="5474789"/>
              <a:ext cx="3512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O</a:t>
              </a:r>
              <a:endParaRPr lang="zh-CN" altLang="en-US" sz="2000" i="1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BC98B56-289F-4A22-ACFB-846EC6E3499E}"/>
                </a:ext>
              </a:extLst>
            </p:cNvPr>
            <p:cNvSpPr txBox="1"/>
            <p:nvPr/>
          </p:nvSpPr>
          <p:spPr>
            <a:xfrm>
              <a:off x="9488859" y="4961264"/>
              <a:ext cx="5365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solidFill>
                    <a:srgbClr val="0000FF"/>
                  </a:solidFill>
                </a:rPr>
                <a:t>D</a:t>
              </a:r>
              <a:endParaRPr lang="zh-CN" altLang="en-US" sz="2000" i="1" baseline="-25000">
                <a:solidFill>
                  <a:srgbClr val="0000FF"/>
                </a:solidFill>
              </a:endParaRPr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4BE62032-9C87-45A7-AA2E-95A9AB43B23D}"/>
                </a:ext>
              </a:extLst>
            </p:cNvPr>
            <p:cNvCxnSpPr/>
            <p:nvPr/>
          </p:nvCxnSpPr>
          <p:spPr bwMode="auto">
            <a:xfrm>
              <a:off x="9368757" y="4510086"/>
              <a:ext cx="1047206" cy="1047206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aphicFrame>
          <p:nvGraphicFramePr>
            <p:cNvPr id="53" name="Object 10">
              <a:extLst>
                <a:ext uri="{FF2B5EF4-FFF2-40B4-BE49-F238E27FC236}">
                  <a16:creationId xmlns:a16="http://schemas.microsoft.com/office/drawing/2014/main" id="{CA8CFF1E-3D23-4EEE-8C33-A765D2F1AA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3166024"/>
                </p:ext>
              </p:extLst>
            </p:nvPr>
          </p:nvGraphicFramePr>
          <p:xfrm>
            <a:off x="9673589" y="4571445"/>
            <a:ext cx="1017588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9965" name="Equation" r:id="rId24" imgW="1333440" imgH="393480" progId="Equation.DSMT4">
                    <p:embed/>
                  </p:oleObj>
                </mc:Choice>
                <mc:Fallback>
                  <p:oleObj name="Equation" r:id="rId24" imgW="1333440" imgH="393480" progId="Equation.DSMT4">
                    <p:embed/>
                    <p:pic>
                      <p:nvPicPr>
                        <p:cNvPr id="44" name="Object 10">
                          <a:extLst>
                            <a:ext uri="{FF2B5EF4-FFF2-40B4-BE49-F238E27FC236}">
                              <a16:creationId xmlns:a16="http://schemas.microsoft.com/office/drawing/2014/main" id="{AD43F6A5-F917-4518-A84F-9648429F13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73589" y="4571445"/>
                          <a:ext cx="1017588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Line 11">
              <a:extLst>
                <a:ext uri="{FF2B5EF4-FFF2-40B4-BE49-F238E27FC236}">
                  <a16:creationId xmlns:a16="http://schemas.microsoft.com/office/drawing/2014/main" id="{DE7B4945-3CE4-49DB-80AD-9549784CEA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05067" y="4817854"/>
              <a:ext cx="157671" cy="201265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5" name="Object 10">
              <a:extLst>
                <a:ext uri="{FF2B5EF4-FFF2-40B4-BE49-F238E27FC236}">
                  <a16:creationId xmlns:a16="http://schemas.microsoft.com/office/drawing/2014/main" id="{3F8B69A6-E57C-4889-8E9C-FF7DDBE6B58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3172963"/>
                </p:ext>
              </p:extLst>
            </p:nvPr>
          </p:nvGraphicFramePr>
          <p:xfrm>
            <a:off x="10353930" y="5582045"/>
            <a:ext cx="134937" cy="233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9966" name="Equation" r:id="rId26" imgW="177480" imgH="304560" progId="Equation.DSMT4">
                    <p:embed/>
                  </p:oleObj>
                </mc:Choice>
                <mc:Fallback>
                  <p:oleObj name="Equation" r:id="rId26" imgW="177480" imgH="304560" progId="Equation.DSMT4">
                    <p:embed/>
                    <p:pic>
                      <p:nvPicPr>
                        <p:cNvPr id="46" name="Object 10">
                          <a:extLst>
                            <a:ext uri="{FF2B5EF4-FFF2-40B4-BE49-F238E27FC236}">
                              <a16:creationId xmlns:a16="http://schemas.microsoft.com/office/drawing/2014/main" id="{6BC8D5AA-1274-4AB8-B453-493631C4E7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53930" y="5582045"/>
                          <a:ext cx="134937" cy="233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" name="Object 10">
              <a:extLst>
                <a:ext uri="{FF2B5EF4-FFF2-40B4-BE49-F238E27FC236}">
                  <a16:creationId xmlns:a16="http://schemas.microsoft.com/office/drawing/2014/main" id="{5EAF2D35-7AA1-4588-A937-D12C9C98A1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2742606"/>
                </p:ext>
              </p:extLst>
            </p:nvPr>
          </p:nvGraphicFramePr>
          <p:xfrm>
            <a:off x="9179180" y="4418408"/>
            <a:ext cx="134937" cy="230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9967" name="Equation" r:id="rId28" imgW="177480" imgH="304560" progId="Equation.DSMT4">
                    <p:embed/>
                  </p:oleObj>
                </mc:Choice>
                <mc:Fallback>
                  <p:oleObj name="Equation" r:id="rId28" imgW="177480" imgH="304560" progId="Equation.DSMT4">
                    <p:embed/>
                    <p:pic>
                      <p:nvPicPr>
                        <p:cNvPr id="47" name="Object 10">
                          <a:extLst>
                            <a:ext uri="{FF2B5EF4-FFF2-40B4-BE49-F238E27FC236}">
                              <a16:creationId xmlns:a16="http://schemas.microsoft.com/office/drawing/2014/main" id="{330C7F16-A0F4-40DA-B3E4-F0B77955BC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79180" y="4418408"/>
                          <a:ext cx="134937" cy="230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79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79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79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79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79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79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79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79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79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930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33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323328"/>
              </p:ext>
            </p:extLst>
          </p:nvPr>
        </p:nvGraphicFramePr>
        <p:xfrm>
          <a:off x="1181099" y="105591"/>
          <a:ext cx="72263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195" name="Equation" r:id="rId4" imgW="7226280" imgH="1409400" progId="Equation.DSMT4">
                  <p:embed/>
                </p:oleObj>
              </mc:Choice>
              <mc:Fallback>
                <p:oleObj name="Equation" r:id="rId4" imgW="7226280" imgH="14094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099" y="105591"/>
                        <a:ext cx="7226300" cy="1409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33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551261"/>
              </p:ext>
            </p:extLst>
          </p:nvPr>
        </p:nvGraphicFramePr>
        <p:xfrm>
          <a:off x="2165350" y="1073150"/>
          <a:ext cx="6007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196" name="Equation" r:id="rId6" imgW="6006960" imgH="444240" progId="Equation.DSMT4">
                  <p:embed/>
                </p:oleObj>
              </mc:Choice>
              <mc:Fallback>
                <p:oleObj name="Equation" r:id="rId6" imgW="6006960" imgH="4442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350" y="1073150"/>
                        <a:ext cx="6007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340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231705"/>
              </p:ext>
            </p:extLst>
          </p:nvPr>
        </p:nvGraphicFramePr>
        <p:xfrm>
          <a:off x="1185863" y="1724025"/>
          <a:ext cx="4686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197" name="Equation" r:id="rId8" imgW="4686120" imgH="571320" progId="Equation.DSMT4">
                  <p:embed/>
                </p:oleObj>
              </mc:Choice>
              <mc:Fallback>
                <p:oleObj name="Equation" r:id="rId8" imgW="4686120" imgH="57132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863" y="1724025"/>
                        <a:ext cx="46863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34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74107"/>
              </p:ext>
            </p:extLst>
          </p:nvPr>
        </p:nvGraphicFramePr>
        <p:xfrm>
          <a:off x="4454527" y="2476500"/>
          <a:ext cx="337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198" name="Equation" r:id="rId10" imgW="3377880" imgH="520560" progId="Equation.DSMT4">
                  <p:embed/>
                </p:oleObj>
              </mc:Choice>
              <mc:Fallback>
                <p:oleObj name="Equation" r:id="rId10" imgW="3377880" imgH="52056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527" y="2476500"/>
                        <a:ext cx="33782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34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25877"/>
              </p:ext>
            </p:extLst>
          </p:nvPr>
        </p:nvGraphicFramePr>
        <p:xfrm>
          <a:off x="1174750" y="3367088"/>
          <a:ext cx="34798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199" name="Equation" r:id="rId12" imgW="3479760" imgH="647640" progId="Equation.DSMT4">
                  <p:embed/>
                </p:oleObj>
              </mc:Choice>
              <mc:Fallback>
                <p:oleObj name="Equation" r:id="rId12" imgW="3479760" imgH="64764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750" y="3367088"/>
                        <a:ext cx="34798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34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8525383"/>
              </p:ext>
            </p:extLst>
          </p:nvPr>
        </p:nvGraphicFramePr>
        <p:xfrm>
          <a:off x="4692651" y="3297238"/>
          <a:ext cx="31496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200" name="Equation" r:id="rId14" imgW="3149280" imgH="1015920" progId="Equation.DSMT4">
                  <p:embed/>
                </p:oleObj>
              </mc:Choice>
              <mc:Fallback>
                <p:oleObj name="Equation" r:id="rId14" imgW="3149280" imgH="101592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2651" y="3297238"/>
                        <a:ext cx="3149600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34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40698"/>
              </p:ext>
            </p:extLst>
          </p:nvPr>
        </p:nvGraphicFramePr>
        <p:xfrm>
          <a:off x="1185863" y="2508250"/>
          <a:ext cx="318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201" name="Equation" r:id="rId16" imgW="3187440" imgH="431640" progId="Equation.DSMT4">
                  <p:embed/>
                </p:oleObj>
              </mc:Choice>
              <mc:Fallback>
                <p:oleObj name="Equation" r:id="rId16" imgW="3187440" imgH="43164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863" y="2508250"/>
                        <a:ext cx="3187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341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145194"/>
              </p:ext>
            </p:extLst>
          </p:nvPr>
        </p:nvGraphicFramePr>
        <p:xfrm>
          <a:off x="1058863" y="4206875"/>
          <a:ext cx="1295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202" name="Equation" r:id="rId18" imgW="1295280" imgH="952200" progId="Equation.DSMT4">
                  <p:embed/>
                </p:oleObj>
              </mc:Choice>
              <mc:Fallback>
                <p:oleObj name="Equation" r:id="rId18" imgW="1295280" imgH="95220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863" y="4206875"/>
                        <a:ext cx="1295400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341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422383"/>
              </p:ext>
            </p:extLst>
          </p:nvPr>
        </p:nvGraphicFramePr>
        <p:xfrm>
          <a:off x="8221664" y="4232275"/>
          <a:ext cx="32131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203" name="Equation" r:id="rId20" imgW="3213000" imgH="1041120" progId="Equation.DSMT4">
                  <p:embed/>
                </p:oleObj>
              </mc:Choice>
              <mc:Fallback>
                <p:oleObj name="Equation" r:id="rId20" imgW="3213000" imgH="104112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1664" y="4232275"/>
                        <a:ext cx="32131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341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50394"/>
              </p:ext>
            </p:extLst>
          </p:nvPr>
        </p:nvGraphicFramePr>
        <p:xfrm>
          <a:off x="6129338" y="5491936"/>
          <a:ext cx="1663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204" name="Equation" r:id="rId22" imgW="1663560" imgH="838080" progId="Equation.DSMT4">
                  <p:embed/>
                </p:oleObj>
              </mc:Choice>
              <mc:Fallback>
                <p:oleObj name="Equation" r:id="rId22" imgW="1663560" imgH="838080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9338" y="5491936"/>
                        <a:ext cx="1663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341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2383596"/>
              </p:ext>
            </p:extLst>
          </p:nvPr>
        </p:nvGraphicFramePr>
        <p:xfrm>
          <a:off x="2366963" y="4232275"/>
          <a:ext cx="58166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205" name="Equation" r:id="rId24" imgW="5816520" imgH="1041120" progId="Equation.DSMT4">
                  <p:embed/>
                </p:oleObj>
              </mc:Choice>
              <mc:Fallback>
                <p:oleObj name="Equation" r:id="rId24" imgW="5816520" imgH="104112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4232275"/>
                        <a:ext cx="58166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341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972508"/>
              </p:ext>
            </p:extLst>
          </p:nvPr>
        </p:nvGraphicFramePr>
        <p:xfrm>
          <a:off x="2366963" y="5395098"/>
          <a:ext cx="37592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206" name="Equation" r:id="rId26" imgW="3759120" imgH="863280" progId="Equation.DSMT4">
                  <p:embed/>
                </p:oleObj>
              </mc:Choice>
              <mc:Fallback>
                <p:oleObj name="Equation" r:id="rId26" imgW="3759120" imgH="863280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5395098"/>
                        <a:ext cx="37592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6F731F98-A383-44E8-952E-692FE0948512}"/>
              </a:ext>
            </a:extLst>
          </p:cNvPr>
          <p:cNvGrpSpPr/>
          <p:nvPr/>
        </p:nvGrpSpPr>
        <p:grpSpPr>
          <a:xfrm>
            <a:off x="8221664" y="589645"/>
            <a:ext cx="3351214" cy="3101293"/>
            <a:chOff x="8407399" y="138854"/>
            <a:chExt cx="3351214" cy="310129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EE30113-80CF-40F1-AC7E-CB902EAFB8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>
              <a:extLst>
                <a:ext uri="{BEBA8EAE-BF5A-486C-A8C5-ECC9F3942E4B}">
                  <a14:imgProps xmlns:a14="http://schemas.microsoft.com/office/drawing/2010/main">
                    <a14:imgLayer r:embed="rId29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1786" t="26417" r="17976" b="18930"/>
            <a:stretch/>
          </p:blipFill>
          <p:spPr>
            <a:xfrm>
              <a:off x="8407399" y="658136"/>
              <a:ext cx="3213100" cy="2186394"/>
            </a:xfrm>
            <a:prstGeom prst="rect">
              <a:avLst/>
            </a:prstGeom>
          </p:spPr>
        </p:pic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8B666139-CE68-4475-8539-CB5FFDD8011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999660" y="2471737"/>
              <a:ext cx="1339853" cy="162257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C8BDC0AC-CE76-4CEA-9D6D-6C476A3371C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276012" y="2626133"/>
              <a:ext cx="482601" cy="58443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FDFFC9B-F2FD-44B7-93AB-587D28828E9C}"/>
                </a:ext>
              </a:extLst>
            </p:cNvPr>
            <p:cNvCxnSpPr/>
            <p:nvPr/>
          </p:nvCxnSpPr>
          <p:spPr bwMode="auto">
            <a:xfrm flipH="1">
              <a:off x="9282113" y="2471737"/>
              <a:ext cx="717547" cy="265113"/>
            </a:xfrm>
            <a:prstGeom prst="line">
              <a:avLst/>
            </a:prstGeom>
            <a:noFill/>
            <a:ln w="2857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ECA5C6F0-17BD-4C35-861C-91DE94D0E8D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05865" y="2737181"/>
              <a:ext cx="488948" cy="180652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9705801D-4242-499D-9E84-58206B74C9E3}"/>
                </a:ext>
              </a:extLst>
            </p:cNvPr>
            <p:cNvCxnSpPr/>
            <p:nvPr/>
          </p:nvCxnSpPr>
          <p:spPr bwMode="auto">
            <a:xfrm flipV="1">
              <a:off x="9999660" y="1928813"/>
              <a:ext cx="0" cy="542924"/>
            </a:xfrm>
            <a:prstGeom prst="line">
              <a:avLst/>
            </a:prstGeom>
            <a:noFill/>
            <a:ln w="2857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82CAA7A4-829D-491A-97FC-17214A838C7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0007595" y="271463"/>
              <a:ext cx="0" cy="481012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0A0FCDA-D02A-42A9-8958-56DDB9B52AD0}"/>
                </a:ext>
              </a:extLst>
            </p:cNvPr>
            <p:cNvSpPr txBox="1"/>
            <p:nvPr/>
          </p:nvSpPr>
          <p:spPr>
            <a:xfrm>
              <a:off x="8798719" y="2802346"/>
              <a:ext cx="2428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x</a:t>
              </a:r>
              <a:endParaRPr lang="zh-CN" altLang="en-US" sz="2000" i="1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6E4439F-F03A-4E86-8DD9-B774E71CF540}"/>
                </a:ext>
              </a:extLst>
            </p:cNvPr>
            <p:cNvSpPr txBox="1"/>
            <p:nvPr/>
          </p:nvSpPr>
          <p:spPr>
            <a:xfrm>
              <a:off x="11478419" y="2597090"/>
              <a:ext cx="2428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y</a:t>
              </a:r>
              <a:endParaRPr lang="zh-CN" altLang="en-US" sz="2000" i="1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A40CCAB-B140-4772-BF69-A68FBB2D40CD}"/>
                </a:ext>
              </a:extLst>
            </p:cNvPr>
            <p:cNvSpPr txBox="1"/>
            <p:nvPr/>
          </p:nvSpPr>
          <p:spPr>
            <a:xfrm>
              <a:off x="10014742" y="138854"/>
              <a:ext cx="2428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z</a:t>
              </a:r>
              <a:endParaRPr lang="zh-CN" altLang="en-US" sz="2000" i="1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A42BC673-051E-46A4-9F86-9A85F4004CAF}"/>
                </a:ext>
              </a:extLst>
            </p:cNvPr>
            <p:cNvSpPr txBox="1"/>
            <p:nvPr/>
          </p:nvSpPr>
          <p:spPr>
            <a:xfrm>
              <a:off x="9814718" y="2387349"/>
              <a:ext cx="2428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</a:t>
              </a:r>
              <a:endParaRPr lang="zh-CN" altLang="en-US" sz="2000" i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7AB9CEF-E252-4DA6-AB6A-9C0BBA6EA9BD}"/>
                </a:ext>
              </a:extLst>
            </p:cNvPr>
            <p:cNvSpPr txBox="1"/>
            <p:nvPr/>
          </p:nvSpPr>
          <p:spPr>
            <a:xfrm>
              <a:off x="9987480" y="428692"/>
              <a:ext cx="2428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a</a:t>
              </a:r>
              <a:endParaRPr lang="zh-CN" altLang="en-US" sz="2000" i="1"/>
            </a:p>
          </p:txBody>
        </p:sp>
        <p:graphicFrame>
          <p:nvGraphicFramePr>
            <p:cNvPr id="39" name="Object 12">
              <a:extLst>
                <a:ext uri="{FF2B5EF4-FFF2-40B4-BE49-F238E27FC236}">
                  <a16:creationId xmlns:a16="http://schemas.microsoft.com/office/drawing/2014/main" id="{567D2A66-9A93-4585-A4F8-EAADDE5FCEB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6842817"/>
                </p:ext>
              </p:extLst>
            </p:nvPr>
          </p:nvGraphicFramePr>
          <p:xfrm>
            <a:off x="9273054" y="2871847"/>
            <a:ext cx="9652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4207" name="Equation" r:id="rId30" imgW="965160" imgH="368280" progId="Equation.DSMT4">
                    <p:embed/>
                  </p:oleObj>
                </mc:Choice>
                <mc:Fallback>
                  <p:oleObj name="Equation" r:id="rId30" imgW="965160" imgH="368280" progId="Equation.DSMT4">
                    <p:embed/>
                    <p:pic>
                      <p:nvPicPr>
                        <p:cNvPr id="1083404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73054" y="2871847"/>
                          <a:ext cx="965200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12">
              <a:extLst>
                <a:ext uri="{FF2B5EF4-FFF2-40B4-BE49-F238E27FC236}">
                  <a16:creationId xmlns:a16="http://schemas.microsoft.com/office/drawing/2014/main" id="{B9123D21-DF4F-4748-B287-C58E7AAFF3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576882"/>
                </p:ext>
              </p:extLst>
            </p:nvPr>
          </p:nvGraphicFramePr>
          <p:xfrm>
            <a:off x="9271000" y="1025525"/>
            <a:ext cx="18796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4208" name="Equation" r:id="rId32" imgW="1879560" imgH="419040" progId="Equation.DSMT4">
                    <p:embed/>
                  </p:oleObj>
                </mc:Choice>
                <mc:Fallback>
                  <p:oleObj name="Equation" r:id="rId32" imgW="1879560" imgH="419040" progId="Equation.DSMT4">
                    <p:embed/>
                    <p:pic>
                      <p:nvPicPr>
                        <p:cNvPr id="39" name="Object 12">
                          <a:extLst>
                            <a:ext uri="{FF2B5EF4-FFF2-40B4-BE49-F238E27FC236}">
                              <a16:creationId xmlns:a16="http://schemas.microsoft.com/office/drawing/2014/main" id="{567D2A66-9A93-4585-A4F8-EAADDE5FCEB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71000" y="1025525"/>
                          <a:ext cx="1879600" cy="419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08267379-47E6-4E88-AF8C-F3F5854ED579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253541" y="2759067"/>
              <a:ext cx="288812" cy="11278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E359060F-D8FD-4536-94EB-6A6EDFF15438}"/>
                </a:ext>
              </a:extLst>
            </p:cNvPr>
            <p:cNvSpPr txBox="1"/>
            <p:nvPr/>
          </p:nvSpPr>
          <p:spPr>
            <a:xfrm>
              <a:off x="9212264" y="2189811"/>
              <a:ext cx="6865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</a:t>
              </a:r>
              <a:r>
                <a:rPr lang="en-US" altLang="zh-CN" sz="2000" i="1" baseline="-250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xy</a:t>
              </a:r>
              <a:endParaRPr lang="zh-CN" altLang="en-US" sz="2000" i="1" baseline="-250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3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3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3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83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83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8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83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83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83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83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74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584997"/>
              </p:ext>
            </p:extLst>
          </p:nvPr>
        </p:nvGraphicFramePr>
        <p:xfrm>
          <a:off x="901700" y="123033"/>
          <a:ext cx="103886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29" name="Equation" r:id="rId4" imgW="10388520" imgH="1371600" progId="Equation.DSMT4">
                  <p:embed/>
                </p:oleObj>
              </mc:Choice>
              <mc:Fallback>
                <p:oleObj name="Equation" r:id="rId4" imgW="10388520" imgH="13716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123033"/>
                        <a:ext cx="10388600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74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281743"/>
              </p:ext>
            </p:extLst>
          </p:nvPr>
        </p:nvGraphicFramePr>
        <p:xfrm>
          <a:off x="2844800" y="1120776"/>
          <a:ext cx="558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30" name="Equation" r:id="rId6" imgW="558720" imgH="393480" progId="Equation.DSMT4">
                  <p:embed/>
                </p:oleObj>
              </mc:Choice>
              <mc:Fallback>
                <p:oleObj name="Equation" r:id="rId6" imgW="558720" imgH="393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0" y="1120776"/>
                        <a:ext cx="5588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74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327105"/>
              </p:ext>
            </p:extLst>
          </p:nvPr>
        </p:nvGraphicFramePr>
        <p:xfrm>
          <a:off x="5709989" y="1058068"/>
          <a:ext cx="48641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31" name="Equation" r:id="rId8" imgW="4863960" imgH="863280" progId="Equation.DSMT4">
                  <p:embed/>
                </p:oleObj>
              </mc:Choice>
              <mc:Fallback>
                <p:oleObj name="Equation" r:id="rId8" imgW="4863960" imgH="8632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9989" y="1058068"/>
                        <a:ext cx="48641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74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200866"/>
              </p:ext>
            </p:extLst>
          </p:nvPr>
        </p:nvGraphicFramePr>
        <p:xfrm>
          <a:off x="901700" y="1906596"/>
          <a:ext cx="4572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32" name="Equation" r:id="rId10" imgW="4572000" imgH="431640" progId="Equation.DSMT4">
                  <p:embed/>
                </p:oleObj>
              </mc:Choice>
              <mc:Fallback>
                <p:oleObj name="Equation" r:id="rId10" imgW="4572000" imgH="4316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1906596"/>
                        <a:ext cx="45720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751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3853592"/>
              </p:ext>
            </p:extLst>
          </p:nvPr>
        </p:nvGraphicFramePr>
        <p:xfrm>
          <a:off x="5553117" y="1888732"/>
          <a:ext cx="2400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33" name="Equation" r:id="rId12" imgW="2400120" imgH="520560" progId="Equation.DSMT4">
                  <p:embed/>
                </p:oleObj>
              </mc:Choice>
              <mc:Fallback>
                <p:oleObj name="Equation" r:id="rId12" imgW="2400120" imgH="520560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3117" y="1888732"/>
                        <a:ext cx="24003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751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81328"/>
              </p:ext>
            </p:extLst>
          </p:nvPr>
        </p:nvGraphicFramePr>
        <p:xfrm>
          <a:off x="887476" y="2351092"/>
          <a:ext cx="53721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34" name="Equation" r:id="rId14" imgW="5371920" imgH="1180800" progId="Equation.DSMT4">
                  <p:embed/>
                </p:oleObj>
              </mc:Choice>
              <mc:Fallback>
                <p:oleObj name="Equation" r:id="rId14" imgW="5371920" imgH="118080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76" y="2351092"/>
                        <a:ext cx="5372100" cy="1181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751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436214"/>
              </p:ext>
            </p:extLst>
          </p:nvPr>
        </p:nvGraphicFramePr>
        <p:xfrm>
          <a:off x="6288131" y="2731298"/>
          <a:ext cx="1447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35" name="Equation" r:id="rId16" imgW="1447560" imgH="495000" progId="Equation.DSMT4">
                  <p:embed/>
                </p:oleObj>
              </mc:Choice>
              <mc:Fallback>
                <p:oleObj name="Equation" r:id="rId16" imgW="1447560" imgH="495000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8131" y="2731298"/>
                        <a:ext cx="14478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751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179890"/>
              </p:ext>
            </p:extLst>
          </p:nvPr>
        </p:nvGraphicFramePr>
        <p:xfrm>
          <a:off x="887476" y="3529816"/>
          <a:ext cx="2133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36" name="Equation" r:id="rId18" imgW="2133360" imgH="863280" progId="Equation.DSMT4">
                  <p:embed/>
                </p:oleObj>
              </mc:Choice>
              <mc:Fallback>
                <p:oleObj name="Equation" r:id="rId18" imgW="2133360" imgH="86328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76" y="3529816"/>
                        <a:ext cx="21336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751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125988"/>
              </p:ext>
            </p:extLst>
          </p:nvPr>
        </p:nvGraphicFramePr>
        <p:xfrm>
          <a:off x="3861420" y="4085810"/>
          <a:ext cx="30480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37" name="Equation" r:id="rId20" imgW="3047760" imgH="698400" progId="Equation.DSMT4">
                  <p:embed/>
                </p:oleObj>
              </mc:Choice>
              <mc:Fallback>
                <p:oleObj name="Equation" r:id="rId20" imgW="3047760" imgH="69840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1420" y="4085810"/>
                        <a:ext cx="30480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751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217502"/>
              </p:ext>
            </p:extLst>
          </p:nvPr>
        </p:nvGraphicFramePr>
        <p:xfrm>
          <a:off x="3021076" y="3510766"/>
          <a:ext cx="3175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38" name="Equation" r:id="rId22" imgW="3174840" imgH="901440" progId="Equation.DSMT4">
                  <p:embed/>
                </p:oleObj>
              </mc:Choice>
              <mc:Fallback>
                <p:oleObj name="Equation" r:id="rId22" imgW="3174840" imgH="901440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076" y="3510766"/>
                        <a:ext cx="31750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751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975905"/>
              </p:ext>
            </p:extLst>
          </p:nvPr>
        </p:nvGraphicFramePr>
        <p:xfrm>
          <a:off x="6963270" y="3870307"/>
          <a:ext cx="1223963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39" name="Equation" r:id="rId24" imgW="1104840" imgH="914400" progId="Equation.DSMT4">
                  <p:embed/>
                </p:oleObj>
              </mc:Choice>
              <mc:Fallback>
                <p:oleObj name="Equation" r:id="rId24" imgW="1104840" imgH="91440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3270" y="3870307"/>
                        <a:ext cx="1223963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">
            <a:extLst>
              <a:ext uri="{FF2B5EF4-FFF2-40B4-BE49-F238E27FC236}">
                <a16:creationId xmlns:a16="http://schemas.microsoft.com/office/drawing/2014/main" id="{DC9B05A9-F749-4C1D-8C16-FE2D400B97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45932"/>
              </p:ext>
            </p:extLst>
          </p:nvPr>
        </p:nvGraphicFramePr>
        <p:xfrm>
          <a:off x="3536032" y="1075932"/>
          <a:ext cx="2171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40" name="Equation" r:id="rId26" imgW="2171520" imgH="812520" progId="Equation.DSMT4">
                  <p:embed/>
                </p:oleObj>
              </mc:Choice>
              <mc:Fallback>
                <p:oleObj name="Equation" r:id="rId26" imgW="2171520" imgH="812520" progId="Equation.DSMT4">
                  <p:embed/>
                  <p:pic>
                    <p:nvPicPr>
                      <p:cNvPr id="10874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032" y="1075932"/>
                        <a:ext cx="21717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3">
            <a:extLst>
              <a:ext uri="{FF2B5EF4-FFF2-40B4-BE49-F238E27FC236}">
                <a16:creationId xmlns:a16="http://schemas.microsoft.com/office/drawing/2014/main" id="{01FF154F-C1C3-4EEF-AC38-EB8F992612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648378"/>
              </p:ext>
            </p:extLst>
          </p:nvPr>
        </p:nvGraphicFramePr>
        <p:xfrm>
          <a:off x="901700" y="4959317"/>
          <a:ext cx="1676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41" name="Equation" r:id="rId28" imgW="1676160" imgH="431640" progId="Equation.DSMT4">
                  <p:embed/>
                </p:oleObj>
              </mc:Choice>
              <mc:Fallback>
                <p:oleObj name="Equation" r:id="rId28" imgW="1676160" imgH="431640" progId="Equation.DSMT4">
                  <p:embed/>
                  <p:pic>
                    <p:nvPicPr>
                      <p:cNvPr id="1087511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4959317"/>
                        <a:ext cx="1676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3">
            <a:extLst>
              <a:ext uri="{FF2B5EF4-FFF2-40B4-BE49-F238E27FC236}">
                <a16:creationId xmlns:a16="http://schemas.microsoft.com/office/drawing/2014/main" id="{BF6CFA11-1DFF-414C-9C97-A1D3FC3F1E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7699133"/>
              </p:ext>
            </p:extLst>
          </p:nvPr>
        </p:nvGraphicFramePr>
        <p:xfrm>
          <a:off x="2678049" y="5008527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42" name="Equation" r:id="rId30" imgW="736560" imgH="393480" progId="Equation.DSMT4">
                  <p:embed/>
                </p:oleObj>
              </mc:Choice>
              <mc:Fallback>
                <p:oleObj name="Equation" r:id="rId30" imgW="736560" imgH="393480" progId="Equation.DSMT4">
                  <p:embed/>
                  <p:pic>
                    <p:nvPicPr>
                      <p:cNvPr id="27" name="Object 23">
                        <a:extLst>
                          <a:ext uri="{FF2B5EF4-FFF2-40B4-BE49-F238E27FC236}">
                            <a16:creationId xmlns:a16="http://schemas.microsoft.com/office/drawing/2014/main" id="{01FF154F-C1C3-4EEF-AC38-EB8F992612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049" y="5008527"/>
                        <a:ext cx="7366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">
            <a:extLst>
              <a:ext uri="{FF2B5EF4-FFF2-40B4-BE49-F238E27FC236}">
                <a16:creationId xmlns:a16="http://schemas.microsoft.com/office/drawing/2014/main" id="{981432D1-B9BE-4F2D-B26F-F5BC23A48C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472914"/>
              </p:ext>
            </p:extLst>
          </p:nvPr>
        </p:nvGraphicFramePr>
        <p:xfrm>
          <a:off x="3437669" y="4888280"/>
          <a:ext cx="2565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43" name="Equation" r:id="rId32" imgW="2565360" imgH="863280" progId="Equation.DSMT4">
                  <p:embed/>
                </p:oleObj>
              </mc:Choice>
              <mc:Fallback>
                <p:oleObj name="Equation" r:id="rId32" imgW="2565360" imgH="863280" progId="Equation.DSMT4">
                  <p:embed/>
                  <p:pic>
                    <p:nvPicPr>
                      <p:cNvPr id="10915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7669" y="4888280"/>
                        <a:ext cx="25654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6">
            <a:extLst>
              <a:ext uri="{FF2B5EF4-FFF2-40B4-BE49-F238E27FC236}">
                <a16:creationId xmlns:a16="http://schemas.microsoft.com/office/drawing/2014/main" id="{D32BD41A-7088-4769-A167-D17D27A87C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603883"/>
              </p:ext>
            </p:extLst>
          </p:nvPr>
        </p:nvGraphicFramePr>
        <p:xfrm>
          <a:off x="912749" y="5740871"/>
          <a:ext cx="2590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44" name="Equation" r:id="rId34" imgW="2590560" imgH="698400" progId="Equation.DSMT4">
                  <p:embed/>
                </p:oleObj>
              </mc:Choice>
              <mc:Fallback>
                <p:oleObj name="Equation" r:id="rId34" imgW="2590560" imgH="698400" progId="Equation.DSMT4">
                  <p:embed/>
                  <p:pic>
                    <p:nvPicPr>
                      <p:cNvPr id="10915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749" y="5740871"/>
                        <a:ext cx="2590800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7">
            <a:extLst>
              <a:ext uri="{FF2B5EF4-FFF2-40B4-BE49-F238E27FC236}">
                <a16:creationId xmlns:a16="http://schemas.microsoft.com/office/drawing/2014/main" id="{5810AF48-DED1-4214-8060-E2020CFBA5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957783"/>
              </p:ext>
            </p:extLst>
          </p:nvPr>
        </p:nvGraphicFramePr>
        <p:xfrm>
          <a:off x="4148116" y="5796373"/>
          <a:ext cx="2832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45" name="Equation" r:id="rId36" imgW="2831760" imgH="812520" progId="Equation.DSMT4">
                  <p:embed/>
                </p:oleObj>
              </mc:Choice>
              <mc:Fallback>
                <p:oleObj name="Equation" r:id="rId36" imgW="2831760" imgH="812520" progId="Equation.DSMT4">
                  <p:embed/>
                  <p:pic>
                    <p:nvPicPr>
                      <p:cNvPr id="10915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8116" y="5796373"/>
                        <a:ext cx="28321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9">
            <a:extLst>
              <a:ext uri="{FF2B5EF4-FFF2-40B4-BE49-F238E27FC236}">
                <a16:creationId xmlns:a16="http://schemas.microsoft.com/office/drawing/2014/main" id="{2C8B84D9-63AE-4DE4-8B80-EEFA9D9F06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920921"/>
              </p:ext>
            </p:extLst>
          </p:nvPr>
        </p:nvGraphicFramePr>
        <p:xfrm>
          <a:off x="6046726" y="4908119"/>
          <a:ext cx="2755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46" name="Equation" r:id="rId38" imgW="2755800" imgH="901440" progId="Equation.DSMT4">
                  <p:embed/>
                </p:oleObj>
              </mc:Choice>
              <mc:Fallback>
                <p:oleObj name="Equation" r:id="rId38" imgW="2755800" imgH="901440" progId="Equation.DSMT4">
                  <p:embed/>
                  <p:pic>
                    <p:nvPicPr>
                      <p:cNvPr id="10915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6726" y="4908119"/>
                        <a:ext cx="27559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0">
            <a:extLst>
              <a:ext uri="{FF2B5EF4-FFF2-40B4-BE49-F238E27FC236}">
                <a16:creationId xmlns:a16="http://schemas.microsoft.com/office/drawing/2014/main" id="{EEC7A99F-EC64-4D4F-81CC-A3DB3B2B93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732587"/>
              </p:ext>
            </p:extLst>
          </p:nvPr>
        </p:nvGraphicFramePr>
        <p:xfrm>
          <a:off x="7055623" y="5777323"/>
          <a:ext cx="1422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47" name="Equation" r:id="rId40" imgW="1422360" imgH="863280" progId="Equation.DSMT4">
                  <p:embed/>
                </p:oleObj>
              </mc:Choice>
              <mc:Fallback>
                <p:oleObj name="Equation" r:id="rId40" imgW="1422360" imgH="863280" progId="Equation.DSMT4">
                  <p:embed/>
                  <p:pic>
                    <p:nvPicPr>
                      <p:cNvPr id="109159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5623" y="5777323"/>
                        <a:ext cx="14224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3">
            <a:extLst>
              <a:ext uri="{FF2B5EF4-FFF2-40B4-BE49-F238E27FC236}">
                <a16:creationId xmlns:a16="http://schemas.microsoft.com/office/drawing/2014/main" id="{C66D4ED3-1E4E-4A06-8A11-6C6199A786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101637"/>
              </p:ext>
            </p:extLst>
          </p:nvPr>
        </p:nvGraphicFramePr>
        <p:xfrm>
          <a:off x="3560576" y="5671021"/>
          <a:ext cx="622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48" name="Equation" r:id="rId42" imgW="622080" imgH="838080" progId="Equation.DSMT4">
                  <p:embed/>
                </p:oleObj>
              </mc:Choice>
              <mc:Fallback>
                <p:oleObj name="Equation" r:id="rId42" imgW="622080" imgH="838080" progId="Equation.DSMT4">
                  <p:embed/>
                  <p:pic>
                    <p:nvPicPr>
                      <p:cNvPr id="109160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0576" y="5671021"/>
                        <a:ext cx="622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4">
            <a:extLst>
              <a:ext uri="{FF2B5EF4-FFF2-40B4-BE49-F238E27FC236}">
                <a16:creationId xmlns:a16="http://schemas.microsoft.com/office/drawing/2014/main" id="{85BC7FDE-D3DB-4C3E-B646-FCCAA1820B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386471"/>
              </p:ext>
            </p:extLst>
          </p:nvPr>
        </p:nvGraphicFramePr>
        <p:xfrm>
          <a:off x="8573273" y="5701123"/>
          <a:ext cx="2095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949" name="Equation" r:id="rId44" imgW="2095200" imgH="838080" progId="Equation.DSMT4">
                  <p:embed/>
                </p:oleObj>
              </mc:Choice>
              <mc:Fallback>
                <p:oleObj name="Equation" r:id="rId44" imgW="2095200" imgH="838080" progId="Equation.DSMT4">
                  <p:embed/>
                  <p:pic>
                    <p:nvPicPr>
                      <p:cNvPr id="109160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3273" y="5701123"/>
                        <a:ext cx="2095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>
            <a:extLst>
              <a:ext uri="{FF2B5EF4-FFF2-40B4-BE49-F238E27FC236}">
                <a16:creationId xmlns:a16="http://schemas.microsoft.com/office/drawing/2014/main" id="{D67E63CB-29F2-44AB-8A39-C3329BA3C8CA}"/>
              </a:ext>
            </a:extLst>
          </p:cNvPr>
          <p:cNvGrpSpPr/>
          <p:nvPr/>
        </p:nvGrpSpPr>
        <p:grpSpPr>
          <a:xfrm>
            <a:off x="8503125" y="1840354"/>
            <a:ext cx="3307833" cy="2893168"/>
            <a:chOff x="6799627" y="993060"/>
            <a:chExt cx="3307833" cy="2893168"/>
          </a:xfrm>
        </p:grpSpPr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33FECCF1-A685-4AD8-A347-F62016724901}"/>
                </a:ext>
              </a:extLst>
            </p:cNvPr>
            <p:cNvSpPr/>
            <p:nvPr/>
          </p:nvSpPr>
          <p:spPr bwMode="auto">
            <a:xfrm>
              <a:off x="6823881" y="2024418"/>
              <a:ext cx="1947080" cy="991737"/>
            </a:xfrm>
            <a:custGeom>
              <a:avLst/>
              <a:gdLst>
                <a:gd name="connsiteX0" fmla="*/ 0 w 1947080"/>
                <a:gd name="connsiteY0" fmla="*/ 0 h 991737"/>
                <a:gd name="connsiteX1" fmla="*/ 987188 w 1947080"/>
                <a:gd name="connsiteY1" fmla="*/ 991737 h 991737"/>
                <a:gd name="connsiteX2" fmla="*/ 1947080 w 1947080"/>
                <a:gd name="connsiteY2" fmla="*/ 18197 h 991737"/>
                <a:gd name="connsiteX3" fmla="*/ 1801504 w 1947080"/>
                <a:gd name="connsiteY3" fmla="*/ 90985 h 991737"/>
                <a:gd name="connsiteX4" fmla="*/ 1619534 w 1947080"/>
                <a:gd name="connsiteY4" fmla="*/ 141027 h 991737"/>
                <a:gd name="connsiteX5" fmla="*/ 1446662 w 1947080"/>
                <a:gd name="connsiteY5" fmla="*/ 172872 h 991737"/>
                <a:gd name="connsiteX6" fmla="*/ 1246495 w 1947080"/>
                <a:gd name="connsiteY6" fmla="*/ 191069 h 991737"/>
                <a:gd name="connsiteX7" fmla="*/ 987188 w 1947080"/>
                <a:gd name="connsiteY7" fmla="*/ 204716 h 991737"/>
                <a:gd name="connsiteX8" fmla="*/ 818865 w 1947080"/>
                <a:gd name="connsiteY8" fmla="*/ 195618 h 991737"/>
                <a:gd name="connsiteX9" fmla="*/ 609600 w 1947080"/>
                <a:gd name="connsiteY9" fmla="*/ 186519 h 991737"/>
                <a:gd name="connsiteX10" fmla="*/ 423080 w 1947080"/>
                <a:gd name="connsiteY10" fmla="*/ 154675 h 991737"/>
                <a:gd name="connsiteX11" fmla="*/ 254758 w 1947080"/>
                <a:gd name="connsiteY11" fmla="*/ 118281 h 991737"/>
                <a:gd name="connsiteX12" fmla="*/ 81886 w 1947080"/>
                <a:gd name="connsiteY12" fmla="*/ 63689 h 991737"/>
                <a:gd name="connsiteX13" fmla="*/ 0 w 1947080"/>
                <a:gd name="connsiteY13" fmla="*/ 0 h 99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47080" h="991737">
                  <a:moveTo>
                    <a:pt x="0" y="0"/>
                  </a:moveTo>
                  <a:lnTo>
                    <a:pt x="987188" y="991737"/>
                  </a:lnTo>
                  <a:lnTo>
                    <a:pt x="1947080" y="18197"/>
                  </a:lnTo>
                  <a:lnTo>
                    <a:pt x="1801504" y="90985"/>
                  </a:lnTo>
                  <a:lnTo>
                    <a:pt x="1619534" y="141027"/>
                  </a:lnTo>
                  <a:lnTo>
                    <a:pt x="1446662" y="172872"/>
                  </a:lnTo>
                  <a:lnTo>
                    <a:pt x="1246495" y="191069"/>
                  </a:lnTo>
                  <a:lnTo>
                    <a:pt x="987188" y="204716"/>
                  </a:lnTo>
                  <a:lnTo>
                    <a:pt x="818865" y="195618"/>
                  </a:lnTo>
                  <a:lnTo>
                    <a:pt x="609600" y="186519"/>
                  </a:lnTo>
                  <a:lnTo>
                    <a:pt x="423080" y="154675"/>
                  </a:lnTo>
                  <a:lnTo>
                    <a:pt x="254758" y="118281"/>
                  </a:lnTo>
                  <a:lnTo>
                    <a:pt x="81886" y="6368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7F7F7F">
                    <a:tint val="66000"/>
                    <a:satMod val="160000"/>
                  </a:srgbClr>
                </a:gs>
                <a:gs pos="50000">
                  <a:srgbClr val="7F7F7F">
                    <a:tint val="44500"/>
                    <a:satMod val="160000"/>
                  </a:srgbClr>
                </a:gs>
                <a:gs pos="100000">
                  <a:srgbClr val="7F7F7F">
                    <a:tint val="23500"/>
                    <a:satMod val="160000"/>
                  </a:srgbClr>
                </a:gs>
              </a:gsLst>
              <a:lin ang="108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49" charset="-122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B1CE6BE5-8FA4-43FF-955E-298F1FF938C0}"/>
                </a:ext>
              </a:extLst>
            </p:cNvPr>
            <p:cNvGrpSpPr/>
            <p:nvPr/>
          </p:nvGrpSpPr>
          <p:grpSpPr>
            <a:xfrm>
              <a:off x="6808725" y="2740192"/>
              <a:ext cx="2019299" cy="537107"/>
              <a:chOff x="7924800" y="2563394"/>
              <a:chExt cx="2019299" cy="744810"/>
            </a:xfrm>
            <a:solidFill>
              <a:schemeClr val="accent2"/>
            </a:solidFill>
          </p:grpSpPr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96D6625A-0741-40F9-BBF1-A3509A06BA5F}"/>
                  </a:ext>
                </a:extLst>
              </p:cNvPr>
              <p:cNvGrpSpPr/>
              <p:nvPr/>
            </p:nvGrpSpPr>
            <p:grpSpPr>
              <a:xfrm>
                <a:off x="7924800" y="2563394"/>
                <a:ext cx="2019299" cy="744810"/>
                <a:chOff x="7924800" y="2563394"/>
                <a:chExt cx="2019299" cy="744810"/>
              </a:xfrm>
              <a:grpFill/>
            </p:grpSpPr>
            <p:sp>
              <p:nvSpPr>
                <p:cNvPr id="66" name="弧形 65">
                  <a:extLst>
                    <a:ext uri="{FF2B5EF4-FFF2-40B4-BE49-F238E27FC236}">
                      <a16:creationId xmlns:a16="http://schemas.microsoft.com/office/drawing/2014/main" id="{D5617DB5-886B-4D3C-9A48-DAC5AFCE9138}"/>
                    </a:ext>
                  </a:extLst>
                </p:cNvPr>
                <p:cNvSpPr/>
                <p:nvPr/>
              </p:nvSpPr>
              <p:spPr bwMode="auto">
                <a:xfrm>
                  <a:off x="7924800" y="2563394"/>
                  <a:ext cx="2019299" cy="732256"/>
                </a:xfrm>
                <a:prstGeom prst="arc">
                  <a:avLst/>
                </a:prstGeom>
                <a:grpFill/>
                <a:ln w="19050" cap="flat" cmpd="sng" algn="ctr">
                  <a:solidFill>
                    <a:schemeClr val="tx2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弧形 66">
                  <a:extLst>
                    <a:ext uri="{FF2B5EF4-FFF2-40B4-BE49-F238E27FC236}">
                      <a16:creationId xmlns:a16="http://schemas.microsoft.com/office/drawing/2014/main" id="{226481D5-0654-4360-8752-EDE02A773C4A}"/>
                    </a:ext>
                  </a:extLst>
                </p:cNvPr>
                <p:cNvSpPr/>
                <p:nvPr/>
              </p:nvSpPr>
              <p:spPr bwMode="auto">
                <a:xfrm flipH="1">
                  <a:off x="7924800" y="2575948"/>
                  <a:ext cx="2019299" cy="732256"/>
                </a:xfrm>
                <a:prstGeom prst="arc">
                  <a:avLst/>
                </a:prstGeom>
                <a:grpFill/>
                <a:ln w="19050" cap="flat" cmpd="sng" algn="ctr">
                  <a:solidFill>
                    <a:schemeClr val="tx2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25242040-CE3C-4D89-AABD-424AB1AD0434}"/>
                  </a:ext>
                </a:extLst>
              </p:cNvPr>
              <p:cNvGrpSpPr/>
              <p:nvPr/>
            </p:nvGrpSpPr>
            <p:grpSpPr>
              <a:xfrm flipV="1">
                <a:off x="7924800" y="2563394"/>
                <a:ext cx="2019299" cy="732256"/>
                <a:chOff x="7924800" y="2563394"/>
                <a:chExt cx="2019299" cy="732256"/>
              </a:xfrm>
              <a:grpFill/>
            </p:grpSpPr>
            <p:sp>
              <p:nvSpPr>
                <p:cNvPr id="64" name="弧形 63">
                  <a:extLst>
                    <a:ext uri="{FF2B5EF4-FFF2-40B4-BE49-F238E27FC236}">
                      <a16:creationId xmlns:a16="http://schemas.microsoft.com/office/drawing/2014/main" id="{54AB5BFC-6164-4076-97A1-DFF3895C2BD2}"/>
                    </a:ext>
                  </a:extLst>
                </p:cNvPr>
                <p:cNvSpPr/>
                <p:nvPr/>
              </p:nvSpPr>
              <p:spPr bwMode="auto">
                <a:xfrm>
                  <a:off x="7924800" y="2563394"/>
                  <a:ext cx="2019299" cy="732256"/>
                </a:xfrm>
                <a:prstGeom prst="arc">
                  <a:avLst/>
                </a:prstGeom>
                <a:grpFill/>
                <a:ln w="19050" cap="flat" cmpd="sng" algn="ctr">
                  <a:solidFill>
                    <a:schemeClr val="tx2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弧形 64">
                  <a:extLst>
                    <a:ext uri="{FF2B5EF4-FFF2-40B4-BE49-F238E27FC236}">
                      <a16:creationId xmlns:a16="http://schemas.microsoft.com/office/drawing/2014/main" id="{C12D7076-8768-4F71-ABDD-CC739D1E08CA}"/>
                    </a:ext>
                  </a:extLst>
                </p:cNvPr>
                <p:cNvSpPr/>
                <p:nvPr/>
              </p:nvSpPr>
              <p:spPr bwMode="auto">
                <a:xfrm flipH="1">
                  <a:off x="7924800" y="2563394"/>
                  <a:ext cx="2019299" cy="732256"/>
                </a:xfrm>
                <a:prstGeom prst="arc">
                  <a:avLst/>
                </a:prstGeom>
                <a:grpFill/>
                <a:ln w="19050" cap="flat" cmpd="sng" algn="ctr">
                  <a:solidFill>
                    <a:schemeClr val="tx2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37FE3EA5-3860-464F-83E3-A41FEB2E1184}"/>
                </a:ext>
              </a:extLst>
            </p:cNvPr>
            <p:cNvCxnSpPr/>
            <p:nvPr/>
          </p:nvCxnSpPr>
          <p:spPr bwMode="auto">
            <a:xfrm>
              <a:off x="7810500" y="3011069"/>
              <a:ext cx="1476000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B7D36057-1D9A-4790-924A-475531D54B09}"/>
                </a:ext>
              </a:extLst>
            </p:cNvPr>
            <p:cNvCxnSpPr/>
            <p:nvPr/>
          </p:nvCxnSpPr>
          <p:spPr bwMode="auto">
            <a:xfrm flipV="1">
              <a:off x="7810500" y="1963319"/>
              <a:ext cx="0" cy="104400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952B0CEA-8AF2-443A-9EF0-00201BC57A5B}"/>
                </a:ext>
              </a:extLst>
            </p:cNvPr>
            <p:cNvCxnSpPr/>
            <p:nvPr/>
          </p:nvCxnSpPr>
          <p:spPr bwMode="auto">
            <a:xfrm flipH="1">
              <a:off x="7229475" y="3011069"/>
              <a:ext cx="581025" cy="581025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73B1A649-0FEC-4F66-8F34-4F11D56600E7}"/>
                </a:ext>
              </a:extLst>
            </p:cNvPr>
            <p:cNvCxnSpPr/>
            <p:nvPr/>
          </p:nvCxnSpPr>
          <p:spPr bwMode="auto">
            <a:xfrm flipV="1">
              <a:off x="7818374" y="1989722"/>
              <a:ext cx="1001775" cy="1021347"/>
            </a:xfrm>
            <a:prstGeom prst="line">
              <a:avLst/>
            </a:prstGeom>
            <a:noFill/>
            <a:ln w="28575" cap="flat" cmpd="sng" algn="ctr">
              <a:solidFill>
                <a:schemeClr val="tx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FE2B72A9-89AE-4869-8DD6-9076A5782B7E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6800850" y="1989722"/>
              <a:ext cx="1001775" cy="1021347"/>
            </a:xfrm>
            <a:prstGeom prst="line">
              <a:avLst/>
            </a:prstGeom>
            <a:noFill/>
            <a:ln w="28575" cap="flat" cmpd="sng" algn="ctr">
              <a:solidFill>
                <a:schemeClr val="tx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DADDA8FA-F21B-420D-80C4-03179E78DFA5}"/>
                </a:ext>
              </a:extLst>
            </p:cNvPr>
            <p:cNvGrpSpPr/>
            <p:nvPr/>
          </p:nvGrpSpPr>
          <p:grpSpPr>
            <a:xfrm>
              <a:off x="6799627" y="1688680"/>
              <a:ext cx="2019299" cy="537107"/>
              <a:chOff x="7924800" y="2550840"/>
              <a:chExt cx="2019299" cy="744810"/>
            </a:xfrm>
            <a:solidFill>
              <a:schemeClr val="bg1">
                <a:lumMod val="65000"/>
              </a:schemeClr>
            </a:solidFill>
          </p:grpSpPr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FAF81A9C-DADF-4C91-9F1C-65501EDC6E4F}"/>
                  </a:ext>
                </a:extLst>
              </p:cNvPr>
              <p:cNvGrpSpPr/>
              <p:nvPr/>
            </p:nvGrpSpPr>
            <p:grpSpPr>
              <a:xfrm>
                <a:off x="7924800" y="2563394"/>
                <a:ext cx="2019299" cy="732256"/>
                <a:chOff x="7924800" y="2563394"/>
                <a:chExt cx="2019299" cy="732256"/>
              </a:xfrm>
              <a:grpFill/>
            </p:grpSpPr>
            <p:sp>
              <p:nvSpPr>
                <p:cNvPr id="60" name="弧形 59">
                  <a:extLst>
                    <a:ext uri="{FF2B5EF4-FFF2-40B4-BE49-F238E27FC236}">
                      <a16:creationId xmlns:a16="http://schemas.microsoft.com/office/drawing/2014/main" id="{780938C5-FB7F-4238-988B-7E6C2D7EA92D}"/>
                    </a:ext>
                  </a:extLst>
                </p:cNvPr>
                <p:cNvSpPr/>
                <p:nvPr/>
              </p:nvSpPr>
              <p:spPr bwMode="auto">
                <a:xfrm>
                  <a:off x="7924800" y="2563394"/>
                  <a:ext cx="2019299" cy="732256"/>
                </a:xfrm>
                <a:prstGeom prst="arc">
                  <a:avLst/>
                </a:prstGeom>
                <a:grpFill/>
                <a:ln w="28575" cap="flat" cmpd="sng" algn="ctr">
                  <a:solidFill>
                    <a:schemeClr val="tx2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弧形 60">
                  <a:extLst>
                    <a:ext uri="{FF2B5EF4-FFF2-40B4-BE49-F238E27FC236}">
                      <a16:creationId xmlns:a16="http://schemas.microsoft.com/office/drawing/2014/main" id="{C8CACBBB-BAD3-4619-AEEB-BE75CC78A426}"/>
                    </a:ext>
                  </a:extLst>
                </p:cNvPr>
                <p:cNvSpPr/>
                <p:nvPr/>
              </p:nvSpPr>
              <p:spPr bwMode="auto">
                <a:xfrm flipH="1">
                  <a:off x="7924800" y="2563394"/>
                  <a:ext cx="2019299" cy="732256"/>
                </a:xfrm>
                <a:prstGeom prst="arc">
                  <a:avLst/>
                </a:prstGeom>
                <a:grpFill/>
                <a:ln w="28575" cap="flat" cmpd="sng" algn="ctr">
                  <a:solidFill>
                    <a:schemeClr val="tx2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629984F3-F212-4054-9287-4EB7BAE2219D}"/>
                  </a:ext>
                </a:extLst>
              </p:cNvPr>
              <p:cNvGrpSpPr/>
              <p:nvPr/>
            </p:nvGrpSpPr>
            <p:grpSpPr>
              <a:xfrm flipV="1">
                <a:off x="7924800" y="2550840"/>
                <a:ext cx="2019299" cy="732256"/>
                <a:chOff x="7924800" y="2575948"/>
                <a:chExt cx="2019299" cy="732256"/>
              </a:xfrm>
              <a:grpFill/>
            </p:grpSpPr>
            <p:sp>
              <p:nvSpPr>
                <p:cNvPr id="58" name="弧形 57">
                  <a:extLst>
                    <a:ext uri="{FF2B5EF4-FFF2-40B4-BE49-F238E27FC236}">
                      <a16:creationId xmlns:a16="http://schemas.microsoft.com/office/drawing/2014/main" id="{55DF0E57-3D10-4249-88F2-0317774BEF7A}"/>
                    </a:ext>
                  </a:extLst>
                </p:cNvPr>
                <p:cNvSpPr/>
                <p:nvPr/>
              </p:nvSpPr>
              <p:spPr bwMode="auto">
                <a:xfrm>
                  <a:off x="7924800" y="2575948"/>
                  <a:ext cx="2019299" cy="732256"/>
                </a:xfrm>
                <a:prstGeom prst="arc">
                  <a:avLst/>
                </a:prstGeom>
                <a:grpFill/>
                <a:ln w="28575" cap="flat" cmpd="sng" algn="ctr">
                  <a:solidFill>
                    <a:schemeClr val="tx2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弧形 58">
                  <a:extLst>
                    <a:ext uri="{FF2B5EF4-FFF2-40B4-BE49-F238E27FC236}">
                      <a16:creationId xmlns:a16="http://schemas.microsoft.com/office/drawing/2014/main" id="{82F41443-BB68-4E31-A80B-8CAC3B7FD20F}"/>
                    </a:ext>
                  </a:extLst>
                </p:cNvPr>
                <p:cNvSpPr/>
                <p:nvPr/>
              </p:nvSpPr>
              <p:spPr bwMode="auto">
                <a:xfrm flipH="1">
                  <a:off x="7924800" y="2575948"/>
                  <a:ext cx="2019299" cy="732256"/>
                </a:xfrm>
                <a:prstGeom prst="arc">
                  <a:avLst/>
                </a:prstGeom>
                <a:grpFill/>
                <a:ln w="28575" cap="flat" cmpd="sng" algn="ctr">
                  <a:solidFill>
                    <a:schemeClr val="tx2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D72E4A58-0D59-4FC3-A87E-2333D888DAC0}"/>
                </a:ext>
              </a:extLst>
            </p:cNvPr>
            <p:cNvCxnSpPr/>
            <p:nvPr/>
          </p:nvCxnSpPr>
          <p:spPr bwMode="auto">
            <a:xfrm flipV="1">
              <a:off x="7810500" y="1088607"/>
              <a:ext cx="0" cy="90000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4B47950C-9869-48FB-82FD-21B0E29C4261}"/>
                </a:ext>
              </a:extLst>
            </p:cNvPr>
            <p:cNvSpPr txBox="1"/>
            <p:nvPr/>
          </p:nvSpPr>
          <p:spPr>
            <a:xfrm>
              <a:off x="7089805" y="3486118"/>
              <a:ext cx="4238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i="1"/>
                <a:t>x</a:t>
              </a:r>
              <a:endParaRPr lang="zh-CN" altLang="en-US" sz="2000" i="1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A1FA2A9C-6880-4C0B-B2D5-417D53BF15D1}"/>
                </a:ext>
              </a:extLst>
            </p:cNvPr>
            <p:cNvSpPr txBox="1"/>
            <p:nvPr/>
          </p:nvSpPr>
          <p:spPr>
            <a:xfrm>
              <a:off x="9027317" y="2942386"/>
              <a:ext cx="4238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i="1"/>
                <a:t>y</a:t>
              </a:r>
              <a:endParaRPr lang="zh-CN" altLang="en-US" sz="2000" i="1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B4939835-73E1-4349-AC1C-0BFAB4DFF387}"/>
                </a:ext>
              </a:extLst>
            </p:cNvPr>
            <p:cNvSpPr txBox="1"/>
            <p:nvPr/>
          </p:nvSpPr>
          <p:spPr>
            <a:xfrm>
              <a:off x="7761225" y="993060"/>
              <a:ext cx="4238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i="1"/>
                <a:t>z</a:t>
              </a:r>
              <a:endParaRPr lang="zh-CN" altLang="en-US" sz="2000" i="1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B36C1986-085E-46B5-B452-561325B4AE12}"/>
                </a:ext>
              </a:extLst>
            </p:cNvPr>
            <p:cNvSpPr txBox="1"/>
            <p:nvPr/>
          </p:nvSpPr>
          <p:spPr>
            <a:xfrm>
              <a:off x="7654936" y="2916200"/>
              <a:ext cx="4238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i="1"/>
                <a:t>O</a:t>
              </a:r>
              <a:endParaRPr lang="zh-CN" altLang="en-US" sz="2000" i="1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0C92438D-82C9-4958-8639-4AB21ABE423F}"/>
                </a:ext>
              </a:extLst>
            </p:cNvPr>
            <p:cNvSpPr txBox="1"/>
            <p:nvPr/>
          </p:nvSpPr>
          <p:spPr>
            <a:xfrm>
              <a:off x="7127811" y="2819850"/>
              <a:ext cx="4238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i="1"/>
                <a:t>D</a:t>
              </a:r>
              <a:endParaRPr lang="zh-CN" altLang="en-US" sz="2000" i="1"/>
            </a:p>
          </p:txBody>
        </p:sp>
        <p:graphicFrame>
          <p:nvGraphicFramePr>
            <p:cNvPr id="51" name="Object 22">
              <a:extLst>
                <a:ext uri="{FF2B5EF4-FFF2-40B4-BE49-F238E27FC236}">
                  <a16:creationId xmlns:a16="http://schemas.microsoft.com/office/drawing/2014/main" id="{FFFAF6EE-354D-4202-8BD1-D90BC20F80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2934297"/>
                </p:ext>
              </p:extLst>
            </p:nvPr>
          </p:nvGraphicFramePr>
          <p:xfrm>
            <a:off x="8216912" y="1306094"/>
            <a:ext cx="97790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950" name="Equation" r:id="rId46" imgW="977760" imgH="317160" progId="Equation.DSMT4">
                    <p:embed/>
                  </p:oleObj>
                </mc:Choice>
                <mc:Fallback>
                  <p:oleObj name="Equation" r:id="rId46" imgW="977760" imgH="317160" progId="Equation.DSMT4">
                    <p:embed/>
                    <p:pic>
                      <p:nvPicPr>
                        <p:cNvPr id="51" name="Object 22">
                          <a:extLst>
                            <a:ext uri="{FF2B5EF4-FFF2-40B4-BE49-F238E27FC236}">
                              <a16:creationId xmlns:a16="http://schemas.microsoft.com/office/drawing/2014/main" id="{CA9B0501-3159-431F-AAC2-58B93B1EC61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16912" y="1306094"/>
                          <a:ext cx="977900" cy="317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Object 22">
              <a:extLst>
                <a:ext uri="{FF2B5EF4-FFF2-40B4-BE49-F238E27FC236}">
                  <a16:creationId xmlns:a16="http://schemas.microsoft.com/office/drawing/2014/main" id="{1665BD26-3D09-4785-9021-93F4A2691E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5533982"/>
                </p:ext>
              </p:extLst>
            </p:nvPr>
          </p:nvGraphicFramePr>
          <p:xfrm>
            <a:off x="8469160" y="2409219"/>
            <a:ext cx="16383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951" name="Equation" r:id="rId48" imgW="1638000" imgH="393480" progId="Equation.DSMT4">
                    <p:embed/>
                  </p:oleObj>
                </mc:Choice>
                <mc:Fallback>
                  <p:oleObj name="Equation" r:id="rId48" imgW="1638000" imgH="393480" progId="Equation.DSMT4">
                    <p:embed/>
                    <p:pic>
                      <p:nvPicPr>
                        <p:cNvPr id="52" name="Object 22">
                          <a:extLst>
                            <a:ext uri="{FF2B5EF4-FFF2-40B4-BE49-F238E27FC236}">
                              <a16:creationId xmlns:a16="http://schemas.microsoft.com/office/drawing/2014/main" id="{86591002-2DC3-4B88-9A06-4E1AF7F8B4F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69160" y="2409219"/>
                          <a:ext cx="1638300" cy="393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93AB8511-8453-4C8D-8B5B-7835CB6ADBB8}"/>
                </a:ext>
              </a:extLst>
            </p:cNvPr>
            <p:cNvCxnSpPr/>
            <p:nvPr/>
          </p:nvCxnSpPr>
          <p:spPr bwMode="auto">
            <a:xfrm flipV="1">
              <a:off x="8185088" y="1631804"/>
              <a:ext cx="363412" cy="24579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A7902CE7-98B1-4583-AB0C-C3BA45A78E81}"/>
                </a:ext>
              </a:extLst>
            </p:cNvPr>
            <p:cNvCxnSpPr>
              <a:cxnSpLocks/>
              <a:endCxn id="52" idx="1"/>
            </p:cNvCxnSpPr>
            <p:nvPr/>
          </p:nvCxnSpPr>
          <p:spPr bwMode="auto">
            <a:xfrm>
              <a:off x="8050130" y="2499274"/>
              <a:ext cx="323544" cy="106016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975D224-FEF1-4B2A-BB31-B95FA7D82C18}"/>
                </a:ext>
              </a:extLst>
            </p:cNvPr>
            <p:cNvSpPr txBox="1"/>
            <p:nvPr/>
          </p:nvSpPr>
          <p:spPr>
            <a:xfrm>
              <a:off x="8639529" y="2975744"/>
              <a:ext cx="4238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/>
                <a:t>1</a:t>
              </a:r>
              <a:endParaRPr lang="zh-CN" altLang="en-US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7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8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8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8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8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87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87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87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87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011" name="Text Box 3"/>
          <p:cNvSpPr txBox="1">
            <a:spLocks noChangeArrowheads="1"/>
          </p:cNvSpPr>
          <p:nvPr/>
        </p:nvSpPr>
        <p:spPr bwMode="auto">
          <a:xfrm>
            <a:off x="1247869" y="468706"/>
            <a:ext cx="163113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480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练习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13D31FA-C62D-443D-830F-66C161F3BA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792394"/>
              </p:ext>
            </p:extLst>
          </p:nvPr>
        </p:nvGraphicFramePr>
        <p:xfrm>
          <a:off x="1327999" y="1462088"/>
          <a:ext cx="7924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756" name="Equation" r:id="rId4" imgW="7924680" imgH="850680" progId="Equation.DSMT4">
                  <p:embed/>
                </p:oleObj>
              </mc:Choice>
              <mc:Fallback>
                <p:oleObj name="Equation" r:id="rId4" imgW="792468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27999" y="1462088"/>
                        <a:ext cx="79248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D9D6495-79D9-4883-B0DC-87073A7C7F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5424754"/>
              </p:ext>
            </p:extLst>
          </p:nvPr>
        </p:nvGraphicFramePr>
        <p:xfrm>
          <a:off x="1327999" y="2475373"/>
          <a:ext cx="92710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757" name="Equation" r:id="rId6" imgW="9270720" imgH="1485720" progId="Equation.DSMT4">
                  <p:embed/>
                </p:oleObj>
              </mc:Choice>
              <mc:Fallback>
                <p:oleObj name="Equation" r:id="rId6" imgW="9270720" imgH="1485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27999" y="2475373"/>
                        <a:ext cx="9271000" cy="148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7204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764272"/>
              </p:ext>
            </p:extLst>
          </p:nvPr>
        </p:nvGraphicFramePr>
        <p:xfrm>
          <a:off x="956206" y="1485748"/>
          <a:ext cx="482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936" name="Equation" r:id="rId3" imgW="482400" imgH="342720" progId="Equation.DSMT4">
                  <p:embed/>
                </p:oleObj>
              </mc:Choice>
              <mc:Fallback>
                <p:oleObj name="Equation" r:id="rId3" imgW="482400" imgH="34272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6206" y="1485748"/>
                        <a:ext cx="482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830836"/>
              </p:ext>
            </p:extLst>
          </p:nvPr>
        </p:nvGraphicFramePr>
        <p:xfrm>
          <a:off x="1532270" y="1485748"/>
          <a:ext cx="3009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937" name="Equation" r:id="rId5" imgW="3009600" imgH="380880" progId="Equation.DSMT4">
                  <p:embed/>
                </p:oleObj>
              </mc:Choice>
              <mc:Fallback>
                <p:oleObj name="Equation" r:id="rId5" imgW="3009600" imgH="38088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32270" y="1485748"/>
                        <a:ext cx="3009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201753"/>
              </p:ext>
            </p:extLst>
          </p:nvPr>
        </p:nvGraphicFramePr>
        <p:xfrm>
          <a:off x="4568919" y="1400151"/>
          <a:ext cx="2362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938" name="Equation" r:id="rId7" imgW="2361960" imgH="698400" progId="Equation.DSMT4">
                  <p:embed/>
                </p:oleObj>
              </mc:Choice>
              <mc:Fallback>
                <p:oleObj name="Equation" r:id="rId7" imgW="2361960" imgH="6984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68919" y="1400151"/>
                        <a:ext cx="23622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512631"/>
              </p:ext>
            </p:extLst>
          </p:nvPr>
        </p:nvGraphicFramePr>
        <p:xfrm>
          <a:off x="6957868" y="1400151"/>
          <a:ext cx="1079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939" name="Equation" r:id="rId9" imgW="1079280" imgH="698400" progId="Equation.DSMT4">
                  <p:embed/>
                </p:oleObj>
              </mc:Choice>
              <mc:Fallback>
                <p:oleObj name="Equation" r:id="rId9" imgW="1079280" imgH="6984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57868" y="1400151"/>
                        <a:ext cx="10795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401794"/>
              </p:ext>
            </p:extLst>
          </p:nvPr>
        </p:nvGraphicFramePr>
        <p:xfrm>
          <a:off x="984318" y="2205828"/>
          <a:ext cx="20447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940" name="Equation" r:id="rId11" imgW="2044440" imgH="495000" progId="Equation.DSMT4">
                  <p:embed/>
                </p:oleObj>
              </mc:Choice>
              <mc:Fallback>
                <p:oleObj name="Equation" r:id="rId11" imgW="2044440" imgH="4950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84318" y="2205828"/>
                        <a:ext cx="20447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215584"/>
              </p:ext>
            </p:extLst>
          </p:nvPr>
        </p:nvGraphicFramePr>
        <p:xfrm>
          <a:off x="3145170" y="2098651"/>
          <a:ext cx="2794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941" name="Equation" r:id="rId13" imgW="2793960" imgH="888840" progId="Equation.DSMT4">
                  <p:embed/>
                </p:oleObj>
              </mc:Choice>
              <mc:Fallback>
                <p:oleObj name="Equation" r:id="rId13" imgW="2793960" imgH="88884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45170" y="2098651"/>
                        <a:ext cx="27940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271852"/>
              </p:ext>
            </p:extLst>
          </p:nvPr>
        </p:nvGraphicFramePr>
        <p:xfrm>
          <a:off x="6068868" y="2098651"/>
          <a:ext cx="2286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942" name="Equation" r:id="rId15" imgW="2286000" imgH="888840" progId="Equation.DSMT4">
                  <p:embed/>
                </p:oleObj>
              </mc:Choice>
              <mc:Fallback>
                <p:oleObj name="Equation" r:id="rId15" imgW="2286000" imgH="88884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068868" y="2098651"/>
                        <a:ext cx="22860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786882"/>
              </p:ext>
            </p:extLst>
          </p:nvPr>
        </p:nvGraphicFramePr>
        <p:xfrm>
          <a:off x="3145170" y="3219554"/>
          <a:ext cx="3124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943" name="Equation" r:id="rId17" imgW="3124080" imgH="533160" progId="Equation.DSMT4">
                  <p:embed/>
                </p:oleObj>
              </mc:Choice>
              <mc:Fallback>
                <p:oleObj name="Equation" r:id="rId17" imgW="3124080" imgH="53316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45170" y="3219554"/>
                        <a:ext cx="31242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9321023"/>
              </p:ext>
            </p:extLst>
          </p:nvPr>
        </p:nvGraphicFramePr>
        <p:xfrm>
          <a:off x="6356806" y="3041754"/>
          <a:ext cx="2514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944" name="Equation" r:id="rId19" imgW="2514600" imgH="888840" progId="Equation.DSMT4">
                  <p:embed/>
                </p:oleObj>
              </mc:Choice>
              <mc:Fallback>
                <p:oleObj name="Equation" r:id="rId19" imgW="2514600" imgH="88884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356806" y="3041754"/>
                        <a:ext cx="25146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278840"/>
              </p:ext>
            </p:extLst>
          </p:nvPr>
        </p:nvGraphicFramePr>
        <p:xfrm>
          <a:off x="956206" y="4222052"/>
          <a:ext cx="825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945" name="Equation" r:id="rId21" imgW="825480" imgH="698400" progId="Equation.DSMT4">
                  <p:embed/>
                </p:oleObj>
              </mc:Choice>
              <mc:Fallback>
                <p:oleObj name="Equation" r:id="rId21" imgW="825480" imgH="69840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56206" y="4222052"/>
                        <a:ext cx="8255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840365"/>
              </p:ext>
            </p:extLst>
          </p:nvPr>
        </p:nvGraphicFramePr>
        <p:xfrm>
          <a:off x="1781706" y="4126802"/>
          <a:ext cx="4965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946" name="Equation" r:id="rId23" imgW="4965480" imgH="888840" progId="Equation.DSMT4">
                  <p:embed/>
                </p:oleObj>
              </mc:Choice>
              <mc:Fallback>
                <p:oleObj name="Equation" r:id="rId23" imgW="4965480" imgH="88884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781706" y="4126802"/>
                        <a:ext cx="49657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2499705"/>
              </p:ext>
            </p:extLst>
          </p:nvPr>
        </p:nvGraphicFramePr>
        <p:xfrm>
          <a:off x="1781706" y="5384358"/>
          <a:ext cx="16383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947" name="Equation" r:id="rId25" imgW="1638000" imgH="761760" progId="Equation.DSMT4">
                  <p:embed/>
                </p:oleObj>
              </mc:Choice>
              <mc:Fallback>
                <p:oleObj name="Equation" r:id="rId25" imgW="1638000" imgH="76176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781706" y="5384358"/>
                        <a:ext cx="16383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215085"/>
              </p:ext>
            </p:extLst>
          </p:nvPr>
        </p:nvGraphicFramePr>
        <p:xfrm>
          <a:off x="3476486" y="5562158"/>
          <a:ext cx="482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948" name="Equation" r:id="rId27" imgW="482400" imgH="203040" progId="Equation.DSMT4">
                  <p:embed/>
                </p:oleObj>
              </mc:Choice>
              <mc:Fallback>
                <p:oleObj name="Equation" r:id="rId27" imgW="482400" imgH="20304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476486" y="5562158"/>
                        <a:ext cx="4826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43545"/>
              </p:ext>
            </p:extLst>
          </p:nvPr>
        </p:nvGraphicFramePr>
        <p:xfrm>
          <a:off x="984318" y="549200"/>
          <a:ext cx="6769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949" name="Equation" r:id="rId29" imgW="6769080" imgH="723600" progId="Equation.DSMT4">
                  <p:embed/>
                </p:oleObj>
              </mc:Choice>
              <mc:Fallback>
                <p:oleObj name="Equation" r:id="rId29" imgW="6769080" imgH="723600" progId="Equation.DSMT4">
                  <p:embed/>
                  <p:pic>
                    <p:nvPicPr>
                      <p:cNvPr id="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318" y="549200"/>
                        <a:ext cx="67691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49ACC4AF-BE97-4DF2-9705-3DCC2977BA76}"/>
              </a:ext>
            </a:extLst>
          </p:cNvPr>
          <p:cNvGrpSpPr/>
          <p:nvPr/>
        </p:nvGrpSpPr>
        <p:grpSpPr>
          <a:xfrm>
            <a:off x="8669449" y="542282"/>
            <a:ext cx="3255650" cy="2114268"/>
            <a:chOff x="8271096" y="498448"/>
            <a:chExt cx="3255650" cy="2114268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F77C7799-4FC3-42CE-92E7-EA84B92510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1">
              <a:extLst>
                <a:ext uri="{BEBA8EAE-BF5A-486C-A8C5-ECC9F3942E4B}">
                  <a14:imgProps xmlns:a14="http://schemas.microsoft.com/office/drawing/2010/main">
                    <a14:imgLayer r:embed="rId32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24905" t="32928" r="22758" b="22799"/>
            <a:stretch/>
          </p:blipFill>
          <p:spPr>
            <a:xfrm>
              <a:off x="8271096" y="860417"/>
              <a:ext cx="2779623" cy="1692110"/>
            </a:xfrm>
            <a:prstGeom prst="rect">
              <a:avLst/>
            </a:prstGeom>
          </p:spPr>
        </p:pic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55BF5C23-999C-4943-91DE-5CF20D4203D1}"/>
                </a:ext>
              </a:extLst>
            </p:cNvPr>
            <p:cNvCxnSpPr/>
            <p:nvPr/>
          </p:nvCxnSpPr>
          <p:spPr bwMode="auto">
            <a:xfrm flipV="1">
              <a:off x="9649687" y="2098070"/>
              <a:ext cx="1704580" cy="178757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A0878870-3EEC-4984-9304-4ABDB24E47C5}"/>
                </a:ext>
              </a:extLst>
            </p:cNvPr>
            <p:cNvCxnSpPr/>
            <p:nvPr/>
          </p:nvCxnSpPr>
          <p:spPr bwMode="auto">
            <a:xfrm flipH="1" flipV="1">
              <a:off x="8538140" y="1997094"/>
              <a:ext cx="1111547" cy="279733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43B8CF0F-2DEE-4088-8AF0-32DF98B0044A}"/>
                </a:ext>
              </a:extLst>
            </p:cNvPr>
            <p:cNvCxnSpPr/>
            <p:nvPr/>
          </p:nvCxnSpPr>
          <p:spPr bwMode="auto">
            <a:xfrm flipV="1">
              <a:off x="9649687" y="2069927"/>
              <a:ext cx="0" cy="20690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7B20C5D5-B772-42B0-8AA5-D6368C493DF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655297" y="639521"/>
              <a:ext cx="1" cy="282606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69B4C97-B9A8-40C4-A18C-1E0664710693}"/>
                </a:ext>
              </a:extLst>
            </p:cNvPr>
            <p:cNvSpPr txBox="1"/>
            <p:nvPr/>
          </p:nvSpPr>
          <p:spPr>
            <a:xfrm>
              <a:off x="8435896" y="1931396"/>
              <a:ext cx="344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x</a:t>
              </a:r>
              <a:endParaRPr lang="zh-CN" altLang="en-US" sz="2000" i="1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749A94B-CB52-4AF8-9200-24DD671EBD62}"/>
                </a:ext>
              </a:extLst>
            </p:cNvPr>
            <p:cNvSpPr txBox="1"/>
            <p:nvPr/>
          </p:nvSpPr>
          <p:spPr>
            <a:xfrm>
              <a:off x="11181788" y="1997094"/>
              <a:ext cx="344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y</a:t>
              </a:r>
              <a:endParaRPr lang="zh-CN" altLang="en-US" sz="2000" i="1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B26DE50-5047-41C1-913D-C5B7CD9D0553}"/>
                </a:ext>
              </a:extLst>
            </p:cNvPr>
            <p:cNvSpPr txBox="1"/>
            <p:nvPr/>
          </p:nvSpPr>
          <p:spPr>
            <a:xfrm>
              <a:off x="9644077" y="498448"/>
              <a:ext cx="344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z</a:t>
              </a:r>
              <a:endParaRPr lang="zh-CN" altLang="en-US" sz="2000" i="1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11B08A2-7F6D-4FEC-BCF1-DD8D9AD18AEC}"/>
                </a:ext>
              </a:extLst>
            </p:cNvPr>
            <p:cNvSpPr txBox="1"/>
            <p:nvPr/>
          </p:nvSpPr>
          <p:spPr>
            <a:xfrm>
              <a:off x="9452280" y="2212606"/>
              <a:ext cx="344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O</a:t>
              </a:r>
              <a:endParaRPr lang="zh-CN" altLang="en-US" sz="2000" i="1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AAD1C2D-87D8-4C40-A271-0192EEA72788}"/>
                </a:ext>
              </a:extLst>
            </p:cNvPr>
            <p:cNvSpPr txBox="1"/>
            <p:nvPr/>
          </p:nvSpPr>
          <p:spPr>
            <a:xfrm>
              <a:off x="10633464" y="2069927"/>
              <a:ext cx="344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R</a:t>
              </a:r>
              <a:endParaRPr lang="zh-CN" altLang="en-US" sz="2000" i="1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A86D475-BE12-4583-8D2A-253F60AC4936}"/>
              </a:ext>
            </a:extLst>
          </p:cNvPr>
          <p:cNvGrpSpPr/>
          <p:nvPr/>
        </p:nvGrpSpPr>
        <p:grpSpPr>
          <a:xfrm>
            <a:off x="8871406" y="3108843"/>
            <a:ext cx="3019577" cy="2735591"/>
            <a:chOff x="8899556" y="2985933"/>
            <a:chExt cx="3019577" cy="2735591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38350AE0-35A9-4426-BCD3-20D96E7956DB}"/>
                </a:ext>
              </a:extLst>
            </p:cNvPr>
            <p:cNvSpPr/>
            <p:nvPr/>
          </p:nvSpPr>
          <p:spPr bwMode="auto">
            <a:xfrm>
              <a:off x="9132304" y="3448196"/>
              <a:ext cx="2074466" cy="2074466"/>
            </a:xfrm>
            <a:prstGeom prst="ellipse">
              <a:avLst/>
            </a:prstGeom>
            <a:solidFill>
              <a:schemeClr val="accent2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49" charset="-122"/>
              </a:endParaRPr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3BCE5736-BADD-4F91-8BD5-C408554F37F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899556" y="4485429"/>
              <a:ext cx="2897109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388C8483-0BD6-42F0-BC7B-5AE7118167C3}"/>
                </a:ext>
              </a:extLst>
            </p:cNvPr>
            <p:cNvCxnSpPr/>
            <p:nvPr/>
          </p:nvCxnSpPr>
          <p:spPr bwMode="auto">
            <a:xfrm flipV="1">
              <a:off x="10169537" y="3096285"/>
              <a:ext cx="0" cy="2625239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B07529D-E9DD-421A-AB30-D609FAAB545B}"/>
                </a:ext>
              </a:extLst>
            </p:cNvPr>
            <p:cNvSpPr txBox="1"/>
            <p:nvPr/>
          </p:nvSpPr>
          <p:spPr>
            <a:xfrm>
              <a:off x="11574175" y="4428517"/>
              <a:ext cx="344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x</a:t>
              </a:r>
              <a:endParaRPr lang="zh-CN" altLang="en-US" sz="2000" i="1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8692D6D-365B-41A4-87C8-F48047C03646}"/>
                </a:ext>
              </a:extLst>
            </p:cNvPr>
            <p:cNvSpPr txBox="1"/>
            <p:nvPr/>
          </p:nvSpPr>
          <p:spPr>
            <a:xfrm>
              <a:off x="10175631" y="2985933"/>
              <a:ext cx="344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y</a:t>
              </a:r>
              <a:endParaRPr lang="zh-CN" altLang="en-US" sz="2000" i="1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9565854-02B5-4D63-BD3D-DCE7E6A4AC15}"/>
                </a:ext>
              </a:extLst>
            </p:cNvPr>
            <p:cNvSpPr txBox="1"/>
            <p:nvPr/>
          </p:nvSpPr>
          <p:spPr>
            <a:xfrm>
              <a:off x="11107613" y="4426958"/>
              <a:ext cx="344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R</a:t>
              </a:r>
              <a:endParaRPr lang="zh-CN" altLang="en-US" sz="2000" i="1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46C25065-B832-4902-9C7A-E833283BA160}"/>
                </a:ext>
              </a:extLst>
            </p:cNvPr>
            <p:cNvSpPr txBox="1"/>
            <p:nvPr/>
          </p:nvSpPr>
          <p:spPr>
            <a:xfrm>
              <a:off x="9830263" y="4437035"/>
              <a:ext cx="344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O</a:t>
              </a:r>
              <a:endParaRPr lang="zh-CN" altLang="en-US" sz="2000" i="1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5C67F2F0-C15E-41AD-82AF-CCED3569F40C}"/>
                </a:ext>
              </a:extLst>
            </p:cNvPr>
            <p:cNvSpPr txBox="1"/>
            <p:nvPr/>
          </p:nvSpPr>
          <p:spPr>
            <a:xfrm>
              <a:off x="10293616" y="3882852"/>
              <a:ext cx="6847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/>
                <a:t>D</a:t>
              </a:r>
              <a:r>
                <a:rPr lang="en-US" altLang="zh-CN" sz="2000" i="1" baseline="-25000"/>
                <a:t>xy</a:t>
              </a:r>
              <a:endParaRPr lang="zh-CN" altLang="en-US" sz="2000" i="1" baseline="-25000"/>
            </a:p>
          </p:txBody>
        </p:sp>
      </p:grpSp>
    </p:spTree>
    <p:extLst>
      <p:ext uri="{BB962C8B-B14F-4D97-AF65-F5344CB8AC3E}">
        <p14:creationId xmlns:p14="http://schemas.microsoft.com/office/powerpoint/2010/main" val="5570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038163"/>
              </p:ext>
            </p:extLst>
          </p:nvPr>
        </p:nvGraphicFramePr>
        <p:xfrm>
          <a:off x="742166" y="1779997"/>
          <a:ext cx="482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003" name="Equation" r:id="rId4" imgW="482400" imgH="342720" progId="Equation.DSMT4">
                  <p:embed/>
                </p:oleObj>
              </mc:Choice>
              <mc:Fallback>
                <p:oleObj name="Equation" r:id="rId4" imgW="482400" imgH="34272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2166" y="1779997"/>
                        <a:ext cx="482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601040"/>
              </p:ext>
            </p:extLst>
          </p:nvPr>
        </p:nvGraphicFramePr>
        <p:xfrm>
          <a:off x="1390238" y="1809450"/>
          <a:ext cx="2082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004" name="Equation" r:id="rId6" imgW="2082600" imgH="380880" progId="Equation.DSMT4">
                  <p:embed/>
                </p:oleObj>
              </mc:Choice>
              <mc:Fallback>
                <p:oleObj name="Equation" r:id="rId6" imgW="2082600" imgH="38088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90238" y="1809450"/>
                        <a:ext cx="2082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713877"/>
              </p:ext>
            </p:extLst>
          </p:nvPr>
        </p:nvGraphicFramePr>
        <p:xfrm>
          <a:off x="3473038" y="1710131"/>
          <a:ext cx="2781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005" name="Equation" r:id="rId8" imgW="2781000" imgH="698400" progId="Equation.DSMT4">
                  <p:embed/>
                </p:oleObj>
              </mc:Choice>
              <mc:Fallback>
                <p:oleObj name="Equation" r:id="rId8" imgW="2781000" imgH="69840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73038" y="1710131"/>
                        <a:ext cx="27813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465529"/>
              </p:ext>
            </p:extLst>
          </p:nvPr>
        </p:nvGraphicFramePr>
        <p:xfrm>
          <a:off x="6254338" y="1710131"/>
          <a:ext cx="12446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006" name="Equation" r:id="rId10" imgW="1244520" imgH="698400" progId="Equation.DSMT4">
                  <p:embed/>
                </p:oleObj>
              </mc:Choice>
              <mc:Fallback>
                <p:oleObj name="Equation" r:id="rId10" imgW="1244520" imgH="69840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254338" y="1710131"/>
                        <a:ext cx="12446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076918"/>
              </p:ext>
            </p:extLst>
          </p:nvPr>
        </p:nvGraphicFramePr>
        <p:xfrm>
          <a:off x="786805" y="2500077"/>
          <a:ext cx="1638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007" name="Equation" r:id="rId12" imgW="1638000" imgH="495000" progId="Equation.DSMT4">
                  <p:embed/>
                </p:oleObj>
              </mc:Choice>
              <mc:Fallback>
                <p:oleObj name="Equation" r:id="rId12" imgW="1638000" imgH="4950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86805" y="2500077"/>
                        <a:ext cx="16383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767443"/>
              </p:ext>
            </p:extLst>
          </p:nvPr>
        </p:nvGraphicFramePr>
        <p:xfrm>
          <a:off x="2453378" y="2408631"/>
          <a:ext cx="2387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008" name="Equation" r:id="rId14" imgW="2387520" imgH="888840" progId="Equation.DSMT4">
                  <p:embed/>
                </p:oleObj>
              </mc:Choice>
              <mc:Fallback>
                <p:oleObj name="Equation" r:id="rId14" imgW="2387520" imgH="88884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453378" y="2408631"/>
                        <a:ext cx="23876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163654"/>
              </p:ext>
            </p:extLst>
          </p:nvPr>
        </p:nvGraphicFramePr>
        <p:xfrm>
          <a:off x="5031478" y="2408631"/>
          <a:ext cx="1892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009" name="Equation" r:id="rId16" imgW="1892160" imgH="888840" progId="Equation.DSMT4">
                  <p:embed/>
                </p:oleObj>
              </mc:Choice>
              <mc:Fallback>
                <p:oleObj name="Equation" r:id="rId16" imgW="1892160" imgH="88884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031478" y="2408631"/>
                        <a:ext cx="18923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577887"/>
              </p:ext>
            </p:extLst>
          </p:nvPr>
        </p:nvGraphicFramePr>
        <p:xfrm>
          <a:off x="2425105" y="3466923"/>
          <a:ext cx="3124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010" name="Equation" r:id="rId18" imgW="3124080" imgH="533160" progId="Equation.DSMT4">
                  <p:embed/>
                </p:oleObj>
              </mc:Choice>
              <mc:Fallback>
                <p:oleObj name="Equation" r:id="rId18" imgW="3124080" imgH="533160" progId="Equation.DSMT4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425105" y="3466923"/>
                        <a:ext cx="31242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088194"/>
              </p:ext>
            </p:extLst>
          </p:nvPr>
        </p:nvGraphicFramePr>
        <p:xfrm>
          <a:off x="5632038" y="3536729"/>
          <a:ext cx="1244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011" name="Equation" r:id="rId20" imgW="1244520" imgH="431640" progId="Equation.DSMT4">
                  <p:embed/>
                </p:oleObj>
              </mc:Choice>
              <mc:Fallback>
                <p:oleObj name="Equation" r:id="rId20" imgW="1244520" imgH="431640" progId="Equation.DSMT4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632038" y="3536729"/>
                        <a:ext cx="12446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366238"/>
              </p:ext>
            </p:extLst>
          </p:nvPr>
        </p:nvGraphicFramePr>
        <p:xfrm>
          <a:off x="785172" y="4203859"/>
          <a:ext cx="4584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012" name="Equation" r:id="rId22" imgW="4584600" imgH="787320" progId="Equation.DSMT4">
                  <p:embed/>
                </p:oleObj>
              </mc:Choice>
              <mc:Fallback>
                <p:oleObj name="Equation" r:id="rId22" imgW="4584600" imgH="78732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85172" y="4203859"/>
                        <a:ext cx="4584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272602"/>
              </p:ext>
            </p:extLst>
          </p:nvPr>
        </p:nvGraphicFramePr>
        <p:xfrm>
          <a:off x="1797824" y="4980280"/>
          <a:ext cx="3543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013" name="Equation" r:id="rId24" imgW="3543120" imgH="723600" progId="Equation.DSMT4">
                  <p:embed/>
                </p:oleObj>
              </mc:Choice>
              <mc:Fallback>
                <p:oleObj name="Equation" r:id="rId24" imgW="3543120" imgH="723600" progId="Equation.DSMT4">
                  <p:embed/>
                  <p:pic>
                    <p:nvPicPr>
                      <p:cNvPr id="21" name="对象 20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797824" y="4980280"/>
                        <a:ext cx="3543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653330"/>
              </p:ext>
            </p:extLst>
          </p:nvPr>
        </p:nvGraphicFramePr>
        <p:xfrm>
          <a:off x="5369872" y="4979318"/>
          <a:ext cx="2552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014" name="Equation" r:id="rId26" imgW="2552400" imgH="723600" progId="Equation.DSMT4">
                  <p:embed/>
                </p:oleObj>
              </mc:Choice>
              <mc:Fallback>
                <p:oleObj name="Equation" r:id="rId26" imgW="2552400" imgH="72360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369872" y="4979318"/>
                        <a:ext cx="2552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720763"/>
              </p:ext>
            </p:extLst>
          </p:nvPr>
        </p:nvGraphicFramePr>
        <p:xfrm>
          <a:off x="1797824" y="5831441"/>
          <a:ext cx="1689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015" name="Equation" r:id="rId28" imgW="1688760" imgH="736560" progId="Equation.DSMT4">
                  <p:embed/>
                </p:oleObj>
              </mc:Choice>
              <mc:Fallback>
                <p:oleObj name="Equation" r:id="rId28" imgW="1688760" imgH="736560" progId="Equation.DSMT4">
                  <p:embed/>
                  <p:pic>
                    <p:nvPicPr>
                      <p:cNvPr id="23" name="对象 22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797824" y="5831441"/>
                        <a:ext cx="1689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234504"/>
              </p:ext>
            </p:extLst>
          </p:nvPr>
        </p:nvGraphicFramePr>
        <p:xfrm>
          <a:off x="3529472" y="5831441"/>
          <a:ext cx="1295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016" name="Equation" r:id="rId30" imgW="1295280" imgH="736560" progId="Equation.DSMT4">
                  <p:embed/>
                </p:oleObj>
              </mc:Choice>
              <mc:Fallback>
                <p:oleObj name="Equation" r:id="rId30" imgW="1295280" imgH="736560" progId="Equation.DSMT4">
                  <p:embed/>
                  <p:pic>
                    <p:nvPicPr>
                      <p:cNvPr id="24" name="对象 23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529472" y="5831441"/>
                        <a:ext cx="1295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组合 40">
            <a:extLst>
              <a:ext uri="{FF2B5EF4-FFF2-40B4-BE49-F238E27FC236}">
                <a16:creationId xmlns:a16="http://schemas.microsoft.com/office/drawing/2014/main" id="{31ACF244-0508-4573-BC4E-E356BFAB86E8}"/>
              </a:ext>
            </a:extLst>
          </p:cNvPr>
          <p:cNvGrpSpPr/>
          <p:nvPr/>
        </p:nvGrpSpPr>
        <p:grpSpPr>
          <a:xfrm>
            <a:off x="8289998" y="872916"/>
            <a:ext cx="3302855" cy="3071429"/>
            <a:chOff x="8097398" y="654735"/>
            <a:chExt cx="3302855" cy="3071429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3F6E4B7A-1BFD-4E0A-8EDA-1BE6F82DB11E}"/>
                </a:ext>
              </a:extLst>
            </p:cNvPr>
            <p:cNvSpPr/>
            <p:nvPr/>
          </p:nvSpPr>
          <p:spPr bwMode="auto">
            <a:xfrm>
              <a:off x="8097398" y="654735"/>
              <a:ext cx="3302855" cy="307142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49" charset="-122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0E95B156-8ABA-47A7-BB7C-18018BAD2371}"/>
                </a:ext>
              </a:extLst>
            </p:cNvPr>
            <p:cNvGrpSpPr/>
            <p:nvPr/>
          </p:nvGrpSpPr>
          <p:grpSpPr>
            <a:xfrm>
              <a:off x="8204795" y="654735"/>
              <a:ext cx="3124200" cy="3071429"/>
              <a:chOff x="8278172" y="400811"/>
              <a:chExt cx="3124200" cy="3071429"/>
            </a:xfrm>
          </p:grpSpPr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E7C2866D-343B-46E7-B848-8D4AF30A94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2">
                <a:extLst>
                  <a:ext uri="{BEBA8EAE-BF5A-486C-A8C5-ECC9F3942E4B}">
                    <a14:imgProps xmlns:a14="http://schemas.microsoft.com/office/drawing/2010/main">
                      <a14:imgLayer r:embed="rId33">
                        <a14:imgEffect>
                          <a14:backgroundRemoval t="10000" b="90000" l="10000" r="90000">
                            <a14:foregroundMark x1="30893" y1="27619" x2="48750" y2="24524"/>
                            <a14:foregroundMark x1="48750" y1="24524" x2="48929" y2="24524"/>
                            <a14:foregroundMark x1="30536" y1="29524" x2="30536" y2="28095"/>
                            <a14:foregroundMark x1="36071" y1="26190" x2="40179" y2="25238"/>
                            <a14:foregroundMark x1="40179" y1="24524" x2="45000" y2="24286"/>
                            <a14:foregroundMark x1="43571" y1="24286" x2="49643" y2="24762"/>
                            <a14:foregroundMark x1="45536" y1="23810" x2="49286" y2="24048"/>
                            <a14:foregroundMark x1="32500" y1="26429" x2="36607" y2="25238"/>
                            <a14:foregroundMark x1="36786" y1="25238" x2="40536" y2="25238"/>
                            <a14:foregroundMark x1="38214" y1="24762" x2="44286" y2="24524"/>
                            <a14:foregroundMark x1="40714" y1="24048" x2="45536" y2="24048"/>
                            <a14:foregroundMark x1="37143" y1="24762" x2="41071" y2="24048"/>
                            <a14:foregroundMark x1="30893" y1="27619" x2="39643" y2="23810"/>
                            <a14:foregroundMark x1="39643" y1="23810" x2="50714" y2="23810"/>
                            <a14:foregroundMark x1="44286" y1="69524" x2="44107" y2="80952"/>
                            <a14:foregroundMark x1="31429" y1="77381" x2="40357" y2="81190"/>
                            <a14:foregroundMark x1="40357" y1="81190" x2="49821" y2="81190"/>
                            <a14:foregroundMark x1="49821" y1="81190" x2="53393" y2="79524"/>
                            <a14:foregroundMark x1="30357" y1="75952" x2="40000" y2="81905"/>
                            <a14:foregroundMark x1="31071" y1="77381" x2="37857" y2="81667"/>
                            <a14:foregroundMark x1="55536" y1="72857" x2="56250" y2="77381"/>
                            <a14:foregroundMark x1="53393" y1="79286" x2="56071" y2="77619"/>
                            <a14:foregroundMark x1="55714" y1="72857" x2="70536" y2="78095"/>
                            <a14:foregroundMark x1="60536" y1="75000" x2="70536" y2="78810"/>
                            <a14:foregroundMark x1="55536" y1="72381" x2="59643" y2="74286"/>
                          </a14:backgroundRemoval>
                        </a14:imgEffect>
                      </a14:imgLayer>
                    </a14:imgProps>
                  </a:ext>
                </a:extLst>
              </a:blip>
              <a:srcRect l="23308" t="19338" r="18121" b="13601"/>
              <a:stretch/>
            </p:blipFill>
            <p:spPr>
              <a:xfrm>
                <a:off x="8278172" y="669191"/>
                <a:ext cx="3124200" cy="2682778"/>
              </a:xfrm>
              <a:prstGeom prst="rect">
                <a:avLst/>
              </a:prstGeom>
            </p:spPr>
          </p:pic>
          <p:cxnSp>
            <p:nvCxnSpPr>
              <p:cNvPr id="4" name="直接连接符 3">
                <a:extLst>
                  <a:ext uri="{FF2B5EF4-FFF2-40B4-BE49-F238E27FC236}">
                    <a16:creationId xmlns:a16="http://schemas.microsoft.com/office/drawing/2014/main" id="{762C0F58-0E8C-4D95-86F9-06F338CB528D}"/>
                  </a:ext>
                </a:extLst>
              </p:cNvPr>
              <p:cNvCxnSpPr/>
              <p:nvPr/>
            </p:nvCxnSpPr>
            <p:spPr bwMode="auto">
              <a:xfrm flipV="1">
                <a:off x="9797143" y="532541"/>
                <a:ext cx="0" cy="1296000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</p:spPr>
          </p:cxnSp>
          <p:cxnSp>
            <p:nvCxnSpPr>
              <p:cNvPr id="6" name="直接箭头连接符 5">
                <a:extLst>
                  <a:ext uri="{FF2B5EF4-FFF2-40B4-BE49-F238E27FC236}">
                    <a16:creationId xmlns:a16="http://schemas.microsoft.com/office/drawing/2014/main" id="{E6233533-A092-4608-92C1-48CDE3D2348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9792119" y="2727631"/>
                <a:ext cx="253915" cy="75601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595959">
                    <a:alpha val="5098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E537F29D-3C48-4A4F-80F6-988580563FB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531051" y="3077154"/>
                <a:ext cx="366764" cy="143343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</p:spPr>
          </p:cxn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1007C13D-BB5C-4B82-B94C-C4BFFA39C9A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910757" y="2722607"/>
                <a:ext cx="894306" cy="349523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595959">
                    <a:alpha val="45098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4414FC0B-BFB1-4F36-8E92-0ABFB835B50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0024490" y="2796636"/>
                <a:ext cx="1115367" cy="332093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</p:spPr>
          </p:cxn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5FCD97B-A0D6-4D32-B21B-36FE6C56C6C8}"/>
                  </a:ext>
                </a:extLst>
              </p:cNvPr>
              <p:cNvSpPr txBox="1"/>
              <p:nvPr/>
            </p:nvSpPr>
            <p:spPr>
              <a:xfrm>
                <a:off x="10974057" y="3009614"/>
                <a:ext cx="24618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i="1"/>
                  <a:t>y</a:t>
                </a:r>
                <a:endParaRPr lang="zh-CN" altLang="en-US" sz="2000" i="1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3D811D0-0BF5-415D-9C88-FFDC7C566F7F}"/>
                  </a:ext>
                </a:extLst>
              </p:cNvPr>
              <p:cNvSpPr txBox="1"/>
              <p:nvPr/>
            </p:nvSpPr>
            <p:spPr>
              <a:xfrm>
                <a:off x="8535009" y="3072130"/>
                <a:ext cx="24618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i="1"/>
                  <a:t>x</a:t>
                </a:r>
                <a:endParaRPr lang="zh-CN" altLang="en-US" sz="2000" i="1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19C734F-E155-41F1-927A-3839DCED0471}"/>
                  </a:ext>
                </a:extLst>
              </p:cNvPr>
              <p:cNvSpPr txBox="1"/>
              <p:nvPr/>
            </p:nvSpPr>
            <p:spPr>
              <a:xfrm>
                <a:off x="9598690" y="2653076"/>
                <a:ext cx="24618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i="1">
                    <a:solidFill>
                      <a:schemeClr val="bg1">
                        <a:lumMod val="50000"/>
                      </a:schemeClr>
                    </a:solidFill>
                  </a:rPr>
                  <a:t>O</a:t>
                </a:r>
                <a:endParaRPr lang="zh-CN" altLang="en-US" sz="2000" i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7944901D-29C0-4049-B533-9017365FD169}"/>
                  </a:ext>
                </a:extLst>
              </p:cNvPr>
              <p:cNvSpPr txBox="1"/>
              <p:nvPr/>
            </p:nvSpPr>
            <p:spPr>
              <a:xfrm>
                <a:off x="9778305" y="400811"/>
                <a:ext cx="24618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i="1"/>
                  <a:t>z</a:t>
                </a:r>
                <a:endParaRPr lang="zh-CN" altLang="en-US" sz="2000" i="1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DC08ED3-7FB4-4D31-89C4-B41A724525F0}"/>
                  </a:ext>
                </a:extLst>
              </p:cNvPr>
              <p:cNvSpPr txBox="1"/>
              <p:nvPr/>
            </p:nvSpPr>
            <p:spPr>
              <a:xfrm>
                <a:off x="8734546" y="2980737"/>
                <a:ext cx="57959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/>
                  <a:t>2</a:t>
                </a:r>
                <a:r>
                  <a:rPr lang="en-US" altLang="zh-CN" sz="2000" i="1"/>
                  <a:t>a</a:t>
                </a:r>
                <a:endParaRPr lang="zh-CN" altLang="en-US" sz="2000" i="1"/>
              </a:p>
            </p:txBody>
          </p:sp>
        </p:grpSp>
      </p:grpSp>
      <p:graphicFrame>
        <p:nvGraphicFramePr>
          <p:cNvPr id="2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912342"/>
              </p:ext>
            </p:extLst>
          </p:nvPr>
        </p:nvGraphicFramePr>
        <p:xfrm>
          <a:off x="785172" y="238382"/>
          <a:ext cx="78359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017" name="Equation" r:id="rId34" imgW="7835760" imgH="1282680" progId="Equation.DSMT4">
                  <p:embed/>
                </p:oleObj>
              </mc:Choice>
              <mc:Fallback>
                <p:oleObj name="Equation" r:id="rId34" imgW="7835760" imgH="1282680" progId="Equation.DSMT4">
                  <p:embed/>
                  <p:pic>
                    <p:nvPicPr>
                      <p:cNvPr id="2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172" y="238382"/>
                        <a:ext cx="7835900" cy="1282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组合 41">
            <a:extLst>
              <a:ext uri="{FF2B5EF4-FFF2-40B4-BE49-F238E27FC236}">
                <a16:creationId xmlns:a16="http://schemas.microsoft.com/office/drawing/2014/main" id="{531DD57A-EF15-47CE-A67F-4ECD00663192}"/>
              </a:ext>
            </a:extLst>
          </p:cNvPr>
          <p:cNvGrpSpPr/>
          <p:nvPr/>
        </p:nvGrpSpPr>
        <p:grpSpPr>
          <a:xfrm>
            <a:off x="8459505" y="4248547"/>
            <a:ext cx="3411504" cy="2734425"/>
            <a:chOff x="7810078" y="3844832"/>
            <a:chExt cx="4357536" cy="3492699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7104CF50-F6AC-427A-9F88-2BBD1580EF3D}"/>
                </a:ext>
              </a:extLst>
            </p:cNvPr>
            <p:cNvGrpSpPr/>
            <p:nvPr/>
          </p:nvGrpSpPr>
          <p:grpSpPr>
            <a:xfrm>
              <a:off x="8034099" y="4285531"/>
              <a:ext cx="3052000" cy="3052000"/>
              <a:chOff x="7066625" y="896645"/>
              <a:chExt cx="3052000" cy="3052000"/>
            </a:xfrm>
          </p:grpSpPr>
          <p:sp>
            <p:nvSpPr>
              <p:cNvPr id="51" name="弧形 50">
                <a:extLst>
                  <a:ext uri="{FF2B5EF4-FFF2-40B4-BE49-F238E27FC236}">
                    <a16:creationId xmlns:a16="http://schemas.microsoft.com/office/drawing/2014/main" id="{8EA64410-7B82-48B8-AE84-C2A61A18F098}"/>
                  </a:ext>
                </a:extLst>
              </p:cNvPr>
              <p:cNvSpPr/>
              <p:nvPr/>
            </p:nvSpPr>
            <p:spPr bwMode="auto">
              <a:xfrm>
                <a:off x="7066625" y="896645"/>
                <a:ext cx="3052000" cy="3052000"/>
              </a:xfrm>
              <a:prstGeom prst="arc">
                <a:avLst/>
              </a:prstGeom>
              <a:solidFill>
                <a:schemeClr val="accent2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弧形 51">
                <a:extLst>
                  <a:ext uri="{FF2B5EF4-FFF2-40B4-BE49-F238E27FC236}">
                    <a16:creationId xmlns:a16="http://schemas.microsoft.com/office/drawing/2014/main" id="{66C58188-EAF9-4018-B318-7F57A05F5132}"/>
                  </a:ext>
                </a:extLst>
              </p:cNvPr>
              <p:cNvSpPr/>
              <p:nvPr/>
            </p:nvSpPr>
            <p:spPr bwMode="auto">
              <a:xfrm flipH="1">
                <a:off x="7066625" y="896645"/>
                <a:ext cx="3052000" cy="3052000"/>
              </a:xfrm>
              <a:prstGeom prst="arc">
                <a:avLst/>
              </a:prstGeom>
              <a:solidFill>
                <a:schemeClr val="accent2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9F3F3F63-B8F9-40B4-B3D7-4495B56CD3CE}"/>
                </a:ext>
              </a:extLst>
            </p:cNvPr>
            <p:cNvGrpSpPr/>
            <p:nvPr/>
          </p:nvGrpSpPr>
          <p:grpSpPr>
            <a:xfrm>
              <a:off x="7810078" y="3844832"/>
              <a:ext cx="4357536" cy="2459334"/>
              <a:chOff x="6709439" y="172820"/>
              <a:chExt cx="4357536" cy="2459334"/>
            </a:xfrm>
          </p:grpSpPr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84790099-B2CC-4D03-B0CE-C821A6A47CC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933460" y="2121763"/>
                <a:ext cx="3773010" cy="0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</p:spPr>
          </p:cxn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0E3E3606-754F-420E-985D-36FA1B0C872D}"/>
                  </a:ext>
                </a:extLst>
              </p:cNvPr>
              <p:cNvCxnSpPr/>
              <p:nvPr/>
            </p:nvCxnSpPr>
            <p:spPr bwMode="auto">
              <a:xfrm flipV="1">
                <a:off x="6924583" y="339412"/>
                <a:ext cx="0" cy="1800000"/>
              </a:xfrm>
              <a:prstGeom prst="straightConnector1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</p:spPr>
          </p:cxn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CA34F73F-1082-46A4-8315-9E2F263F3DA9}"/>
                  </a:ext>
                </a:extLst>
              </p:cNvPr>
              <p:cNvSpPr txBox="1"/>
              <p:nvPr/>
            </p:nvSpPr>
            <p:spPr>
              <a:xfrm>
                <a:off x="10460919" y="2085330"/>
                <a:ext cx="6060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i="1" dirty="0"/>
                  <a:t>x</a:t>
                </a:r>
                <a:endParaRPr lang="zh-CN" altLang="en-US" sz="2400" i="1" dirty="0"/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A744CE1-BB7A-49CC-9A50-EC543C1E3761}"/>
                  </a:ext>
                </a:extLst>
              </p:cNvPr>
              <p:cNvSpPr txBox="1"/>
              <p:nvPr/>
            </p:nvSpPr>
            <p:spPr>
              <a:xfrm>
                <a:off x="6968992" y="172820"/>
                <a:ext cx="6060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i="1" dirty="0"/>
                  <a:t>y</a:t>
                </a:r>
                <a:endParaRPr lang="zh-CN" altLang="en-US" sz="2400" i="1" dirty="0"/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8CBF2EB-A102-4559-B7A6-B8FE6FDBC2D0}"/>
                  </a:ext>
                </a:extLst>
              </p:cNvPr>
              <p:cNvSpPr txBox="1"/>
              <p:nvPr/>
            </p:nvSpPr>
            <p:spPr>
              <a:xfrm>
                <a:off x="6709439" y="2048576"/>
                <a:ext cx="6060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i="1" dirty="0"/>
                  <a:t>O</a:t>
                </a:r>
                <a:endParaRPr lang="zh-CN" altLang="en-US" sz="2400" i="1" dirty="0"/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74676909-36C9-421D-BC53-7563952406AF}"/>
                  </a:ext>
                </a:extLst>
              </p:cNvPr>
              <p:cNvSpPr txBox="1"/>
              <p:nvPr/>
            </p:nvSpPr>
            <p:spPr>
              <a:xfrm>
                <a:off x="9753304" y="2042466"/>
                <a:ext cx="606056" cy="589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i="1"/>
                  <a:t>a</a:t>
                </a:r>
                <a:endParaRPr lang="zh-CN" altLang="en-US" sz="2400" i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5012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Text Box 2"/>
          <p:cNvSpPr txBox="1">
            <a:spLocks noChangeArrowheads="1"/>
          </p:cNvSpPr>
          <p:nvPr/>
        </p:nvSpPr>
        <p:spPr bwMode="auto">
          <a:xfrm>
            <a:off x="2013557" y="1018095"/>
            <a:ext cx="792162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540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华文新魏" pitchFamily="2" charset="-122"/>
              </a:rPr>
              <a:t>作 业</a:t>
            </a:r>
          </a:p>
        </p:txBody>
      </p:sp>
      <p:sp>
        <p:nvSpPr>
          <p:cNvPr id="1103876" name="Text Box 4"/>
          <p:cNvSpPr txBox="1">
            <a:spLocks noChangeArrowheads="1"/>
          </p:cNvSpPr>
          <p:nvPr/>
        </p:nvSpPr>
        <p:spPr bwMode="auto">
          <a:xfrm>
            <a:off x="4138425" y="2347962"/>
            <a:ext cx="36718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3600">
                <a:solidFill>
                  <a:srgbClr val="000099"/>
                </a:solidFill>
              </a:rPr>
              <a:t>习题</a:t>
            </a:r>
            <a:r>
              <a:rPr lang="en-US" altLang="zh-CN" sz="3600">
                <a:solidFill>
                  <a:srgbClr val="000099"/>
                </a:solidFill>
              </a:rPr>
              <a:t>6.5</a:t>
            </a:r>
            <a:endParaRPr lang="zh-CN" altLang="en-US" sz="360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51TGp_global_light_v2">
  <a:themeElements>
    <a:clrScheme name="251TGp_global_light_v2 3">
      <a:dk1>
        <a:srgbClr val="000000"/>
      </a:dk1>
      <a:lt1>
        <a:srgbClr val="FFFFFF"/>
      </a:lt1>
      <a:dk2>
        <a:srgbClr val="000066"/>
      </a:dk2>
      <a:lt2>
        <a:srgbClr val="969696"/>
      </a:lt2>
      <a:accent1>
        <a:srgbClr val="8BE3AF"/>
      </a:accent1>
      <a:accent2>
        <a:srgbClr val="8DC6FF"/>
      </a:accent2>
      <a:accent3>
        <a:srgbClr val="FFFFFF"/>
      </a:accent3>
      <a:accent4>
        <a:srgbClr val="000000"/>
      </a:accent4>
      <a:accent5>
        <a:srgbClr val="C4EFD4"/>
      </a:accent5>
      <a:accent6>
        <a:srgbClr val="7FB3E7"/>
      </a:accent6>
      <a:hlink>
        <a:srgbClr val="0066CC"/>
      </a:hlink>
      <a:folHlink>
        <a:srgbClr val="25ADBB"/>
      </a:folHlink>
    </a:clrScheme>
    <a:fontScheme name="251TGp_global_light_v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黑体" pitchFamily="49" charset="-122"/>
          </a:defRPr>
        </a:defPPr>
      </a:lstStyle>
    </a:spDef>
    <a:lnDef>
      <a:spPr bwMode="auto">
        <a:noFill/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251TGp_global_light_v2 1">
        <a:dk1>
          <a:srgbClr val="000000"/>
        </a:dk1>
        <a:lt1>
          <a:srgbClr val="FFFFFF"/>
        </a:lt1>
        <a:dk2>
          <a:srgbClr val="004162"/>
        </a:dk2>
        <a:lt2>
          <a:srgbClr val="777777"/>
        </a:lt2>
        <a:accent1>
          <a:srgbClr val="F2E678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F7F0BE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51TGp_global_light_v2 2">
        <a:dk1>
          <a:srgbClr val="000000"/>
        </a:dk1>
        <a:lt1>
          <a:srgbClr val="FFFFFF"/>
        </a:lt1>
        <a:dk2>
          <a:srgbClr val="333399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6199E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51TGp_global_light_v2 3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8BE3AF"/>
        </a:accent1>
        <a:accent2>
          <a:srgbClr val="8DC6FF"/>
        </a:accent2>
        <a:accent3>
          <a:srgbClr val="FFFFFF"/>
        </a:accent3>
        <a:accent4>
          <a:srgbClr val="000000"/>
        </a:accent4>
        <a:accent5>
          <a:srgbClr val="C4EFD4"/>
        </a:accent5>
        <a:accent6>
          <a:srgbClr val="7FB3E7"/>
        </a:accent6>
        <a:hlink>
          <a:srgbClr val="0066CC"/>
        </a:hlink>
        <a:folHlink>
          <a:srgbClr val="25ADB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4926</TotalTime>
  <Words>185</Words>
  <Application>Microsoft Office PowerPoint</Application>
  <PresentationFormat>宽屏</PresentationFormat>
  <Paragraphs>122</Paragraphs>
  <Slides>19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黑体</vt:lpstr>
      <vt:lpstr>华文新魏</vt:lpstr>
      <vt:lpstr>隶书</vt:lpstr>
      <vt:lpstr>Arial</vt:lpstr>
      <vt:lpstr>Calibri</vt:lpstr>
      <vt:lpstr>Times New Roman</vt:lpstr>
      <vt:lpstr>Wingdings</vt:lpstr>
      <vt:lpstr>251TGp_global_light_v2</vt:lpstr>
      <vt:lpstr>Soaring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Billgates</dc:creator>
  <cp:lastModifiedBy>admin</cp:lastModifiedBy>
  <cp:revision>306</cp:revision>
  <dcterms:created xsi:type="dcterms:W3CDTF">2005-02-18T10:20:39Z</dcterms:created>
  <dcterms:modified xsi:type="dcterms:W3CDTF">2026-04-12T03:52:44Z</dcterms:modified>
</cp:coreProperties>
</file>