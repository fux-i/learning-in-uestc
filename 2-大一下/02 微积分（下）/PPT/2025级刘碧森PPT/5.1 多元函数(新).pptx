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73" r:id="rId2"/>
  </p:sldMasterIdLst>
  <p:notesMasterIdLst>
    <p:notesMasterId r:id="rId31"/>
  </p:notesMasterIdLst>
  <p:sldIdLst>
    <p:sldId id="303" r:id="rId3"/>
    <p:sldId id="349" r:id="rId4"/>
    <p:sldId id="307" r:id="rId5"/>
    <p:sldId id="308" r:id="rId6"/>
    <p:sldId id="311" r:id="rId7"/>
    <p:sldId id="313" r:id="rId8"/>
    <p:sldId id="315" r:id="rId9"/>
    <p:sldId id="316" r:id="rId10"/>
    <p:sldId id="300" r:id="rId11"/>
    <p:sldId id="344" r:id="rId12"/>
    <p:sldId id="318" r:id="rId13"/>
    <p:sldId id="319" r:id="rId14"/>
    <p:sldId id="321" r:id="rId15"/>
    <p:sldId id="323" r:id="rId16"/>
    <p:sldId id="325" r:id="rId17"/>
    <p:sldId id="327" r:id="rId18"/>
    <p:sldId id="345" r:id="rId19"/>
    <p:sldId id="331" r:id="rId20"/>
    <p:sldId id="343" r:id="rId21"/>
    <p:sldId id="317" r:id="rId22"/>
    <p:sldId id="312" r:id="rId23"/>
    <p:sldId id="346" r:id="rId24"/>
    <p:sldId id="314" r:id="rId25"/>
    <p:sldId id="332" r:id="rId26"/>
    <p:sldId id="334" r:id="rId27"/>
    <p:sldId id="336" r:id="rId28"/>
    <p:sldId id="338" r:id="rId29"/>
    <p:sldId id="339" r:id="rId30"/>
  </p:sldIdLst>
  <p:sldSz cx="12192000" cy="6858000"/>
  <p:notesSz cx="6400800" cy="8686800"/>
  <p:defaultTextStyle>
    <a:defPPr>
      <a:defRPr lang="zh-CN"/>
    </a:defPPr>
    <a:lvl1pPr algn="l" rtl="0" fontAlgn="base">
      <a:spcBef>
        <a:spcPct val="50000"/>
      </a:spcBef>
      <a:spcAft>
        <a:spcPct val="0"/>
      </a:spcAft>
      <a:defRPr kumimoji="1" sz="2800" b="1" kern="1200">
        <a:solidFill>
          <a:schemeClr val="tx1"/>
        </a:solidFill>
        <a:latin typeface="Times New Roman" pitchFamily="18" charset="0"/>
        <a:ea typeface="黑体" pitchFamily="49" charset="-122"/>
        <a:cs typeface="+mn-cs"/>
      </a:defRPr>
    </a:lvl1pPr>
    <a:lvl2pPr marL="457200" algn="l" rtl="0" fontAlgn="base">
      <a:spcBef>
        <a:spcPct val="50000"/>
      </a:spcBef>
      <a:spcAft>
        <a:spcPct val="0"/>
      </a:spcAft>
      <a:defRPr kumimoji="1" sz="2800" b="1" kern="1200">
        <a:solidFill>
          <a:schemeClr val="tx1"/>
        </a:solidFill>
        <a:latin typeface="Times New Roman" pitchFamily="18" charset="0"/>
        <a:ea typeface="黑体" pitchFamily="49" charset="-122"/>
        <a:cs typeface="+mn-cs"/>
      </a:defRPr>
    </a:lvl2pPr>
    <a:lvl3pPr marL="914400" algn="l" rtl="0" fontAlgn="base">
      <a:spcBef>
        <a:spcPct val="50000"/>
      </a:spcBef>
      <a:spcAft>
        <a:spcPct val="0"/>
      </a:spcAft>
      <a:defRPr kumimoji="1" sz="2800" b="1" kern="1200">
        <a:solidFill>
          <a:schemeClr val="tx1"/>
        </a:solidFill>
        <a:latin typeface="Times New Roman" pitchFamily="18" charset="0"/>
        <a:ea typeface="黑体" pitchFamily="49" charset="-122"/>
        <a:cs typeface="+mn-cs"/>
      </a:defRPr>
    </a:lvl3pPr>
    <a:lvl4pPr marL="1371600" algn="l" rtl="0" fontAlgn="base">
      <a:spcBef>
        <a:spcPct val="50000"/>
      </a:spcBef>
      <a:spcAft>
        <a:spcPct val="0"/>
      </a:spcAft>
      <a:defRPr kumimoji="1" sz="2800" b="1" kern="1200">
        <a:solidFill>
          <a:schemeClr val="tx1"/>
        </a:solidFill>
        <a:latin typeface="Times New Roman" pitchFamily="18" charset="0"/>
        <a:ea typeface="黑体" pitchFamily="49" charset="-122"/>
        <a:cs typeface="+mn-cs"/>
      </a:defRPr>
    </a:lvl4pPr>
    <a:lvl5pPr marL="1828800" algn="l" rtl="0" fontAlgn="base">
      <a:spcBef>
        <a:spcPct val="50000"/>
      </a:spcBef>
      <a:spcAft>
        <a:spcPct val="0"/>
      </a:spcAft>
      <a:defRPr kumimoji="1" sz="2800" b="1" kern="1200">
        <a:solidFill>
          <a:schemeClr val="tx1"/>
        </a:solidFill>
        <a:latin typeface="Times New Roman" pitchFamily="18" charset="0"/>
        <a:ea typeface="黑体" pitchFamily="49" charset="-122"/>
        <a:cs typeface="+mn-cs"/>
      </a:defRPr>
    </a:lvl5pPr>
    <a:lvl6pPr marL="2286000" algn="l" defTabSz="914400" rtl="0" eaLnBrk="1" latinLnBrk="0" hangingPunct="1">
      <a:defRPr kumimoji="1" sz="2800" b="1" kern="1200">
        <a:solidFill>
          <a:schemeClr val="tx1"/>
        </a:solidFill>
        <a:latin typeface="Times New Roman" pitchFamily="18" charset="0"/>
        <a:ea typeface="黑体" pitchFamily="49" charset="-122"/>
        <a:cs typeface="+mn-cs"/>
      </a:defRPr>
    </a:lvl6pPr>
    <a:lvl7pPr marL="2743200" algn="l" defTabSz="914400" rtl="0" eaLnBrk="1" latinLnBrk="0" hangingPunct="1">
      <a:defRPr kumimoji="1" sz="2800" b="1" kern="1200">
        <a:solidFill>
          <a:schemeClr val="tx1"/>
        </a:solidFill>
        <a:latin typeface="Times New Roman" pitchFamily="18" charset="0"/>
        <a:ea typeface="黑体" pitchFamily="49" charset="-122"/>
        <a:cs typeface="+mn-cs"/>
      </a:defRPr>
    </a:lvl7pPr>
    <a:lvl8pPr marL="3200400" algn="l" defTabSz="914400" rtl="0" eaLnBrk="1" latinLnBrk="0" hangingPunct="1">
      <a:defRPr kumimoji="1" sz="2800" b="1" kern="1200">
        <a:solidFill>
          <a:schemeClr val="tx1"/>
        </a:solidFill>
        <a:latin typeface="Times New Roman" pitchFamily="18" charset="0"/>
        <a:ea typeface="黑体" pitchFamily="49" charset="-122"/>
        <a:cs typeface="+mn-cs"/>
      </a:defRPr>
    </a:lvl8pPr>
    <a:lvl9pPr marL="3657600" algn="l" defTabSz="914400" rtl="0" eaLnBrk="1" latinLnBrk="0" hangingPunct="1">
      <a:defRPr kumimoji="1" sz="2800" b="1" kern="1200">
        <a:solidFill>
          <a:schemeClr val="tx1"/>
        </a:solidFill>
        <a:latin typeface="Times New Roman" pitchFamily="18" charset="0"/>
        <a:ea typeface="黑体"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4"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B4ECFF"/>
    <a:srgbClr val="CCCCFF"/>
    <a:srgbClr val="FFCCFF"/>
    <a:srgbClr val="FFFF99"/>
    <a:srgbClr val="000099"/>
    <a:srgbClr val="FFFF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8878" autoAdjust="0"/>
  </p:normalViewPr>
  <p:slideViewPr>
    <p:cSldViewPr snapToGrid="0">
      <p:cViewPr varScale="1">
        <p:scale>
          <a:sx n="65" d="100"/>
          <a:sy n="65" d="100"/>
        </p:scale>
        <p:origin x="700" y="44"/>
      </p:cViewPr>
      <p:guideLst>
        <p:guide orient="horz" pos="2160"/>
        <p:guide pos="384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_rels/viewProps.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slide" Target="slides/slide1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3-01T20:57:46.348" idx="4">
    <p:pos x="10" y="10"/>
    <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 Id="rId9"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59.wmf"/><Relationship Id="rId7" Type="http://schemas.openxmlformats.org/officeDocument/2006/relationships/image" Target="../media/image63.wmf"/><Relationship Id="rId12" Type="http://schemas.openxmlformats.org/officeDocument/2006/relationships/image" Target="../media/image68.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11" Type="http://schemas.openxmlformats.org/officeDocument/2006/relationships/image" Target="../media/image67.wmf"/><Relationship Id="rId5" Type="http://schemas.openxmlformats.org/officeDocument/2006/relationships/image" Target="../media/image61.wmf"/><Relationship Id="rId10" Type="http://schemas.openxmlformats.org/officeDocument/2006/relationships/image" Target="../media/image66.wmf"/><Relationship Id="rId4" Type="http://schemas.openxmlformats.org/officeDocument/2006/relationships/image" Target="../media/image60.wmf"/><Relationship Id="rId9" Type="http://schemas.openxmlformats.org/officeDocument/2006/relationships/image" Target="../media/image6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png"/><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image" Target="../media/image88.wmf"/><Relationship Id="rId3" Type="http://schemas.openxmlformats.org/officeDocument/2006/relationships/image" Target="../media/image78.wmf"/><Relationship Id="rId7" Type="http://schemas.openxmlformats.org/officeDocument/2006/relationships/image" Target="../media/image82.wmf"/><Relationship Id="rId12" Type="http://schemas.openxmlformats.org/officeDocument/2006/relationships/image" Target="../media/image87.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11" Type="http://schemas.openxmlformats.org/officeDocument/2006/relationships/image" Target="../media/image86.wmf"/><Relationship Id="rId5" Type="http://schemas.openxmlformats.org/officeDocument/2006/relationships/image" Target="../media/image80.wmf"/><Relationship Id="rId15" Type="http://schemas.openxmlformats.org/officeDocument/2006/relationships/image" Target="../media/image90.wmf"/><Relationship Id="rId10" Type="http://schemas.openxmlformats.org/officeDocument/2006/relationships/image" Target="../media/image85.wmf"/><Relationship Id="rId4" Type="http://schemas.openxmlformats.org/officeDocument/2006/relationships/image" Target="../media/image79.wmf"/><Relationship Id="rId9" Type="http://schemas.openxmlformats.org/officeDocument/2006/relationships/image" Target="../media/image84.wmf"/><Relationship Id="rId14" Type="http://schemas.openxmlformats.org/officeDocument/2006/relationships/image" Target="../media/image8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image" Target="../media/image103.wmf"/><Relationship Id="rId3" Type="http://schemas.openxmlformats.org/officeDocument/2006/relationships/image" Target="../media/image93.wmf"/><Relationship Id="rId7" Type="http://schemas.openxmlformats.org/officeDocument/2006/relationships/image" Target="../media/image97.wmf"/><Relationship Id="rId12" Type="http://schemas.openxmlformats.org/officeDocument/2006/relationships/image" Target="../media/image102.wmf"/><Relationship Id="rId2" Type="http://schemas.openxmlformats.org/officeDocument/2006/relationships/image" Target="../media/image92.wmf"/><Relationship Id="rId1" Type="http://schemas.openxmlformats.org/officeDocument/2006/relationships/image" Target="../media/image91.wmf"/><Relationship Id="rId6" Type="http://schemas.openxmlformats.org/officeDocument/2006/relationships/image" Target="../media/image96.wmf"/><Relationship Id="rId11" Type="http://schemas.openxmlformats.org/officeDocument/2006/relationships/image" Target="../media/image101.wmf"/><Relationship Id="rId5" Type="http://schemas.openxmlformats.org/officeDocument/2006/relationships/image" Target="../media/image95.wmf"/><Relationship Id="rId10" Type="http://schemas.openxmlformats.org/officeDocument/2006/relationships/image" Target="../media/image100.wmf"/><Relationship Id="rId4" Type="http://schemas.openxmlformats.org/officeDocument/2006/relationships/image" Target="../media/image94.wmf"/><Relationship Id="rId9" Type="http://schemas.openxmlformats.org/officeDocument/2006/relationships/image" Target="../media/image99.wmf"/><Relationship Id="rId14" Type="http://schemas.openxmlformats.org/officeDocument/2006/relationships/image" Target="../media/image104.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image" Target="../media/image117.wmf"/><Relationship Id="rId3" Type="http://schemas.openxmlformats.org/officeDocument/2006/relationships/image" Target="../media/image107.wmf"/><Relationship Id="rId7" Type="http://schemas.openxmlformats.org/officeDocument/2006/relationships/image" Target="../media/image111.wmf"/><Relationship Id="rId12" Type="http://schemas.openxmlformats.org/officeDocument/2006/relationships/image" Target="../media/image116.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11" Type="http://schemas.openxmlformats.org/officeDocument/2006/relationships/image" Target="../media/image115.wmf"/><Relationship Id="rId5" Type="http://schemas.openxmlformats.org/officeDocument/2006/relationships/image" Target="../media/image109.wmf"/><Relationship Id="rId10" Type="http://schemas.openxmlformats.org/officeDocument/2006/relationships/image" Target="../media/image114.wmf"/><Relationship Id="rId4" Type="http://schemas.openxmlformats.org/officeDocument/2006/relationships/image" Target="../media/image108.wmf"/><Relationship Id="rId9" Type="http://schemas.openxmlformats.org/officeDocument/2006/relationships/image" Target="../media/image113.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image" Target="../media/image130.wmf"/><Relationship Id="rId18" Type="http://schemas.openxmlformats.org/officeDocument/2006/relationships/image" Target="../media/image135.wmf"/><Relationship Id="rId3" Type="http://schemas.openxmlformats.org/officeDocument/2006/relationships/image" Target="../media/image120.wmf"/><Relationship Id="rId21" Type="http://schemas.openxmlformats.org/officeDocument/2006/relationships/image" Target="../media/image138.wmf"/><Relationship Id="rId7" Type="http://schemas.openxmlformats.org/officeDocument/2006/relationships/image" Target="../media/image124.wmf"/><Relationship Id="rId12" Type="http://schemas.openxmlformats.org/officeDocument/2006/relationships/image" Target="../media/image129.wmf"/><Relationship Id="rId17" Type="http://schemas.openxmlformats.org/officeDocument/2006/relationships/image" Target="../media/image134.wmf"/><Relationship Id="rId2" Type="http://schemas.openxmlformats.org/officeDocument/2006/relationships/image" Target="../media/image119.wmf"/><Relationship Id="rId16" Type="http://schemas.openxmlformats.org/officeDocument/2006/relationships/image" Target="../media/image133.wmf"/><Relationship Id="rId20" Type="http://schemas.openxmlformats.org/officeDocument/2006/relationships/image" Target="../media/image137.wmf"/><Relationship Id="rId1" Type="http://schemas.openxmlformats.org/officeDocument/2006/relationships/image" Target="../media/image118.wmf"/><Relationship Id="rId6" Type="http://schemas.openxmlformats.org/officeDocument/2006/relationships/image" Target="../media/image123.wmf"/><Relationship Id="rId11" Type="http://schemas.openxmlformats.org/officeDocument/2006/relationships/image" Target="../media/image128.wmf"/><Relationship Id="rId5" Type="http://schemas.openxmlformats.org/officeDocument/2006/relationships/image" Target="../media/image122.wmf"/><Relationship Id="rId15" Type="http://schemas.openxmlformats.org/officeDocument/2006/relationships/image" Target="../media/image132.wmf"/><Relationship Id="rId23" Type="http://schemas.openxmlformats.org/officeDocument/2006/relationships/image" Target="../media/image140.wmf"/><Relationship Id="rId10" Type="http://schemas.openxmlformats.org/officeDocument/2006/relationships/image" Target="../media/image127.wmf"/><Relationship Id="rId19" Type="http://schemas.openxmlformats.org/officeDocument/2006/relationships/image" Target="../media/image136.wmf"/><Relationship Id="rId4" Type="http://schemas.openxmlformats.org/officeDocument/2006/relationships/image" Target="../media/image121.wmf"/><Relationship Id="rId9" Type="http://schemas.openxmlformats.org/officeDocument/2006/relationships/image" Target="../media/image126.wmf"/><Relationship Id="rId14" Type="http://schemas.openxmlformats.org/officeDocument/2006/relationships/image" Target="../media/image131.wmf"/><Relationship Id="rId22" Type="http://schemas.openxmlformats.org/officeDocument/2006/relationships/image" Target="../media/image139.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image" Target="../media/image153.wmf"/><Relationship Id="rId18" Type="http://schemas.openxmlformats.org/officeDocument/2006/relationships/image" Target="../media/image158.wmf"/><Relationship Id="rId3" Type="http://schemas.openxmlformats.org/officeDocument/2006/relationships/image" Target="../media/image143.wmf"/><Relationship Id="rId7" Type="http://schemas.openxmlformats.org/officeDocument/2006/relationships/image" Target="../media/image147.wmf"/><Relationship Id="rId12" Type="http://schemas.openxmlformats.org/officeDocument/2006/relationships/image" Target="../media/image152.wmf"/><Relationship Id="rId17" Type="http://schemas.openxmlformats.org/officeDocument/2006/relationships/image" Target="../media/image157.wmf"/><Relationship Id="rId2" Type="http://schemas.openxmlformats.org/officeDocument/2006/relationships/image" Target="../media/image142.wmf"/><Relationship Id="rId16" Type="http://schemas.openxmlformats.org/officeDocument/2006/relationships/image" Target="../media/image156.wmf"/><Relationship Id="rId20" Type="http://schemas.openxmlformats.org/officeDocument/2006/relationships/image" Target="../media/image160.wmf"/><Relationship Id="rId1" Type="http://schemas.openxmlformats.org/officeDocument/2006/relationships/image" Target="../media/image141.wmf"/><Relationship Id="rId6" Type="http://schemas.openxmlformats.org/officeDocument/2006/relationships/image" Target="../media/image146.wmf"/><Relationship Id="rId11" Type="http://schemas.openxmlformats.org/officeDocument/2006/relationships/image" Target="../media/image151.wmf"/><Relationship Id="rId5" Type="http://schemas.openxmlformats.org/officeDocument/2006/relationships/image" Target="../media/image145.wmf"/><Relationship Id="rId15" Type="http://schemas.openxmlformats.org/officeDocument/2006/relationships/image" Target="../media/image155.wmf"/><Relationship Id="rId10" Type="http://schemas.openxmlformats.org/officeDocument/2006/relationships/image" Target="../media/image150.wmf"/><Relationship Id="rId19" Type="http://schemas.openxmlformats.org/officeDocument/2006/relationships/image" Target="../media/image159.wmf"/><Relationship Id="rId4" Type="http://schemas.openxmlformats.org/officeDocument/2006/relationships/image" Target="../media/image144.wmf"/><Relationship Id="rId9" Type="http://schemas.openxmlformats.org/officeDocument/2006/relationships/image" Target="../media/image149.wmf"/><Relationship Id="rId14" Type="http://schemas.openxmlformats.org/officeDocument/2006/relationships/image" Target="../media/image15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6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63.wmf"/><Relationship Id="rId1" Type="http://schemas.openxmlformats.org/officeDocument/2006/relationships/image" Target="../media/image16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82.wmf"/><Relationship Id="rId13" Type="http://schemas.openxmlformats.org/officeDocument/2006/relationships/image" Target="../media/image187.wmf"/><Relationship Id="rId18" Type="http://schemas.openxmlformats.org/officeDocument/2006/relationships/image" Target="../media/image192.wmf"/><Relationship Id="rId3" Type="http://schemas.openxmlformats.org/officeDocument/2006/relationships/image" Target="../media/image177.wmf"/><Relationship Id="rId7" Type="http://schemas.openxmlformats.org/officeDocument/2006/relationships/image" Target="../media/image181.wmf"/><Relationship Id="rId12" Type="http://schemas.openxmlformats.org/officeDocument/2006/relationships/image" Target="../media/image186.wmf"/><Relationship Id="rId17" Type="http://schemas.openxmlformats.org/officeDocument/2006/relationships/image" Target="../media/image191.wmf"/><Relationship Id="rId2" Type="http://schemas.openxmlformats.org/officeDocument/2006/relationships/image" Target="../media/image176.wmf"/><Relationship Id="rId16" Type="http://schemas.openxmlformats.org/officeDocument/2006/relationships/image" Target="../media/image190.wmf"/><Relationship Id="rId1" Type="http://schemas.openxmlformats.org/officeDocument/2006/relationships/image" Target="../media/image175.wmf"/><Relationship Id="rId6" Type="http://schemas.openxmlformats.org/officeDocument/2006/relationships/image" Target="../media/image180.wmf"/><Relationship Id="rId11" Type="http://schemas.openxmlformats.org/officeDocument/2006/relationships/image" Target="../media/image185.wmf"/><Relationship Id="rId5" Type="http://schemas.openxmlformats.org/officeDocument/2006/relationships/image" Target="../media/image179.wmf"/><Relationship Id="rId15" Type="http://schemas.openxmlformats.org/officeDocument/2006/relationships/image" Target="../media/image189.wmf"/><Relationship Id="rId10" Type="http://schemas.openxmlformats.org/officeDocument/2006/relationships/image" Target="../media/image184.wmf"/><Relationship Id="rId4" Type="http://schemas.openxmlformats.org/officeDocument/2006/relationships/image" Target="../media/image178.wmf"/><Relationship Id="rId9" Type="http://schemas.openxmlformats.org/officeDocument/2006/relationships/image" Target="../media/image183.wmf"/><Relationship Id="rId14" Type="http://schemas.openxmlformats.org/officeDocument/2006/relationships/image" Target="../media/image188.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00.wmf"/><Relationship Id="rId3" Type="http://schemas.openxmlformats.org/officeDocument/2006/relationships/image" Target="../media/image195.wmf"/><Relationship Id="rId7" Type="http://schemas.openxmlformats.org/officeDocument/2006/relationships/image" Target="../media/image199.wmf"/><Relationship Id="rId2" Type="http://schemas.openxmlformats.org/officeDocument/2006/relationships/image" Target="../media/image194.wmf"/><Relationship Id="rId1" Type="http://schemas.openxmlformats.org/officeDocument/2006/relationships/image" Target="../media/image193.wmf"/><Relationship Id="rId6" Type="http://schemas.openxmlformats.org/officeDocument/2006/relationships/image" Target="../media/image198.wmf"/><Relationship Id="rId5" Type="http://schemas.openxmlformats.org/officeDocument/2006/relationships/image" Target="../media/image197.wmf"/><Relationship Id="rId10" Type="http://schemas.openxmlformats.org/officeDocument/2006/relationships/image" Target="../media/image202.wmf"/><Relationship Id="rId4" Type="http://schemas.openxmlformats.org/officeDocument/2006/relationships/image" Target="../media/image196.wmf"/><Relationship Id="rId9" Type="http://schemas.openxmlformats.org/officeDocument/2006/relationships/image" Target="../media/image201.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image" Target="../media/image205.wmf"/><Relationship Id="rId7" Type="http://schemas.openxmlformats.org/officeDocument/2006/relationships/image" Target="../media/image209.wmf"/><Relationship Id="rId12" Type="http://schemas.openxmlformats.org/officeDocument/2006/relationships/image" Target="../media/image214.wmf"/><Relationship Id="rId2" Type="http://schemas.openxmlformats.org/officeDocument/2006/relationships/image" Target="../media/image204.wmf"/><Relationship Id="rId1" Type="http://schemas.openxmlformats.org/officeDocument/2006/relationships/image" Target="../media/image203.wmf"/><Relationship Id="rId6" Type="http://schemas.openxmlformats.org/officeDocument/2006/relationships/image" Target="../media/image208.wmf"/><Relationship Id="rId11" Type="http://schemas.openxmlformats.org/officeDocument/2006/relationships/image" Target="../media/image213.wmf"/><Relationship Id="rId5" Type="http://schemas.openxmlformats.org/officeDocument/2006/relationships/image" Target="../media/image207.wmf"/><Relationship Id="rId10" Type="http://schemas.openxmlformats.org/officeDocument/2006/relationships/image" Target="../media/image212.wmf"/><Relationship Id="rId4" Type="http://schemas.openxmlformats.org/officeDocument/2006/relationships/image" Target="../media/image206.wmf"/><Relationship Id="rId9" Type="http://schemas.openxmlformats.org/officeDocument/2006/relationships/image" Target="../media/image21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wmf"/><Relationship Id="rId5" Type="http://schemas.openxmlformats.org/officeDocument/2006/relationships/image" Target="../media/image219.wmf"/><Relationship Id="rId4" Type="http://schemas.openxmlformats.org/officeDocument/2006/relationships/image" Target="../media/image21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22.wmf"/><Relationship Id="rId7" Type="http://schemas.openxmlformats.org/officeDocument/2006/relationships/image" Target="../media/image226.wmf"/><Relationship Id="rId2" Type="http://schemas.openxmlformats.org/officeDocument/2006/relationships/image" Target="../media/image221.wmf"/><Relationship Id="rId1" Type="http://schemas.openxmlformats.org/officeDocument/2006/relationships/image" Target="../media/image220.wmf"/><Relationship Id="rId6" Type="http://schemas.openxmlformats.org/officeDocument/2006/relationships/image" Target="../media/image225.wmf"/><Relationship Id="rId5" Type="http://schemas.openxmlformats.org/officeDocument/2006/relationships/image" Target="../media/image224.wmf"/><Relationship Id="rId4" Type="http://schemas.openxmlformats.org/officeDocument/2006/relationships/image" Target="../media/image223.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34.wmf"/><Relationship Id="rId3" Type="http://schemas.openxmlformats.org/officeDocument/2006/relationships/image" Target="../media/image229.wmf"/><Relationship Id="rId7" Type="http://schemas.openxmlformats.org/officeDocument/2006/relationships/image" Target="../media/image233.wmf"/><Relationship Id="rId2" Type="http://schemas.openxmlformats.org/officeDocument/2006/relationships/image" Target="../media/image228.wmf"/><Relationship Id="rId1" Type="http://schemas.openxmlformats.org/officeDocument/2006/relationships/image" Target="../media/image227.wmf"/><Relationship Id="rId6" Type="http://schemas.openxmlformats.org/officeDocument/2006/relationships/image" Target="../media/image232.wmf"/><Relationship Id="rId5" Type="http://schemas.openxmlformats.org/officeDocument/2006/relationships/image" Target="../media/image231.wmf"/><Relationship Id="rId4" Type="http://schemas.openxmlformats.org/officeDocument/2006/relationships/image" Target="../media/image230.wmf"/><Relationship Id="rId9" Type="http://schemas.openxmlformats.org/officeDocument/2006/relationships/image" Target="../media/image2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2773363" cy="434975"/>
          </a:xfrm>
          <a:prstGeom prst="rect">
            <a:avLst/>
          </a:prstGeom>
          <a:noFill/>
          <a:ln w="9525">
            <a:noFill/>
            <a:miter lim="800000"/>
            <a:headEnd/>
            <a:tailEnd/>
          </a:ln>
          <a:effectLst/>
        </p:spPr>
        <p:txBody>
          <a:bodyPr vert="horz" wrap="square" lIns="86210" tIns="43105" rIns="86210" bIns="43105" numCol="1" anchor="t" anchorCtr="0" compatLnSpc="1">
            <a:prstTxWarp prst="textNoShape">
              <a:avLst/>
            </a:prstTxWarp>
          </a:bodyPr>
          <a:lstStyle>
            <a:lvl1pPr defTabSz="862013">
              <a:spcBef>
                <a:spcPct val="0"/>
              </a:spcBef>
              <a:defRPr sz="1100" b="0" smtClean="0">
                <a:ea typeface="宋体" pitchFamily="2" charset="-122"/>
              </a:defRPr>
            </a:lvl1pPr>
          </a:lstStyle>
          <a:p>
            <a:pPr>
              <a:defRPr/>
            </a:pPr>
            <a:endParaRPr lang="en-US" altLang="zh-CN"/>
          </a:p>
        </p:txBody>
      </p:sp>
      <p:sp>
        <p:nvSpPr>
          <p:cNvPr id="105475" name="Rectangle 3"/>
          <p:cNvSpPr>
            <a:spLocks noGrp="1" noChangeArrowheads="1"/>
          </p:cNvSpPr>
          <p:nvPr>
            <p:ph type="dt" idx="1"/>
          </p:nvPr>
        </p:nvSpPr>
        <p:spPr bwMode="auto">
          <a:xfrm>
            <a:off x="3625850" y="0"/>
            <a:ext cx="2773363" cy="434975"/>
          </a:xfrm>
          <a:prstGeom prst="rect">
            <a:avLst/>
          </a:prstGeom>
          <a:noFill/>
          <a:ln w="9525">
            <a:noFill/>
            <a:miter lim="800000"/>
            <a:headEnd/>
            <a:tailEnd/>
          </a:ln>
          <a:effectLst/>
        </p:spPr>
        <p:txBody>
          <a:bodyPr vert="horz" wrap="square" lIns="86210" tIns="43105" rIns="86210" bIns="43105" numCol="1" anchor="t" anchorCtr="0" compatLnSpc="1">
            <a:prstTxWarp prst="textNoShape">
              <a:avLst/>
            </a:prstTxWarp>
          </a:bodyPr>
          <a:lstStyle>
            <a:lvl1pPr algn="r" defTabSz="862013">
              <a:spcBef>
                <a:spcPct val="0"/>
              </a:spcBef>
              <a:defRPr sz="1100" b="0" smtClean="0">
                <a:ea typeface="宋体" pitchFamily="2" charset="-122"/>
              </a:defRPr>
            </a:lvl1pPr>
          </a:lstStyle>
          <a:p>
            <a:pPr>
              <a:defRPr/>
            </a:pPr>
            <a:endParaRPr lang="en-US" altLang="zh-CN"/>
          </a:p>
        </p:txBody>
      </p:sp>
      <p:sp>
        <p:nvSpPr>
          <p:cNvPr id="36868" name="Rectangle 4"/>
          <p:cNvSpPr>
            <a:spLocks noGrp="1" noRot="1" noChangeAspect="1" noChangeArrowheads="1" noTextEdit="1"/>
          </p:cNvSpPr>
          <p:nvPr>
            <p:ph type="sldImg" idx="2"/>
          </p:nvPr>
        </p:nvSpPr>
        <p:spPr bwMode="auto">
          <a:xfrm>
            <a:off x="304800" y="650875"/>
            <a:ext cx="5791200" cy="3257550"/>
          </a:xfrm>
          <a:prstGeom prst="rect">
            <a:avLst/>
          </a:prstGeom>
          <a:noFill/>
          <a:ln w="9525">
            <a:solidFill>
              <a:srgbClr val="000000"/>
            </a:solidFill>
            <a:miter lim="800000"/>
            <a:headEnd/>
            <a:tailEnd/>
          </a:ln>
        </p:spPr>
      </p:sp>
      <p:sp>
        <p:nvSpPr>
          <p:cNvPr id="105477" name="Rectangle 5"/>
          <p:cNvSpPr>
            <a:spLocks noGrp="1" noChangeArrowheads="1"/>
          </p:cNvSpPr>
          <p:nvPr>
            <p:ph type="body" sz="quarter" idx="3"/>
          </p:nvPr>
        </p:nvSpPr>
        <p:spPr bwMode="auto">
          <a:xfrm>
            <a:off x="639763" y="4125913"/>
            <a:ext cx="5121275" cy="3910012"/>
          </a:xfrm>
          <a:prstGeom prst="rect">
            <a:avLst/>
          </a:prstGeom>
          <a:noFill/>
          <a:ln w="9525">
            <a:noFill/>
            <a:miter lim="800000"/>
            <a:headEnd/>
            <a:tailEnd/>
          </a:ln>
          <a:effectLst/>
        </p:spPr>
        <p:txBody>
          <a:bodyPr vert="horz" wrap="square" lIns="86210" tIns="43105" rIns="86210" bIns="43105"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5478" name="Rectangle 6"/>
          <p:cNvSpPr>
            <a:spLocks noGrp="1" noChangeArrowheads="1"/>
          </p:cNvSpPr>
          <p:nvPr>
            <p:ph type="ftr" sz="quarter" idx="4"/>
          </p:nvPr>
        </p:nvSpPr>
        <p:spPr bwMode="auto">
          <a:xfrm>
            <a:off x="0" y="8250238"/>
            <a:ext cx="2773363" cy="434975"/>
          </a:xfrm>
          <a:prstGeom prst="rect">
            <a:avLst/>
          </a:prstGeom>
          <a:noFill/>
          <a:ln w="9525">
            <a:noFill/>
            <a:miter lim="800000"/>
            <a:headEnd/>
            <a:tailEnd/>
          </a:ln>
          <a:effectLst/>
        </p:spPr>
        <p:txBody>
          <a:bodyPr vert="horz" wrap="square" lIns="86210" tIns="43105" rIns="86210" bIns="43105" numCol="1" anchor="b" anchorCtr="0" compatLnSpc="1">
            <a:prstTxWarp prst="textNoShape">
              <a:avLst/>
            </a:prstTxWarp>
          </a:bodyPr>
          <a:lstStyle>
            <a:lvl1pPr defTabSz="862013">
              <a:spcBef>
                <a:spcPct val="0"/>
              </a:spcBef>
              <a:defRPr sz="1100" b="0" smtClean="0">
                <a:ea typeface="宋体" pitchFamily="2" charset="-122"/>
              </a:defRPr>
            </a:lvl1pPr>
          </a:lstStyle>
          <a:p>
            <a:pPr>
              <a:defRPr/>
            </a:pPr>
            <a:endParaRPr lang="en-US" altLang="zh-CN"/>
          </a:p>
        </p:txBody>
      </p:sp>
      <p:sp>
        <p:nvSpPr>
          <p:cNvPr id="105479" name="Rectangle 7"/>
          <p:cNvSpPr>
            <a:spLocks noGrp="1" noChangeArrowheads="1"/>
          </p:cNvSpPr>
          <p:nvPr>
            <p:ph type="sldNum" sz="quarter" idx="5"/>
          </p:nvPr>
        </p:nvSpPr>
        <p:spPr bwMode="auto">
          <a:xfrm>
            <a:off x="3625850" y="8250238"/>
            <a:ext cx="2773363" cy="434975"/>
          </a:xfrm>
          <a:prstGeom prst="rect">
            <a:avLst/>
          </a:prstGeom>
          <a:noFill/>
          <a:ln w="9525">
            <a:noFill/>
            <a:miter lim="800000"/>
            <a:headEnd/>
            <a:tailEnd/>
          </a:ln>
          <a:effectLst/>
        </p:spPr>
        <p:txBody>
          <a:bodyPr vert="horz" wrap="square" lIns="86210" tIns="43105" rIns="86210" bIns="43105" numCol="1" anchor="b" anchorCtr="0" compatLnSpc="1">
            <a:prstTxWarp prst="textNoShape">
              <a:avLst/>
            </a:prstTxWarp>
          </a:bodyPr>
          <a:lstStyle>
            <a:lvl1pPr algn="r" defTabSz="862013">
              <a:spcBef>
                <a:spcPct val="0"/>
              </a:spcBef>
              <a:defRPr sz="1100" b="0" smtClean="0">
                <a:ea typeface="宋体" pitchFamily="2" charset="-122"/>
              </a:defRPr>
            </a:lvl1pPr>
          </a:lstStyle>
          <a:p>
            <a:pPr>
              <a:defRPr/>
            </a:pPr>
            <a:fld id="{009697A0-F9FB-4A64-8548-C259618E4097}" type="slidenum">
              <a:rPr lang="en-US" altLang="zh-CN"/>
              <a:pPr>
                <a:defRPr/>
              </a:pPr>
              <a:t>‹#›</a:t>
            </a:fld>
            <a:endParaRPr lang="en-US" altLang="zh-CN"/>
          </a:p>
        </p:txBody>
      </p:sp>
    </p:spTree>
    <p:extLst>
      <p:ext uri="{BB962C8B-B14F-4D97-AF65-F5344CB8AC3E}">
        <p14:creationId xmlns:p14="http://schemas.microsoft.com/office/powerpoint/2010/main" val="19202355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77459D23-E98E-4D9A-B6E8-935A3CD3E079}" type="slidenum">
              <a:rPr lang="en-US" altLang="zh-CN"/>
              <a:pPr/>
              <a:t>5</a:t>
            </a:fld>
            <a:endParaRPr lang="en-US" altLang="zh-CN"/>
          </a:p>
        </p:txBody>
      </p:sp>
      <p:sp>
        <p:nvSpPr>
          <p:cNvPr id="38915" name="Rectangle 2"/>
          <p:cNvSpPr>
            <a:spLocks noGrp="1" noRot="1" noChangeAspect="1" noChangeArrowheads="1" noTextEdit="1"/>
          </p:cNvSpPr>
          <p:nvPr>
            <p:ph type="sldImg"/>
          </p:nvPr>
        </p:nvSpPr>
        <p:spPr>
          <a:xfrm>
            <a:off x="304800" y="650875"/>
            <a:ext cx="5791200" cy="3257550"/>
          </a:xfrm>
          <a:ln/>
        </p:spPr>
      </p:sp>
      <p:sp>
        <p:nvSpPr>
          <p:cNvPr id="3891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7BE8AD6D-BC0A-4A73-9496-A6FB2781C473}" type="slidenum">
              <a:rPr lang="en-US" altLang="zh-CN"/>
              <a:pPr/>
              <a:t>6</a:t>
            </a:fld>
            <a:endParaRPr lang="en-US" altLang="zh-CN"/>
          </a:p>
        </p:txBody>
      </p:sp>
      <p:sp>
        <p:nvSpPr>
          <p:cNvPr id="39939" name="Rectangle 2"/>
          <p:cNvSpPr>
            <a:spLocks noGrp="1" noRot="1" noChangeAspect="1" noChangeArrowheads="1" noTextEdit="1"/>
          </p:cNvSpPr>
          <p:nvPr>
            <p:ph type="sldImg"/>
          </p:nvPr>
        </p:nvSpPr>
        <p:spPr>
          <a:xfrm>
            <a:off x="304800" y="650875"/>
            <a:ext cx="5791200" cy="3257550"/>
          </a:xfrm>
          <a:ln/>
        </p:spPr>
      </p:sp>
      <p:sp>
        <p:nvSpPr>
          <p:cNvPr id="39940"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1478D301-10C5-49E3-8A79-7FFBE47C68A2}" type="slidenum">
              <a:rPr lang="en-US" altLang="zh-CN"/>
              <a:pPr/>
              <a:t>7</a:t>
            </a:fld>
            <a:endParaRPr lang="en-US" altLang="zh-CN"/>
          </a:p>
        </p:txBody>
      </p:sp>
      <p:sp>
        <p:nvSpPr>
          <p:cNvPr id="40963" name="Rectangle 2"/>
          <p:cNvSpPr>
            <a:spLocks noGrp="1" noRot="1" noChangeAspect="1" noChangeArrowheads="1" noTextEdit="1"/>
          </p:cNvSpPr>
          <p:nvPr>
            <p:ph type="sldImg"/>
          </p:nvPr>
        </p:nvSpPr>
        <p:spPr>
          <a:xfrm>
            <a:off x="304800" y="650875"/>
            <a:ext cx="5791200" cy="3257550"/>
          </a:xfrm>
          <a:ln/>
        </p:spPr>
      </p:sp>
      <p:sp>
        <p:nvSpPr>
          <p:cNvPr id="40964"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19680E6B-E803-4ABF-9760-89AB5F709DAD}" type="slidenum">
              <a:rPr lang="en-US" altLang="zh-CN"/>
              <a:pPr/>
              <a:t>8</a:t>
            </a:fld>
            <a:endParaRPr lang="en-US" altLang="zh-CN"/>
          </a:p>
        </p:txBody>
      </p:sp>
      <p:sp>
        <p:nvSpPr>
          <p:cNvPr id="41987" name="Rectangle 2"/>
          <p:cNvSpPr>
            <a:spLocks noGrp="1" noRot="1" noChangeAspect="1" noChangeArrowheads="1" noTextEdit="1"/>
          </p:cNvSpPr>
          <p:nvPr>
            <p:ph type="sldImg"/>
          </p:nvPr>
        </p:nvSpPr>
        <p:spPr>
          <a:xfrm>
            <a:off x="304800" y="650875"/>
            <a:ext cx="5791200" cy="3257550"/>
          </a:xfrm>
          <a:ln/>
        </p:spPr>
      </p:sp>
      <p:sp>
        <p:nvSpPr>
          <p:cNvPr id="41988"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19680E6B-E803-4ABF-9760-89AB5F709DAD}" type="slidenum">
              <a:rPr lang="en-US" altLang="zh-CN"/>
              <a:pPr/>
              <a:t>10</a:t>
            </a:fld>
            <a:endParaRPr lang="en-US" altLang="zh-CN"/>
          </a:p>
        </p:txBody>
      </p:sp>
      <p:sp>
        <p:nvSpPr>
          <p:cNvPr id="41987" name="Rectangle 2"/>
          <p:cNvSpPr>
            <a:spLocks noGrp="1" noRot="1" noChangeAspect="1" noChangeArrowheads="1" noTextEdit="1"/>
          </p:cNvSpPr>
          <p:nvPr>
            <p:ph type="sldImg"/>
          </p:nvPr>
        </p:nvSpPr>
        <p:spPr>
          <a:xfrm>
            <a:off x="304800" y="650875"/>
            <a:ext cx="5791200" cy="3257550"/>
          </a:xfrm>
          <a:ln/>
        </p:spPr>
      </p:sp>
      <p:sp>
        <p:nvSpPr>
          <p:cNvPr id="41988"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extLst>
      <p:ext uri="{BB962C8B-B14F-4D97-AF65-F5344CB8AC3E}">
        <p14:creationId xmlns:p14="http://schemas.microsoft.com/office/powerpoint/2010/main" val="1914406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19A9A61E-7F50-4EFC-A389-594018FB8B11}" type="slidenum">
              <a:rPr lang="en-US" altLang="zh-CN"/>
              <a:pPr/>
              <a:t>11</a:t>
            </a:fld>
            <a:endParaRPr lang="en-US" altLang="zh-CN"/>
          </a:p>
        </p:txBody>
      </p:sp>
      <p:sp>
        <p:nvSpPr>
          <p:cNvPr id="43011" name="Rectangle 2"/>
          <p:cNvSpPr>
            <a:spLocks noGrp="1" noRot="1" noChangeAspect="1" noChangeArrowheads="1" noTextEdit="1"/>
          </p:cNvSpPr>
          <p:nvPr>
            <p:ph type="sldImg"/>
          </p:nvPr>
        </p:nvSpPr>
        <p:spPr>
          <a:xfrm>
            <a:off x="304800" y="650875"/>
            <a:ext cx="5791200" cy="3257550"/>
          </a:xfrm>
          <a:ln/>
        </p:spPr>
      </p:sp>
      <p:sp>
        <p:nvSpPr>
          <p:cNvPr id="43012"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F70A27E8-7CC5-4052-9139-9CA73335C77F}" type="slidenum">
              <a:rPr lang="en-US" altLang="zh-CN"/>
              <a:pPr/>
              <a:t>12</a:t>
            </a:fld>
            <a:endParaRPr lang="en-US" altLang="zh-CN"/>
          </a:p>
        </p:txBody>
      </p:sp>
      <p:sp>
        <p:nvSpPr>
          <p:cNvPr id="44035" name="Rectangle 2"/>
          <p:cNvSpPr>
            <a:spLocks noGrp="1" noRot="1" noChangeAspect="1" noChangeArrowheads="1" noTextEdit="1"/>
          </p:cNvSpPr>
          <p:nvPr>
            <p:ph type="sldImg"/>
          </p:nvPr>
        </p:nvSpPr>
        <p:spPr>
          <a:xfrm>
            <a:off x="304800" y="650875"/>
            <a:ext cx="5791200" cy="3257550"/>
          </a:xfrm>
          <a:ln/>
        </p:spPr>
      </p:sp>
      <p:sp>
        <p:nvSpPr>
          <p:cNvPr id="4403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7AFCDA52-2827-4915-B465-3B588E6ED027}" type="slidenum">
              <a:rPr lang="en-US" altLang="zh-CN"/>
              <a:pPr/>
              <a:t>13</a:t>
            </a:fld>
            <a:endParaRPr lang="en-US" altLang="zh-CN"/>
          </a:p>
        </p:txBody>
      </p:sp>
      <p:sp>
        <p:nvSpPr>
          <p:cNvPr id="46083" name="Rectangle 2"/>
          <p:cNvSpPr>
            <a:spLocks noGrp="1" noRot="1" noChangeAspect="1" noChangeArrowheads="1" noTextEdit="1"/>
          </p:cNvSpPr>
          <p:nvPr>
            <p:ph type="sldImg"/>
          </p:nvPr>
        </p:nvSpPr>
        <p:spPr>
          <a:xfrm>
            <a:off x="304800" y="650875"/>
            <a:ext cx="5791200" cy="3257550"/>
          </a:xfrm>
          <a:ln/>
        </p:spPr>
      </p:sp>
      <p:sp>
        <p:nvSpPr>
          <p:cNvPr id="46084"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B0ADF919-04F3-456D-AB11-D4A7BE8D36F4}" type="slidenum">
              <a:rPr lang="en-US" altLang="zh-CN"/>
              <a:pPr/>
              <a:t>14</a:t>
            </a:fld>
            <a:endParaRPr lang="en-US" altLang="zh-CN"/>
          </a:p>
        </p:txBody>
      </p:sp>
      <p:sp>
        <p:nvSpPr>
          <p:cNvPr id="48131" name="Rectangle 2"/>
          <p:cNvSpPr>
            <a:spLocks noGrp="1" noRot="1" noChangeAspect="1" noChangeArrowheads="1" noTextEdit="1"/>
          </p:cNvSpPr>
          <p:nvPr>
            <p:ph type="sldImg"/>
          </p:nvPr>
        </p:nvSpPr>
        <p:spPr>
          <a:xfrm>
            <a:off x="304800" y="650875"/>
            <a:ext cx="5791200" cy="3257550"/>
          </a:xfrm>
          <a:ln/>
        </p:spPr>
      </p:sp>
      <p:sp>
        <p:nvSpPr>
          <p:cNvPr id="48132"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EEB782E5-564A-4A13-8E36-FA8414DF9C63}" type="slidenum">
              <a:rPr lang="en-US" altLang="zh-CN"/>
              <a:pPr/>
              <a:t>15</a:t>
            </a:fld>
            <a:endParaRPr lang="en-US" altLang="zh-CN"/>
          </a:p>
        </p:txBody>
      </p:sp>
      <p:sp>
        <p:nvSpPr>
          <p:cNvPr id="50179" name="Rectangle 2"/>
          <p:cNvSpPr>
            <a:spLocks noGrp="1" noRot="1" noChangeAspect="1" noChangeArrowheads="1" noTextEdit="1"/>
          </p:cNvSpPr>
          <p:nvPr>
            <p:ph type="sldImg"/>
          </p:nvPr>
        </p:nvSpPr>
        <p:spPr>
          <a:xfrm>
            <a:off x="304800" y="650875"/>
            <a:ext cx="5791200" cy="3257550"/>
          </a:xfrm>
          <a:ln/>
        </p:spPr>
      </p:sp>
      <p:sp>
        <p:nvSpPr>
          <p:cNvPr id="50180"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0EC220D-41EC-44E1-8A0E-3918DFE6BF65}" type="slidenum">
              <a:rPr lang="en-US" altLang="zh-CN"/>
              <a:pPr/>
              <a:t>16</a:t>
            </a:fld>
            <a:endParaRPr lang="en-US" altLang="zh-CN"/>
          </a:p>
        </p:txBody>
      </p:sp>
      <p:sp>
        <p:nvSpPr>
          <p:cNvPr id="52227" name="Rectangle 2"/>
          <p:cNvSpPr>
            <a:spLocks noGrp="1" noRot="1" noChangeAspect="1" noChangeArrowheads="1" noTextEdit="1"/>
          </p:cNvSpPr>
          <p:nvPr>
            <p:ph type="sldImg"/>
          </p:nvPr>
        </p:nvSpPr>
        <p:spPr>
          <a:xfrm>
            <a:off x="304800" y="650875"/>
            <a:ext cx="5791200" cy="3257550"/>
          </a:xfrm>
          <a:ln/>
        </p:spPr>
      </p:sp>
      <p:sp>
        <p:nvSpPr>
          <p:cNvPr id="52228"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1F680945-3CEF-49BB-A1FC-614A8B141860}" type="slidenum">
              <a:rPr lang="en-US" altLang="zh-CN"/>
              <a:pPr/>
              <a:t>17</a:t>
            </a:fld>
            <a:endParaRPr lang="en-US" altLang="zh-CN"/>
          </a:p>
        </p:txBody>
      </p:sp>
      <p:sp>
        <p:nvSpPr>
          <p:cNvPr id="55299" name="Rectangle 2"/>
          <p:cNvSpPr>
            <a:spLocks noGrp="1" noRot="1" noChangeAspect="1" noChangeArrowheads="1" noTextEdit="1"/>
          </p:cNvSpPr>
          <p:nvPr>
            <p:ph type="sldImg"/>
          </p:nvPr>
        </p:nvSpPr>
        <p:spPr>
          <a:xfrm>
            <a:off x="304800" y="650875"/>
            <a:ext cx="5791200" cy="3257550"/>
          </a:xfrm>
          <a:ln/>
        </p:spPr>
      </p:sp>
      <p:sp>
        <p:nvSpPr>
          <p:cNvPr id="55300"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extLst>
      <p:ext uri="{BB962C8B-B14F-4D97-AF65-F5344CB8AC3E}">
        <p14:creationId xmlns:p14="http://schemas.microsoft.com/office/powerpoint/2010/main" val="869225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50899BD1-73D5-4FF8-8063-20F89783299A}" type="slidenum">
              <a:rPr lang="en-US" altLang="zh-CN"/>
              <a:pPr/>
              <a:t>18</a:t>
            </a:fld>
            <a:endParaRPr lang="en-US" altLang="zh-CN"/>
          </a:p>
        </p:txBody>
      </p:sp>
      <p:sp>
        <p:nvSpPr>
          <p:cNvPr id="56323" name="Rectangle 2"/>
          <p:cNvSpPr>
            <a:spLocks noGrp="1" noRot="1" noChangeAspect="1" noChangeArrowheads="1" noTextEdit="1"/>
          </p:cNvSpPr>
          <p:nvPr>
            <p:ph type="sldImg"/>
          </p:nvPr>
        </p:nvSpPr>
        <p:spPr>
          <a:xfrm>
            <a:off x="304800" y="650875"/>
            <a:ext cx="5791200" cy="3257550"/>
          </a:xfrm>
          <a:ln/>
        </p:spPr>
      </p:sp>
      <p:sp>
        <p:nvSpPr>
          <p:cNvPr id="56324"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B9749216-C0EC-4C50-9BA3-27A388E9B982}" type="slidenum">
              <a:rPr lang="en-US" altLang="zh-CN"/>
              <a:pPr/>
              <a:t>19</a:t>
            </a:fld>
            <a:endParaRPr lang="en-US" altLang="zh-CN"/>
          </a:p>
        </p:txBody>
      </p:sp>
      <p:sp>
        <p:nvSpPr>
          <p:cNvPr id="57347" name="Rectangle 2"/>
          <p:cNvSpPr>
            <a:spLocks noGrp="1" noRot="1" noChangeAspect="1" noChangeArrowheads="1" noTextEdit="1"/>
          </p:cNvSpPr>
          <p:nvPr>
            <p:ph type="sldImg"/>
          </p:nvPr>
        </p:nvSpPr>
        <p:spPr>
          <a:xfrm>
            <a:off x="304800" y="650875"/>
            <a:ext cx="5791200" cy="3257550"/>
          </a:xfrm>
          <a:ln/>
        </p:spPr>
      </p:sp>
      <p:sp>
        <p:nvSpPr>
          <p:cNvPr id="57348"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77459D23-E98E-4D9A-B6E8-935A3CD3E079}" type="slidenum">
              <a:rPr lang="en-US" altLang="zh-CN"/>
              <a:pPr/>
              <a:t>20</a:t>
            </a:fld>
            <a:endParaRPr lang="en-US" altLang="zh-CN"/>
          </a:p>
        </p:txBody>
      </p:sp>
      <p:sp>
        <p:nvSpPr>
          <p:cNvPr id="38915" name="Rectangle 2"/>
          <p:cNvSpPr>
            <a:spLocks noGrp="1" noRot="1" noChangeAspect="1" noChangeArrowheads="1" noTextEdit="1"/>
          </p:cNvSpPr>
          <p:nvPr>
            <p:ph type="sldImg"/>
          </p:nvPr>
        </p:nvSpPr>
        <p:spPr>
          <a:xfrm>
            <a:off x="304800" y="650875"/>
            <a:ext cx="5791200" cy="3257550"/>
          </a:xfrm>
          <a:ln/>
        </p:spPr>
      </p:sp>
      <p:sp>
        <p:nvSpPr>
          <p:cNvPr id="3891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extLst>
      <p:ext uri="{BB962C8B-B14F-4D97-AF65-F5344CB8AC3E}">
        <p14:creationId xmlns:p14="http://schemas.microsoft.com/office/powerpoint/2010/main" val="2194596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77459D23-E98E-4D9A-B6E8-935A3CD3E079}" type="slidenum">
              <a:rPr lang="en-US" altLang="zh-CN"/>
              <a:pPr/>
              <a:t>21</a:t>
            </a:fld>
            <a:endParaRPr lang="en-US" altLang="zh-CN"/>
          </a:p>
        </p:txBody>
      </p:sp>
      <p:sp>
        <p:nvSpPr>
          <p:cNvPr id="38915" name="Rectangle 2"/>
          <p:cNvSpPr>
            <a:spLocks noGrp="1" noRot="1" noChangeAspect="1" noChangeArrowheads="1" noTextEdit="1"/>
          </p:cNvSpPr>
          <p:nvPr>
            <p:ph type="sldImg"/>
          </p:nvPr>
        </p:nvSpPr>
        <p:spPr>
          <a:xfrm>
            <a:off x="304800" y="650875"/>
            <a:ext cx="5791200" cy="3257550"/>
          </a:xfrm>
          <a:ln/>
        </p:spPr>
      </p:sp>
      <p:sp>
        <p:nvSpPr>
          <p:cNvPr id="3891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extLst>
      <p:ext uri="{BB962C8B-B14F-4D97-AF65-F5344CB8AC3E}">
        <p14:creationId xmlns:p14="http://schemas.microsoft.com/office/powerpoint/2010/main" val="2347169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77459D23-E98E-4D9A-B6E8-935A3CD3E079}" type="slidenum">
              <a:rPr lang="en-US" altLang="zh-CN"/>
              <a:pPr/>
              <a:t>22</a:t>
            </a:fld>
            <a:endParaRPr lang="en-US" altLang="zh-CN"/>
          </a:p>
        </p:txBody>
      </p:sp>
      <p:sp>
        <p:nvSpPr>
          <p:cNvPr id="38915" name="Rectangle 2"/>
          <p:cNvSpPr>
            <a:spLocks noGrp="1" noRot="1" noChangeAspect="1" noChangeArrowheads="1" noTextEdit="1"/>
          </p:cNvSpPr>
          <p:nvPr>
            <p:ph type="sldImg"/>
          </p:nvPr>
        </p:nvSpPr>
        <p:spPr>
          <a:xfrm>
            <a:off x="304800" y="650875"/>
            <a:ext cx="5791200" cy="3257550"/>
          </a:xfrm>
          <a:ln/>
        </p:spPr>
      </p:sp>
      <p:sp>
        <p:nvSpPr>
          <p:cNvPr id="3891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extLst>
      <p:ext uri="{BB962C8B-B14F-4D97-AF65-F5344CB8AC3E}">
        <p14:creationId xmlns:p14="http://schemas.microsoft.com/office/powerpoint/2010/main" val="673260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77459D23-E98E-4D9A-B6E8-935A3CD3E079}" type="slidenum">
              <a:rPr lang="en-US" altLang="zh-CN"/>
              <a:pPr/>
              <a:t>23</a:t>
            </a:fld>
            <a:endParaRPr lang="en-US" altLang="zh-CN"/>
          </a:p>
        </p:txBody>
      </p:sp>
      <p:sp>
        <p:nvSpPr>
          <p:cNvPr id="38915" name="Rectangle 2"/>
          <p:cNvSpPr>
            <a:spLocks noGrp="1" noRot="1" noChangeAspect="1" noChangeArrowheads="1" noTextEdit="1"/>
          </p:cNvSpPr>
          <p:nvPr>
            <p:ph type="sldImg"/>
          </p:nvPr>
        </p:nvSpPr>
        <p:spPr>
          <a:xfrm>
            <a:off x="304800" y="650875"/>
            <a:ext cx="5791200" cy="3257550"/>
          </a:xfrm>
          <a:ln/>
        </p:spPr>
      </p:sp>
      <p:sp>
        <p:nvSpPr>
          <p:cNvPr id="3891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extLst>
      <p:ext uri="{BB962C8B-B14F-4D97-AF65-F5344CB8AC3E}">
        <p14:creationId xmlns:p14="http://schemas.microsoft.com/office/powerpoint/2010/main" val="3833222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F493477E-362E-485D-877C-AE55A9C316C4}" type="slidenum">
              <a:rPr lang="en-US" altLang="zh-CN"/>
              <a:pPr/>
              <a:t>24</a:t>
            </a:fld>
            <a:endParaRPr lang="en-US" altLang="zh-CN"/>
          </a:p>
        </p:txBody>
      </p:sp>
      <p:sp>
        <p:nvSpPr>
          <p:cNvPr id="59395" name="Rectangle 2"/>
          <p:cNvSpPr>
            <a:spLocks noGrp="1" noRot="1" noChangeAspect="1" noChangeArrowheads="1" noTextEdit="1"/>
          </p:cNvSpPr>
          <p:nvPr>
            <p:ph type="sldImg"/>
          </p:nvPr>
        </p:nvSpPr>
        <p:spPr>
          <a:xfrm>
            <a:off x="304800" y="650875"/>
            <a:ext cx="5791200" cy="3257550"/>
          </a:xfrm>
          <a:ln/>
        </p:spPr>
      </p:sp>
      <p:sp>
        <p:nvSpPr>
          <p:cNvPr id="59396"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F4212B2-2A18-48E7-9750-68E459BF4963}" type="slidenum">
              <a:rPr lang="en-US" altLang="zh-CN"/>
              <a:pPr/>
              <a:t>25</a:t>
            </a:fld>
            <a:endParaRPr lang="en-US" altLang="zh-CN"/>
          </a:p>
        </p:txBody>
      </p:sp>
      <p:sp>
        <p:nvSpPr>
          <p:cNvPr id="61443" name="Rectangle 2"/>
          <p:cNvSpPr>
            <a:spLocks noGrp="1" noRot="1" noChangeAspect="1" noChangeArrowheads="1" noTextEdit="1"/>
          </p:cNvSpPr>
          <p:nvPr>
            <p:ph type="sldImg"/>
          </p:nvPr>
        </p:nvSpPr>
        <p:spPr>
          <a:xfrm>
            <a:off x="304800" y="650875"/>
            <a:ext cx="5791200" cy="3257550"/>
          </a:xfrm>
          <a:ln/>
        </p:spPr>
      </p:sp>
      <p:sp>
        <p:nvSpPr>
          <p:cNvPr id="61444"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48BFF2E3-D22D-41DB-9AF4-97FE5C35BAC2}" type="slidenum">
              <a:rPr lang="en-US" altLang="zh-CN"/>
              <a:pPr/>
              <a:t>26</a:t>
            </a:fld>
            <a:endParaRPr lang="en-US" altLang="zh-CN"/>
          </a:p>
        </p:txBody>
      </p:sp>
      <p:sp>
        <p:nvSpPr>
          <p:cNvPr id="63491" name="Rectangle 2"/>
          <p:cNvSpPr>
            <a:spLocks noGrp="1" noRot="1" noChangeAspect="1" noChangeArrowheads="1" noTextEdit="1"/>
          </p:cNvSpPr>
          <p:nvPr>
            <p:ph type="sldImg"/>
          </p:nvPr>
        </p:nvSpPr>
        <p:spPr>
          <a:xfrm>
            <a:off x="304800" y="650875"/>
            <a:ext cx="5791200" cy="3257550"/>
          </a:xfrm>
          <a:ln/>
        </p:spPr>
      </p:sp>
      <p:sp>
        <p:nvSpPr>
          <p:cNvPr id="63492"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155223F0-960E-46A7-A76E-6878226AF1E0}" type="slidenum">
              <a:rPr lang="en-US" altLang="zh-CN"/>
              <a:pPr/>
              <a:t>27</a:t>
            </a:fld>
            <a:endParaRPr lang="en-US" altLang="zh-CN"/>
          </a:p>
        </p:txBody>
      </p:sp>
      <p:sp>
        <p:nvSpPr>
          <p:cNvPr id="65539" name="Rectangle 2"/>
          <p:cNvSpPr>
            <a:spLocks noGrp="1" noRot="1" noChangeAspect="1" noChangeArrowheads="1" noTextEdit="1"/>
          </p:cNvSpPr>
          <p:nvPr>
            <p:ph type="sldImg"/>
          </p:nvPr>
        </p:nvSpPr>
        <p:spPr>
          <a:xfrm>
            <a:off x="304800" y="650875"/>
            <a:ext cx="5791200" cy="3257550"/>
          </a:xfrm>
          <a:ln/>
        </p:spPr>
      </p:sp>
      <p:sp>
        <p:nvSpPr>
          <p:cNvPr id="65540"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2C1F822-E7E2-4EDC-8FB2-647B2EE54C4D}" type="slidenum">
              <a:rPr lang="en-US" altLang="zh-CN"/>
              <a:pPr/>
              <a:t>28</a:t>
            </a:fld>
            <a:endParaRPr lang="en-US" altLang="zh-CN"/>
          </a:p>
        </p:txBody>
      </p:sp>
      <p:sp>
        <p:nvSpPr>
          <p:cNvPr id="66563" name="Rectangle 2"/>
          <p:cNvSpPr>
            <a:spLocks noGrp="1" noRot="1" noChangeAspect="1" noChangeArrowheads="1" noTextEdit="1"/>
          </p:cNvSpPr>
          <p:nvPr>
            <p:ph type="sldImg"/>
          </p:nvPr>
        </p:nvSpPr>
        <p:spPr>
          <a:xfrm>
            <a:off x="304800" y="650875"/>
            <a:ext cx="5791200" cy="3257550"/>
          </a:xfrm>
          <a:ln/>
        </p:spPr>
      </p:sp>
      <p:sp>
        <p:nvSpPr>
          <p:cNvPr id="66564" name="Rectangle 3"/>
          <p:cNvSpPr>
            <a:spLocks noGrp="1" noChangeArrowheads="1"/>
          </p:cNvSpPr>
          <p:nvPr>
            <p:ph type="body" idx="1"/>
          </p:nvPr>
        </p:nvSpPr>
        <p:spPr>
          <a:xfrm>
            <a:off x="854075" y="4125913"/>
            <a:ext cx="4692650" cy="3910012"/>
          </a:xfrm>
          <a:noFill/>
          <a:ln/>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4417" y="260350"/>
            <a:ext cx="10261600" cy="762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295401"/>
            <a:ext cx="10972800" cy="48307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4417" y="260350"/>
            <a:ext cx="10261600" cy="762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295401"/>
            <a:ext cx="5384800" cy="48307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1"/>
            <a:ext cx="5384800" cy="48307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4417" y="260350"/>
            <a:ext cx="10261600" cy="762000"/>
          </a:xfrm>
          <a:prstGeom prst="rect">
            <a:avLst/>
          </a:prstGeom>
        </p:spPr>
        <p:txBody>
          <a:bodyPr/>
          <a:lstStyle/>
          <a:p>
            <a:r>
              <a:rPr lang="zh-CN" altLang="en-US"/>
              <a:t>单击此处编辑母版标题样式</a:t>
            </a:r>
          </a:p>
        </p:txBody>
      </p:sp>
      <p:sp>
        <p:nvSpPr>
          <p:cNvPr id="3"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4417" y="260350"/>
            <a:ext cx="10261600" cy="762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295401"/>
            <a:ext cx="10972800" cy="48307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60351"/>
            <a:ext cx="2743200" cy="5865813"/>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60351"/>
            <a:ext cx="8026400" cy="586581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xfrm>
            <a:off x="609600" y="6477001"/>
            <a:ext cx="2844800" cy="244475"/>
          </a:xfrm>
          <a:prstGeom prst="rect">
            <a:avLst/>
          </a:prstGeom>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xfrm>
            <a:off x="4165600" y="6477001"/>
            <a:ext cx="3860800" cy="244475"/>
          </a:xfrm>
          <a:prstGeom prst="rect">
            <a:avLst/>
          </a:prstGeom>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43C4BCA-159F-4294-883B-51178139690F}"/>
              </a:ext>
            </a:extLst>
          </p:cNvPr>
          <p:cNvGrpSpPr>
            <a:grpSpLocks/>
          </p:cNvGrpSpPr>
          <p:nvPr/>
        </p:nvGrpSpPr>
        <p:grpSpPr bwMode="auto">
          <a:xfrm>
            <a:off x="-1380067" y="1552576"/>
            <a:ext cx="13572067" cy="5305425"/>
            <a:chOff x="-652" y="978"/>
            <a:chExt cx="6412" cy="3342"/>
          </a:xfrm>
        </p:grpSpPr>
        <p:sp>
          <p:nvSpPr>
            <p:cNvPr id="5" name="Freeform 3">
              <a:extLst>
                <a:ext uri="{FF2B5EF4-FFF2-40B4-BE49-F238E27FC236}">
                  <a16:creationId xmlns:a16="http://schemas.microsoft.com/office/drawing/2014/main" id="{E6F4A755-E361-4559-BB44-3E2F79494A07}"/>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zh-CN" altLang="en-US" sz="2800">
                <a:solidFill>
                  <a:srgbClr val="FFFFFF"/>
                </a:solidFill>
              </a:endParaRPr>
            </a:p>
          </p:txBody>
        </p:sp>
        <p:sp>
          <p:nvSpPr>
            <p:cNvPr id="6" name="Arc 4">
              <a:extLst>
                <a:ext uri="{FF2B5EF4-FFF2-40B4-BE49-F238E27FC236}">
                  <a16:creationId xmlns:a16="http://schemas.microsoft.com/office/drawing/2014/main" id="{D9C7DD16-5C83-4C91-9EA4-56DA1AEE4B85}"/>
                </a:ext>
              </a:extLst>
            </p:cNvPr>
            <p:cNvSpPr>
              <a:spLocks/>
            </p:cNvSpPr>
            <p:nvPr/>
          </p:nvSpPr>
          <p:spPr bwMode="auto">
            <a:xfrm>
              <a:off x="-652" y="978"/>
              <a:ext cx="4237" cy="3342"/>
            </a:xfrm>
            <a:custGeom>
              <a:avLst/>
              <a:gdLst>
                <a:gd name="T0" fmla="*/ 0 w 21600"/>
                <a:gd name="T1" fmla="*/ 0 h 21231"/>
                <a:gd name="T2" fmla="*/ 0 w 21600"/>
                <a:gd name="T3" fmla="*/ 0 h 21231"/>
                <a:gd name="T4" fmla="*/ 0 w 21600"/>
                <a:gd name="T5" fmla="*/ 0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87045" name="Rectangle 5"/>
          <p:cNvSpPr>
            <a:spLocks noGrp="1" noChangeArrowheads="1"/>
          </p:cNvSpPr>
          <p:nvPr>
            <p:ph type="ctrTitle" sz="quarter"/>
          </p:nvPr>
        </p:nvSpPr>
        <p:spPr bwMode="auto">
          <a:xfrm>
            <a:off x="1725084" y="762000"/>
            <a:ext cx="10363200" cy="1143000"/>
          </a:xfrm>
          <a:prstGeom prst="rect">
            <a:avLst/>
          </a:prstGeom>
          <a:noFill/>
        </p:spPr>
        <p:txBody>
          <a:bodyPr vert="horz" wrap="square" lIns="92075" tIns="46038" rIns="92075" bIns="46038" numCol="1" anchor="b" anchorCtr="0" compatLnSpc="1">
            <a:prstTxWarp prst="textNoShape">
              <a:avLst/>
            </a:prstTxWarp>
          </a:bodyPr>
          <a:lstStyle>
            <a:lvl1pPr>
              <a:defRPr/>
            </a:lvl1pPr>
          </a:lstStyle>
          <a:p>
            <a:pPr lvl="0"/>
            <a:r>
              <a:rPr lang="zh-CN" altLang="en-US" noProof="0"/>
              <a:t>单击此处编辑母版标题样式</a:t>
            </a:r>
          </a:p>
        </p:txBody>
      </p:sp>
      <p:sp>
        <p:nvSpPr>
          <p:cNvPr id="87046" name="Rectangle 6"/>
          <p:cNvSpPr>
            <a:spLocks noGrp="1" noChangeArrowheads="1"/>
          </p:cNvSpPr>
          <p:nvPr>
            <p:ph type="subTitle" sz="quarter" idx="1"/>
          </p:nvPr>
        </p:nvSpPr>
        <p:spPr bwMode="auto">
          <a:xfrm>
            <a:off x="914400" y="3429000"/>
            <a:ext cx="8534400" cy="1752600"/>
          </a:xfrm>
          <a:prstGeom prst="rect">
            <a:avLst/>
          </a:prstGeom>
          <a:noFill/>
        </p:spPr>
        <p:txBody>
          <a:bodyPr vert="horz" wrap="square" lIns="92075" tIns="46038" rIns="92075" bIns="46038" numCol="1" anchor="ctr" anchorCtr="0" compatLnSpc="1">
            <a:prstTxWarp prst="textNoShape">
              <a:avLst/>
            </a:prstTxWarp>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7" name="Rectangle 7">
            <a:extLst>
              <a:ext uri="{FF2B5EF4-FFF2-40B4-BE49-F238E27FC236}">
                <a16:creationId xmlns:a16="http://schemas.microsoft.com/office/drawing/2014/main" id="{3E8379DD-916A-46AC-8E81-49838546FBD2}"/>
              </a:ext>
            </a:extLst>
          </p:cNvPr>
          <p:cNvSpPr>
            <a:spLocks noGrp="1" noChangeArrowheads="1"/>
          </p:cNvSpPr>
          <p:nvPr>
            <p:ph type="dt" sz="quarter" idx="10"/>
          </p:nvPr>
        </p:nvSpPr>
        <p:spPr bwMode="auto">
          <a:xfrm>
            <a:off x="914400" y="6248400"/>
            <a:ext cx="2540000" cy="457200"/>
          </a:xfrm>
          <a:prstGeom prst="rect">
            <a:avLst/>
          </a:prstGeom>
        </p:spPr>
        <p:txBody>
          <a:bodyPr vert="horz" wrap="square" lIns="92075" tIns="46038" rIns="92075" bIns="46038" numCol="1" anchor="ctr" anchorCtr="0" compatLnSpc="1">
            <a:prstTxWarp prst="textNoShape">
              <a:avLst/>
            </a:prstTxWarp>
          </a:bodyPr>
          <a:lstStyle>
            <a:lvl1pPr eaLnBrk="1" hangingPunct="1">
              <a:defRPr kumimoji="0" sz="1400">
                <a:solidFill>
                  <a:srgbClr val="FFFFFF"/>
                </a:solidFill>
              </a:defRPr>
            </a:lvl1pPr>
          </a:lstStyle>
          <a:p>
            <a:pPr>
              <a:defRPr/>
            </a:pPr>
            <a:endParaRPr lang="en-US" altLang="zh-CN"/>
          </a:p>
        </p:txBody>
      </p:sp>
      <p:sp>
        <p:nvSpPr>
          <p:cNvPr id="8" name="Rectangle 8">
            <a:extLst>
              <a:ext uri="{FF2B5EF4-FFF2-40B4-BE49-F238E27FC236}">
                <a16:creationId xmlns:a16="http://schemas.microsoft.com/office/drawing/2014/main" id="{30C56F0C-EDEA-4022-860E-8D5C18F335E8}"/>
              </a:ext>
            </a:extLst>
          </p:cNvPr>
          <p:cNvSpPr>
            <a:spLocks noGrp="1" noChangeArrowheads="1"/>
          </p:cNvSpPr>
          <p:nvPr>
            <p:ph type="ftr" sz="quarter" idx="11"/>
          </p:nvPr>
        </p:nvSpPr>
        <p:spPr bwMode="auto">
          <a:xfrm>
            <a:off x="4165600" y="6248400"/>
            <a:ext cx="3860800" cy="457200"/>
          </a:xfrm>
          <a:prstGeom prst="rect">
            <a:avLst/>
          </a:prstGeom>
        </p:spPr>
        <p:txBody>
          <a:bodyPr vert="horz" wrap="square" lIns="92075" tIns="46038" rIns="92075" bIns="46038" numCol="1" anchor="ctr" anchorCtr="0" compatLnSpc="1">
            <a:prstTxWarp prst="textNoShape">
              <a:avLst/>
            </a:prstTxWarp>
          </a:bodyPr>
          <a:lstStyle>
            <a:lvl1pPr algn="ctr" eaLnBrk="1" hangingPunct="1">
              <a:defRPr kumimoji="0" sz="1400">
                <a:solidFill>
                  <a:srgbClr val="FFFFFF"/>
                </a:solidFill>
              </a:defRPr>
            </a:lvl1pPr>
          </a:lstStyle>
          <a:p>
            <a:pPr>
              <a:defRPr/>
            </a:pPr>
            <a:endParaRPr lang="en-US" altLang="zh-CN"/>
          </a:p>
        </p:txBody>
      </p:sp>
      <p:sp>
        <p:nvSpPr>
          <p:cNvPr id="9" name="Rectangle 9">
            <a:extLst>
              <a:ext uri="{FF2B5EF4-FFF2-40B4-BE49-F238E27FC236}">
                <a16:creationId xmlns:a16="http://schemas.microsoft.com/office/drawing/2014/main" id="{15431CC7-5CE6-4421-8D95-8823FF471D43}"/>
              </a:ext>
            </a:extLst>
          </p:cNvPr>
          <p:cNvSpPr>
            <a:spLocks noGrp="1" noChangeArrowheads="1"/>
          </p:cNvSpPr>
          <p:nvPr>
            <p:ph type="sldNum" sz="quarter" idx="12"/>
          </p:nvPr>
        </p:nvSpPr>
        <p:spPr bwMode="auto">
          <a:xfrm>
            <a:off x="8737600" y="6248400"/>
            <a:ext cx="2540000" cy="457200"/>
          </a:xfrm>
          <a:prstGeom prst="rect">
            <a:avLst/>
          </a:prstGeom>
        </p:spPr>
        <p:txBody>
          <a:bodyPr vert="horz" wrap="square" lIns="92075" tIns="46038" rIns="92075" bIns="46038" numCol="1" anchor="ctr" anchorCtr="0" compatLnSpc="1">
            <a:prstTxWarp prst="textNoShape">
              <a:avLst/>
            </a:prstTxWarp>
          </a:bodyPr>
          <a:lstStyle>
            <a:lvl1pPr algn="r" eaLnBrk="1" hangingPunct="1">
              <a:defRPr kumimoji="0" sz="1400">
                <a:solidFill>
                  <a:srgbClr val="FFFFFF"/>
                </a:solidFill>
              </a:defRPr>
            </a:lvl1pPr>
          </a:lstStyle>
          <a:p>
            <a:pPr>
              <a:defRPr/>
            </a:pPr>
            <a:fld id="{50A14724-3B28-4274-8F38-99D77BD989BA}" type="slidenum">
              <a:rPr lang="en-US" altLang="zh-CN"/>
              <a:pPr>
                <a:defRPr/>
              </a:pPr>
              <a:t>‹#›</a:t>
            </a:fld>
            <a:endParaRPr lang="en-US" altLang="zh-CN"/>
          </a:p>
        </p:txBody>
      </p:sp>
    </p:spTree>
    <p:extLst>
      <p:ext uri="{BB962C8B-B14F-4D97-AF65-F5344CB8AC3E}">
        <p14:creationId xmlns:p14="http://schemas.microsoft.com/office/powerpoint/2010/main" val="2357536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61686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extLst>
      <p:ext uri="{BB962C8B-B14F-4D97-AF65-F5344CB8AC3E}">
        <p14:creationId xmlns:p14="http://schemas.microsoft.com/office/powerpoint/2010/main" val="279663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499930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40318" y="2505075"/>
            <a:ext cx="5158316"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71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211451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62461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962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22251607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157887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7384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6835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6738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55" name="Text Box 51">
            <a:extLst>
              <a:ext uri="{FF2B5EF4-FFF2-40B4-BE49-F238E27FC236}">
                <a16:creationId xmlns:a16="http://schemas.microsoft.com/office/drawing/2014/main" id="{968DDD4A-3C5D-471C-B531-ACF55CF287E1}"/>
              </a:ext>
            </a:extLst>
          </p:cNvPr>
          <p:cNvSpPr txBox="1">
            <a:spLocks noChangeArrowheads="1"/>
          </p:cNvSpPr>
          <p:nvPr userDrawn="1"/>
        </p:nvSpPr>
        <p:spPr bwMode="auto">
          <a:xfrm>
            <a:off x="11049000" y="6467475"/>
            <a:ext cx="1143000" cy="274638"/>
          </a:xfrm>
          <a:prstGeom prst="rect">
            <a:avLst/>
          </a:prstGeom>
          <a:noFill/>
          <a:ln w="9525">
            <a:noFill/>
            <a:miter lim="800000"/>
            <a:headEnd/>
            <a:tailEnd/>
          </a:ln>
          <a:effectLst/>
        </p:spPr>
        <p:txBody>
          <a:bodyPr>
            <a:spAutoFit/>
          </a:bodyPr>
          <a:lstStyle/>
          <a:p>
            <a:pPr algn="r">
              <a:defRPr/>
            </a:pPr>
            <a:fld id="{17718D05-F57E-4D0C-A2CC-AC601E3ADB87}" type="slidenum">
              <a:rPr lang="en-US" altLang="zh-CN" sz="1200" smtClean="0">
                <a:solidFill>
                  <a:schemeClr val="accent6">
                    <a:lumMod val="75000"/>
                  </a:schemeClr>
                </a:solidFill>
              </a:rPr>
              <a:pPr algn="r">
                <a:defRPr/>
              </a:pPr>
              <a:t>‹#›</a:t>
            </a:fld>
            <a:r>
              <a:rPr lang="en-US" altLang="zh-CN" sz="1200">
                <a:solidFill>
                  <a:schemeClr val="accent6">
                    <a:lumMod val="75000"/>
                  </a:schemeClr>
                </a:solidFill>
              </a:rPr>
              <a:t>/27</a:t>
            </a:r>
            <a:endParaRPr lang="en-US" altLang="zh-CN" sz="1200" dirty="0">
              <a:solidFill>
                <a:schemeClr val="accent6">
                  <a:lumMod val="75000"/>
                </a:schemeClr>
              </a:solidFill>
            </a:endParaRPr>
          </a:p>
        </p:txBody>
      </p:sp>
      <p:sp>
        <p:nvSpPr>
          <p:cNvPr id="56" name="AutoShape 52">
            <a:hlinkClick r:id="" action="ppaction://hlinkshowjump?jump=nextslide" highlightClick="1"/>
            <a:extLst>
              <a:ext uri="{FF2B5EF4-FFF2-40B4-BE49-F238E27FC236}">
                <a16:creationId xmlns:a16="http://schemas.microsoft.com/office/drawing/2014/main" id="{8221CE54-FA02-4CA2-BA3A-9C4F7D05CE5F}"/>
              </a:ext>
            </a:extLst>
          </p:cNvPr>
          <p:cNvSpPr>
            <a:spLocks noChangeArrowheads="1"/>
          </p:cNvSpPr>
          <p:nvPr userDrawn="1"/>
        </p:nvSpPr>
        <p:spPr bwMode="auto">
          <a:xfrm>
            <a:off x="11176000" y="6445250"/>
            <a:ext cx="406400" cy="304800"/>
          </a:xfrm>
          <a:prstGeom prst="rightArrow">
            <a:avLst>
              <a:gd name="adj1" fmla="val 50000"/>
              <a:gd name="adj2" fmla="val 25000"/>
            </a:avLst>
          </a:prstGeom>
          <a:solidFill>
            <a:schemeClr val="accent2"/>
          </a:solidFill>
          <a:ln w="9525">
            <a:solidFill>
              <a:schemeClr val="accent1"/>
            </a:solidFill>
            <a:miter lim="800000"/>
            <a:headEnd/>
            <a:tailEnd/>
          </a:ln>
          <a:effectLst>
            <a:outerShdw blurRad="50800" dist="38100" dir="5400000" algn="t" rotWithShape="0">
              <a:prstClr val="black">
                <a:alpha val="40000"/>
              </a:prstClr>
            </a:outerShdw>
          </a:effectLst>
        </p:spPr>
        <p:txBody>
          <a:bodyPr wrap="none" anchor="ctr"/>
          <a:lstStyle/>
          <a:p>
            <a:pPr>
              <a:defRPr/>
            </a:pPr>
            <a:endParaRPr lang="zh-CN" altLang="en-US" sz="2800"/>
          </a:p>
        </p:txBody>
      </p:sp>
      <p:sp>
        <p:nvSpPr>
          <p:cNvPr id="57" name="AutoShape 54">
            <a:hlinkClick r:id="" action="ppaction://hlinkshowjump?jump=previousslide" highlightClick="1"/>
            <a:extLst>
              <a:ext uri="{FF2B5EF4-FFF2-40B4-BE49-F238E27FC236}">
                <a16:creationId xmlns:a16="http://schemas.microsoft.com/office/drawing/2014/main" id="{483EB1AF-FF28-43D3-BF59-04B22B692E84}"/>
              </a:ext>
            </a:extLst>
          </p:cNvPr>
          <p:cNvSpPr>
            <a:spLocks noChangeArrowheads="1"/>
          </p:cNvSpPr>
          <p:nvPr userDrawn="1"/>
        </p:nvSpPr>
        <p:spPr bwMode="auto">
          <a:xfrm>
            <a:off x="10560051" y="6435725"/>
            <a:ext cx="406400" cy="304800"/>
          </a:xfrm>
          <a:prstGeom prst="leftArrow">
            <a:avLst>
              <a:gd name="adj1" fmla="val 50000"/>
              <a:gd name="adj2" fmla="val 25000"/>
            </a:avLst>
          </a:prstGeom>
          <a:solidFill>
            <a:schemeClr val="accent2"/>
          </a:solidFill>
          <a:ln w="9525">
            <a:solidFill>
              <a:schemeClr val="accent1"/>
            </a:solidFill>
            <a:miter lim="800000"/>
            <a:headEnd/>
            <a:tailEnd/>
          </a:ln>
          <a:effectLst>
            <a:outerShdw blurRad="50800" dist="38100" dir="5400000" algn="t" rotWithShape="0">
              <a:prstClr val="black">
                <a:alpha val="40000"/>
              </a:prstClr>
            </a:outerShdw>
          </a:effectLst>
        </p:spPr>
        <p:txBody>
          <a:bodyPr wrap="none" anchor="ctr"/>
          <a:lstStyle/>
          <a:p>
            <a:pPr>
              <a:defRPr/>
            </a:pPr>
            <a:endParaRPr lang="zh-CN" altLang="en-US" sz="2800"/>
          </a:p>
        </p:txBody>
      </p:sp>
      <p:sp>
        <p:nvSpPr>
          <p:cNvPr id="58" name="矩形 57">
            <a:extLst>
              <a:ext uri="{FF2B5EF4-FFF2-40B4-BE49-F238E27FC236}">
                <a16:creationId xmlns:a16="http://schemas.microsoft.com/office/drawing/2014/main" id="{6073943A-A3AB-4200-83C6-8DCD3D40FC35}"/>
              </a:ext>
            </a:extLst>
          </p:cNvPr>
          <p:cNvSpPr/>
          <p:nvPr userDrawn="1"/>
        </p:nvSpPr>
        <p:spPr>
          <a:xfrm>
            <a:off x="3496574" y="6817563"/>
            <a:ext cx="8712000" cy="36000"/>
          </a:xfrm>
          <a:prstGeom prst="rect">
            <a:avLst/>
          </a:prstGeom>
          <a:solidFill>
            <a:srgbClr val="4472C4">
              <a:lumMod val="20000"/>
              <a:lumOff val="80000"/>
            </a:srgbClr>
          </a:solidFill>
          <a:ln w="12700" cap="flat" cmpd="sng" algn="ctr">
            <a:solidFill>
              <a:srgbClr val="4472C4">
                <a:lumMod val="20000"/>
                <a:lumOff val="80000"/>
              </a:srgbClr>
            </a:solid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a:ea typeface="华文细黑"/>
              <a:cs typeface="+mn-cs"/>
            </a:endParaRPr>
          </a:p>
        </p:txBody>
      </p:sp>
      <p:sp>
        <p:nvSpPr>
          <p:cNvPr id="59" name="任意多边形: 形状 58">
            <a:extLst>
              <a:ext uri="{FF2B5EF4-FFF2-40B4-BE49-F238E27FC236}">
                <a16:creationId xmlns:a16="http://schemas.microsoft.com/office/drawing/2014/main" id="{65963F9A-59A6-49CD-9A62-8B42132A4233}"/>
              </a:ext>
            </a:extLst>
          </p:cNvPr>
          <p:cNvSpPr/>
          <p:nvPr userDrawn="1"/>
        </p:nvSpPr>
        <p:spPr>
          <a:xfrm>
            <a:off x="0" y="6496049"/>
            <a:ext cx="3505200" cy="361950"/>
          </a:xfrm>
          <a:custGeom>
            <a:avLst/>
            <a:gdLst>
              <a:gd name="connsiteX0" fmla="*/ 0 w 3505200"/>
              <a:gd name="connsiteY0" fmla="*/ 361950 h 361950"/>
              <a:gd name="connsiteX1" fmla="*/ 0 w 3505200"/>
              <a:gd name="connsiteY1" fmla="*/ 0 h 361950"/>
              <a:gd name="connsiteX2" fmla="*/ 3143250 w 3505200"/>
              <a:gd name="connsiteY2" fmla="*/ 0 h 361950"/>
              <a:gd name="connsiteX3" fmla="*/ 3505200 w 3505200"/>
              <a:gd name="connsiteY3" fmla="*/ 361950 h 361950"/>
              <a:gd name="connsiteX4" fmla="*/ 0 w 3505200"/>
              <a:gd name="connsiteY4" fmla="*/ 361950 h 36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5200" h="361950">
                <a:moveTo>
                  <a:pt x="0" y="361950"/>
                </a:moveTo>
                <a:lnTo>
                  <a:pt x="0" y="0"/>
                </a:lnTo>
                <a:lnTo>
                  <a:pt x="3143250" y="0"/>
                </a:lnTo>
                <a:lnTo>
                  <a:pt x="3505200" y="361950"/>
                </a:lnTo>
                <a:lnTo>
                  <a:pt x="0" y="361950"/>
                </a:lnTo>
                <a:close/>
              </a:path>
            </a:pathLst>
          </a:custGeom>
          <a:solidFill>
            <a:srgbClr val="4472C4">
              <a:lumMod val="20000"/>
              <a:lumOff val="80000"/>
            </a:srgbClr>
          </a:solidFill>
          <a:ln w="12700" cap="flat" cmpd="sng" algn="ctr">
            <a:solidFill>
              <a:srgbClr val="4472C4">
                <a:lumMod val="40000"/>
                <a:lumOff val="60000"/>
              </a:srgbClr>
            </a:solid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latin typeface="Times New Roman"/>
              <a:ea typeface="华文细黑"/>
              <a:cs typeface="+mn-cs"/>
            </a:endParaRPr>
          </a:p>
        </p:txBody>
      </p:sp>
      <p:sp>
        <p:nvSpPr>
          <p:cNvPr id="60" name="矩形 59">
            <a:extLst>
              <a:ext uri="{FF2B5EF4-FFF2-40B4-BE49-F238E27FC236}">
                <a16:creationId xmlns:a16="http://schemas.microsoft.com/office/drawing/2014/main" id="{EA4A6F25-2ECE-49DF-A38A-1198978034ED}"/>
              </a:ext>
            </a:extLst>
          </p:cNvPr>
          <p:cNvSpPr/>
          <p:nvPr userDrawn="1"/>
        </p:nvSpPr>
        <p:spPr>
          <a:xfrm>
            <a:off x="257359" y="6488534"/>
            <a:ext cx="2705098" cy="323165"/>
          </a:xfrm>
          <a:prstGeom prst="rect">
            <a:avLst/>
          </a:prstGeom>
          <a:noFill/>
        </p:spPr>
        <p:txBody>
          <a:bodyPr wrap="square" lIns="91440" tIns="45720" rIns="91440" bIns="45720">
            <a:spAutoFit/>
          </a:bodyPr>
          <a:lstStyle/>
          <a:p>
            <a:pPr algn="ctr" fontAlgn="auto">
              <a:spcBef>
                <a:spcPts val="0"/>
              </a:spcBef>
              <a:spcAft>
                <a:spcPts val="0"/>
              </a:spcAft>
            </a:pPr>
            <a:r>
              <a:rPr kumimoji="0" lang="zh-CN" altLang="en-US" sz="1500" b="0">
                <a:ln w="0"/>
                <a:solidFill>
                  <a:srgbClr val="4472C4"/>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rPr>
              <a:t>数学科学学院 </a:t>
            </a:r>
            <a:r>
              <a:rPr kumimoji="0" lang="en-US" altLang="zh-CN" sz="1500" b="0">
                <a:ln w="0"/>
                <a:solidFill>
                  <a:srgbClr val="4472C4"/>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rPr>
              <a:t>-</a:t>
            </a:r>
            <a:r>
              <a:rPr kumimoji="0" lang="zh-CN" altLang="en-US" sz="1500" b="0">
                <a:ln w="0"/>
                <a:solidFill>
                  <a:srgbClr val="4472C4"/>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rPr>
              <a:t> 微积分</a:t>
            </a:r>
            <a:r>
              <a:rPr kumimoji="0" lang="en-US" altLang="zh-CN" sz="1200" b="0">
                <a:ln w="0"/>
                <a:solidFill>
                  <a:srgbClr val="4472C4"/>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rPr>
              <a:t>II</a:t>
            </a:r>
            <a:endParaRPr kumimoji="0" lang="zh-CN" altLang="en-US" sz="1200" b="0">
              <a:ln w="0"/>
              <a:solidFill>
                <a:srgbClr val="4472C4"/>
              </a:solidFill>
              <a:effectLst>
                <a:outerShdw blurRad="38100" dist="25400" dir="5400000" algn="ctr" rotWithShape="0">
                  <a:srgbClr val="6E747A">
                    <a:alpha val="43000"/>
                  </a:srgbClr>
                </a:outerShdw>
              </a:effectLst>
              <a:latin typeface="华文新魏" panose="02010800040101010101" pitchFamily="2" charset="-122"/>
              <a:ea typeface="华文新魏"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charset="0"/>
          <a:ea typeface="宋体" pitchFamily="2" charset="-122"/>
        </a:defRPr>
      </a:lvl2pPr>
      <a:lvl3pPr algn="l" rtl="0" eaLnBrk="0" fontAlgn="base" hangingPunct="0">
        <a:spcBef>
          <a:spcPct val="0"/>
        </a:spcBef>
        <a:spcAft>
          <a:spcPct val="0"/>
        </a:spcAft>
        <a:defRPr sz="3600" b="1">
          <a:solidFill>
            <a:schemeClr val="tx2"/>
          </a:solidFill>
          <a:latin typeface="Arial" charset="0"/>
          <a:ea typeface="宋体" pitchFamily="2" charset="-122"/>
        </a:defRPr>
      </a:lvl3pPr>
      <a:lvl4pPr algn="l" rtl="0" eaLnBrk="0" fontAlgn="base" hangingPunct="0">
        <a:spcBef>
          <a:spcPct val="0"/>
        </a:spcBef>
        <a:spcAft>
          <a:spcPct val="0"/>
        </a:spcAft>
        <a:defRPr sz="3600" b="1">
          <a:solidFill>
            <a:schemeClr val="tx2"/>
          </a:solidFill>
          <a:latin typeface="Arial" charset="0"/>
          <a:ea typeface="宋体" pitchFamily="2" charset="-122"/>
        </a:defRPr>
      </a:lvl4pPr>
      <a:lvl5pPr algn="l" rtl="0" eaLnBrk="0" fontAlgn="base" hangingPunct="0">
        <a:spcBef>
          <a:spcPct val="0"/>
        </a:spcBef>
        <a:spcAft>
          <a:spcPct val="0"/>
        </a:spcAft>
        <a:defRPr sz="3600" b="1">
          <a:solidFill>
            <a:schemeClr val="tx2"/>
          </a:solidFill>
          <a:latin typeface="Arial" charset="0"/>
          <a:ea typeface="宋体" pitchFamily="2" charset="-122"/>
        </a:defRPr>
      </a:lvl5pPr>
      <a:lvl6pPr marL="457200" algn="l" rtl="0" fontAlgn="base">
        <a:spcBef>
          <a:spcPct val="0"/>
        </a:spcBef>
        <a:spcAft>
          <a:spcPct val="0"/>
        </a:spcAft>
        <a:defRPr sz="3600" b="1">
          <a:solidFill>
            <a:schemeClr val="tx2"/>
          </a:solidFill>
          <a:latin typeface="Arial" charset="0"/>
          <a:ea typeface="宋体" pitchFamily="2" charset="-122"/>
        </a:defRPr>
      </a:lvl6pPr>
      <a:lvl7pPr marL="914400" algn="l" rtl="0" fontAlgn="base">
        <a:spcBef>
          <a:spcPct val="0"/>
        </a:spcBef>
        <a:spcAft>
          <a:spcPct val="0"/>
        </a:spcAft>
        <a:defRPr sz="3600" b="1">
          <a:solidFill>
            <a:schemeClr val="tx2"/>
          </a:solidFill>
          <a:latin typeface="Arial" charset="0"/>
          <a:ea typeface="宋体" pitchFamily="2" charset="-122"/>
        </a:defRPr>
      </a:lvl7pPr>
      <a:lvl8pPr marL="1371600" algn="l" rtl="0" fontAlgn="base">
        <a:spcBef>
          <a:spcPct val="0"/>
        </a:spcBef>
        <a:spcAft>
          <a:spcPct val="0"/>
        </a:spcAft>
        <a:defRPr sz="3600" b="1">
          <a:solidFill>
            <a:schemeClr val="tx2"/>
          </a:solidFill>
          <a:latin typeface="Arial" charset="0"/>
          <a:ea typeface="宋体" pitchFamily="2" charset="-122"/>
        </a:defRPr>
      </a:lvl8pPr>
      <a:lvl9pPr marL="1828800" algn="l" rtl="0" fontAlgn="base">
        <a:spcBef>
          <a:spcPct val="0"/>
        </a:spcBef>
        <a:spcAft>
          <a:spcPct val="0"/>
        </a:spcAft>
        <a:defRPr sz="36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6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pic>
        <p:nvPicPr>
          <p:cNvPr id="3074" name="Picture 13" descr="返回">
            <a:hlinkClick r:id="" action="ppaction://hlinkshowjump?jump=lastslideviewed"/>
            <a:extLst>
              <a:ext uri="{FF2B5EF4-FFF2-40B4-BE49-F238E27FC236}">
                <a16:creationId xmlns:a16="http://schemas.microsoft.com/office/drawing/2014/main" id="{E83A73D5-924E-4194-AA37-B2820BEB14E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567584" y="6381750"/>
            <a:ext cx="47413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14" descr="下一页">
            <a:hlinkClick r:id="" action="ppaction://hlinkshowjump?jump=nextslide"/>
            <a:extLst>
              <a:ext uri="{FF2B5EF4-FFF2-40B4-BE49-F238E27FC236}">
                <a16:creationId xmlns:a16="http://schemas.microsoft.com/office/drawing/2014/main" id="{C6417672-5153-41AF-99B5-0D479C5F08DA}"/>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0991851" y="6381750"/>
            <a:ext cx="47413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15" descr="上一页">
            <a:hlinkClick r:id="" action="ppaction://hlinkshowjump?jump=previousslide"/>
            <a:extLst>
              <a:ext uri="{FF2B5EF4-FFF2-40B4-BE49-F238E27FC236}">
                <a16:creationId xmlns:a16="http://schemas.microsoft.com/office/drawing/2014/main" id="{F9DA2181-5026-4D1C-8EBF-6D639002B9F4}"/>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0327218" y="6381750"/>
            <a:ext cx="47413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831936"/>
      </p:ext>
    </p:extLst>
  </p:cSld>
  <p:clrMap bg1="dk2" tx1="lt1" bg2="dk1"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2.w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9.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7.wmf"/><Relationship Id="rId18" Type="http://schemas.openxmlformats.org/officeDocument/2006/relationships/oleObject" Target="../embeddings/oleObject17.bin"/><Relationship Id="rId3" Type="http://schemas.openxmlformats.org/officeDocument/2006/relationships/notesSlide" Target="../notesSlides/notesSlide1.xml"/><Relationship Id="rId21" Type="http://schemas.openxmlformats.org/officeDocument/2006/relationships/image" Target="../media/image21.wmf"/><Relationship Id="rId7" Type="http://schemas.openxmlformats.org/officeDocument/2006/relationships/image" Target="../media/image15.wmf"/><Relationship Id="rId12" Type="http://schemas.openxmlformats.org/officeDocument/2006/relationships/oleObject" Target="../embeddings/oleObject14.bin"/><Relationship Id="rId17" Type="http://schemas.openxmlformats.org/officeDocument/2006/relationships/image" Target="../media/image19.wmf"/><Relationship Id="rId2" Type="http://schemas.openxmlformats.org/officeDocument/2006/relationships/slideLayout" Target="../slideLayouts/slideLayout7.xml"/><Relationship Id="rId16" Type="http://schemas.openxmlformats.org/officeDocument/2006/relationships/oleObject" Target="../embeddings/oleObject16.bin"/><Relationship Id="rId20" Type="http://schemas.openxmlformats.org/officeDocument/2006/relationships/oleObject" Target="../embeddings/oleObject18.bin"/><Relationship Id="rId1" Type="http://schemas.openxmlformats.org/officeDocument/2006/relationships/vmlDrawing" Target="../drawings/vmlDrawing3.vml"/><Relationship Id="rId6" Type="http://schemas.openxmlformats.org/officeDocument/2006/relationships/oleObject" Target="../embeddings/oleObject10.bin"/><Relationship Id="rId11" Type="http://schemas.openxmlformats.org/officeDocument/2006/relationships/image" Target="../media/image16.wmf"/><Relationship Id="rId5" Type="http://schemas.openxmlformats.org/officeDocument/2006/relationships/image" Target="../media/image14.wmf"/><Relationship Id="rId15" Type="http://schemas.openxmlformats.org/officeDocument/2006/relationships/image" Target="../media/image18.wmf"/><Relationship Id="rId10" Type="http://schemas.openxmlformats.org/officeDocument/2006/relationships/oleObject" Target="../embeddings/oleObject13.bin"/><Relationship Id="rId19" Type="http://schemas.openxmlformats.org/officeDocument/2006/relationships/image" Target="../media/image20.wmf"/><Relationship Id="rId4" Type="http://schemas.openxmlformats.org/officeDocument/2006/relationships/oleObject" Target="../embeddings/oleObject9.bin"/><Relationship Id="rId9" Type="http://schemas.openxmlformats.org/officeDocument/2006/relationships/oleObject" Target="../embeddings/oleObject12.bin"/><Relationship Id="rId14" Type="http://schemas.openxmlformats.org/officeDocument/2006/relationships/oleObject" Target="../embeddings/oleObject15.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6.wmf"/><Relationship Id="rId3" Type="http://schemas.openxmlformats.org/officeDocument/2006/relationships/notesSlide" Target="../notesSlides/notesSlide2.xml"/><Relationship Id="rId7" Type="http://schemas.openxmlformats.org/officeDocument/2006/relationships/image" Target="../media/image23.wmf"/><Relationship Id="rId12" Type="http://schemas.openxmlformats.org/officeDocument/2006/relationships/oleObject" Target="../embeddings/oleObject23.bin"/><Relationship Id="rId17" Type="http://schemas.openxmlformats.org/officeDocument/2006/relationships/image" Target="../media/image28.wmf"/><Relationship Id="rId2" Type="http://schemas.openxmlformats.org/officeDocument/2006/relationships/slideLayout" Target="../slideLayouts/slideLayout7.xml"/><Relationship Id="rId16" Type="http://schemas.openxmlformats.org/officeDocument/2006/relationships/oleObject" Target="../embeddings/oleObject25.bin"/><Relationship Id="rId1" Type="http://schemas.openxmlformats.org/officeDocument/2006/relationships/vmlDrawing" Target="../drawings/vmlDrawing4.vml"/><Relationship Id="rId6" Type="http://schemas.openxmlformats.org/officeDocument/2006/relationships/oleObject" Target="../embeddings/oleObject20.bin"/><Relationship Id="rId11" Type="http://schemas.openxmlformats.org/officeDocument/2006/relationships/image" Target="../media/image25.w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4.wmf"/><Relationship Id="rId14" Type="http://schemas.openxmlformats.org/officeDocument/2006/relationships/oleObject" Target="../embeddings/oleObject2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3.xml"/><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27.bin"/><Relationship Id="rId5" Type="http://schemas.openxmlformats.org/officeDocument/2006/relationships/image" Target="../media/image29.wmf"/><Relationship Id="rId4" Type="http://schemas.openxmlformats.org/officeDocument/2006/relationships/oleObject" Target="../embeddings/oleObject26.bin"/><Relationship Id="rId9" Type="http://schemas.openxmlformats.org/officeDocument/2006/relationships/image" Target="../media/image31.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6.wmf"/><Relationship Id="rId3" Type="http://schemas.openxmlformats.org/officeDocument/2006/relationships/notesSlide" Target="../notesSlides/notesSlide4.xml"/><Relationship Id="rId7" Type="http://schemas.openxmlformats.org/officeDocument/2006/relationships/image" Target="../media/image33.wmf"/><Relationship Id="rId12" Type="http://schemas.openxmlformats.org/officeDocument/2006/relationships/oleObject" Target="../embeddings/oleObject33.bin"/><Relationship Id="rId17" Type="http://schemas.openxmlformats.org/officeDocument/2006/relationships/image" Target="../media/image38.wmf"/><Relationship Id="rId2" Type="http://schemas.openxmlformats.org/officeDocument/2006/relationships/slideLayout" Target="../slideLayouts/slideLayout7.xml"/><Relationship Id="rId16" Type="http://schemas.openxmlformats.org/officeDocument/2006/relationships/oleObject" Target="../embeddings/oleObject35.bin"/><Relationship Id="rId1" Type="http://schemas.openxmlformats.org/officeDocument/2006/relationships/vmlDrawing" Target="../drawings/vmlDrawing6.vml"/><Relationship Id="rId6" Type="http://schemas.openxmlformats.org/officeDocument/2006/relationships/oleObject" Target="../embeddings/oleObject30.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7.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4.wmf"/><Relationship Id="rId14" Type="http://schemas.openxmlformats.org/officeDocument/2006/relationships/oleObject" Target="../embeddings/oleObject34.bin"/></Relationships>
</file>

<file path=ppt/slides/_rels/slide9.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40.wmf"/><Relationship Id="rId5" Type="http://schemas.openxmlformats.org/officeDocument/2006/relationships/oleObject" Target="../embeddings/oleObject37.bin"/><Relationship Id="rId4" Type="http://schemas.openxmlformats.org/officeDocument/2006/relationships/image" Target="../media/image39.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5.xml"/><Relationship Id="rId7" Type="http://schemas.openxmlformats.org/officeDocument/2006/relationships/image" Target="../media/image43.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40.bin"/><Relationship Id="rId5" Type="http://schemas.openxmlformats.org/officeDocument/2006/relationships/image" Target="../media/image42.wmf"/><Relationship Id="rId4" Type="http://schemas.openxmlformats.org/officeDocument/2006/relationships/oleObject" Target="../embeddings/oleObject39.bin"/><Relationship Id="rId9" Type="http://schemas.openxmlformats.org/officeDocument/2006/relationships/image" Target="../media/image44.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notesSlide" Target="../notesSlides/notesSlide6.xml"/><Relationship Id="rId7" Type="http://schemas.openxmlformats.org/officeDocument/2006/relationships/image" Target="../media/image46.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3.bin"/><Relationship Id="rId5" Type="http://schemas.openxmlformats.org/officeDocument/2006/relationships/image" Target="../media/image45.wmf"/><Relationship Id="rId4" Type="http://schemas.openxmlformats.org/officeDocument/2006/relationships/oleObject" Target="../embeddings/oleObject42.bin"/><Relationship Id="rId9" Type="http://schemas.openxmlformats.org/officeDocument/2006/relationships/image" Target="../media/image47.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52.wmf"/><Relationship Id="rId18" Type="http://schemas.openxmlformats.org/officeDocument/2006/relationships/oleObject" Target="../embeddings/oleObject52.bin"/><Relationship Id="rId3" Type="http://schemas.openxmlformats.org/officeDocument/2006/relationships/notesSlide" Target="../notesSlides/notesSlide7.xml"/><Relationship Id="rId21" Type="http://schemas.openxmlformats.org/officeDocument/2006/relationships/image" Target="../media/image56.wmf"/><Relationship Id="rId7" Type="http://schemas.openxmlformats.org/officeDocument/2006/relationships/image" Target="../media/image49.wmf"/><Relationship Id="rId12" Type="http://schemas.openxmlformats.org/officeDocument/2006/relationships/oleObject" Target="../embeddings/oleObject49.bin"/><Relationship Id="rId17" Type="http://schemas.openxmlformats.org/officeDocument/2006/relationships/image" Target="../media/image54.wmf"/><Relationship Id="rId2" Type="http://schemas.openxmlformats.org/officeDocument/2006/relationships/slideLayout" Target="../slideLayouts/slideLayout7.xml"/><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vmlDrawing" Target="../drawings/vmlDrawing10.vml"/><Relationship Id="rId6" Type="http://schemas.openxmlformats.org/officeDocument/2006/relationships/oleObject" Target="../embeddings/oleObject46.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image" Target="../media/image53.wmf"/><Relationship Id="rId10" Type="http://schemas.openxmlformats.org/officeDocument/2006/relationships/oleObject" Target="../embeddings/oleObject48.bin"/><Relationship Id="rId19" Type="http://schemas.openxmlformats.org/officeDocument/2006/relationships/image" Target="../media/image55.wmf"/><Relationship Id="rId4" Type="http://schemas.openxmlformats.org/officeDocument/2006/relationships/oleObject" Target="../embeddings/oleObject45.bin"/><Relationship Id="rId9" Type="http://schemas.openxmlformats.org/officeDocument/2006/relationships/image" Target="../media/image50.wmf"/><Relationship Id="rId14" Type="http://schemas.openxmlformats.org/officeDocument/2006/relationships/oleObject" Target="../embeddings/oleObject50.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61.wmf"/><Relationship Id="rId18" Type="http://schemas.openxmlformats.org/officeDocument/2006/relationships/image" Target="../media/image63.wmf"/><Relationship Id="rId26" Type="http://schemas.openxmlformats.org/officeDocument/2006/relationships/image" Target="../media/image67.wmf"/><Relationship Id="rId3" Type="http://schemas.openxmlformats.org/officeDocument/2006/relationships/notesSlide" Target="../notesSlides/notesSlide8.xml"/><Relationship Id="rId21" Type="http://schemas.openxmlformats.org/officeDocument/2006/relationships/oleObject" Target="../embeddings/oleObject62.bin"/><Relationship Id="rId7" Type="http://schemas.openxmlformats.org/officeDocument/2006/relationships/image" Target="../media/image58.wmf"/><Relationship Id="rId12" Type="http://schemas.openxmlformats.org/officeDocument/2006/relationships/oleObject" Target="../embeddings/oleObject58.bin"/><Relationship Id="rId17" Type="http://schemas.openxmlformats.org/officeDocument/2006/relationships/oleObject" Target="../embeddings/oleObject60.bin"/><Relationship Id="rId25" Type="http://schemas.openxmlformats.org/officeDocument/2006/relationships/oleObject" Target="../embeddings/oleObject64.bin"/><Relationship Id="rId2" Type="http://schemas.openxmlformats.org/officeDocument/2006/relationships/slideLayout" Target="../slideLayouts/slideLayout7.xml"/><Relationship Id="rId16" Type="http://schemas.openxmlformats.org/officeDocument/2006/relationships/image" Target="../media/image69.emf"/><Relationship Id="rId20" Type="http://schemas.openxmlformats.org/officeDocument/2006/relationships/image" Target="../media/image64.wmf"/><Relationship Id="rId1" Type="http://schemas.openxmlformats.org/officeDocument/2006/relationships/vmlDrawing" Target="../drawings/vmlDrawing11.vml"/><Relationship Id="rId6" Type="http://schemas.openxmlformats.org/officeDocument/2006/relationships/oleObject" Target="../embeddings/oleObject55.bin"/><Relationship Id="rId11" Type="http://schemas.openxmlformats.org/officeDocument/2006/relationships/image" Target="../media/image60.wmf"/><Relationship Id="rId24" Type="http://schemas.openxmlformats.org/officeDocument/2006/relationships/image" Target="../media/image66.wmf"/><Relationship Id="rId5" Type="http://schemas.openxmlformats.org/officeDocument/2006/relationships/image" Target="../media/image57.wmf"/><Relationship Id="rId15" Type="http://schemas.openxmlformats.org/officeDocument/2006/relationships/image" Target="../media/image62.wmf"/><Relationship Id="rId23" Type="http://schemas.openxmlformats.org/officeDocument/2006/relationships/oleObject" Target="../embeddings/oleObject63.bin"/><Relationship Id="rId28" Type="http://schemas.openxmlformats.org/officeDocument/2006/relationships/image" Target="../media/image68.wmf"/><Relationship Id="rId10" Type="http://schemas.openxmlformats.org/officeDocument/2006/relationships/oleObject" Target="../embeddings/oleObject57.bin"/><Relationship Id="rId19" Type="http://schemas.openxmlformats.org/officeDocument/2006/relationships/oleObject" Target="../embeddings/oleObject61.bin"/><Relationship Id="rId4" Type="http://schemas.openxmlformats.org/officeDocument/2006/relationships/oleObject" Target="../embeddings/oleObject54.bin"/><Relationship Id="rId9" Type="http://schemas.openxmlformats.org/officeDocument/2006/relationships/image" Target="../media/image59.wmf"/><Relationship Id="rId14" Type="http://schemas.openxmlformats.org/officeDocument/2006/relationships/oleObject" Target="../embeddings/oleObject59.bin"/><Relationship Id="rId22" Type="http://schemas.openxmlformats.org/officeDocument/2006/relationships/image" Target="../media/image65.wmf"/><Relationship Id="rId27" Type="http://schemas.openxmlformats.org/officeDocument/2006/relationships/oleObject" Target="../embeddings/oleObject65.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74.wmf"/><Relationship Id="rId3" Type="http://schemas.openxmlformats.org/officeDocument/2006/relationships/notesSlide" Target="../notesSlides/notesSlide9.xml"/><Relationship Id="rId7" Type="http://schemas.openxmlformats.org/officeDocument/2006/relationships/image" Target="../media/image71.wmf"/><Relationship Id="rId12"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67.bin"/><Relationship Id="rId11" Type="http://schemas.openxmlformats.org/officeDocument/2006/relationships/image" Target="../media/image73.wmf"/><Relationship Id="rId5" Type="http://schemas.openxmlformats.org/officeDocument/2006/relationships/image" Target="../media/image70.png"/><Relationship Id="rId15" Type="http://schemas.openxmlformats.org/officeDocument/2006/relationships/image" Target="../media/image75.wmf"/><Relationship Id="rId10" Type="http://schemas.openxmlformats.org/officeDocument/2006/relationships/oleObject" Target="../embeddings/oleObject69.bin"/><Relationship Id="rId4" Type="http://schemas.openxmlformats.org/officeDocument/2006/relationships/oleObject" Target="../embeddings/oleObject66.bin"/><Relationship Id="rId9" Type="http://schemas.openxmlformats.org/officeDocument/2006/relationships/image" Target="../media/image72.wmf"/><Relationship Id="rId14" Type="http://schemas.openxmlformats.org/officeDocument/2006/relationships/oleObject" Target="../embeddings/oleObject71.bin"/></Relationships>
</file>

<file path=ppt/slides/_rels/slide15.xml.rels><?xml version="1.0" encoding="UTF-8" standalone="yes"?>
<Relationships xmlns="http://schemas.openxmlformats.org/package/2006/relationships"><Relationship Id="rId13" Type="http://schemas.openxmlformats.org/officeDocument/2006/relationships/image" Target="../media/image80.wmf"/><Relationship Id="rId18" Type="http://schemas.openxmlformats.org/officeDocument/2006/relationships/oleObject" Target="../embeddings/oleObject79.bin"/><Relationship Id="rId26" Type="http://schemas.openxmlformats.org/officeDocument/2006/relationships/oleObject" Target="../embeddings/oleObject83.bin"/><Relationship Id="rId3" Type="http://schemas.openxmlformats.org/officeDocument/2006/relationships/notesSlide" Target="../notesSlides/notesSlide10.xml"/><Relationship Id="rId21" Type="http://schemas.openxmlformats.org/officeDocument/2006/relationships/image" Target="../media/image84.wmf"/><Relationship Id="rId7" Type="http://schemas.openxmlformats.org/officeDocument/2006/relationships/image" Target="../media/image77.wmf"/><Relationship Id="rId12" Type="http://schemas.openxmlformats.org/officeDocument/2006/relationships/oleObject" Target="../embeddings/oleObject76.bin"/><Relationship Id="rId17" Type="http://schemas.openxmlformats.org/officeDocument/2006/relationships/image" Target="../media/image82.wmf"/><Relationship Id="rId25" Type="http://schemas.openxmlformats.org/officeDocument/2006/relationships/image" Target="../media/image86.wmf"/><Relationship Id="rId33" Type="http://schemas.openxmlformats.org/officeDocument/2006/relationships/image" Target="../media/image90.wmf"/><Relationship Id="rId2" Type="http://schemas.openxmlformats.org/officeDocument/2006/relationships/slideLayout" Target="../slideLayouts/slideLayout7.xml"/><Relationship Id="rId16" Type="http://schemas.openxmlformats.org/officeDocument/2006/relationships/oleObject" Target="../embeddings/oleObject78.bin"/><Relationship Id="rId20" Type="http://schemas.openxmlformats.org/officeDocument/2006/relationships/oleObject" Target="../embeddings/oleObject80.bin"/><Relationship Id="rId29" Type="http://schemas.openxmlformats.org/officeDocument/2006/relationships/image" Target="../media/image88.wmf"/><Relationship Id="rId1" Type="http://schemas.openxmlformats.org/officeDocument/2006/relationships/vmlDrawing" Target="../drawings/vmlDrawing13.vml"/><Relationship Id="rId6" Type="http://schemas.openxmlformats.org/officeDocument/2006/relationships/oleObject" Target="../embeddings/oleObject73.bin"/><Relationship Id="rId11" Type="http://schemas.openxmlformats.org/officeDocument/2006/relationships/image" Target="../media/image79.wmf"/><Relationship Id="rId24" Type="http://schemas.openxmlformats.org/officeDocument/2006/relationships/oleObject" Target="../embeddings/oleObject82.bin"/><Relationship Id="rId32" Type="http://schemas.openxmlformats.org/officeDocument/2006/relationships/oleObject" Target="../embeddings/oleObject86.bin"/><Relationship Id="rId5" Type="http://schemas.openxmlformats.org/officeDocument/2006/relationships/image" Target="../media/image76.wmf"/><Relationship Id="rId15" Type="http://schemas.openxmlformats.org/officeDocument/2006/relationships/image" Target="../media/image81.wmf"/><Relationship Id="rId23" Type="http://schemas.openxmlformats.org/officeDocument/2006/relationships/image" Target="../media/image85.wmf"/><Relationship Id="rId28" Type="http://schemas.openxmlformats.org/officeDocument/2006/relationships/oleObject" Target="../embeddings/oleObject84.bin"/><Relationship Id="rId10" Type="http://schemas.openxmlformats.org/officeDocument/2006/relationships/oleObject" Target="../embeddings/oleObject75.bin"/><Relationship Id="rId19" Type="http://schemas.openxmlformats.org/officeDocument/2006/relationships/image" Target="../media/image83.wmf"/><Relationship Id="rId31" Type="http://schemas.openxmlformats.org/officeDocument/2006/relationships/image" Target="../media/image89.wmf"/><Relationship Id="rId4" Type="http://schemas.openxmlformats.org/officeDocument/2006/relationships/oleObject" Target="../embeddings/oleObject72.bin"/><Relationship Id="rId9" Type="http://schemas.openxmlformats.org/officeDocument/2006/relationships/image" Target="../media/image78.wmf"/><Relationship Id="rId14" Type="http://schemas.openxmlformats.org/officeDocument/2006/relationships/oleObject" Target="../embeddings/oleObject77.bin"/><Relationship Id="rId22" Type="http://schemas.openxmlformats.org/officeDocument/2006/relationships/oleObject" Target="../embeddings/oleObject81.bin"/><Relationship Id="rId27" Type="http://schemas.openxmlformats.org/officeDocument/2006/relationships/image" Target="../media/image87.wmf"/><Relationship Id="rId30" Type="http://schemas.openxmlformats.org/officeDocument/2006/relationships/oleObject" Target="../embeddings/oleObject85.bin"/><Relationship Id="rId8" Type="http://schemas.openxmlformats.org/officeDocument/2006/relationships/oleObject" Target="../embeddings/oleObject74.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95.wmf"/><Relationship Id="rId18" Type="http://schemas.openxmlformats.org/officeDocument/2006/relationships/oleObject" Target="../embeddings/oleObject94.bin"/><Relationship Id="rId26" Type="http://schemas.openxmlformats.org/officeDocument/2006/relationships/oleObject" Target="../embeddings/oleObject98.bin"/><Relationship Id="rId3" Type="http://schemas.openxmlformats.org/officeDocument/2006/relationships/notesSlide" Target="../notesSlides/notesSlide11.xml"/><Relationship Id="rId21" Type="http://schemas.openxmlformats.org/officeDocument/2006/relationships/image" Target="../media/image99.wmf"/><Relationship Id="rId7" Type="http://schemas.openxmlformats.org/officeDocument/2006/relationships/image" Target="../media/image92.wmf"/><Relationship Id="rId12" Type="http://schemas.openxmlformats.org/officeDocument/2006/relationships/oleObject" Target="../embeddings/oleObject91.bin"/><Relationship Id="rId17" Type="http://schemas.openxmlformats.org/officeDocument/2006/relationships/image" Target="../media/image97.wmf"/><Relationship Id="rId25" Type="http://schemas.openxmlformats.org/officeDocument/2006/relationships/image" Target="../media/image101.wmf"/><Relationship Id="rId2" Type="http://schemas.openxmlformats.org/officeDocument/2006/relationships/slideLayout" Target="../slideLayouts/slideLayout7.xml"/><Relationship Id="rId16" Type="http://schemas.openxmlformats.org/officeDocument/2006/relationships/oleObject" Target="../embeddings/oleObject93.bin"/><Relationship Id="rId20" Type="http://schemas.openxmlformats.org/officeDocument/2006/relationships/oleObject" Target="../embeddings/oleObject95.bin"/><Relationship Id="rId29" Type="http://schemas.openxmlformats.org/officeDocument/2006/relationships/image" Target="../media/image103.wmf"/><Relationship Id="rId1" Type="http://schemas.openxmlformats.org/officeDocument/2006/relationships/vmlDrawing" Target="../drawings/vmlDrawing14.vml"/><Relationship Id="rId6" Type="http://schemas.openxmlformats.org/officeDocument/2006/relationships/oleObject" Target="../embeddings/oleObject88.bin"/><Relationship Id="rId11" Type="http://schemas.openxmlformats.org/officeDocument/2006/relationships/image" Target="../media/image94.wmf"/><Relationship Id="rId24" Type="http://schemas.openxmlformats.org/officeDocument/2006/relationships/oleObject" Target="../embeddings/oleObject97.bin"/><Relationship Id="rId5" Type="http://schemas.openxmlformats.org/officeDocument/2006/relationships/image" Target="../media/image91.wmf"/><Relationship Id="rId15" Type="http://schemas.openxmlformats.org/officeDocument/2006/relationships/image" Target="../media/image96.wmf"/><Relationship Id="rId23" Type="http://schemas.openxmlformats.org/officeDocument/2006/relationships/image" Target="../media/image100.wmf"/><Relationship Id="rId28" Type="http://schemas.openxmlformats.org/officeDocument/2006/relationships/oleObject" Target="../embeddings/oleObject99.bin"/><Relationship Id="rId10" Type="http://schemas.openxmlformats.org/officeDocument/2006/relationships/oleObject" Target="../embeddings/oleObject90.bin"/><Relationship Id="rId19" Type="http://schemas.openxmlformats.org/officeDocument/2006/relationships/image" Target="../media/image98.wmf"/><Relationship Id="rId31" Type="http://schemas.openxmlformats.org/officeDocument/2006/relationships/image" Target="../media/image104.wmf"/><Relationship Id="rId4" Type="http://schemas.openxmlformats.org/officeDocument/2006/relationships/oleObject" Target="../embeddings/oleObject87.bin"/><Relationship Id="rId9" Type="http://schemas.openxmlformats.org/officeDocument/2006/relationships/image" Target="../media/image93.wmf"/><Relationship Id="rId14" Type="http://schemas.openxmlformats.org/officeDocument/2006/relationships/oleObject" Target="../embeddings/oleObject92.bin"/><Relationship Id="rId22" Type="http://schemas.openxmlformats.org/officeDocument/2006/relationships/oleObject" Target="../embeddings/oleObject96.bin"/><Relationship Id="rId27" Type="http://schemas.openxmlformats.org/officeDocument/2006/relationships/image" Target="../media/image102.wmf"/><Relationship Id="rId30" Type="http://schemas.openxmlformats.org/officeDocument/2006/relationships/oleObject" Target="../embeddings/oleObject100.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109.wmf"/><Relationship Id="rId18" Type="http://schemas.openxmlformats.org/officeDocument/2006/relationships/oleObject" Target="../embeddings/oleObject108.bin"/><Relationship Id="rId26" Type="http://schemas.openxmlformats.org/officeDocument/2006/relationships/oleObject" Target="../embeddings/oleObject112.bin"/><Relationship Id="rId3" Type="http://schemas.openxmlformats.org/officeDocument/2006/relationships/notesSlide" Target="../notesSlides/notesSlide12.xml"/><Relationship Id="rId21" Type="http://schemas.openxmlformats.org/officeDocument/2006/relationships/image" Target="../media/image113.wmf"/><Relationship Id="rId7" Type="http://schemas.openxmlformats.org/officeDocument/2006/relationships/image" Target="../media/image106.wmf"/><Relationship Id="rId12" Type="http://schemas.openxmlformats.org/officeDocument/2006/relationships/oleObject" Target="../embeddings/oleObject105.bin"/><Relationship Id="rId17" Type="http://schemas.openxmlformats.org/officeDocument/2006/relationships/image" Target="../media/image111.wmf"/><Relationship Id="rId25" Type="http://schemas.openxmlformats.org/officeDocument/2006/relationships/image" Target="../media/image115.wmf"/><Relationship Id="rId2" Type="http://schemas.openxmlformats.org/officeDocument/2006/relationships/slideLayout" Target="../slideLayouts/slideLayout7.xml"/><Relationship Id="rId16" Type="http://schemas.openxmlformats.org/officeDocument/2006/relationships/oleObject" Target="../embeddings/oleObject107.bin"/><Relationship Id="rId20" Type="http://schemas.openxmlformats.org/officeDocument/2006/relationships/oleObject" Target="../embeddings/oleObject109.bin"/><Relationship Id="rId29" Type="http://schemas.openxmlformats.org/officeDocument/2006/relationships/image" Target="../media/image117.wmf"/><Relationship Id="rId1" Type="http://schemas.openxmlformats.org/officeDocument/2006/relationships/vmlDrawing" Target="../drawings/vmlDrawing15.vml"/><Relationship Id="rId6" Type="http://schemas.openxmlformats.org/officeDocument/2006/relationships/oleObject" Target="../embeddings/oleObject102.bin"/><Relationship Id="rId11" Type="http://schemas.openxmlformats.org/officeDocument/2006/relationships/image" Target="../media/image108.wmf"/><Relationship Id="rId24" Type="http://schemas.openxmlformats.org/officeDocument/2006/relationships/oleObject" Target="../embeddings/oleObject111.bin"/><Relationship Id="rId5" Type="http://schemas.openxmlformats.org/officeDocument/2006/relationships/image" Target="../media/image105.wmf"/><Relationship Id="rId15" Type="http://schemas.openxmlformats.org/officeDocument/2006/relationships/image" Target="../media/image110.wmf"/><Relationship Id="rId23" Type="http://schemas.openxmlformats.org/officeDocument/2006/relationships/image" Target="../media/image114.wmf"/><Relationship Id="rId28" Type="http://schemas.openxmlformats.org/officeDocument/2006/relationships/oleObject" Target="../embeddings/oleObject113.bin"/><Relationship Id="rId10" Type="http://schemas.openxmlformats.org/officeDocument/2006/relationships/oleObject" Target="../embeddings/oleObject104.bin"/><Relationship Id="rId19" Type="http://schemas.openxmlformats.org/officeDocument/2006/relationships/image" Target="../media/image112.wmf"/><Relationship Id="rId4" Type="http://schemas.openxmlformats.org/officeDocument/2006/relationships/oleObject" Target="../embeddings/oleObject101.bin"/><Relationship Id="rId9" Type="http://schemas.openxmlformats.org/officeDocument/2006/relationships/image" Target="../media/image107.wmf"/><Relationship Id="rId14" Type="http://schemas.openxmlformats.org/officeDocument/2006/relationships/oleObject" Target="../embeddings/oleObject106.bin"/><Relationship Id="rId22" Type="http://schemas.openxmlformats.org/officeDocument/2006/relationships/oleObject" Target="../embeddings/oleObject110.bin"/><Relationship Id="rId27" Type="http://schemas.openxmlformats.org/officeDocument/2006/relationships/image" Target="../media/image116.wmf"/></Relationships>
</file>

<file path=ppt/slides/_rels/slide18.xml.rels><?xml version="1.0" encoding="UTF-8" standalone="yes"?>
<Relationships xmlns="http://schemas.openxmlformats.org/package/2006/relationships"><Relationship Id="rId13" Type="http://schemas.openxmlformats.org/officeDocument/2006/relationships/image" Target="../media/image122.wmf"/><Relationship Id="rId18" Type="http://schemas.openxmlformats.org/officeDocument/2006/relationships/oleObject" Target="../embeddings/oleObject121.bin"/><Relationship Id="rId26" Type="http://schemas.openxmlformats.org/officeDocument/2006/relationships/oleObject" Target="../embeddings/oleObject125.bin"/><Relationship Id="rId39" Type="http://schemas.openxmlformats.org/officeDocument/2006/relationships/image" Target="../media/image135.wmf"/><Relationship Id="rId21" Type="http://schemas.openxmlformats.org/officeDocument/2006/relationships/image" Target="../media/image126.wmf"/><Relationship Id="rId34" Type="http://schemas.openxmlformats.org/officeDocument/2006/relationships/oleObject" Target="../embeddings/oleObject129.bin"/><Relationship Id="rId42" Type="http://schemas.openxmlformats.org/officeDocument/2006/relationships/oleObject" Target="../embeddings/oleObject133.bin"/><Relationship Id="rId47" Type="http://schemas.openxmlformats.org/officeDocument/2006/relationships/image" Target="../media/image139.wmf"/><Relationship Id="rId7" Type="http://schemas.openxmlformats.org/officeDocument/2006/relationships/image" Target="../media/image119.wmf"/><Relationship Id="rId2" Type="http://schemas.openxmlformats.org/officeDocument/2006/relationships/slideLayout" Target="../slideLayouts/slideLayout7.xml"/><Relationship Id="rId16" Type="http://schemas.openxmlformats.org/officeDocument/2006/relationships/oleObject" Target="../embeddings/oleObject120.bin"/><Relationship Id="rId29" Type="http://schemas.openxmlformats.org/officeDocument/2006/relationships/image" Target="../media/image130.wmf"/><Relationship Id="rId11" Type="http://schemas.openxmlformats.org/officeDocument/2006/relationships/image" Target="../media/image121.wmf"/><Relationship Id="rId24" Type="http://schemas.openxmlformats.org/officeDocument/2006/relationships/oleObject" Target="../embeddings/oleObject124.bin"/><Relationship Id="rId32" Type="http://schemas.openxmlformats.org/officeDocument/2006/relationships/oleObject" Target="../embeddings/oleObject128.bin"/><Relationship Id="rId37" Type="http://schemas.openxmlformats.org/officeDocument/2006/relationships/image" Target="../media/image134.wmf"/><Relationship Id="rId40" Type="http://schemas.openxmlformats.org/officeDocument/2006/relationships/oleObject" Target="../embeddings/oleObject132.bin"/><Relationship Id="rId45" Type="http://schemas.openxmlformats.org/officeDocument/2006/relationships/image" Target="../media/image138.wmf"/><Relationship Id="rId5" Type="http://schemas.openxmlformats.org/officeDocument/2006/relationships/image" Target="../media/image118.wmf"/><Relationship Id="rId15" Type="http://schemas.openxmlformats.org/officeDocument/2006/relationships/image" Target="../media/image123.wmf"/><Relationship Id="rId23" Type="http://schemas.openxmlformats.org/officeDocument/2006/relationships/image" Target="../media/image127.wmf"/><Relationship Id="rId28" Type="http://schemas.openxmlformats.org/officeDocument/2006/relationships/oleObject" Target="../embeddings/oleObject126.bin"/><Relationship Id="rId36" Type="http://schemas.openxmlformats.org/officeDocument/2006/relationships/oleObject" Target="../embeddings/oleObject130.bin"/><Relationship Id="rId49" Type="http://schemas.openxmlformats.org/officeDocument/2006/relationships/image" Target="../media/image140.wmf"/><Relationship Id="rId10" Type="http://schemas.openxmlformats.org/officeDocument/2006/relationships/oleObject" Target="../embeddings/oleObject117.bin"/><Relationship Id="rId19" Type="http://schemas.openxmlformats.org/officeDocument/2006/relationships/image" Target="../media/image125.wmf"/><Relationship Id="rId31" Type="http://schemas.openxmlformats.org/officeDocument/2006/relationships/image" Target="../media/image131.wmf"/><Relationship Id="rId44" Type="http://schemas.openxmlformats.org/officeDocument/2006/relationships/oleObject" Target="../embeddings/oleObject134.bin"/><Relationship Id="rId4" Type="http://schemas.openxmlformats.org/officeDocument/2006/relationships/oleObject" Target="../embeddings/oleObject114.bin"/><Relationship Id="rId9" Type="http://schemas.openxmlformats.org/officeDocument/2006/relationships/image" Target="../media/image120.wmf"/><Relationship Id="rId14" Type="http://schemas.openxmlformats.org/officeDocument/2006/relationships/oleObject" Target="../embeddings/oleObject119.bin"/><Relationship Id="rId22" Type="http://schemas.openxmlformats.org/officeDocument/2006/relationships/oleObject" Target="../embeddings/oleObject123.bin"/><Relationship Id="rId27" Type="http://schemas.openxmlformats.org/officeDocument/2006/relationships/image" Target="../media/image129.wmf"/><Relationship Id="rId30" Type="http://schemas.openxmlformats.org/officeDocument/2006/relationships/oleObject" Target="../embeddings/oleObject127.bin"/><Relationship Id="rId35" Type="http://schemas.openxmlformats.org/officeDocument/2006/relationships/image" Target="../media/image133.wmf"/><Relationship Id="rId43" Type="http://schemas.openxmlformats.org/officeDocument/2006/relationships/image" Target="../media/image137.wmf"/><Relationship Id="rId48" Type="http://schemas.openxmlformats.org/officeDocument/2006/relationships/oleObject" Target="../embeddings/oleObject136.bin"/><Relationship Id="rId8" Type="http://schemas.openxmlformats.org/officeDocument/2006/relationships/oleObject" Target="../embeddings/oleObject116.bin"/><Relationship Id="rId3" Type="http://schemas.openxmlformats.org/officeDocument/2006/relationships/notesSlide" Target="../notesSlides/notesSlide13.xml"/><Relationship Id="rId12" Type="http://schemas.openxmlformats.org/officeDocument/2006/relationships/oleObject" Target="../embeddings/oleObject118.bin"/><Relationship Id="rId17" Type="http://schemas.openxmlformats.org/officeDocument/2006/relationships/image" Target="../media/image124.wmf"/><Relationship Id="rId25" Type="http://schemas.openxmlformats.org/officeDocument/2006/relationships/image" Target="../media/image128.wmf"/><Relationship Id="rId33" Type="http://schemas.openxmlformats.org/officeDocument/2006/relationships/image" Target="../media/image132.wmf"/><Relationship Id="rId38" Type="http://schemas.openxmlformats.org/officeDocument/2006/relationships/oleObject" Target="../embeddings/oleObject131.bin"/><Relationship Id="rId46" Type="http://schemas.openxmlformats.org/officeDocument/2006/relationships/oleObject" Target="../embeddings/oleObject135.bin"/><Relationship Id="rId20" Type="http://schemas.openxmlformats.org/officeDocument/2006/relationships/oleObject" Target="../embeddings/oleObject122.bin"/><Relationship Id="rId41" Type="http://schemas.openxmlformats.org/officeDocument/2006/relationships/image" Target="../media/image136.wmf"/><Relationship Id="rId1" Type="http://schemas.openxmlformats.org/officeDocument/2006/relationships/vmlDrawing" Target="../drawings/vmlDrawing16.vml"/><Relationship Id="rId6" Type="http://schemas.openxmlformats.org/officeDocument/2006/relationships/oleObject" Target="../embeddings/oleObject115.bin"/></Relationships>
</file>

<file path=ppt/slides/_rels/slide19.xml.rels><?xml version="1.0" encoding="UTF-8" standalone="yes"?>
<Relationships xmlns="http://schemas.openxmlformats.org/package/2006/relationships"><Relationship Id="rId13" Type="http://schemas.openxmlformats.org/officeDocument/2006/relationships/image" Target="../media/image145.wmf"/><Relationship Id="rId18" Type="http://schemas.openxmlformats.org/officeDocument/2006/relationships/oleObject" Target="../embeddings/oleObject144.bin"/><Relationship Id="rId26" Type="http://schemas.openxmlformats.org/officeDocument/2006/relationships/oleObject" Target="../embeddings/oleObject148.bin"/><Relationship Id="rId39" Type="http://schemas.openxmlformats.org/officeDocument/2006/relationships/image" Target="../media/image158.wmf"/><Relationship Id="rId21" Type="http://schemas.openxmlformats.org/officeDocument/2006/relationships/image" Target="../media/image149.wmf"/><Relationship Id="rId34" Type="http://schemas.openxmlformats.org/officeDocument/2006/relationships/oleObject" Target="../embeddings/oleObject152.bin"/><Relationship Id="rId42" Type="http://schemas.openxmlformats.org/officeDocument/2006/relationships/oleObject" Target="../embeddings/oleObject156.bin"/><Relationship Id="rId7" Type="http://schemas.openxmlformats.org/officeDocument/2006/relationships/image" Target="../media/image142.wmf"/><Relationship Id="rId2" Type="http://schemas.openxmlformats.org/officeDocument/2006/relationships/slideLayout" Target="../slideLayouts/slideLayout7.xml"/><Relationship Id="rId16" Type="http://schemas.openxmlformats.org/officeDocument/2006/relationships/oleObject" Target="../embeddings/oleObject143.bin"/><Relationship Id="rId20" Type="http://schemas.openxmlformats.org/officeDocument/2006/relationships/oleObject" Target="../embeddings/oleObject145.bin"/><Relationship Id="rId29" Type="http://schemas.openxmlformats.org/officeDocument/2006/relationships/image" Target="../media/image153.wmf"/><Relationship Id="rId41" Type="http://schemas.openxmlformats.org/officeDocument/2006/relationships/image" Target="../media/image159.wmf"/><Relationship Id="rId1" Type="http://schemas.openxmlformats.org/officeDocument/2006/relationships/vmlDrawing" Target="../drawings/vmlDrawing17.vml"/><Relationship Id="rId6" Type="http://schemas.openxmlformats.org/officeDocument/2006/relationships/oleObject" Target="../embeddings/oleObject138.bin"/><Relationship Id="rId11" Type="http://schemas.openxmlformats.org/officeDocument/2006/relationships/image" Target="../media/image144.wmf"/><Relationship Id="rId24" Type="http://schemas.openxmlformats.org/officeDocument/2006/relationships/oleObject" Target="../embeddings/oleObject147.bin"/><Relationship Id="rId32" Type="http://schemas.openxmlformats.org/officeDocument/2006/relationships/oleObject" Target="../embeddings/oleObject151.bin"/><Relationship Id="rId37" Type="http://schemas.openxmlformats.org/officeDocument/2006/relationships/image" Target="../media/image157.wmf"/><Relationship Id="rId40" Type="http://schemas.openxmlformats.org/officeDocument/2006/relationships/oleObject" Target="../embeddings/oleObject155.bin"/><Relationship Id="rId5" Type="http://schemas.openxmlformats.org/officeDocument/2006/relationships/image" Target="../media/image141.wmf"/><Relationship Id="rId15" Type="http://schemas.openxmlformats.org/officeDocument/2006/relationships/image" Target="../media/image146.wmf"/><Relationship Id="rId23" Type="http://schemas.openxmlformats.org/officeDocument/2006/relationships/image" Target="../media/image150.wmf"/><Relationship Id="rId28" Type="http://schemas.openxmlformats.org/officeDocument/2006/relationships/oleObject" Target="../embeddings/oleObject149.bin"/><Relationship Id="rId36" Type="http://schemas.openxmlformats.org/officeDocument/2006/relationships/oleObject" Target="../embeddings/oleObject153.bin"/><Relationship Id="rId10" Type="http://schemas.openxmlformats.org/officeDocument/2006/relationships/oleObject" Target="../embeddings/oleObject140.bin"/><Relationship Id="rId19" Type="http://schemas.openxmlformats.org/officeDocument/2006/relationships/image" Target="../media/image148.wmf"/><Relationship Id="rId31" Type="http://schemas.openxmlformats.org/officeDocument/2006/relationships/image" Target="../media/image154.wmf"/><Relationship Id="rId44" Type="http://schemas.openxmlformats.org/officeDocument/2006/relationships/oleObject" Target="../embeddings/oleObject157.bin"/><Relationship Id="rId4" Type="http://schemas.openxmlformats.org/officeDocument/2006/relationships/oleObject" Target="../embeddings/oleObject137.bin"/><Relationship Id="rId9" Type="http://schemas.openxmlformats.org/officeDocument/2006/relationships/image" Target="../media/image143.wmf"/><Relationship Id="rId14" Type="http://schemas.openxmlformats.org/officeDocument/2006/relationships/oleObject" Target="../embeddings/oleObject142.bin"/><Relationship Id="rId22" Type="http://schemas.openxmlformats.org/officeDocument/2006/relationships/oleObject" Target="../embeddings/oleObject146.bin"/><Relationship Id="rId27" Type="http://schemas.openxmlformats.org/officeDocument/2006/relationships/image" Target="../media/image152.wmf"/><Relationship Id="rId30" Type="http://schemas.openxmlformats.org/officeDocument/2006/relationships/oleObject" Target="../embeddings/oleObject150.bin"/><Relationship Id="rId35" Type="http://schemas.openxmlformats.org/officeDocument/2006/relationships/image" Target="../media/image156.wmf"/><Relationship Id="rId43" Type="http://schemas.openxmlformats.org/officeDocument/2006/relationships/image" Target="../media/image160.wmf"/><Relationship Id="rId8" Type="http://schemas.openxmlformats.org/officeDocument/2006/relationships/oleObject" Target="../embeddings/oleObject139.bin"/><Relationship Id="rId3" Type="http://schemas.openxmlformats.org/officeDocument/2006/relationships/notesSlide" Target="../notesSlides/notesSlide14.xml"/><Relationship Id="rId12" Type="http://schemas.openxmlformats.org/officeDocument/2006/relationships/oleObject" Target="../embeddings/oleObject141.bin"/><Relationship Id="rId17" Type="http://schemas.openxmlformats.org/officeDocument/2006/relationships/image" Target="../media/image147.wmf"/><Relationship Id="rId25" Type="http://schemas.openxmlformats.org/officeDocument/2006/relationships/image" Target="../media/image151.wmf"/><Relationship Id="rId33" Type="http://schemas.openxmlformats.org/officeDocument/2006/relationships/image" Target="../media/image155.wmf"/><Relationship Id="rId38" Type="http://schemas.openxmlformats.org/officeDocument/2006/relationships/oleObject" Target="../embeddings/oleObject154.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161.wmf"/><Relationship Id="rId4" Type="http://schemas.openxmlformats.org/officeDocument/2006/relationships/oleObject" Target="../embeddings/oleObject158.bin"/></Relationships>
</file>

<file path=ppt/slides/_rels/slide21.xml.rels><?xml version="1.0" encoding="UTF-8" standalone="yes"?>
<Relationships xmlns="http://schemas.openxmlformats.org/package/2006/relationships"><Relationship Id="rId8" Type="http://schemas.openxmlformats.org/officeDocument/2006/relationships/image" Target="../media/image166.wmf"/><Relationship Id="rId13" Type="http://schemas.openxmlformats.org/officeDocument/2006/relationships/image" Target="../media/image171.wmf"/><Relationship Id="rId3" Type="http://schemas.openxmlformats.org/officeDocument/2006/relationships/notesSlide" Target="../notesSlides/notesSlide16.xml"/><Relationship Id="rId7" Type="http://schemas.openxmlformats.org/officeDocument/2006/relationships/image" Target="../media/image165.wmf"/><Relationship Id="rId12" Type="http://schemas.openxmlformats.org/officeDocument/2006/relationships/image" Target="../media/image170.wmf"/><Relationship Id="rId17" Type="http://schemas.openxmlformats.org/officeDocument/2006/relationships/image" Target="../media/image163.wmf"/><Relationship Id="rId2" Type="http://schemas.openxmlformats.org/officeDocument/2006/relationships/slideLayout" Target="../slideLayouts/slideLayout7.xml"/><Relationship Id="rId16" Type="http://schemas.openxmlformats.org/officeDocument/2006/relationships/oleObject" Target="../embeddings/oleObject160.bin"/><Relationship Id="rId1" Type="http://schemas.openxmlformats.org/officeDocument/2006/relationships/vmlDrawing" Target="../drawings/vmlDrawing19.vml"/><Relationship Id="rId6" Type="http://schemas.openxmlformats.org/officeDocument/2006/relationships/image" Target="../media/image164.wmf"/><Relationship Id="rId11" Type="http://schemas.openxmlformats.org/officeDocument/2006/relationships/image" Target="../media/image169.wmf"/><Relationship Id="rId5" Type="http://schemas.openxmlformats.org/officeDocument/2006/relationships/image" Target="../media/image162.wmf"/><Relationship Id="rId15" Type="http://schemas.openxmlformats.org/officeDocument/2006/relationships/image" Target="../media/image173.wmf"/><Relationship Id="rId10" Type="http://schemas.openxmlformats.org/officeDocument/2006/relationships/image" Target="../media/image168.wmf"/><Relationship Id="rId4" Type="http://schemas.openxmlformats.org/officeDocument/2006/relationships/oleObject" Target="../embeddings/oleObject159.bin"/><Relationship Id="rId9" Type="http://schemas.openxmlformats.org/officeDocument/2006/relationships/image" Target="../media/image167.wmf"/><Relationship Id="rId14" Type="http://schemas.openxmlformats.org/officeDocument/2006/relationships/image" Target="../media/image172.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174.wmf"/><Relationship Id="rId4" Type="http://schemas.openxmlformats.org/officeDocument/2006/relationships/oleObject" Target="../embeddings/oleObject161.bin"/></Relationships>
</file>

<file path=ppt/slides/_rels/slide23.xml.rels><?xml version="1.0" encoding="UTF-8" standalone="yes"?>
<Relationships xmlns="http://schemas.openxmlformats.org/package/2006/relationships"><Relationship Id="rId13" Type="http://schemas.openxmlformats.org/officeDocument/2006/relationships/image" Target="../media/image179.wmf"/><Relationship Id="rId18" Type="http://schemas.openxmlformats.org/officeDocument/2006/relationships/oleObject" Target="../embeddings/oleObject169.bin"/><Relationship Id="rId26" Type="http://schemas.openxmlformats.org/officeDocument/2006/relationships/oleObject" Target="../embeddings/oleObject173.bin"/><Relationship Id="rId39" Type="http://schemas.openxmlformats.org/officeDocument/2006/relationships/image" Target="../media/image192.wmf"/><Relationship Id="rId21" Type="http://schemas.openxmlformats.org/officeDocument/2006/relationships/image" Target="../media/image183.wmf"/><Relationship Id="rId34" Type="http://schemas.openxmlformats.org/officeDocument/2006/relationships/oleObject" Target="../embeddings/oleObject177.bin"/><Relationship Id="rId7" Type="http://schemas.openxmlformats.org/officeDocument/2006/relationships/image" Target="../media/image176.wmf"/><Relationship Id="rId12" Type="http://schemas.openxmlformats.org/officeDocument/2006/relationships/oleObject" Target="../embeddings/oleObject166.bin"/><Relationship Id="rId17" Type="http://schemas.openxmlformats.org/officeDocument/2006/relationships/image" Target="../media/image181.wmf"/><Relationship Id="rId25" Type="http://schemas.openxmlformats.org/officeDocument/2006/relationships/image" Target="../media/image185.wmf"/><Relationship Id="rId33" Type="http://schemas.openxmlformats.org/officeDocument/2006/relationships/image" Target="../media/image189.wmf"/><Relationship Id="rId38" Type="http://schemas.openxmlformats.org/officeDocument/2006/relationships/oleObject" Target="../embeddings/oleObject179.bin"/><Relationship Id="rId2" Type="http://schemas.openxmlformats.org/officeDocument/2006/relationships/slideLayout" Target="../slideLayouts/slideLayout7.xml"/><Relationship Id="rId16" Type="http://schemas.openxmlformats.org/officeDocument/2006/relationships/oleObject" Target="../embeddings/oleObject168.bin"/><Relationship Id="rId20" Type="http://schemas.openxmlformats.org/officeDocument/2006/relationships/oleObject" Target="../embeddings/oleObject170.bin"/><Relationship Id="rId29" Type="http://schemas.openxmlformats.org/officeDocument/2006/relationships/image" Target="../media/image187.wmf"/><Relationship Id="rId1" Type="http://schemas.openxmlformats.org/officeDocument/2006/relationships/vmlDrawing" Target="../drawings/vmlDrawing21.vml"/><Relationship Id="rId6" Type="http://schemas.openxmlformats.org/officeDocument/2006/relationships/oleObject" Target="../embeddings/oleObject163.bin"/><Relationship Id="rId11" Type="http://schemas.openxmlformats.org/officeDocument/2006/relationships/image" Target="../media/image178.wmf"/><Relationship Id="rId24" Type="http://schemas.openxmlformats.org/officeDocument/2006/relationships/oleObject" Target="../embeddings/oleObject172.bin"/><Relationship Id="rId32" Type="http://schemas.openxmlformats.org/officeDocument/2006/relationships/oleObject" Target="../embeddings/oleObject176.bin"/><Relationship Id="rId37" Type="http://schemas.openxmlformats.org/officeDocument/2006/relationships/image" Target="../media/image191.wmf"/><Relationship Id="rId5" Type="http://schemas.openxmlformats.org/officeDocument/2006/relationships/image" Target="../media/image175.wmf"/><Relationship Id="rId15" Type="http://schemas.openxmlformats.org/officeDocument/2006/relationships/image" Target="../media/image180.wmf"/><Relationship Id="rId23" Type="http://schemas.openxmlformats.org/officeDocument/2006/relationships/image" Target="../media/image184.wmf"/><Relationship Id="rId28" Type="http://schemas.openxmlformats.org/officeDocument/2006/relationships/oleObject" Target="../embeddings/oleObject174.bin"/><Relationship Id="rId36" Type="http://schemas.openxmlformats.org/officeDocument/2006/relationships/oleObject" Target="../embeddings/oleObject178.bin"/><Relationship Id="rId10" Type="http://schemas.openxmlformats.org/officeDocument/2006/relationships/oleObject" Target="../embeddings/oleObject165.bin"/><Relationship Id="rId19" Type="http://schemas.openxmlformats.org/officeDocument/2006/relationships/image" Target="../media/image182.wmf"/><Relationship Id="rId31" Type="http://schemas.openxmlformats.org/officeDocument/2006/relationships/image" Target="../media/image188.wmf"/><Relationship Id="rId4" Type="http://schemas.openxmlformats.org/officeDocument/2006/relationships/oleObject" Target="../embeddings/oleObject162.bin"/><Relationship Id="rId9" Type="http://schemas.openxmlformats.org/officeDocument/2006/relationships/image" Target="../media/image177.wmf"/><Relationship Id="rId14" Type="http://schemas.openxmlformats.org/officeDocument/2006/relationships/oleObject" Target="../embeddings/oleObject167.bin"/><Relationship Id="rId22" Type="http://schemas.openxmlformats.org/officeDocument/2006/relationships/oleObject" Target="../embeddings/oleObject171.bin"/><Relationship Id="rId27" Type="http://schemas.openxmlformats.org/officeDocument/2006/relationships/image" Target="../media/image186.wmf"/><Relationship Id="rId30" Type="http://schemas.openxmlformats.org/officeDocument/2006/relationships/oleObject" Target="../embeddings/oleObject175.bin"/><Relationship Id="rId35" Type="http://schemas.openxmlformats.org/officeDocument/2006/relationships/image" Target="../media/image190.wmf"/><Relationship Id="rId8" Type="http://schemas.openxmlformats.org/officeDocument/2006/relationships/oleObject" Target="../embeddings/oleObject164.bin"/><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197.wmf"/><Relationship Id="rId18" Type="http://schemas.openxmlformats.org/officeDocument/2006/relationships/oleObject" Target="../embeddings/oleObject187.bin"/><Relationship Id="rId3" Type="http://schemas.openxmlformats.org/officeDocument/2006/relationships/notesSlide" Target="../notesSlides/notesSlide19.xml"/><Relationship Id="rId21" Type="http://schemas.openxmlformats.org/officeDocument/2006/relationships/image" Target="../media/image201.wmf"/><Relationship Id="rId7" Type="http://schemas.openxmlformats.org/officeDocument/2006/relationships/image" Target="../media/image194.wmf"/><Relationship Id="rId12" Type="http://schemas.openxmlformats.org/officeDocument/2006/relationships/oleObject" Target="../embeddings/oleObject184.bin"/><Relationship Id="rId17" Type="http://schemas.openxmlformats.org/officeDocument/2006/relationships/image" Target="../media/image199.wmf"/><Relationship Id="rId2" Type="http://schemas.openxmlformats.org/officeDocument/2006/relationships/slideLayout" Target="../slideLayouts/slideLayout7.xml"/><Relationship Id="rId16" Type="http://schemas.openxmlformats.org/officeDocument/2006/relationships/oleObject" Target="../embeddings/oleObject186.bin"/><Relationship Id="rId20" Type="http://schemas.openxmlformats.org/officeDocument/2006/relationships/oleObject" Target="../embeddings/oleObject188.bin"/><Relationship Id="rId1" Type="http://schemas.openxmlformats.org/officeDocument/2006/relationships/vmlDrawing" Target="../drawings/vmlDrawing22.vml"/><Relationship Id="rId6" Type="http://schemas.openxmlformats.org/officeDocument/2006/relationships/oleObject" Target="../embeddings/oleObject181.bin"/><Relationship Id="rId11" Type="http://schemas.openxmlformats.org/officeDocument/2006/relationships/image" Target="../media/image196.wmf"/><Relationship Id="rId5" Type="http://schemas.openxmlformats.org/officeDocument/2006/relationships/image" Target="../media/image193.wmf"/><Relationship Id="rId15" Type="http://schemas.openxmlformats.org/officeDocument/2006/relationships/image" Target="../media/image198.wmf"/><Relationship Id="rId23" Type="http://schemas.openxmlformats.org/officeDocument/2006/relationships/image" Target="../media/image202.wmf"/><Relationship Id="rId10" Type="http://schemas.openxmlformats.org/officeDocument/2006/relationships/oleObject" Target="../embeddings/oleObject183.bin"/><Relationship Id="rId19" Type="http://schemas.openxmlformats.org/officeDocument/2006/relationships/image" Target="../media/image200.wmf"/><Relationship Id="rId4" Type="http://schemas.openxmlformats.org/officeDocument/2006/relationships/oleObject" Target="../embeddings/oleObject180.bin"/><Relationship Id="rId9" Type="http://schemas.openxmlformats.org/officeDocument/2006/relationships/image" Target="../media/image195.wmf"/><Relationship Id="rId14" Type="http://schemas.openxmlformats.org/officeDocument/2006/relationships/oleObject" Target="../embeddings/oleObject185.bin"/><Relationship Id="rId22" Type="http://schemas.openxmlformats.org/officeDocument/2006/relationships/oleObject" Target="../embeddings/oleObject189.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image" Target="../media/image207.wmf"/><Relationship Id="rId18" Type="http://schemas.openxmlformats.org/officeDocument/2006/relationships/oleObject" Target="../embeddings/oleObject197.bin"/><Relationship Id="rId26" Type="http://schemas.openxmlformats.org/officeDocument/2006/relationships/oleObject" Target="../embeddings/oleObject201.bin"/><Relationship Id="rId3" Type="http://schemas.openxmlformats.org/officeDocument/2006/relationships/notesSlide" Target="../notesSlides/notesSlide20.xml"/><Relationship Id="rId21" Type="http://schemas.openxmlformats.org/officeDocument/2006/relationships/image" Target="../media/image211.wmf"/><Relationship Id="rId7" Type="http://schemas.openxmlformats.org/officeDocument/2006/relationships/image" Target="../media/image204.wmf"/><Relationship Id="rId12" Type="http://schemas.openxmlformats.org/officeDocument/2006/relationships/oleObject" Target="../embeddings/oleObject194.bin"/><Relationship Id="rId17" Type="http://schemas.openxmlformats.org/officeDocument/2006/relationships/image" Target="../media/image209.wmf"/><Relationship Id="rId25" Type="http://schemas.openxmlformats.org/officeDocument/2006/relationships/image" Target="../media/image213.wmf"/><Relationship Id="rId2" Type="http://schemas.openxmlformats.org/officeDocument/2006/relationships/slideLayout" Target="../slideLayouts/slideLayout7.xml"/><Relationship Id="rId16" Type="http://schemas.openxmlformats.org/officeDocument/2006/relationships/oleObject" Target="../embeddings/oleObject196.bin"/><Relationship Id="rId20" Type="http://schemas.openxmlformats.org/officeDocument/2006/relationships/oleObject" Target="../embeddings/oleObject198.bin"/><Relationship Id="rId1" Type="http://schemas.openxmlformats.org/officeDocument/2006/relationships/vmlDrawing" Target="../drawings/vmlDrawing23.vml"/><Relationship Id="rId6" Type="http://schemas.openxmlformats.org/officeDocument/2006/relationships/oleObject" Target="../embeddings/oleObject191.bin"/><Relationship Id="rId11" Type="http://schemas.openxmlformats.org/officeDocument/2006/relationships/image" Target="../media/image206.wmf"/><Relationship Id="rId24" Type="http://schemas.openxmlformats.org/officeDocument/2006/relationships/oleObject" Target="../embeddings/oleObject200.bin"/><Relationship Id="rId5" Type="http://schemas.openxmlformats.org/officeDocument/2006/relationships/image" Target="../media/image203.wmf"/><Relationship Id="rId15" Type="http://schemas.openxmlformats.org/officeDocument/2006/relationships/image" Target="../media/image208.wmf"/><Relationship Id="rId23" Type="http://schemas.openxmlformats.org/officeDocument/2006/relationships/image" Target="../media/image212.wmf"/><Relationship Id="rId10" Type="http://schemas.openxmlformats.org/officeDocument/2006/relationships/oleObject" Target="../embeddings/oleObject193.bin"/><Relationship Id="rId19" Type="http://schemas.openxmlformats.org/officeDocument/2006/relationships/image" Target="../media/image210.wmf"/><Relationship Id="rId4" Type="http://schemas.openxmlformats.org/officeDocument/2006/relationships/oleObject" Target="../embeddings/oleObject190.bin"/><Relationship Id="rId9" Type="http://schemas.openxmlformats.org/officeDocument/2006/relationships/image" Target="../media/image205.wmf"/><Relationship Id="rId14" Type="http://schemas.openxmlformats.org/officeDocument/2006/relationships/oleObject" Target="../embeddings/oleObject195.bin"/><Relationship Id="rId22" Type="http://schemas.openxmlformats.org/officeDocument/2006/relationships/oleObject" Target="../embeddings/oleObject199.bin"/><Relationship Id="rId27" Type="http://schemas.openxmlformats.org/officeDocument/2006/relationships/image" Target="../media/image214.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04.bin"/><Relationship Id="rId13" Type="http://schemas.openxmlformats.org/officeDocument/2006/relationships/image" Target="../media/image219.wmf"/><Relationship Id="rId3" Type="http://schemas.openxmlformats.org/officeDocument/2006/relationships/notesSlide" Target="../notesSlides/notesSlide21.xml"/><Relationship Id="rId7" Type="http://schemas.openxmlformats.org/officeDocument/2006/relationships/image" Target="../media/image216.wmf"/><Relationship Id="rId12" Type="http://schemas.openxmlformats.org/officeDocument/2006/relationships/oleObject" Target="../embeddings/oleObject20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203.bin"/><Relationship Id="rId11" Type="http://schemas.openxmlformats.org/officeDocument/2006/relationships/image" Target="../media/image218.wmf"/><Relationship Id="rId5" Type="http://schemas.openxmlformats.org/officeDocument/2006/relationships/image" Target="../media/image215.wmf"/><Relationship Id="rId10" Type="http://schemas.openxmlformats.org/officeDocument/2006/relationships/oleObject" Target="../embeddings/oleObject205.bin"/><Relationship Id="rId4" Type="http://schemas.openxmlformats.org/officeDocument/2006/relationships/oleObject" Target="../embeddings/oleObject202.bin"/><Relationship Id="rId9" Type="http://schemas.openxmlformats.org/officeDocument/2006/relationships/image" Target="../media/image217.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09.bin"/><Relationship Id="rId13" Type="http://schemas.openxmlformats.org/officeDocument/2006/relationships/image" Target="../media/image224.wmf"/><Relationship Id="rId3" Type="http://schemas.openxmlformats.org/officeDocument/2006/relationships/notesSlide" Target="../notesSlides/notesSlide22.xml"/><Relationship Id="rId7" Type="http://schemas.openxmlformats.org/officeDocument/2006/relationships/image" Target="../media/image221.wmf"/><Relationship Id="rId12" Type="http://schemas.openxmlformats.org/officeDocument/2006/relationships/oleObject" Target="../embeddings/oleObject211.bin"/><Relationship Id="rId17" Type="http://schemas.openxmlformats.org/officeDocument/2006/relationships/image" Target="../media/image226.wmf"/><Relationship Id="rId2" Type="http://schemas.openxmlformats.org/officeDocument/2006/relationships/slideLayout" Target="../slideLayouts/slideLayout7.xml"/><Relationship Id="rId16" Type="http://schemas.openxmlformats.org/officeDocument/2006/relationships/oleObject" Target="../embeddings/oleObject213.bin"/><Relationship Id="rId1" Type="http://schemas.openxmlformats.org/officeDocument/2006/relationships/vmlDrawing" Target="../drawings/vmlDrawing25.vml"/><Relationship Id="rId6" Type="http://schemas.openxmlformats.org/officeDocument/2006/relationships/oleObject" Target="../embeddings/oleObject208.bin"/><Relationship Id="rId11" Type="http://schemas.openxmlformats.org/officeDocument/2006/relationships/image" Target="../media/image223.wmf"/><Relationship Id="rId5" Type="http://schemas.openxmlformats.org/officeDocument/2006/relationships/image" Target="../media/image220.wmf"/><Relationship Id="rId15" Type="http://schemas.openxmlformats.org/officeDocument/2006/relationships/image" Target="../media/image225.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222.wmf"/><Relationship Id="rId14" Type="http://schemas.openxmlformats.org/officeDocument/2006/relationships/oleObject" Target="../embeddings/oleObject212.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16.bin"/><Relationship Id="rId13" Type="http://schemas.openxmlformats.org/officeDocument/2006/relationships/image" Target="../media/image231.wmf"/><Relationship Id="rId18" Type="http://schemas.openxmlformats.org/officeDocument/2006/relationships/oleObject" Target="../embeddings/oleObject221.bin"/><Relationship Id="rId3" Type="http://schemas.openxmlformats.org/officeDocument/2006/relationships/notesSlide" Target="../notesSlides/notesSlide23.xml"/><Relationship Id="rId21" Type="http://schemas.openxmlformats.org/officeDocument/2006/relationships/image" Target="../media/image235.wmf"/><Relationship Id="rId7" Type="http://schemas.openxmlformats.org/officeDocument/2006/relationships/image" Target="../media/image228.wmf"/><Relationship Id="rId12" Type="http://schemas.openxmlformats.org/officeDocument/2006/relationships/oleObject" Target="../embeddings/oleObject218.bin"/><Relationship Id="rId17" Type="http://schemas.openxmlformats.org/officeDocument/2006/relationships/image" Target="../media/image233.wmf"/><Relationship Id="rId2" Type="http://schemas.openxmlformats.org/officeDocument/2006/relationships/slideLayout" Target="../slideLayouts/slideLayout7.xml"/><Relationship Id="rId16" Type="http://schemas.openxmlformats.org/officeDocument/2006/relationships/oleObject" Target="../embeddings/oleObject220.bin"/><Relationship Id="rId20" Type="http://schemas.openxmlformats.org/officeDocument/2006/relationships/oleObject" Target="../embeddings/oleObject222.bin"/><Relationship Id="rId1" Type="http://schemas.openxmlformats.org/officeDocument/2006/relationships/vmlDrawing" Target="../drawings/vmlDrawing26.vml"/><Relationship Id="rId6" Type="http://schemas.openxmlformats.org/officeDocument/2006/relationships/oleObject" Target="../embeddings/oleObject215.bin"/><Relationship Id="rId11" Type="http://schemas.openxmlformats.org/officeDocument/2006/relationships/image" Target="../media/image230.wmf"/><Relationship Id="rId5" Type="http://schemas.openxmlformats.org/officeDocument/2006/relationships/image" Target="../media/image227.wmf"/><Relationship Id="rId15" Type="http://schemas.openxmlformats.org/officeDocument/2006/relationships/image" Target="../media/image232.wmf"/><Relationship Id="rId10" Type="http://schemas.openxmlformats.org/officeDocument/2006/relationships/oleObject" Target="../embeddings/oleObject217.bin"/><Relationship Id="rId19" Type="http://schemas.openxmlformats.org/officeDocument/2006/relationships/image" Target="../media/image234.wmf"/><Relationship Id="rId4" Type="http://schemas.openxmlformats.org/officeDocument/2006/relationships/oleObject" Target="../embeddings/oleObject214.bin"/><Relationship Id="rId9" Type="http://schemas.openxmlformats.org/officeDocument/2006/relationships/image" Target="../media/image229.wmf"/><Relationship Id="rId14" Type="http://schemas.openxmlformats.org/officeDocument/2006/relationships/oleObject" Target="../embeddings/oleObject219.bin"/><Relationship Id="rId22"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05FB1F3-99AF-4866-AF8D-B0D7C50B2B90}"/>
              </a:ext>
            </a:extLst>
          </p:cNvPr>
          <p:cNvSpPr>
            <a:spLocks noGrp="1" noChangeArrowheads="1"/>
          </p:cNvSpPr>
          <p:nvPr>
            <p:ph type="title"/>
          </p:nvPr>
        </p:nvSpPr>
        <p:spPr bwMode="auto">
          <a:xfrm>
            <a:off x="1774826" y="765176"/>
            <a:ext cx="8569325" cy="6092825"/>
          </a:xfrm>
        </p:spPr>
        <p:txBody>
          <a:bodyPr vert="horz" wrap="square" lIns="91440" tIns="45720" rIns="91440" bIns="45720" numCol="1" anchor="t" anchorCtr="0" compatLnSpc="1">
            <a:prstTxWarp prst="textNoShape">
              <a:avLst/>
            </a:prstTxWarp>
          </a:bodyPr>
          <a:lstStyle/>
          <a:p>
            <a:pPr algn="ctr" eaLnBrk="1" hangingPunct="1">
              <a:defRPr/>
            </a:pPr>
            <a:r>
              <a:rPr lang="zh-CN" altLang="en-US" sz="4800" dirty="0">
                <a:ea typeface="黑体" panose="02010609060101010101" pitchFamily="49" charset="-122"/>
              </a:rPr>
              <a:t>微     积     分</a:t>
            </a:r>
            <a:br>
              <a:rPr lang="zh-CN" altLang="en-US" sz="4800" dirty="0">
                <a:ea typeface="黑体" panose="02010609060101010101" pitchFamily="49" charset="-122"/>
              </a:rPr>
            </a:br>
            <a:br>
              <a:rPr lang="zh-CN" altLang="en-US" sz="4800" dirty="0">
                <a:ea typeface="黑体" panose="02010609060101010101" pitchFamily="49" charset="-122"/>
              </a:rPr>
            </a:br>
            <a:br>
              <a:rPr lang="en-US" altLang="zh-CN" sz="4800" dirty="0">
                <a:ea typeface="黑体" panose="02010609060101010101" pitchFamily="49" charset="-122"/>
              </a:rPr>
            </a:br>
            <a:r>
              <a:rPr lang="zh-CN" altLang="en-US" sz="2800" dirty="0">
                <a:ea typeface="黑体" panose="02010609060101010101" pitchFamily="49" charset="-122"/>
              </a:rPr>
              <a:t>电子科技大学</a:t>
            </a:r>
            <a:br>
              <a:rPr lang="zh-CN" altLang="en-US" dirty="0"/>
            </a:br>
            <a:br>
              <a:rPr lang="zh-CN" altLang="en-US" dirty="0"/>
            </a:br>
            <a:r>
              <a:rPr lang="zh-CN" altLang="en-US" sz="3200" dirty="0"/>
              <a:t>刘碧森  主讲</a:t>
            </a:r>
            <a:br>
              <a:rPr lang="zh-CN" altLang="en-US" dirty="0"/>
            </a:br>
            <a:endParaRPr lang="zh-CN" altLang="en-US" dirty="0"/>
          </a:p>
        </p:txBody>
      </p:sp>
      <p:sp>
        <p:nvSpPr>
          <p:cNvPr id="9219" name="Rectangle 3">
            <a:extLst>
              <a:ext uri="{FF2B5EF4-FFF2-40B4-BE49-F238E27FC236}">
                <a16:creationId xmlns:a16="http://schemas.microsoft.com/office/drawing/2014/main" id="{42B3C1D3-9D9B-4762-AADD-2494591AC981}"/>
              </a:ext>
            </a:extLst>
          </p:cNvPr>
          <p:cNvSpPr>
            <a:spLocks noGrp="1" noChangeArrowheads="1"/>
          </p:cNvSpPr>
          <p:nvPr>
            <p:ph type="body" idx="1"/>
          </p:nvPr>
        </p:nvSpPr>
        <p:spPr bwMode="auto">
          <a:xfrm>
            <a:off x="1944688" y="1844676"/>
            <a:ext cx="822960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None/>
            </a:pPr>
            <a:r>
              <a:rPr lang="en-US" altLang="zh-CN"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8"/>
                                        </p:tgtEl>
                                        <p:attrNameLst>
                                          <p:attrName>style.visibility</p:attrName>
                                        </p:attrNameLst>
                                      </p:cBhvr>
                                      <p:to>
                                        <p:strVal val="visible"/>
                                      </p:to>
                                    </p:set>
                                    <p:animEffect transition="in" filter="blinds(horizontal)">
                                      <p:cBhvr>
                                        <p:cTn id="7" dur="500"/>
                                        <p:tgtEl>
                                          <p:spTgt spid="91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对象 3">
            <a:extLst>
              <a:ext uri="{FF2B5EF4-FFF2-40B4-BE49-F238E27FC236}">
                <a16:creationId xmlns:a16="http://schemas.microsoft.com/office/drawing/2014/main" id="{49B55BA1-B2F7-4F8E-A9A9-8CA476648611}"/>
              </a:ext>
            </a:extLst>
          </p:cNvPr>
          <p:cNvGraphicFramePr>
            <a:graphicFrameLocks noChangeAspect="1"/>
          </p:cNvGraphicFramePr>
          <p:nvPr/>
        </p:nvGraphicFramePr>
        <p:xfrm>
          <a:off x="2135189" y="692150"/>
          <a:ext cx="2536825" cy="433388"/>
        </p:xfrm>
        <a:graphic>
          <a:graphicData uri="http://schemas.openxmlformats.org/presentationml/2006/ole">
            <mc:AlternateContent xmlns:mc="http://schemas.openxmlformats.org/markup-compatibility/2006">
              <mc:Choice xmlns:v="urn:schemas-microsoft-com:vml" Requires="v">
                <p:oleObj spid="_x0000_s144413" name="Equation" r:id="rId3" imgW="2311400" imgH="393700" progId="Equation.DSMT4">
                  <p:embed/>
                </p:oleObj>
              </mc:Choice>
              <mc:Fallback>
                <p:oleObj name="Equation" r:id="rId3" imgW="2311400" imgH="393700" progId="Equation.DSMT4">
                  <p:embed/>
                  <p:pic>
                    <p:nvPicPr>
                      <p:cNvPr id="10242" name="对象 3">
                        <a:extLst>
                          <a:ext uri="{FF2B5EF4-FFF2-40B4-BE49-F238E27FC236}">
                            <a16:creationId xmlns:a16="http://schemas.microsoft.com/office/drawing/2014/main" id="{49B55BA1-B2F7-4F8E-A9A9-8CA4766486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9" y="692150"/>
                        <a:ext cx="25368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a:extLst>
              <a:ext uri="{FF2B5EF4-FFF2-40B4-BE49-F238E27FC236}">
                <a16:creationId xmlns:a16="http://schemas.microsoft.com/office/drawing/2014/main" id="{0E496B7D-07A2-4F67-AD80-F9CA4D9E52AA}"/>
              </a:ext>
            </a:extLst>
          </p:cNvPr>
          <p:cNvGraphicFramePr>
            <a:graphicFrameLocks noChangeAspect="1"/>
          </p:cNvGraphicFramePr>
          <p:nvPr/>
        </p:nvGraphicFramePr>
        <p:xfrm>
          <a:off x="2208213" y="1773238"/>
          <a:ext cx="7023100" cy="393700"/>
        </p:xfrm>
        <a:graphic>
          <a:graphicData uri="http://schemas.openxmlformats.org/presentationml/2006/ole">
            <mc:AlternateContent xmlns:mc="http://schemas.openxmlformats.org/markup-compatibility/2006">
              <mc:Choice xmlns:v="urn:schemas-microsoft-com:vml" Requires="v">
                <p:oleObj spid="_x0000_s144414" name="Equation" r:id="rId5" imgW="7022880" imgH="393480" progId="Equation.DSMT4">
                  <p:embed/>
                </p:oleObj>
              </mc:Choice>
              <mc:Fallback>
                <p:oleObj name="Equation" r:id="rId5" imgW="7022880" imgH="393480" progId="Equation.DSMT4">
                  <p:embed/>
                  <p:pic>
                    <p:nvPicPr>
                      <p:cNvPr id="5" name="对象 4">
                        <a:extLst>
                          <a:ext uri="{FF2B5EF4-FFF2-40B4-BE49-F238E27FC236}">
                            <a16:creationId xmlns:a16="http://schemas.microsoft.com/office/drawing/2014/main" id="{0E496B7D-07A2-4F67-AD80-F9CA4D9E52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213" y="1773238"/>
                        <a:ext cx="70231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a:extLst>
              <a:ext uri="{FF2B5EF4-FFF2-40B4-BE49-F238E27FC236}">
                <a16:creationId xmlns:a16="http://schemas.microsoft.com/office/drawing/2014/main" id="{49E2456F-A8C4-4889-98FD-F2D53F5B0EDA}"/>
              </a:ext>
            </a:extLst>
          </p:cNvPr>
          <p:cNvGraphicFramePr>
            <a:graphicFrameLocks noChangeAspect="1"/>
          </p:cNvGraphicFramePr>
          <p:nvPr/>
        </p:nvGraphicFramePr>
        <p:xfrm>
          <a:off x="2424113" y="3429000"/>
          <a:ext cx="4826000" cy="1485900"/>
        </p:xfrm>
        <a:graphic>
          <a:graphicData uri="http://schemas.openxmlformats.org/presentationml/2006/ole">
            <mc:AlternateContent xmlns:mc="http://schemas.openxmlformats.org/markup-compatibility/2006">
              <mc:Choice xmlns:v="urn:schemas-microsoft-com:vml" Requires="v">
                <p:oleObj spid="_x0000_s144415" name="Equation" r:id="rId7" imgW="4825800" imgH="1485720" progId="Equation.DSMT4">
                  <p:embed/>
                </p:oleObj>
              </mc:Choice>
              <mc:Fallback>
                <p:oleObj name="Equation" r:id="rId7" imgW="4825800" imgH="1485720" progId="Equation.DSMT4">
                  <p:embed/>
                  <p:pic>
                    <p:nvPicPr>
                      <p:cNvPr id="7" name="对象 6">
                        <a:extLst>
                          <a:ext uri="{FF2B5EF4-FFF2-40B4-BE49-F238E27FC236}">
                            <a16:creationId xmlns:a16="http://schemas.microsoft.com/office/drawing/2014/main" id="{49E2456F-A8C4-4889-98FD-F2D53F5B0E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4113" y="3429000"/>
                        <a:ext cx="48260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下箭头 8">
            <a:extLst>
              <a:ext uri="{FF2B5EF4-FFF2-40B4-BE49-F238E27FC236}">
                <a16:creationId xmlns:a16="http://schemas.microsoft.com/office/drawing/2014/main" id="{DA352518-6FE0-414C-B8FE-903B8D47B5DB}"/>
              </a:ext>
            </a:extLst>
          </p:cNvPr>
          <p:cNvSpPr>
            <a:spLocks noChangeArrowheads="1"/>
          </p:cNvSpPr>
          <p:nvPr/>
        </p:nvSpPr>
        <p:spPr bwMode="auto">
          <a:xfrm>
            <a:off x="2927350" y="2166938"/>
            <a:ext cx="484188" cy="977900"/>
          </a:xfrm>
          <a:prstGeom prst="downArrow">
            <a:avLst>
              <a:gd name="adj1" fmla="val 50000"/>
              <a:gd name="adj2" fmla="val 50024"/>
            </a:avLst>
          </a:prstGeom>
          <a:solidFill>
            <a:schemeClr val="accent1"/>
          </a:solidFill>
          <a:ln w="9525" cap="rnd"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0"/>
              </a:spcBef>
            </a:pPr>
            <a:endParaRPr lang="zh-CN" altLang="en-US" b="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对象 3">
            <a:extLst>
              <a:ext uri="{FF2B5EF4-FFF2-40B4-BE49-F238E27FC236}">
                <a16:creationId xmlns:a16="http://schemas.microsoft.com/office/drawing/2014/main" id="{4842EAD5-3EB5-4414-84C2-58644C15CB6F}"/>
              </a:ext>
            </a:extLst>
          </p:cNvPr>
          <p:cNvGraphicFramePr>
            <a:graphicFrameLocks noChangeAspect="1"/>
          </p:cNvGraphicFramePr>
          <p:nvPr/>
        </p:nvGraphicFramePr>
        <p:xfrm>
          <a:off x="1774825" y="1557338"/>
          <a:ext cx="4241800" cy="393700"/>
        </p:xfrm>
        <a:graphic>
          <a:graphicData uri="http://schemas.openxmlformats.org/presentationml/2006/ole">
            <mc:AlternateContent xmlns:mc="http://schemas.openxmlformats.org/markup-compatibility/2006">
              <mc:Choice xmlns:v="urn:schemas-microsoft-com:vml" Requires="v">
                <p:oleObj spid="_x0000_s145455" name="Equation" r:id="rId3" imgW="4241800" imgH="393700" progId="Equation.DSMT4">
                  <p:embed/>
                </p:oleObj>
              </mc:Choice>
              <mc:Fallback>
                <p:oleObj name="Equation" r:id="rId3" imgW="4241800" imgH="393700" progId="Equation.DSMT4">
                  <p:embed/>
                  <p:pic>
                    <p:nvPicPr>
                      <p:cNvPr id="10242" name="对象 3">
                        <a:extLst>
                          <a:ext uri="{FF2B5EF4-FFF2-40B4-BE49-F238E27FC236}">
                            <a16:creationId xmlns:a16="http://schemas.microsoft.com/office/drawing/2014/main" id="{4842EAD5-3EB5-4414-84C2-58644C15CB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1557338"/>
                        <a:ext cx="4241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3" name="对象 4">
            <a:extLst>
              <a:ext uri="{FF2B5EF4-FFF2-40B4-BE49-F238E27FC236}">
                <a16:creationId xmlns:a16="http://schemas.microsoft.com/office/drawing/2014/main" id="{E53D5ED3-DC5D-4931-A169-847E2F6724B0}"/>
              </a:ext>
            </a:extLst>
          </p:cNvPr>
          <p:cNvGraphicFramePr>
            <a:graphicFrameLocks noChangeAspect="1"/>
          </p:cNvGraphicFramePr>
          <p:nvPr/>
        </p:nvGraphicFramePr>
        <p:xfrm>
          <a:off x="1755775" y="2435225"/>
          <a:ext cx="3200400" cy="393700"/>
        </p:xfrm>
        <a:graphic>
          <a:graphicData uri="http://schemas.openxmlformats.org/presentationml/2006/ole">
            <mc:AlternateContent xmlns:mc="http://schemas.openxmlformats.org/markup-compatibility/2006">
              <mc:Choice xmlns:v="urn:schemas-microsoft-com:vml" Requires="v">
                <p:oleObj spid="_x0000_s145456" name="Equation" r:id="rId5" imgW="3200400" imgH="393700" progId="Equation.DSMT4">
                  <p:embed/>
                </p:oleObj>
              </mc:Choice>
              <mc:Fallback>
                <p:oleObj name="Equation" r:id="rId5" imgW="3200400" imgH="393700" progId="Equation.DSMT4">
                  <p:embed/>
                  <p:pic>
                    <p:nvPicPr>
                      <p:cNvPr id="10243" name="对象 4">
                        <a:extLst>
                          <a:ext uri="{FF2B5EF4-FFF2-40B4-BE49-F238E27FC236}">
                            <a16:creationId xmlns:a16="http://schemas.microsoft.com/office/drawing/2014/main" id="{E53D5ED3-DC5D-4931-A169-847E2F6724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5775" y="2435225"/>
                        <a:ext cx="3200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4" name="对象 5">
            <a:extLst>
              <a:ext uri="{FF2B5EF4-FFF2-40B4-BE49-F238E27FC236}">
                <a16:creationId xmlns:a16="http://schemas.microsoft.com/office/drawing/2014/main" id="{1BEBBF13-E689-4331-AE58-896B390E817A}"/>
              </a:ext>
            </a:extLst>
          </p:cNvPr>
          <p:cNvGraphicFramePr>
            <a:graphicFrameLocks noChangeAspect="1"/>
          </p:cNvGraphicFramePr>
          <p:nvPr/>
        </p:nvGraphicFramePr>
        <p:xfrm>
          <a:off x="1778000" y="3486150"/>
          <a:ext cx="3200400" cy="393700"/>
        </p:xfrm>
        <a:graphic>
          <a:graphicData uri="http://schemas.openxmlformats.org/presentationml/2006/ole">
            <mc:AlternateContent xmlns:mc="http://schemas.openxmlformats.org/markup-compatibility/2006">
              <mc:Choice xmlns:v="urn:schemas-microsoft-com:vml" Requires="v">
                <p:oleObj spid="_x0000_s145457" name="Equation" r:id="rId7" imgW="3200400" imgH="393700" progId="Equation.DSMT4">
                  <p:embed/>
                </p:oleObj>
              </mc:Choice>
              <mc:Fallback>
                <p:oleObj name="Equation" r:id="rId7" imgW="3200400" imgH="393700" progId="Equation.DSMT4">
                  <p:embed/>
                  <p:pic>
                    <p:nvPicPr>
                      <p:cNvPr id="10244" name="对象 5">
                        <a:extLst>
                          <a:ext uri="{FF2B5EF4-FFF2-40B4-BE49-F238E27FC236}">
                            <a16:creationId xmlns:a16="http://schemas.microsoft.com/office/drawing/2014/main" id="{1BEBBF13-E689-4331-AE58-896B390E81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8000" y="3486150"/>
                        <a:ext cx="3200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5" name="对象 6">
            <a:extLst>
              <a:ext uri="{FF2B5EF4-FFF2-40B4-BE49-F238E27FC236}">
                <a16:creationId xmlns:a16="http://schemas.microsoft.com/office/drawing/2014/main" id="{8D6F8769-54B9-44FE-8599-65B695266F5F}"/>
              </a:ext>
            </a:extLst>
          </p:cNvPr>
          <p:cNvGraphicFramePr>
            <a:graphicFrameLocks noChangeAspect="1"/>
          </p:cNvGraphicFramePr>
          <p:nvPr/>
        </p:nvGraphicFramePr>
        <p:xfrm>
          <a:off x="1781175" y="4406900"/>
          <a:ext cx="4368800" cy="393700"/>
        </p:xfrm>
        <a:graphic>
          <a:graphicData uri="http://schemas.openxmlformats.org/presentationml/2006/ole">
            <mc:AlternateContent xmlns:mc="http://schemas.openxmlformats.org/markup-compatibility/2006">
              <mc:Choice xmlns:v="urn:schemas-microsoft-com:vml" Requires="v">
                <p:oleObj spid="_x0000_s145458" name="Equation" r:id="rId9" imgW="4368800" imgH="393700" progId="Equation.DSMT4">
                  <p:embed/>
                </p:oleObj>
              </mc:Choice>
              <mc:Fallback>
                <p:oleObj name="Equation" r:id="rId9" imgW="4368800" imgH="393700" progId="Equation.DSMT4">
                  <p:embed/>
                  <p:pic>
                    <p:nvPicPr>
                      <p:cNvPr id="10245" name="对象 6">
                        <a:extLst>
                          <a:ext uri="{FF2B5EF4-FFF2-40B4-BE49-F238E27FC236}">
                            <a16:creationId xmlns:a16="http://schemas.microsoft.com/office/drawing/2014/main" id="{8D6F8769-54B9-44FE-8599-65B695266F5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81175" y="4406900"/>
                        <a:ext cx="4368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0" name="对象 8">
            <a:extLst>
              <a:ext uri="{FF2B5EF4-FFF2-40B4-BE49-F238E27FC236}">
                <a16:creationId xmlns:a16="http://schemas.microsoft.com/office/drawing/2014/main" id="{4015FD30-D8E5-4135-BE1B-AE521177A48B}"/>
              </a:ext>
            </a:extLst>
          </p:cNvPr>
          <p:cNvGraphicFramePr>
            <a:graphicFrameLocks noChangeAspect="1"/>
          </p:cNvGraphicFramePr>
          <p:nvPr/>
        </p:nvGraphicFramePr>
        <p:xfrm>
          <a:off x="1685925" y="481013"/>
          <a:ext cx="4559300" cy="393700"/>
        </p:xfrm>
        <a:graphic>
          <a:graphicData uri="http://schemas.openxmlformats.org/presentationml/2006/ole">
            <mc:AlternateContent xmlns:mc="http://schemas.openxmlformats.org/markup-compatibility/2006">
              <mc:Choice xmlns:v="urn:schemas-microsoft-com:vml" Requires="v">
                <p:oleObj spid="_x0000_s145459" name="Equation" r:id="rId11" imgW="4559300" imgH="393700" progId="Equation.DSMT4">
                  <p:embed/>
                </p:oleObj>
              </mc:Choice>
              <mc:Fallback>
                <p:oleObj name="Equation" r:id="rId11" imgW="4559300" imgH="393700" progId="Equation.DSMT4">
                  <p:embed/>
                  <p:pic>
                    <p:nvPicPr>
                      <p:cNvPr id="11270" name="对象 8">
                        <a:extLst>
                          <a:ext uri="{FF2B5EF4-FFF2-40B4-BE49-F238E27FC236}">
                            <a16:creationId xmlns:a16="http://schemas.microsoft.com/office/drawing/2014/main" id="{4015FD30-D8E5-4135-BE1B-AE521177A48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5925" y="481013"/>
                        <a:ext cx="4559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3794" name="Text Box 4"/>
          <p:cNvSpPr txBox="1">
            <a:spLocks noChangeArrowheads="1"/>
          </p:cNvSpPr>
          <p:nvPr/>
        </p:nvSpPr>
        <p:spPr bwMode="auto">
          <a:xfrm>
            <a:off x="2385898" y="1005527"/>
            <a:ext cx="7181850" cy="823913"/>
          </a:xfrm>
          <a:prstGeom prst="rect">
            <a:avLst/>
          </a:prstGeom>
          <a:noFill/>
          <a:ln w="12700">
            <a:noFill/>
            <a:miter lim="800000"/>
            <a:headEnd type="none" w="sm" len="sm"/>
            <a:tailEnd type="none" w="sm" len="sm"/>
          </a:ln>
        </p:spPr>
        <p:txBody>
          <a:bodyPr>
            <a:spAutoFit/>
          </a:bodyPr>
          <a:lstStyle/>
          <a:p>
            <a:pPr algn="ctr"/>
            <a:r>
              <a:rPr lang="en-US" altLang="zh-CN" sz="4800">
                <a:effectLst>
                  <a:outerShdw blurRad="38100" dist="38100" dir="2700000" algn="tl">
                    <a:srgbClr val="000000">
                      <a:alpha val="43137"/>
                    </a:srgbClr>
                  </a:outerShdw>
                </a:effectLst>
                <a:latin typeface="Calibri" pitchFamily="34" charset="0"/>
                <a:ea typeface="华文新魏" pitchFamily="2" charset="-122"/>
                <a:cs typeface="Consolas" pitchFamily="49" charset="0"/>
              </a:rPr>
              <a:t>5.1</a:t>
            </a:r>
            <a:r>
              <a:rPr lang="zh-CN" altLang="en-US" sz="4800">
                <a:effectLst>
                  <a:outerShdw blurRad="38100" dist="38100" dir="2700000" algn="tl">
                    <a:srgbClr val="000000">
                      <a:alpha val="43137"/>
                    </a:srgbClr>
                  </a:outerShdw>
                </a:effectLst>
                <a:latin typeface="Calibri" pitchFamily="34" charset="0"/>
                <a:ea typeface="华文新魏" pitchFamily="2" charset="-122"/>
                <a:cs typeface="Consolas" pitchFamily="49" charset="0"/>
              </a:rPr>
              <a:t>　多元函数</a:t>
            </a:r>
          </a:p>
        </p:txBody>
      </p:sp>
      <p:sp>
        <p:nvSpPr>
          <p:cNvPr id="115740" name="Text Box 28"/>
          <p:cNvSpPr txBox="1">
            <a:spLocks noChangeArrowheads="1"/>
          </p:cNvSpPr>
          <p:nvPr/>
        </p:nvSpPr>
        <p:spPr bwMode="auto">
          <a:xfrm>
            <a:off x="8542430" y="6248399"/>
            <a:ext cx="3559175" cy="461665"/>
          </a:xfrm>
          <a:prstGeom prst="rect">
            <a:avLst/>
          </a:prstGeom>
          <a:noFill/>
          <a:ln w="9525">
            <a:noFill/>
            <a:miter lim="800000"/>
            <a:headEnd/>
            <a:tailEnd/>
          </a:ln>
        </p:spPr>
        <p:txBody>
          <a:bodyPr>
            <a:spAutoFit/>
          </a:bodyPr>
          <a:lstStyle/>
          <a:p>
            <a:pPr algn="r">
              <a:spcBef>
                <a:spcPct val="20000"/>
              </a:spcBef>
            </a:pPr>
            <a:r>
              <a:rPr lang="zh-CN" altLang="en-US" sz="2400" dirty="0">
                <a:solidFill>
                  <a:srgbClr val="006699"/>
                </a:solidFill>
                <a:effectLst>
                  <a:outerShdw blurRad="38100" dist="38100" dir="2700000" algn="tl">
                    <a:srgbClr val="000000">
                      <a:alpha val="43137"/>
                    </a:srgbClr>
                  </a:outerShdw>
                </a:effectLst>
              </a:rPr>
              <a:t>数学科学学院：刘碧森</a:t>
            </a:r>
          </a:p>
        </p:txBody>
      </p:sp>
      <p:sp>
        <p:nvSpPr>
          <p:cNvPr id="115743" name="Text Box 31"/>
          <p:cNvSpPr txBox="1">
            <a:spLocks noChangeArrowheads="1"/>
          </p:cNvSpPr>
          <p:nvPr/>
        </p:nvSpPr>
        <p:spPr bwMode="auto">
          <a:xfrm>
            <a:off x="3538423" y="2123126"/>
            <a:ext cx="719138" cy="3798888"/>
          </a:xfrm>
          <a:prstGeom prst="rect">
            <a:avLst/>
          </a:prstGeom>
          <a:noFill/>
          <a:ln w="9525">
            <a:noFill/>
            <a:miter lim="800000"/>
            <a:headEnd/>
            <a:tailEnd/>
          </a:ln>
        </p:spPr>
        <p:txBody>
          <a:bodyPr>
            <a:spAutoFit/>
          </a:bodyPr>
          <a:lstStyle/>
          <a:p>
            <a:pPr algn="ctr">
              <a:spcBef>
                <a:spcPct val="10000"/>
              </a:spcBef>
            </a:pPr>
            <a:r>
              <a:rPr lang="en-US" altLang="zh-CN" sz="3200">
                <a:solidFill>
                  <a:srgbClr val="FF0000"/>
                </a:solidFill>
                <a:ea typeface="宋体" pitchFamily="2" charset="-122"/>
                <a:sym typeface="Wingdings" pitchFamily="2" charset="2"/>
              </a:rPr>
              <a:t></a:t>
            </a:r>
          </a:p>
          <a:p>
            <a:pPr algn="ctr">
              <a:spcBef>
                <a:spcPct val="10000"/>
              </a:spcBef>
            </a:pPr>
            <a:r>
              <a:rPr lang="en-US" altLang="zh-CN" sz="3200">
                <a:solidFill>
                  <a:srgbClr val="FF0000"/>
                </a:solidFill>
                <a:ea typeface="宋体" pitchFamily="2" charset="-122"/>
                <a:sym typeface="Wingdings" pitchFamily="2" charset="2"/>
              </a:rPr>
              <a:t></a:t>
            </a:r>
          </a:p>
          <a:p>
            <a:pPr algn="ctr">
              <a:spcBef>
                <a:spcPct val="10000"/>
              </a:spcBef>
            </a:pPr>
            <a:r>
              <a:rPr lang="en-US" altLang="zh-CN" sz="3200">
                <a:solidFill>
                  <a:srgbClr val="FF0000"/>
                </a:solidFill>
                <a:sym typeface="Wingdings" pitchFamily="2" charset="2"/>
              </a:rPr>
              <a:t></a:t>
            </a:r>
          </a:p>
          <a:p>
            <a:pPr algn="ctr">
              <a:spcBef>
                <a:spcPct val="10000"/>
              </a:spcBef>
            </a:pPr>
            <a:r>
              <a:rPr lang="en-US" altLang="zh-CN" sz="3200">
                <a:solidFill>
                  <a:srgbClr val="FF0000"/>
                </a:solidFill>
                <a:sym typeface="Wingdings" pitchFamily="2" charset="2"/>
              </a:rPr>
              <a:t></a:t>
            </a:r>
          </a:p>
          <a:p>
            <a:pPr algn="ctr">
              <a:spcBef>
                <a:spcPct val="10000"/>
              </a:spcBef>
            </a:pPr>
            <a:r>
              <a:rPr lang="en-US" altLang="zh-CN" sz="3200">
                <a:solidFill>
                  <a:srgbClr val="FF0000"/>
                </a:solidFill>
                <a:sym typeface="Wingdings" pitchFamily="2" charset="2"/>
              </a:rPr>
              <a:t></a:t>
            </a:r>
          </a:p>
          <a:p>
            <a:pPr algn="ctr">
              <a:spcBef>
                <a:spcPct val="10000"/>
              </a:spcBef>
            </a:pPr>
            <a:r>
              <a:rPr lang="en-US" altLang="zh-CN" sz="3200">
                <a:solidFill>
                  <a:srgbClr val="FF0000"/>
                </a:solidFill>
                <a:sym typeface="Wingdings" pitchFamily="2" charset="2"/>
              </a:rPr>
              <a:t></a:t>
            </a:r>
          </a:p>
          <a:p>
            <a:pPr algn="ctr">
              <a:spcBef>
                <a:spcPct val="10000"/>
              </a:spcBef>
            </a:pPr>
            <a:r>
              <a:rPr lang="en-US" altLang="zh-CN" sz="3200">
                <a:solidFill>
                  <a:srgbClr val="FF0000"/>
                </a:solidFill>
                <a:sym typeface="Wingdings" pitchFamily="2" charset="2"/>
              </a:rPr>
              <a:t></a:t>
            </a:r>
          </a:p>
        </p:txBody>
      </p:sp>
      <p:sp>
        <p:nvSpPr>
          <p:cNvPr id="115744" name="Text Box 32"/>
          <p:cNvSpPr txBox="1">
            <a:spLocks noChangeArrowheads="1"/>
          </p:cNvSpPr>
          <p:nvPr/>
        </p:nvSpPr>
        <p:spPr bwMode="auto">
          <a:xfrm>
            <a:off x="4517912" y="2123126"/>
            <a:ext cx="5437187" cy="3798888"/>
          </a:xfrm>
          <a:prstGeom prst="rect">
            <a:avLst/>
          </a:prstGeom>
          <a:noFill/>
          <a:ln w="9525">
            <a:noFill/>
            <a:miter lim="800000"/>
            <a:headEnd/>
            <a:tailEnd/>
          </a:ln>
        </p:spPr>
        <p:txBody>
          <a:bodyPr>
            <a:spAutoFit/>
          </a:bodyPr>
          <a:lstStyle/>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邻域</a:t>
            </a:r>
          </a:p>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内点、外点、边界点、聚点</a:t>
            </a:r>
          </a:p>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区域</a:t>
            </a:r>
          </a:p>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多元函数的概念</a:t>
            </a:r>
          </a:p>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等值线</a:t>
            </a:r>
          </a:p>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多元函数的极限</a:t>
            </a:r>
          </a:p>
          <a:p>
            <a:pPr>
              <a:spcBef>
                <a:spcPct val="10000"/>
              </a:spcBef>
            </a:pPr>
            <a:r>
              <a:rPr lang="zh-CN" altLang="en-US" sz="3200">
                <a:effectLst>
                  <a:outerShdw blurRad="38100" dist="38100" dir="2700000" algn="tl">
                    <a:srgbClr val="000000">
                      <a:alpha val="43137"/>
                    </a:srgbClr>
                  </a:outerShdw>
                </a:effectLst>
                <a:ea typeface="华文楷体" pitchFamily="2" charset="-122"/>
                <a:sym typeface="Wingdings" pitchFamily="2" charset="2"/>
              </a:rPr>
              <a:t>多元函数的连续性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5744">
                                            <p:txEl>
                                              <p:pRg st="0" end="0"/>
                                            </p:txEl>
                                          </p:spTgt>
                                        </p:tgtEl>
                                        <p:attrNameLst>
                                          <p:attrName>style.visibility</p:attrName>
                                        </p:attrNameLst>
                                      </p:cBhvr>
                                      <p:to>
                                        <p:strVal val="visible"/>
                                      </p:to>
                                    </p:set>
                                    <p:animEffect transition="in" filter="wipe(left)">
                                      <p:cBhvr>
                                        <p:cTn id="7" dur="500"/>
                                        <p:tgtEl>
                                          <p:spTgt spid="11574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5744">
                                            <p:txEl>
                                              <p:pRg st="1" end="1"/>
                                            </p:txEl>
                                          </p:spTgt>
                                        </p:tgtEl>
                                        <p:attrNameLst>
                                          <p:attrName>style.visibility</p:attrName>
                                        </p:attrNameLst>
                                      </p:cBhvr>
                                      <p:to>
                                        <p:strVal val="visible"/>
                                      </p:to>
                                    </p:set>
                                    <p:animEffect transition="in" filter="wipe(left)">
                                      <p:cBhvr>
                                        <p:cTn id="11" dur="500"/>
                                        <p:tgtEl>
                                          <p:spTgt spid="115744">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5744">
                                            <p:txEl>
                                              <p:pRg st="2" end="2"/>
                                            </p:txEl>
                                          </p:spTgt>
                                        </p:tgtEl>
                                        <p:attrNameLst>
                                          <p:attrName>style.visibility</p:attrName>
                                        </p:attrNameLst>
                                      </p:cBhvr>
                                      <p:to>
                                        <p:strVal val="visible"/>
                                      </p:to>
                                    </p:set>
                                    <p:animEffect transition="in" filter="wipe(left)">
                                      <p:cBhvr>
                                        <p:cTn id="15" dur="500"/>
                                        <p:tgtEl>
                                          <p:spTgt spid="115744">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5744">
                                            <p:txEl>
                                              <p:pRg st="3" end="3"/>
                                            </p:txEl>
                                          </p:spTgt>
                                        </p:tgtEl>
                                        <p:attrNameLst>
                                          <p:attrName>style.visibility</p:attrName>
                                        </p:attrNameLst>
                                      </p:cBhvr>
                                      <p:to>
                                        <p:strVal val="visible"/>
                                      </p:to>
                                    </p:set>
                                    <p:animEffect transition="in" filter="wipe(left)">
                                      <p:cBhvr>
                                        <p:cTn id="19" dur="500"/>
                                        <p:tgtEl>
                                          <p:spTgt spid="115744">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5744">
                                            <p:txEl>
                                              <p:pRg st="4" end="4"/>
                                            </p:txEl>
                                          </p:spTgt>
                                        </p:tgtEl>
                                        <p:attrNameLst>
                                          <p:attrName>style.visibility</p:attrName>
                                        </p:attrNameLst>
                                      </p:cBhvr>
                                      <p:to>
                                        <p:strVal val="visible"/>
                                      </p:to>
                                    </p:set>
                                    <p:animEffect transition="in" filter="wipe(left)">
                                      <p:cBhvr>
                                        <p:cTn id="23" dur="500"/>
                                        <p:tgtEl>
                                          <p:spTgt spid="115744">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15744">
                                            <p:txEl>
                                              <p:pRg st="5" end="5"/>
                                            </p:txEl>
                                          </p:spTgt>
                                        </p:tgtEl>
                                        <p:attrNameLst>
                                          <p:attrName>style.visibility</p:attrName>
                                        </p:attrNameLst>
                                      </p:cBhvr>
                                      <p:to>
                                        <p:strVal val="visible"/>
                                      </p:to>
                                    </p:set>
                                    <p:animEffect transition="in" filter="wipe(left)">
                                      <p:cBhvr>
                                        <p:cTn id="27" dur="500"/>
                                        <p:tgtEl>
                                          <p:spTgt spid="115744">
                                            <p:txEl>
                                              <p:pRg st="5" end="5"/>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15744">
                                            <p:txEl>
                                              <p:pRg st="6" end="6"/>
                                            </p:txEl>
                                          </p:spTgt>
                                        </p:tgtEl>
                                        <p:attrNameLst>
                                          <p:attrName>style.visibility</p:attrName>
                                        </p:attrNameLst>
                                      </p:cBhvr>
                                      <p:to>
                                        <p:strVal val="visible"/>
                                      </p:to>
                                    </p:set>
                                    <p:animEffect transition="in" filter="wipe(left)">
                                      <p:cBhvr>
                                        <p:cTn id="31" dur="500"/>
                                        <p:tgtEl>
                                          <p:spTgt spid="115744">
                                            <p:txEl>
                                              <p:pRg st="6" end="6"/>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15743">
                                            <p:txEl>
                                              <p:pRg st="0" end="0"/>
                                            </p:txEl>
                                          </p:spTgt>
                                        </p:tgtEl>
                                        <p:attrNameLst>
                                          <p:attrName>style.visibility</p:attrName>
                                        </p:attrNameLst>
                                      </p:cBhvr>
                                      <p:to>
                                        <p:strVal val="visible"/>
                                      </p:to>
                                    </p:set>
                                    <p:animEffect transition="in" filter="wipe(left)">
                                      <p:cBhvr>
                                        <p:cTn id="35" dur="500"/>
                                        <p:tgtEl>
                                          <p:spTgt spid="115743">
                                            <p:txEl>
                                              <p:pRg st="0" end="0"/>
                                            </p:txEl>
                                          </p:spTgt>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115743">
                                            <p:txEl>
                                              <p:pRg st="1" end="1"/>
                                            </p:txEl>
                                          </p:spTgt>
                                        </p:tgtEl>
                                        <p:attrNameLst>
                                          <p:attrName>style.visibility</p:attrName>
                                        </p:attrNameLst>
                                      </p:cBhvr>
                                      <p:to>
                                        <p:strVal val="visible"/>
                                      </p:to>
                                    </p:set>
                                    <p:animEffect transition="in" filter="wipe(left)">
                                      <p:cBhvr>
                                        <p:cTn id="39" dur="500"/>
                                        <p:tgtEl>
                                          <p:spTgt spid="115743">
                                            <p:txEl>
                                              <p:pRg st="1" end="1"/>
                                            </p:txEl>
                                          </p:spTgt>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115743">
                                            <p:txEl>
                                              <p:pRg st="2" end="2"/>
                                            </p:txEl>
                                          </p:spTgt>
                                        </p:tgtEl>
                                        <p:attrNameLst>
                                          <p:attrName>style.visibility</p:attrName>
                                        </p:attrNameLst>
                                      </p:cBhvr>
                                      <p:to>
                                        <p:strVal val="visible"/>
                                      </p:to>
                                    </p:set>
                                    <p:animEffect transition="in" filter="wipe(left)">
                                      <p:cBhvr>
                                        <p:cTn id="43" dur="500"/>
                                        <p:tgtEl>
                                          <p:spTgt spid="115743">
                                            <p:txEl>
                                              <p:pRg st="2" end="2"/>
                                            </p:txEl>
                                          </p:spTgt>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115743">
                                            <p:txEl>
                                              <p:pRg st="3" end="3"/>
                                            </p:txEl>
                                          </p:spTgt>
                                        </p:tgtEl>
                                        <p:attrNameLst>
                                          <p:attrName>style.visibility</p:attrName>
                                        </p:attrNameLst>
                                      </p:cBhvr>
                                      <p:to>
                                        <p:strVal val="visible"/>
                                      </p:to>
                                    </p:set>
                                    <p:animEffect transition="in" filter="wipe(left)">
                                      <p:cBhvr>
                                        <p:cTn id="47" dur="500"/>
                                        <p:tgtEl>
                                          <p:spTgt spid="115743">
                                            <p:txEl>
                                              <p:pRg st="3" end="3"/>
                                            </p:txEl>
                                          </p:spTgt>
                                        </p:tgtEl>
                                      </p:cBhvr>
                                    </p:animEffect>
                                  </p:childTnLst>
                                </p:cTn>
                              </p:par>
                            </p:childTnLst>
                          </p:cTn>
                        </p:par>
                        <p:par>
                          <p:cTn id="48" fill="hold">
                            <p:stCondLst>
                              <p:cond delay="5500"/>
                            </p:stCondLst>
                            <p:childTnLst>
                              <p:par>
                                <p:cTn id="49" presetID="22" presetClass="entr" presetSubtype="8" fill="hold" nodeType="afterEffect">
                                  <p:stCondLst>
                                    <p:cond delay="0"/>
                                  </p:stCondLst>
                                  <p:childTnLst>
                                    <p:set>
                                      <p:cBhvr>
                                        <p:cTn id="50" dur="1" fill="hold">
                                          <p:stCondLst>
                                            <p:cond delay="0"/>
                                          </p:stCondLst>
                                        </p:cTn>
                                        <p:tgtEl>
                                          <p:spTgt spid="115743">
                                            <p:txEl>
                                              <p:pRg st="4" end="4"/>
                                            </p:txEl>
                                          </p:spTgt>
                                        </p:tgtEl>
                                        <p:attrNameLst>
                                          <p:attrName>style.visibility</p:attrName>
                                        </p:attrNameLst>
                                      </p:cBhvr>
                                      <p:to>
                                        <p:strVal val="visible"/>
                                      </p:to>
                                    </p:set>
                                    <p:animEffect transition="in" filter="wipe(left)">
                                      <p:cBhvr>
                                        <p:cTn id="51" dur="500"/>
                                        <p:tgtEl>
                                          <p:spTgt spid="115743">
                                            <p:txEl>
                                              <p:pRg st="4" end="4"/>
                                            </p:txEl>
                                          </p:spTgt>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115743">
                                            <p:txEl>
                                              <p:pRg st="5" end="5"/>
                                            </p:txEl>
                                          </p:spTgt>
                                        </p:tgtEl>
                                        <p:attrNameLst>
                                          <p:attrName>style.visibility</p:attrName>
                                        </p:attrNameLst>
                                      </p:cBhvr>
                                      <p:to>
                                        <p:strVal val="visible"/>
                                      </p:to>
                                    </p:set>
                                    <p:animEffect transition="in" filter="wipe(left)">
                                      <p:cBhvr>
                                        <p:cTn id="55" dur="500"/>
                                        <p:tgtEl>
                                          <p:spTgt spid="115743">
                                            <p:txEl>
                                              <p:pRg st="5" end="5"/>
                                            </p:txEl>
                                          </p:spTgt>
                                        </p:tgtEl>
                                      </p:cBhvr>
                                    </p:animEffect>
                                  </p:childTnLst>
                                </p:cTn>
                              </p:par>
                            </p:childTnLst>
                          </p:cTn>
                        </p:par>
                        <p:par>
                          <p:cTn id="56" fill="hold">
                            <p:stCondLst>
                              <p:cond delay="6500"/>
                            </p:stCondLst>
                            <p:childTnLst>
                              <p:par>
                                <p:cTn id="57" presetID="22" presetClass="entr" presetSubtype="8" fill="hold" nodeType="afterEffect">
                                  <p:stCondLst>
                                    <p:cond delay="0"/>
                                  </p:stCondLst>
                                  <p:childTnLst>
                                    <p:set>
                                      <p:cBhvr>
                                        <p:cTn id="58" dur="1" fill="hold">
                                          <p:stCondLst>
                                            <p:cond delay="0"/>
                                          </p:stCondLst>
                                        </p:cTn>
                                        <p:tgtEl>
                                          <p:spTgt spid="115743">
                                            <p:txEl>
                                              <p:pRg st="6" end="6"/>
                                            </p:txEl>
                                          </p:spTgt>
                                        </p:tgtEl>
                                        <p:attrNameLst>
                                          <p:attrName>style.visibility</p:attrName>
                                        </p:attrNameLst>
                                      </p:cBhvr>
                                      <p:to>
                                        <p:strVal val="visible"/>
                                      </p:to>
                                    </p:set>
                                    <p:animEffect transition="in" filter="wipe(left)">
                                      <p:cBhvr>
                                        <p:cTn id="59" dur="500"/>
                                        <p:tgtEl>
                                          <p:spTgt spid="115743">
                                            <p:txEl>
                                              <p:pRg st="6" end="6"/>
                                            </p:txEl>
                                          </p:spTgt>
                                        </p:tgtEl>
                                      </p:cBhvr>
                                    </p:animEffect>
                                  </p:childTnLst>
                                </p:cTn>
                              </p:par>
                            </p:childTnLst>
                          </p:cTn>
                        </p:par>
                        <p:par>
                          <p:cTn id="60" fill="hold">
                            <p:stCondLst>
                              <p:cond delay="7000"/>
                            </p:stCondLst>
                            <p:childTnLst>
                              <p:par>
                                <p:cTn id="61" presetID="45" presetClass="entr" presetSubtype="0" fill="hold" grpId="0" nodeType="afterEffect">
                                  <p:stCondLst>
                                    <p:cond delay="0"/>
                                  </p:stCondLst>
                                  <p:iterate type="lt">
                                    <p:tmPct val="10000"/>
                                  </p:iterate>
                                  <p:childTnLst>
                                    <p:set>
                                      <p:cBhvr>
                                        <p:cTn id="62" dur="1" fill="hold">
                                          <p:stCondLst>
                                            <p:cond delay="0"/>
                                          </p:stCondLst>
                                        </p:cTn>
                                        <p:tgtEl>
                                          <p:spTgt spid="115740"/>
                                        </p:tgtEl>
                                        <p:attrNameLst>
                                          <p:attrName>style.visibility</p:attrName>
                                        </p:attrNameLst>
                                      </p:cBhvr>
                                      <p:to>
                                        <p:strVal val="visible"/>
                                      </p:to>
                                    </p:set>
                                    <p:animEffect transition="in" filter="fade">
                                      <p:cBhvr>
                                        <p:cTn id="63" dur="1000"/>
                                        <p:tgtEl>
                                          <p:spTgt spid="115740"/>
                                        </p:tgtEl>
                                      </p:cBhvr>
                                    </p:animEffect>
                                    <p:anim calcmode="lin" valueType="num">
                                      <p:cBhvr>
                                        <p:cTn id="64" dur="1000" fill="hold"/>
                                        <p:tgtEl>
                                          <p:spTgt spid="115740"/>
                                        </p:tgtEl>
                                        <p:attrNameLst>
                                          <p:attrName>ppt_w</p:attrName>
                                        </p:attrNameLst>
                                      </p:cBhvr>
                                      <p:tavLst>
                                        <p:tav tm="0" fmla="#ppt_w*sin(2.5*pi*$)">
                                          <p:val>
                                            <p:fltVal val="0"/>
                                          </p:val>
                                        </p:tav>
                                        <p:tav tm="100000">
                                          <p:val>
                                            <p:fltVal val="1"/>
                                          </p:val>
                                        </p:tav>
                                      </p:tavLst>
                                    </p:anim>
                                    <p:anim calcmode="lin" valueType="num">
                                      <p:cBhvr>
                                        <p:cTn id="65" dur="1000" fill="hold"/>
                                        <p:tgtEl>
                                          <p:spTgt spid="11574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Box 4"/>
          <p:cNvSpPr txBox="1">
            <a:spLocks noChangeArrowheads="1"/>
          </p:cNvSpPr>
          <p:nvPr/>
        </p:nvSpPr>
        <p:spPr bwMode="auto">
          <a:xfrm>
            <a:off x="1461443" y="201831"/>
            <a:ext cx="2590800" cy="523220"/>
          </a:xfrm>
          <a:prstGeom prst="rect">
            <a:avLst/>
          </a:prstGeom>
          <a:noFill/>
          <a:ln w="9525">
            <a:noFill/>
            <a:miter lim="800000"/>
            <a:headEnd/>
            <a:tailEnd/>
          </a:ln>
        </p:spPr>
        <p:txBody>
          <a:bodyPr>
            <a:spAutoFit/>
          </a:bodyPr>
          <a:lstStyle/>
          <a:p>
            <a:r>
              <a:rPr lang="zh-CN" altLang="en-US" dirty="0">
                <a:solidFill>
                  <a:srgbClr val="0C0C12"/>
                </a:solidFill>
                <a:effectLst>
                  <a:outerShdw blurRad="38100" dist="38100" dir="2700000" algn="tl">
                    <a:srgbClr val="000000">
                      <a:alpha val="43137"/>
                    </a:srgbClr>
                  </a:outerShdw>
                </a:effectLst>
                <a:latin typeface="黑体" pitchFamily="49" charset="-122"/>
              </a:rPr>
              <a:t>一、 邻域</a:t>
            </a:r>
            <a:r>
              <a:rPr lang="zh-CN" altLang="en-US" dirty="0">
                <a:effectLst>
                  <a:outerShdw blurRad="38100" dist="38100" dir="2700000" algn="tl">
                    <a:srgbClr val="000000">
                      <a:alpha val="43137"/>
                    </a:srgbClr>
                  </a:outerShdw>
                </a:effectLst>
                <a:latin typeface="黑体" pitchFamily="49" charset="-122"/>
              </a:rPr>
              <a:t> </a:t>
            </a:r>
          </a:p>
        </p:txBody>
      </p:sp>
      <p:grpSp>
        <p:nvGrpSpPr>
          <p:cNvPr id="35" name="Group 36"/>
          <p:cNvGrpSpPr>
            <a:grpSpLocks/>
          </p:cNvGrpSpPr>
          <p:nvPr/>
        </p:nvGrpSpPr>
        <p:grpSpPr bwMode="auto">
          <a:xfrm>
            <a:off x="7347910" y="575370"/>
            <a:ext cx="2863850" cy="2630488"/>
            <a:chOff x="3817" y="404"/>
            <a:chExt cx="1804" cy="1657"/>
          </a:xfrm>
        </p:grpSpPr>
        <p:sp>
          <p:nvSpPr>
            <p:cNvPr id="36" name="Line 26"/>
            <p:cNvSpPr>
              <a:spLocks noChangeShapeType="1"/>
            </p:cNvSpPr>
            <p:nvPr/>
          </p:nvSpPr>
          <p:spPr bwMode="auto">
            <a:xfrm>
              <a:off x="3817" y="1721"/>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37" name="Line 27"/>
            <p:cNvSpPr>
              <a:spLocks noChangeShapeType="1"/>
            </p:cNvSpPr>
            <p:nvPr/>
          </p:nvSpPr>
          <p:spPr bwMode="auto">
            <a:xfrm flipV="1">
              <a:off x="4053" y="479"/>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42" name="Oval 28"/>
            <p:cNvSpPr>
              <a:spLocks noChangeArrowheads="1"/>
            </p:cNvSpPr>
            <p:nvPr/>
          </p:nvSpPr>
          <p:spPr bwMode="auto">
            <a:xfrm>
              <a:off x="4275" y="631"/>
              <a:ext cx="972" cy="972"/>
            </a:xfrm>
            <a:prstGeom prst="ellipse">
              <a:avLst/>
            </a:prstGeom>
            <a:solidFill>
              <a:schemeClr val="accent2"/>
            </a:solidFill>
            <a:ln w="28575">
              <a:solidFill>
                <a:schemeClr val="tx1"/>
              </a:solidFill>
              <a:prstDash val="dash"/>
              <a:round/>
              <a:headEnd/>
              <a:tailEnd/>
            </a:ln>
          </p:spPr>
          <p:txBody>
            <a:bodyPr wrap="none" anchor="ctr">
              <a:spAutoFit/>
            </a:bodyPr>
            <a:lstStyle/>
            <a:p>
              <a:endParaRPr lang="zh-CN" altLang="en-US"/>
            </a:p>
          </p:txBody>
        </p:sp>
        <p:sp>
          <p:nvSpPr>
            <p:cNvPr id="43" name="Oval 29"/>
            <p:cNvSpPr>
              <a:spLocks noChangeArrowheads="1"/>
            </p:cNvSpPr>
            <p:nvPr/>
          </p:nvSpPr>
          <p:spPr bwMode="auto">
            <a:xfrm>
              <a:off x="4726" y="1089"/>
              <a:ext cx="56" cy="56"/>
            </a:xfrm>
            <a:prstGeom prst="ellipse">
              <a:avLst/>
            </a:prstGeom>
            <a:solidFill>
              <a:schemeClr val="tx1"/>
            </a:solidFill>
            <a:ln w="9525">
              <a:solidFill>
                <a:schemeClr val="tx1"/>
              </a:solidFill>
              <a:round/>
              <a:headEnd/>
              <a:tailEnd/>
            </a:ln>
          </p:spPr>
          <p:txBody>
            <a:bodyPr wrap="none" anchor="ctr">
              <a:spAutoFit/>
            </a:bodyPr>
            <a:lstStyle/>
            <a:p>
              <a:endParaRPr lang="zh-CN" altLang="en-US"/>
            </a:p>
          </p:txBody>
        </p:sp>
        <p:sp>
          <p:nvSpPr>
            <p:cNvPr id="44" name="Line 30"/>
            <p:cNvSpPr>
              <a:spLocks noChangeShapeType="1"/>
            </p:cNvSpPr>
            <p:nvPr/>
          </p:nvSpPr>
          <p:spPr bwMode="auto">
            <a:xfrm flipV="1">
              <a:off x="4747" y="805"/>
              <a:ext cx="381" cy="319"/>
            </a:xfrm>
            <a:prstGeom prst="line">
              <a:avLst/>
            </a:prstGeom>
            <a:noFill/>
            <a:ln w="28575">
              <a:solidFill>
                <a:srgbClr val="0000FF"/>
              </a:solidFill>
              <a:round/>
              <a:headEnd/>
              <a:tailEnd type="triangle" w="med" len="med"/>
            </a:ln>
          </p:spPr>
          <p:txBody>
            <a:bodyPr>
              <a:spAutoFit/>
            </a:bodyPr>
            <a:lstStyle/>
            <a:p>
              <a:endParaRPr lang="zh-CN" altLang="en-US"/>
            </a:p>
          </p:txBody>
        </p:sp>
        <p:graphicFrame>
          <p:nvGraphicFramePr>
            <p:cNvPr id="45" name="Object 31"/>
            <p:cNvGraphicFramePr>
              <a:graphicFrameLocks noChangeAspect="1"/>
            </p:cNvGraphicFramePr>
            <p:nvPr/>
          </p:nvGraphicFramePr>
          <p:xfrm>
            <a:off x="4492" y="997"/>
            <a:ext cx="216" cy="272"/>
          </p:xfrm>
          <a:graphic>
            <a:graphicData uri="http://schemas.openxmlformats.org/presentationml/2006/ole">
              <mc:AlternateContent xmlns:mc="http://schemas.openxmlformats.org/markup-compatibility/2006">
                <mc:Choice xmlns:v="urn:schemas-microsoft-com:vml" Requires="v">
                  <p:oleObj spid="_x0000_s2410" name="Equation" r:id="rId4" imgW="342720" imgH="431640" progId="Equation.DSMT4">
                    <p:embed/>
                  </p:oleObj>
                </mc:Choice>
                <mc:Fallback>
                  <p:oleObj name="Equation" r:id="rId4" imgW="342720" imgH="431640" progId="Equation.DSMT4">
                    <p:embed/>
                    <p:pic>
                      <p:nvPicPr>
                        <p:cNvPr id="1033"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2" y="997"/>
                          <a:ext cx="21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32"/>
            <p:cNvGraphicFramePr>
              <a:graphicFrameLocks noChangeAspect="1"/>
            </p:cNvGraphicFramePr>
            <p:nvPr/>
          </p:nvGraphicFramePr>
          <p:xfrm>
            <a:off x="4804" y="805"/>
            <a:ext cx="160" cy="200"/>
          </p:xfrm>
          <a:graphic>
            <a:graphicData uri="http://schemas.openxmlformats.org/presentationml/2006/ole">
              <mc:AlternateContent xmlns:mc="http://schemas.openxmlformats.org/markup-compatibility/2006">
                <mc:Choice xmlns:v="urn:schemas-microsoft-com:vml" Requires="v">
                  <p:oleObj spid="_x0000_s2411" name="Equation" r:id="rId6" imgW="253800" imgH="317160" progId="Equation.DSMT4">
                    <p:embed/>
                  </p:oleObj>
                </mc:Choice>
                <mc:Fallback>
                  <p:oleObj name="Equation" r:id="rId6" imgW="253800" imgH="317160" progId="Equation.DSMT4">
                    <p:embed/>
                    <p:pic>
                      <p:nvPicPr>
                        <p:cNvPr id="1034"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4" y="805"/>
                          <a:ext cx="160"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Text Box 33"/>
            <p:cNvSpPr txBox="1">
              <a:spLocks noChangeArrowheads="1"/>
            </p:cNvSpPr>
            <p:nvPr/>
          </p:nvSpPr>
          <p:spPr bwMode="auto">
            <a:xfrm>
              <a:off x="5454" y="1694"/>
              <a:ext cx="167" cy="288"/>
            </a:xfrm>
            <a:prstGeom prst="rect">
              <a:avLst/>
            </a:prstGeom>
            <a:noFill/>
            <a:ln w="9525">
              <a:noFill/>
              <a:miter lim="800000"/>
              <a:headEnd/>
              <a:tailEnd/>
            </a:ln>
          </p:spPr>
          <p:txBody>
            <a:bodyPr>
              <a:spAutoFit/>
            </a:bodyPr>
            <a:lstStyle/>
            <a:p>
              <a:r>
                <a:rPr lang="en-US" altLang="zh-CN" sz="2400" i="1"/>
                <a:t>x</a:t>
              </a:r>
            </a:p>
          </p:txBody>
        </p:sp>
        <p:sp>
          <p:nvSpPr>
            <p:cNvPr id="48" name="Text Box 34"/>
            <p:cNvSpPr txBox="1">
              <a:spLocks noChangeArrowheads="1"/>
            </p:cNvSpPr>
            <p:nvPr/>
          </p:nvSpPr>
          <p:spPr bwMode="auto">
            <a:xfrm>
              <a:off x="4059" y="404"/>
              <a:ext cx="167" cy="288"/>
            </a:xfrm>
            <a:prstGeom prst="rect">
              <a:avLst/>
            </a:prstGeom>
            <a:noFill/>
            <a:ln w="9525">
              <a:noFill/>
              <a:miter lim="800000"/>
              <a:headEnd/>
              <a:tailEnd/>
            </a:ln>
          </p:spPr>
          <p:txBody>
            <a:bodyPr>
              <a:spAutoFit/>
            </a:bodyPr>
            <a:lstStyle/>
            <a:p>
              <a:r>
                <a:rPr lang="en-US" altLang="zh-CN" sz="2400" i="1"/>
                <a:t>y</a:t>
              </a:r>
            </a:p>
          </p:txBody>
        </p:sp>
        <p:sp>
          <p:nvSpPr>
            <p:cNvPr id="49" name="Text Box 35"/>
            <p:cNvSpPr txBox="1">
              <a:spLocks noChangeArrowheads="1"/>
            </p:cNvSpPr>
            <p:nvPr/>
          </p:nvSpPr>
          <p:spPr bwMode="auto">
            <a:xfrm>
              <a:off x="3836" y="1667"/>
              <a:ext cx="167" cy="288"/>
            </a:xfrm>
            <a:prstGeom prst="rect">
              <a:avLst/>
            </a:prstGeom>
            <a:noFill/>
            <a:ln w="9525">
              <a:noFill/>
              <a:miter lim="800000"/>
              <a:headEnd/>
              <a:tailEnd/>
            </a:ln>
          </p:spPr>
          <p:txBody>
            <a:bodyPr>
              <a:spAutoFit/>
            </a:bodyPr>
            <a:lstStyle/>
            <a:p>
              <a:r>
                <a:rPr lang="en-US" altLang="zh-CN" sz="2400" i="1"/>
                <a:t>O</a:t>
              </a:r>
            </a:p>
          </p:txBody>
        </p:sp>
      </p:grpSp>
      <p:grpSp>
        <p:nvGrpSpPr>
          <p:cNvPr id="50" name="Group 48"/>
          <p:cNvGrpSpPr>
            <a:grpSpLocks/>
          </p:cNvGrpSpPr>
          <p:nvPr/>
        </p:nvGrpSpPr>
        <p:grpSpPr bwMode="auto">
          <a:xfrm>
            <a:off x="7378073" y="3355877"/>
            <a:ext cx="2863850" cy="2630487"/>
            <a:chOff x="3873" y="2361"/>
            <a:chExt cx="1804" cy="1657"/>
          </a:xfrm>
        </p:grpSpPr>
        <p:sp>
          <p:nvSpPr>
            <p:cNvPr id="51" name="Line 38"/>
            <p:cNvSpPr>
              <a:spLocks noChangeShapeType="1"/>
            </p:cNvSpPr>
            <p:nvPr/>
          </p:nvSpPr>
          <p:spPr bwMode="auto">
            <a:xfrm>
              <a:off x="3873" y="3678"/>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52" name="Line 39"/>
            <p:cNvSpPr>
              <a:spLocks noChangeShapeType="1"/>
            </p:cNvSpPr>
            <p:nvPr/>
          </p:nvSpPr>
          <p:spPr bwMode="auto">
            <a:xfrm flipV="1">
              <a:off x="4109" y="2436"/>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53" name="Oval 40"/>
            <p:cNvSpPr>
              <a:spLocks noChangeArrowheads="1"/>
            </p:cNvSpPr>
            <p:nvPr/>
          </p:nvSpPr>
          <p:spPr bwMode="auto">
            <a:xfrm>
              <a:off x="4331" y="2588"/>
              <a:ext cx="972" cy="972"/>
            </a:xfrm>
            <a:prstGeom prst="ellipse">
              <a:avLst/>
            </a:prstGeom>
            <a:solidFill>
              <a:schemeClr val="accent2"/>
            </a:solidFill>
            <a:ln w="28575">
              <a:solidFill>
                <a:schemeClr val="tx1"/>
              </a:solidFill>
              <a:prstDash val="dash"/>
              <a:round/>
              <a:headEnd/>
              <a:tailEnd/>
            </a:ln>
          </p:spPr>
          <p:txBody>
            <a:bodyPr wrap="none" anchor="ctr">
              <a:spAutoFit/>
            </a:bodyPr>
            <a:lstStyle/>
            <a:p>
              <a:endParaRPr lang="zh-CN" altLang="en-US"/>
            </a:p>
          </p:txBody>
        </p:sp>
        <p:sp>
          <p:nvSpPr>
            <p:cNvPr id="54" name="Line 42"/>
            <p:cNvSpPr>
              <a:spLocks noChangeShapeType="1"/>
            </p:cNvSpPr>
            <p:nvPr/>
          </p:nvSpPr>
          <p:spPr bwMode="auto">
            <a:xfrm flipV="1">
              <a:off x="4809" y="2749"/>
              <a:ext cx="381" cy="319"/>
            </a:xfrm>
            <a:prstGeom prst="line">
              <a:avLst/>
            </a:prstGeom>
            <a:noFill/>
            <a:ln w="28575">
              <a:solidFill>
                <a:srgbClr val="0000FF"/>
              </a:solidFill>
              <a:round/>
              <a:headEnd/>
              <a:tailEnd type="triangle" w="med" len="med"/>
            </a:ln>
          </p:spPr>
          <p:txBody>
            <a:bodyPr>
              <a:spAutoFit/>
            </a:bodyPr>
            <a:lstStyle/>
            <a:p>
              <a:endParaRPr lang="zh-CN" altLang="en-US"/>
            </a:p>
          </p:txBody>
        </p:sp>
        <p:graphicFrame>
          <p:nvGraphicFramePr>
            <p:cNvPr id="55" name="Object 43"/>
            <p:cNvGraphicFramePr>
              <a:graphicFrameLocks noChangeAspect="1"/>
            </p:cNvGraphicFramePr>
            <p:nvPr/>
          </p:nvGraphicFramePr>
          <p:xfrm>
            <a:off x="4548" y="2954"/>
            <a:ext cx="216" cy="272"/>
          </p:xfrm>
          <a:graphic>
            <a:graphicData uri="http://schemas.openxmlformats.org/presentationml/2006/ole">
              <mc:AlternateContent xmlns:mc="http://schemas.openxmlformats.org/markup-compatibility/2006">
                <mc:Choice xmlns:v="urn:schemas-microsoft-com:vml" Requires="v">
                  <p:oleObj spid="_x0000_s2412" name="Equation" r:id="rId8" imgW="342720" imgH="431640" progId="Equation.DSMT4">
                    <p:embed/>
                  </p:oleObj>
                </mc:Choice>
                <mc:Fallback>
                  <p:oleObj name="Equation" r:id="rId8" imgW="342720" imgH="431640" progId="Equation.DSMT4">
                    <p:embed/>
                    <p:pic>
                      <p:nvPicPr>
                        <p:cNvPr id="1031"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8" y="2954"/>
                          <a:ext cx="21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 name="Object 44"/>
            <p:cNvGraphicFramePr>
              <a:graphicFrameLocks noChangeAspect="1"/>
            </p:cNvGraphicFramePr>
            <p:nvPr/>
          </p:nvGraphicFramePr>
          <p:xfrm>
            <a:off x="4860" y="2762"/>
            <a:ext cx="160" cy="200"/>
          </p:xfrm>
          <a:graphic>
            <a:graphicData uri="http://schemas.openxmlformats.org/presentationml/2006/ole">
              <mc:AlternateContent xmlns:mc="http://schemas.openxmlformats.org/markup-compatibility/2006">
                <mc:Choice xmlns:v="urn:schemas-microsoft-com:vml" Requires="v">
                  <p:oleObj spid="_x0000_s2413" name="Equation" r:id="rId9" imgW="253800" imgH="317160" progId="Equation.DSMT4">
                    <p:embed/>
                  </p:oleObj>
                </mc:Choice>
                <mc:Fallback>
                  <p:oleObj name="Equation" r:id="rId9" imgW="253800" imgH="317160" progId="Equation.DSMT4">
                    <p:embed/>
                    <p:pic>
                      <p:nvPicPr>
                        <p:cNvPr id="1032" name="Object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0" y="2762"/>
                          <a:ext cx="160"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Text Box 45"/>
            <p:cNvSpPr txBox="1">
              <a:spLocks noChangeArrowheads="1"/>
            </p:cNvSpPr>
            <p:nvPr/>
          </p:nvSpPr>
          <p:spPr bwMode="auto">
            <a:xfrm>
              <a:off x="5510" y="3651"/>
              <a:ext cx="167" cy="288"/>
            </a:xfrm>
            <a:prstGeom prst="rect">
              <a:avLst/>
            </a:prstGeom>
            <a:noFill/>
            <a:ln w="9525">
              <a:noFill/>
              <a:miter lim="800000"/>
              <a:headEnd/>
              <a:tailEnd/>
            </a:ln>
          </p:spPr>
          <p:txBody>
            <a:bodyPr>
              <a:spAutoFit/>
            </a:bodyPr>
            <a:lstStyle/>
            <a:p>
              <a:r>
                <a:rPr lang="en-US" altLang="zh-CN" sz="2400" i="1"/>
                <a:t>x</a:t>
              </a:r>
            </a:p>
          </p:txBody>
        </p:sp>
        <p:sp>
          <p:nvSpPr>
            <p:cNvPr id="58" name="Text Box 46"/>
            <p:cNvSpPr txBox="1">
              <a:spLocks noChangeArrowheads="1"/>
            </p:cNvSpPr>
            <p:nvPr/>
          </p:nvSpPr>
          <p:spPr bwMode="auto">
            <a:xfrm>
              <a:off x="4115" y="2361"/>
              <a:ext cx="167" cy="288"/>
            </a:xfrm>
            <a:prstGeom prst="rect">
              <a:avLst/>
            </a:prstGeom>
            <a:noFill/>
            <a:ln w="9525">
              <a:noFill/>
              <a:miter lim="800000"/>
              <a:headEnd/>
              <a:tailEnd/>
            </a:ln>
          </p:spPr>
          <p:txBody>
            <a:bodyPr>
              <a:spAutoFit/>
            </a:bodyPr>
            <a:lstStyle/>
            <a:p>
              <a:r>
                <a:rPr lang="en-US" altLang="zh-CN" sz="2400" i="1"/>
                <a:t>y</a:t>
              </a:r>
            </a:p>
          </p:txBody>
        </p:sp>
        <p:sp>
          <p:nvSpPr>
            <p:cNvPr id="59" name="Text Box 47"/>
            <p:cNvSpPr txBox="1">
              <a:spLocks noChangeArrowheads="1"/>
            </p:cNvSpPr>
            <p:nvPr/>
          </p:nvSpPr>
          <p:spPr bwMode="auto">
            <a:xfrm>
              <a:off x="3892" y="3624"/>
              <a:ext cx="167" cy="288"/>
            </a:xfrm>
            <a:prstGeom prst="rect">
              <a:avLst/>
            </a:prstGeom>
            <a:noFill/>
            <a:ln w="9525">
              <a:noFill/>
              <a:miter lim="800000"/>
              <a:headEnd/>
              <a:tailEnd/>
            </a:ln>
          </p:spPr>
          <p:txBody>
            <a:bodyPr>
              <a:spAutoFit/>
            </a:bodyPr>
            <a:lstStyle/>
            <a:p>
              <a:r>
                <a:rPr lang="en-US" altLang="zh-CN" sz="2400" i="1"/>
                <a:t>O</a:t>
              </a:r>
            </a:p>
          </p:txBody>
        </p:sp>
        <p:sp>
          <p:nvSpPr>
            <p:cNvPr id="60" name="Oval 41"/>
            <p:cNvSpPr>
              <a:spLocks noChangeArrowheads="1"/>
            </p:cNvSpPr>
            <p:nvPr/>
          </p:nvSpPr>
          <p:spPr bwMode="auto">
            <a:xfrm>
              <a:off x="4782" y="3046"/>
              <a:ext cx="56" cy="56"/>
            </a:xfrm>
            <a:prstGeom prst="ellipse">
              <a:avLst/>
            </a:prstGeom>
            <a:solidFill>
              <a:schemeClr val="bg1"/>
            </a:solidFill>
            <a:ln w="9525">
              <a:solidFill>
                <a:schemeClr val="tx1"/>
              </a:solidFill>
              <a:round/>
              <a:headEnd/>
              <a:tailEnd/>
            </a:ln>
          </p:spPr>
          <p:txBody>
            <a:bodyPr wrap="none" anchor="ctr">
              <a:spAutoFit/>
            </a:bodyPr>
            <a:lstStyle/>
            <a:p>
              <a:endParaRPr lang="zh-CN" altLang="en-US"/>
            </a:p>
          </p:txBody>
        </p:sp>
      </p:grpSp>
      <p:graphicFrame>
        <p:nvGraphicFramePr>
          <p:cNvPr id="61" name="Object 14"/>
          <p:cNvGraphicFramePr>
            <a:graphicFrameLocks noChangeAspect="1"/>
          </p:cNvGraphicFramePr>
          <p:nvPr>
            <p:extLst>
              <p:ext uri="{D42A27DB-BD31-4B8C-83A1-F6EECF244321}">
                <p14:modId xmlns:p14="http://schemas.microsoft.com/office/powerpoint/2010/main" val="1831565527"/>
              </p:ext>
            </p:extLst>
          </p:nvPr>
        </p:nvGraphicFramePr>
        <p:xfrm>
          <a:off x="1478906" y="809279"/>
          <a:ext cx="4533900" cy="419100"/>
        </p:xfrm>
        <a:graphic>
          <a:graphicData uri="http://schemas.openxmlformats.org/presentationml/2006/ole">
            <mc:AlternateContent xmlns:mc="http://schemas.openxmlformats.org/markup-compatibility/2006">
              <mc:Choice xmlns:v="urn:schemas-microsoft-com:vml" Requires="v">
                <p:oleObj spid="_x0000_s2414" name="Equation" r:id="rId10" imgW="4533840" imgH="419040" progId="Equation.DSMT4">
                  <p:embed/>
                </p:oleObj>
              </mc:Choice>
              <mc:Fallback>
                <p:oleObj name="Equation" r:id="rId10" imgW="4533840" imgH="419040" progId="Equation.DSMT4">
                  <p:embed/>
                  <p:pic>
                    <p:nvPicPr>
                      <p:cNvPr id="3"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8906" y="809279"/>
                        <a:ext cx="45339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15"/>
          <p:cNvGraphicFramePr>
            <a:graphicFrameLocks noChangeAspect="1"/>
          </p:cNvGraphicFramePr>
          <p:nvPr>
            <p:extLst>
              <p:ext uri="{D42A27DB-BD31-4B8C-83A1-F6EECF244321}">
                <p14:modId xmlns:p14="http://schemas.microsoft.com/office/powerpoint/2010/main" val="3091523369"/>
              </p:ext>
            </p:extLst>
          </p:nvPr>
        </p:nvGraphicFramePr>
        <p:xfrm>
          <a:off x="1472705" y="1352204"/>
          <a:ext cx="3759200" cy="482600"/>
        </p:xfrm>
        <a:graphic>
          <a:graphicData uri="http://schemas.openxmlformats.org/presentationml/2006/ole">
            <mc:AlternateContent xmlns:mc="http://schemas.openxmlformats.org/markup-compatibility/2006">
              <mc:Choice xmlns:v="urn:schemas-microsoft-com:vml" Requires="v">
                <p:oleObj spid="_x0000_s2415" name="Equation" r:id="rId12" imgW="3759120" imgH="482400" progId="Equation.DSMT4">
                  <p:embed/>
                </p:oleObj>
              </mc:Choice>
              <mc:Fallback>
                <p:oleObj name="Equation" r:id="rId12" imgW="3759120" imgH="482400" progId="Equation.DSMT4">
                  <p:embed/>
                  <p:pic>
                    <p:nvPicPr>
                      <p:cNvPr id="1039"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72705" y="1352204"/>
                        <a:ext cx="37592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16"/>
          <p:cNvGraphicFramePr>
            <a:graphicFrameLocks noChangeAspect="1"/>
          </p:cNvGraphicFramePr>
          <p:nvPr>
            <p:extLst>
              <p:ext uri="{D42A27DB-BD31-4B8C-83A1-F6EECF244321}">
                <p14:modId xmlns:p14="http://schemas.microsoft.com/office/powerpoint/2010/main" val="2629095961"/>
              </p:ext>
            </p:extLst>
          </p:nvPr>
        </p:nvGraphicFramePr>
        <p:xfrm>
          <a:off x="1899593" y="2003079"/>
          <a:ext cx="4648200" cy="647700"/>
        </p:xfrm>
        <a:graphic>
          <a:graphicData uri="http://schemas.openxmlformats.org/presentationml/2006/ole">
            <mc:AlternateContent xmlns:mc="http://schemas.openxmlformats.org/markup-compatibility/2006">
              <mc:Choice xmlns:v="urn:schemas-microsoft-com:vml" Requires="v">
                <p:oleObj spid="_x0000_s2416" name="Equation" r:id="rId14" imgW="4647960" imgH="647640" progId="Equation.DSMT4">
                  <p:embed/>
                </p:oleObj>
              </mc:Choice>
              <mc:Fallback>
                <p:oleObj name="Equation" r:id="rId14" imgW="4647960" imgH="647640" progId="Equation.DSMT4">
                  <p:embed/>
                  <p:pic>
                    <p:nvPicPr>
                      <p:cNvPr id="1040" name="Object 16"/>
                      <p:cNvPicPr>
                        <a:picLocks noChangeAspect="1" noChangeArrowheads="1"/>
                      </p:cNvPicPr>
                      <p:nvPr/>
                    </p:nvPicPr>
                    <p:blipFill>
                      <a:blip r:embed="rId15"/>
                      <a:srcRect/>
                      <a:stretch>
                        <a:fillRect/>
                      </a:stretch>
                    </p:blipFill>
                    <p:spPr bwMode="auto">
                      <a:xfrm>
                        <a:off x="1899593" y="2003079"/>
                        <a:ext cx="46482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 name="Object 17"/>
          <p:cNvGraphicFramePr>
            <a:graphicFrameLocks noChangeAspect="1"/>
          </p:cNvGraphicFramePr>
          <p:nvPr>
            <p:extLst>
              <p:ext uri="{D42A27DB-BD31-4B8C-83A1-F6EECF244321}">
                <p14:modId xmlns:p14="http://schemas.microsoft.com/office/powerpoint/2010/main" val="2524271696"/>
              </p:ext>
            </p:extLst>
          </p:nvPr>
        </p:nvGraphicFramePr>
        <p:xfrm>
          <a:off x="1461443" y="2853979"/>
          <a:ext cx="2400300" cy="393700"/>
        </p:xfrm>
        <a:graphic>
          <a:graphicData uri="http://schemas.openxmlformats.org/presentationml/2006/ole">
            <mc:AlternateContent xmlns:mc="http://schemas.openxmlformats.org/markup-compatibility/2006">
              <mc:Choice xmlns:v="urn:schemas-microsoft-com:vml" Requires="v">
                <p:oleObj spid="_x0000_s2417" name="Equation" r:id="rId16" imgW="2400120" imgH="393480" progId="Equation.DSMT4">
                  <p:embed/>
                </p:oleObj>
              </mc:Choice>
              <mc:Fallback>
                <p:oleObj name="Equation" r:id="rId16" imgW="2400120" imgH="393480" progId="Equation.DSMT4">
                  <p:embed/>
                  <p:pic>
                    <p:nvPicPr>
                      <p:cNvPr id="1041"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61443" y="2853979"/>
                        <a:ext cx="24003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 name="Object 18"/>
          <p:cNvGraphicFramePr>
            <a:graphicFrameLocks noChangeAspect="1"/>
          </p:cNvGraphicFramePr>
          <p:nvPr>
            <p:extLst>
              <p:ext uri="{D42A27DB-BD31-4B8C-83A1-F6EECF244321}">
                <p14:modId xmlns:p14="http://schemas.microsoft.com/office/powerpoint/2010/main" val="739083849"/>
              </p:ext>
            </p:extLst>
          </p:nvPr>
        </p:nvGraphicFramePr>
        <p:xfrm>
          <a:off x="1369368" y="4150753"/>
          <a:ext cx="4610100" cy="393700"/>
        </p:xfrm>
        <a:graphic>
          <a:graphicData uri="http://schemas.openxmlformats.org/presentationml/2006/ole">
            <mc:AlternateContent xmlns:mc="http://schemas.openxmlformats.org/markup-compatibility/2006">
              <mc:Choice xmlns:v="urn:schemas-microsoft-com:vml" Requires="v">
                <p:oleObj spid="_x0000_s2418" name="Equation" r:id="rId18" imgW="4609800" imgH="393480" progId="Equation.DSMT4">
                  <p:embed/>
                </p:oleObj>
              </mc:Choice>
              <mc:Fallback>
                <p:oleObj name="Equation" r:id="rId18" imgW="4609800" imgH="393480" progId="Equation.DSMT4">
                  <p:embed/>
                  <p:pic>
                    <p:nvPicPr>
                      <p:cNvPr id="6"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69368" y="4150753"/>
                        <a:ext cx="46101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 name="Object 19"/>
          <p:cNvGraphicFramePr>
            <a:graphicFrameLocks noChangeAspect="1"/>
          </p:cNvGraphicFramePr>
          <p:nvPr>
            <p:extLst>
              <p:ext uri="{D42A27DB-BD31-4B8C-83A1-F6EECF244321}">
                <p14:modId xmlns:p14="http://schemas.microsoft.com/office/powerpoint/2010/main" val="2502172716"/>
              </p:ext>
            </p:extLst>
          </p:nvPr>
        </p:nvGraphicFramePr>
        <p:xfrm>
          <a:off x="1369368" y="4712909"/>
          <a:ext cx="5029200" cy="419100"/>
        </p:xfrm>
        <a:graphic>
          <a:graphicData uri="http://schemas.openxmlformats.org/presentationml/2006/ole">
            <mc:AlternateContent xmlns:mc="http://schemas.openxmlformats.org/markup-compatibility/2006">
              <mc:Choice xmlns:v="urn:schemas-microsoft-com:vml" Requires="v">
                <p:oleObj spid="_x0000_s2419" name="Equation" r:id="rId20" imgW="5029200" imgH="419040" progId="Equation.DSMT4">
                  <p:embed/>
                </p:oleObj>
              </mc:Choice>
              <mc:Fallback>
                <p:oleObj name="Equation" r:id="rId20" imgW="5029200" imgH="419040" progId="Equation.DSMT4">
                  <p:embed/>
                  <p:pic>
                    <p:nvPicPr>
                      <p:cNvPr id="7"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69368" y="4712909"/>
                        <a:ext cx="5029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left)">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left)">
                                      <p:cBhvr>
                                        <p:cTn id="17" dur="500"/>
                                        <p:tgtEl>
                                          <p:spTgt spid="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left)">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wipe(left)">
                                      <p:cBhvr>
                                        <p:cTn id="32" dur="500"/>
                                        <p:tgtEl>
                                          <p:spTgt spid="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wipe(left)">
                                      <p:cBhvr>
                                        <p:cTn id="37" dur="500"/>
                                        <p:tgtEl>
                                          <p:spTgt spid="6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left)">
                                      <p:cBhvr>
                                        <p:cTn id="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bwMode="auto">
          <a:xfrm>
            <a:off x="2880990" y="3751487"/>
            <a:ext cx="1310764" cy="413511"/>
          </a:xfrm>
          <a:prstGeom prst="rect">
            <a:avLst/>
          </a:prstGeom>
          <a:solidFill>
            <a:schemeClr val="accent2">
              <a:lumMod val="40000"/>
              <a:lumOff val="60000"/>
            </a:schemeClr>
          </a:solidFill>
          <a:ln w="12700" cap="flat" cmpd="sng" algn="ctr">
            <a:solidFill>
              <a:srgbClr val="0000FF"/>
            </a:solidFill>
            <a:prstDash val="dash"/>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Times New Roman" pitchFamily="18" charset="0"/>
              <a:ea typeface="黑体" pitchFamily="49" charset="-122"/>
            </a:endParaRPr>
          </a:p>
        </p:txBody>
      </p:sp>
      <p:sp>
        <p:nvSpPr>
          <p:cNvPr id="5" name="矩形 4"/>
          <p:cNvSpPr/>
          <p:nvPr/>
        </p:nvSpPr>
        <p:spPr bwMode="auto">
          <a:xfrm>
            <a:off x="3910149" y="1475975"/>
            <a:ext cx="2961431" cy="413511"/>
          </a:xfrm>
          <a:prstGeom prst="rect">
            <a:avLst/>
          </a:prstGeom>
          <a:solidFill>
            <a:schemeClr val="accent2">
              <a:lumMod val="40000"/>
              <a:lumOff val="60000"/>
            </a:schemeClr>
          </a:solidFill>
          <a:ln w="12700" cap="flat" cmpd="sng" algn="ctr">
            <a:solidFill>
              <a:srgbClr val="0000FF"/>
            </a:solidFill>
            <a:prstDash val="dash"/>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Times New Roman" pitchFamily="18" charset="0"/>
              <a:ea typeface="黑体" pitchFamily="49" charset="-122"/>
            </a:endParaRPr>
          </a:p>
        </p:txBody>
      </p:sp>
      <p:grpSp>
        <p:nvGrpSpPr>
          <p:cNvPr id="22" name="Group 38"/>
          <p:cNvGrpSpPr>
            <a:grpSpLocks/>
          </p:cNvGrpSpPr>
          <p:nvPr/>
        </p:nvGrpSpPr>
        <p:grpSpPr bwMode="auto">
          <a:xfrm>
            <a:off x="7589183" y="835386"/>
            <a:ext cx="2863850" cy="2630488"/>
            <a:chOff x="3727" y="1750"/>
            <a:chExt cx="1804" cy="1657"/>
          </a:xfrm>
        </p:grpSpPr>
        <p:sp>
          <p:nvSpPr>
            <p:cNvPr id="23" name="Line 20"/>
            <p:cNvSpPr>
              <a:spLocks noChangeShapeType="1"/>
            </p:cNvSpPr>
            <p:nvPr/>
          </p:nvSpPr>
          <p:spPr bwMode="auto">
            <a:xfrm>
              <a:off x="3727" y="3067"/>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25" name="Line 21"/>
            <p:cNvSpPr>
              <a:spLocks noChangeShapeType="1"/>
            </p:cNvSpPr>
            <p:nvPr/>
          </p:nvSpPr>
          <p:spPr bwMode="auto">
            <a:xfrm flipV="1">
              <a:off x="3963" y="1825"/>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26" name="Oval 22"/>
            <p:cNvSpPr>
              <a:spLocks noChangeArrowheads="1"/>
            </p:cNvSpPr>
            <p:nvPr/>
          </p:nvSpPr>
          <p:spPr bwMode="auto">
            <a:xfrm rot="-2785623">
              <a:off x="4330" y="1685"/>
              <a:ext cx="903" cy="1451"/>
            </a:xfrm>
            <a:prstGeom prst="ellipse">
              <a:avLst/>
            </a:prstGeom>
            <a:solidFill>
              <a:schemeClr val="accent2"/>
            </a:solidFill>
            <a:ln w="28575">
              <a:solidFill>
                <a:schemeClr val="tx1"/>
              </a:solidFill>
              <a:prstDash val="dash"/>
              <a:round/>
              <a:headEnd/>
              <a:tailEnd/>
            </a:ln>
          </p:spPr>
          <p:txBody>
            <a:bodyPr anchor="ctr">
              <a:spAutoFit/>
            </a:bodyPr>
            <a:lstStyle/>
            <a:p>
              <a:endParaRPr lang="zh-CN" altLang="en-US"/>
            </a:p>
          </p:txBody>
        </p:sp>
        <p:sp>
          <p:nvSpPr>
            <p:cNvPr id="27" name="Text Box 27"/>
            <p:cNvSpPr txBox="1">
              <a:spLocks noChangeArrowheads="1"/>
            </p:cNvSpPr>
            <p:nvPr/>
          </p:nvSpPr>
          <p:spPr bwMode="auto">
            <a:xfrm>
              <a:off x="5364" y="3040"/>
              <a:ext cx="167" cy="288"/>
            </a:xfrm>
            <a:prstGeom prst="rect">
              <a:avLst/>
            </a:prstGeom>
            <a:noFill/>
            <a:ln w="9525">
              <a:noFill/>
              <a:miter lim="800000"/>
              <a:headEnd/>
              <a:tailEnd/>
            </a:ln>
          </p:spPr>
          <p:txBody>
            <a:bodyPr>
              <a:spAutoFit/>
            </a:bodyPr>
            <a:lstStyle/>
            <a:p>
              <a:r>
                <a:rPr lang="en-US" altLang="zh-CN" sz="2400" i="1"/>
                <a:t>x</a:t>
              </a:r>
            </a:p>
          </p:txBody>
        </p:sp>
        <p:sp>
          <p:nvSpPr>
            <p:cNvPr id="28" name="Text Box 28"/>
            <p:cNvSpPr txBox="1">
              <a:spLocks noChangeArrowheads="1"/>
            </p:cNvSpPr>
            <p:nvPr/>
          </p:nvSpPr>
          <p:spPr bwMode="auto">
            <a:xfrm>
              <a:off x="3969" y="1750"/>
              <a:ext cx="167" cy="288"/>
            </a:xfrm>
            <a:prstGeom prst="rect">
              <a:avLst/>
            </a:prstGeom>
            <a:noFill/>
            <a:ln w="9525">
              <a:noFill/>
              <a:miter lim="800000"/>
              <a:headEnd/>
              <a:tailEnd/>
            </a:ln>
          </p:spPr>
          <p:txBody>
            <a:bodyPr>
              <a:spAutoFit/>
            </a:bodyPr>
            <a:lstStyle/>
            <a:p>
              <a:r>
                <a:rPr lang="en-US" altLang="zh-CN" sz="2400" i="1"/>
                <a:t>y</a:t>
              </a:r>
            </a:p>
          </p:txBody>
        </p:sp>
        <p:sp>
          <p:nvSpPr>
            <p:cNvPr id="29" name="Text Box 29"/>
            <p:cNvSpPr txBox="1">
              <a:spLocks noChangeArrowheads="1"/>
            </p:cNvSpPr>
            <p:nvPr/>
          </p:nvSpPr>
          <p:spPr bwMode="auto">
            <a:xfrm>
              <a:off x="3746" y="3013"/>
              <a:ext cx="167" cy="288"/>
            </a:xfrm>
            <a:prstGeom prst="rect">
              <a:avLst/>
            </a:prstGeom>
            <a:noFill/>
            <a:ln w="9525">
              <a:noFill/>
              <a:miter lim="800000"/>
              <a:headEnd/>
              <a:tailEnd/>
            </a:ln>
          </p:spPr>
          <p:txBody>
            <a:bodyPr>
              <a:spAutoFit/>
            </a:bodyPr>
            <a:lstStyle/>
            <a:p>
              <a:r>
                <a:rPr lang="en-US" altLang="zh-CN" sz="2400" i="1"/>
                <a:t>O</a:t>
              </a:r>
            </a:p>
          </p:txBody>
        </p:sp>
        <p:sp>
          <p:nvSpPr>
            <p:cNvPr id="30" name="Text Box 37"/>
            <p:cNvSpPr txBox="1">
              <a:spLocks noChangeArrowheads="1"/>
            </p:cNvSpPr>
            <p:nvPr/>
          </p:nvSpPr>
          <p:spPr bwMode="auto">
            <a:xfrm>
              <a:off x="4392" y="1971"/>
              <a:ext cx="167" cy="288"/>
            </a:xfrm>
            <a:prstGeom prst="rect">
              <a:avLst/>
            </a:prstGeom>
            <a:noFill/>
            <a:ln w="9525">
              <a:noFill/>
              <a:miter lim="800000"/>
              <a:headEnd/>
              <a:tailEnd/>
            </a:ln>
          </p:spPr>
          <p:txBody>
            <a:bodyPr>
              <a:spAutoFit/>
            </a:bodyPr>
            <a:lstStyle/>
            <a:p>
              <a:r>
                <a:rPr lang="en-US" altLang="zh-CN" sz="2400" i="1" dirty="0"/>
                <a:t>D</a:t>
              </a:r>
            </a:p>
          </p:txBody>
        </p:sp>
      </p:grpSp>
      <p:sp>
        <p:nvSpPr>
          <p:cNvPr id="31" name="Text Box 2"/>
          <p:cNvSpPr txBox="1">
            <a:spLocks noChangeArrowheads="1"/>
          </p:cNvSpPr>
          <p:nvPr/>
        </p:nvSpPr>
        <p:spPr bwMode="auto">
          <a:xfrm>
            <a:off x="1385793" y="220680"/>
            <a:ext cx="7543800" cy="523220"/>
          </a:xfrm>
          <a:prstGeom prst="rect">
            <a:avLst/>
          </a:prstGeom>
          <a:noFill/>
          <a:ln w="31750">
            <a:noFill/>
            <a:prstDash val="dashDot"/>
            <a:miter lim="800000"/>
            <a:headEnd/>
            <a:tailEnd/>
          </a:ln>
        </p:spPr>
        <p:txBody>
          <a:bodyPr>
            <a:spAutoFit/>
          </a:bodyPr>
          <a:lstStyle/>
          <a:p>
            <a:r>
              <a:rPr lang="zh-CN" altLang="en-US" dirty="0">
                <a:solidFill>
                  <a:srgbClr val="0C0C12"/>
                </a:solidFill>
                <a:effectLst>
                  <a:outerShdw blurRad="38100" dist="38100" dir="2700000" algn="tl">
                    <a:srgbClr val="000000">
                      <a:alpha val="43137"/>
                    </a:srgbClr>
                  </a:outerShdw>
                </a:effectLst>
              </a:rPr>
              <a:t>二、内点、外点、边界点、聚点</a:t>
            </a:r>
          </a:p>
        </p:txBody>
      </p:sp>
      <p:sp>
        <p:nvSpPr>
          <p:cNvPr id="32" name="Text Box 6"/>
          <p:cNvSpPr txBox="1">
            <a:spLocks noChangeArrowheads="1"/>
          </p:cNvSpPr>
          <p:nvPr/>
        </p:nvSpPr>
        <p:spPr bwMode="auto">
          <a:xfrm>
            <a:off x="1377224" y="1014310"/>
            <a:ext cx="1676400" cy="461665"/>
          </a:xfrm>
          <a:prstGeom prst="rect">
            <a:avLst/>
          </a:prstGeom>
          <a:noFill/>
          <a:ln w="31750">
            <a:noFill/>
            <a:prstDash val="dashDot"/>
            <a:miter lim="800000"/>
            <a:headEnd/>
            <a:tailEnd/>
          </a:ln>
        </p:spPr>
        <p:txBody>
          <a:bodyPr>
            <a:spAutoFit/>
          </a:bodyPr>
          <a:lstStyle/>
          <a:p>
            <a:r>
              <a:rPr lang="en-US" altLang="zh-CN" sz="2400" dirty="0">
                <a:solidFill>
                  <a:srgbClr val="000099"/>
                </a:solidFill>
              </a:rPr>
              <a:t>1. </a:t>
            </a:r>
            <a:r>
              <a:rPr lang="zh-CN" altLang="en-US" sz="2400" dirty="0">
                <a:solidFill>
                  <a:srgbClr val="000099"/>
                </a:solidFill>
              </a:rPr>
              <a:t>内点</a:t>
            </a:r>
          </a:p>
        </p:txBody>
      </p:sp>
      <p:sp>
        <p:nvSpPr>
          <p:cNvPr id="33" name="Text Box 13"/>
          <p:cNvSpPr txBox="1">
            <a:spLocks noChangeArrowheads="1"/>
          </p:cNvSpPr>
          <p:nvPr/>
        </p:nvSpPr>
        <p:spPr bwMode="auto">
          <a:xfrm>
            <a:off x="1386908" y="3265474"/>
            <a:ext cx="1676400" cy="461665"/>
          </a:xfrm>
          <a:prstGeom prst="rect">
            <a:avLst/>
          </a:prstGeom>
          <a:noFill/>
          <a:ln w="31750">
            <a:noFill/>
            <a:prstDash val="dashDot"/>
            <a:miter lim="800000"/>
            <a:headEnd/>
            <a:tailEnd/>
          </a:ln>
        </p:spPr>
        <p:txBody>
          <a:bodyPr>
            <a:spAutoFit/>
          </a:bodyPr>
          <a:lstStyle/>
          <a:p>
            <a:r>
              <a:rPr lang="en-US" altLang="zh-CN" sz="2400" dirty="0">
                <a:solidFill>
                  <a:srgbClr val="000099"/>
                </a:solidFill>
              </a:rPr>
              <a:t>2. </a:t>
            </a:r>
            <a:r>
              <a:rPr lang="zh-CN" altLang="en-US" sz="2400" dirty="0">
                <a:solidFill>
                  <a:srgbClr val="000099"/>
                </a:solidFill>
              </a:rPr>
              <a:t>边界点</a:t>
            </a:r>
          </a:p>
        </p:txBody>
      </p:sp>
      <p:grpSp>
        <p:nvGrpSpPr>
          <p:cNvPr id="34" name="Group 36"/>
          <p:cNvGrpSpPr>
            <a:grpSpLocks/>
          </p:cNvGrpSpPr>
          <p:nvPr/>
        </p:nvGrpSpPr>
        <p:grpSpPr bwMode="auto">
          <a:xfrm>
            <a:off x="8738533" y="1737086"/>
            <a:ext cx="712787" cy="485775"/>
            <a:chOff x="4451" y="2318"/>
            <a:chExt cx="449" cy="306"/>
          </a:xfrm>
        </p:grpSpPr>
        <p:sp>
          <p:nvSpPr>
            <p:cNvPr id="35" name="Oval 31"/>
            <p:cNvSpPr>
              <a:spLocks noChangeArrowheads="1"/>
            </p:cNvSpPr>
            <p:nvPr/>
          </p:nvSpPr>
          <p:spPr bwMode="auto">
            <a:xfrm>
              <a:off x="4650" y="2318"/>
              <a:ext cx="250" cy="250"/>
            </a:xfrm>
            <a:prstGeom prst="ellipse">
              <a:avLst/>
            </a:prstGeom>
            <a:solidFill>
              <a:srgbClr val="FF9933">
                <a:alpha val="76862"/>
              </a:srgbClr>
            </a:solidFill>
            <a:ln w="28575">
              <a:solidFill>
                <a:schemeClr val="tx1"/>
              </a:solidFill>
              <a:prstDash val="sysDot"/>
              <a:round/>
              <a:headEnd/>
              <a:tailEnd/>
            </a:ln>
          </p:spPr>
          <p:txBody>
            <a:bodyPr wrap="none" anchor="ctr">
              <a:spAutoFit/>
            </a:bodyPr>
            <a:lstStyle/>
            <a:p>
              <a:endParaRPr lang="zh-CN" altLang="en-US"/>
            </a:p>
          </p:txBody>
        </p:sp>
        <p:sp>
          <p:nvSpPr>
            <p:cNvPr id="36" name="Oval 23"/>
            <p:cNvSpPr>
              <a:spLocks noChangeArrowheads="1"/>
            </p:cNvSpPr>
            <p:nvPr/>
          </p:nvSpPr>
          <p:spPr bwMode="auto">
            <a:xfrm>
              <a:off x="4748" y="2414"/>
              <a:ext cx="56" cy="56"/>
            </a:xfrm>
            <a:prstGeom prst="ellipse">
              <a:avLst/>
            </a:prstGeom>
            <a:solidFill>
              <a:schemeClr val="tx1"/>
            </a:solidFill>
            <a:ln w="9525">
              <a:solidFill>
                <a:schemeClr val="tx1"/>
              </a:solidFill>
              <a:round/>
              <a:headEnd/>
              <a:tailEnd/>
            </a:ln>
          </p:spPr>
          <p:txBody>
            <a:bodyPr wrap="none" anchor="ctr">
              <a:spAutoFit/>
            </a:bodyPr>
            <a:lstStyle/>
            <a:p>
              <a:endParaRPr lang="zh-CN" altLang="en-US"/>
            </a:p>
          </p:txBody>
        </p:sp>
        <p:graphicFrame>
          <p:nvGraphicFramePr>
            <p:cNvPr id="37" name="Object 25"/>
            <p:cNvGraphicFramePr>
              <a:graphicFrameLocks noChangeAspect="1"/>
            </p:cNvGraphicFramePr>
            <p:nvPr/>
          </p:nvGraphicFramePr>
          <p:xfrm>
            <a:off x="4451" y="2360"/>
            <a:ext cx="200" cy="264"/>
          </p:xfrm>
          <a:graphic>
            <a:graphicData uri="http://schemas.openxmlformats.org/presentationml/2006/ole">
              <mc:AlternateContent xmlns:mc="http://schemas.openxmlformats.org/markup-compatibility/2006">
                <mc:Choice xmlns:v="urn:schemas-microsoft-com:vml" Requires="v">
                  <p:oleObj spid="_x0000_s3300" name="Equation" r:id="rId4" imgW="317160" imgH="419040" progId="Equation.DSMT4">
                    <p:embed/>
                  </p:oleObj>
                </mc:Choice>
                <mc:Fallback>
                  <p:oleObj name="Equation" r:id="rId4" imgW="317160" imgH="419040" progId="Equation.DSMT4">
                    <p:embed/>
                    <p:pic>
                      <p:nvPicPr>
                        <p:cNvPr id="2058"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1" y="2360"/>
                          <a:ext cx="20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 name="Object 11"/>
          <p:cNvGraphicFramePr>
            <a:graphicFrameLocks noChangeAspect="1"/>
          </p:cNvGraphicFramePr>
          <p:nvPr>
            <p:extLst>
              <p:ext uri="{D42A27DB-BD31-4B8C-83A1-F6EECF244321}">
                <p14:modId xmlns:p14="http://schemas.microsoft.com/office/powerpoint/2010/main" val="2904352956"/>
              </p:ext>
            </p:extLst>
          </p:nvPr>
        </p:nvGraphicFramePr>
        <p:xfrm>
          <a:off x="1429175" y="1490672"/>
          <a:ext cx="5511800" cy="381000"/>
        </p:xfrm>
        <a:graphic>
          <a:graphicData uri="http://schemas.openxmlformats.org/presentationml/2006/ole">
            <mc:AlternateContent xmlns:mc="http://schemas.openxmlformats.org/markup-compatibility/2006">
              <mc:Choice xmlns:v="urn:schemas-microsoft-com:vml" Requires="v">
                <p:oleObj spid="_x0000_s3301" name="Equation" r:id="rId6" imgW="5511600" imgH="380880" progId="Equation.DSMT4">
                  <p:embed/>
                </p:oleObj>
              </mc:Choice>
              <mc:Fallback>
                <p:oleObj name="Equation" r:id="rId6" imgW="5511600" imgH="380880" progId="Equation.DSMT4">
                  <p:embed/>
                  <p:pic>
                    <p:nvPicPr>
                      <p:cNvPr id="2059" name="Object 11"/>
                      <p:cNvPicPr>
                        <a:picLocks noChangeAspect="1" noChangeArrowheads="1"/>
                      </p:cNvPicPr>
                      <p:nvPr/>
                    </p:nvPicPr>
                    <p:blipFill>
                      <a:blip r:embed="rId7"/>
                      <a:srcRect/>
                      <a:stretch>
                        <a:fillRect/>
                      </a:stretch>
                    </p:blipFill>
                    <p:spPr bwMode="auto">
                      <a:xfrm>
                        <a:off x="1429175" y="1490672"/>
                        <a:ext cx="5511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12"/>
          <p:cNvGraphicFramePr>
            <a:graphicFrameLocks noChangeAspect="1"/>
          </p:cNvGraphicFramePr>
          <p:nvPr>
            <p:extLst>
              <p:ext uri="{D42A27DB-BD31-4B8C-83A1-F6EECF244321}">
                <p14:modId xmlns:p14="http://schemas.microsoft.com/office/powerpoint/2010/main" val="1562400687"/>
              </p:ext>
            </p:extLst>
          </p:nvPr>
        </p:nvGraphicFramePr>
        <p:xfrm>
          <a:off x="1439477" y="1957397"/>
          <a:ext cx="2387600" cy="381000"/>
        </p:xfrm>
        <a:graphic>
          <a:graphicData uri="http://schemas.openxmlformats.org/presentationml/2006/ole">
            <mc:AlternateContent xmlns:mc="http://schemas.openxmlformats.org/markup-compatibility/2006">
              <mc:Choice xmlns:v="urn:schemas-microsoft-com:vml" Requires="v">
                <p:oleObj spid="_x0000_s3302" name="Equation" r:id="rId8" imgW="2387520" imgH="380880" progId="Equation.DSMT4">
                  <p:embed/>
                </p:oleObj>
              </mc:Choice>
              <mc:Fallback>
                <p:oleObj name="Equation" r:id="rId8" imgW="2387520" imgH="380880" progId="Equation.DSMT4">
                  <p:embed/>
                  <p:pic>
                    <p:nvPicPr>
                      <p:cNvPr id="5"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9477" y="1957397"/>
                        <a:ext cx="2387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13"/>
          <p:cNvGraphicFramePr>
            <a:graphicFrameLocks noChangeAspect="1"/>
          </p:cNvGraphicFramePr>
          <p:nvPr>
            <p:extLst>
              <p:ext uri="{D42A27DB-BD31-4B8C-83A1-F6EECF244321}">
                <p14:modId xmlns:p14="http://schemas.microsoft.com/office/powerpoint/2010/main" val="2205552048"/>
              </p:ext>
            </p:extLst>
          </p:nvPr>
        </p:nvGraphicFramePr>
        <p:xfrm>
          <a:off x="1438914" y="3794085"/>
          <a:ext cx="5194300" cy="381000"/>
        </p:xfrm>
        <a:graphic>
          <a:graphicData uri="http://schemas.openxmlformats.org/presentationml/2006/ole">
            <mc:AlternateContent xmlns:mc="http://schemas.openxmlformats.org/markup-compatibility/2006">
              <mc:Choice xmlns:v="urn:schemas-microsoft-com:vml" Requires="v">
                <p:oleObj spid="_x0000_s3303" name="Equation" r:id="rId10" imgW="5194080" imgH="380880" progId="Equation.DSMT4">
                  <p:embed/>
                </p:oleObj>
              </mc:Choice>
              <mc:Fallback>
                <p:oleObj name="Equation" r:id="rId10" imgW="5194080" imgH="380880" progId="Equation.DSMT4">
                  <p:embed/>
                  <p:pic>
                    <p:nvPicPr>
                      <p:cNvPr id="2061"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38914" y="3794085"/>
                        <a:ext cx="51943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14"/>
          <p:cNvGraphicFramePr>
            <a:graphicFrameLocks noChangeAspect="1"/>
          </p:cNvGraphicFramePr>
          <p:nvPr>
            <p:extLst>
              <p:ext uri="{D42A27DB-BD31-4B8C-83A1-F6EECF244321}">
                <p14:modId xmlns:p14="http://schemas.microsoft.com/office/powerpoint/2010/main" val="3490337688"/>
              </p:ext>
            </p:extLst>
          </p:nvPr>
        </p:nvGraphicFramePr>
        <p:xfrm>
          <a:off x="1438914" y="4283471"/>
          <a:ext cx="5207000" cy="381000"/>
        </p:xfrm>
        <a:graphic>
          <a:graphicData uri="http://schemas.openxmlformats.org/presentationml/2006/ole">
            <mc:AlternateContent xmlns:mc="http://schemas.openxmlformats.org/markup-compatibility/2006">
              <mc:Choice xmlns:v="urn:schemas-microsoft-com:vml" Requires="v">
                <p:oleObj spid="_x0000_s3304" name="Equation" r:id="rId12" imgW="5206680" imgH="380880" progId="Equation.DSMT4">
                  <p:embed/>
                </p:oleObj>
              </mc:Choice>
              <mc:Fallback>
                <p:oleObj name="Equation" r:id="rId12" imgW="5206680" imgH="380880" progId="Equation.DSMT4">
                  <p:embed/>
                  <p:pic>
                    <p:nvPicPr>
                      <p:cNvPr id="2062" name="Object 14"/>
                      <p:cNvPicPr>
                        <a:picLocks noChangeAspect="1" noChangeArrowheads="1"/>
                      </p:cNvPicPr>
                      <p:nvPr/>
                    </p:nvPicPr>
                    <p:blipFill>
                      <a:blip r:embed="rId13"/>
                      <a:srcRect/>
                      <a:stretch>
                        <a:fillRect/>
                      </a:stretch>
                    </p:blipFill>
                    <p:spPr bwMode="auto">
                      <a:xfrm>
                        <a:off x="1438914" y="4283471"/>
                        <a:ext cx="5207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15"/>
          <p:cNvGraphicFramePr>
            <a:graphicFrameLocks noChangeAspect="1"/>
          </p:cNvGraphicFramePr>
          <p:nvPr>
            <p:extLst>
              <p:ext uri="{D42A27DB-BD31-4B8C-83A1-F6EECF244321}">
                <p14:modId xmlns:p14="http://schemas.microsoft.com/office/powerpoint/2010/main" val="92953209"/>
              </p:ext>
            </p:extLst>
          </p:nvPr>
        </p:nvGraphicFramePr>
        <p:xfrm>
          <a:off x="1438914" y="4720033"/>
          <a:ext cx="5588000" cy="825500"/>
        </p:xfrm>
        <a:graphic>
          <a:graphicData uri="http://schemas.openxmlformats.org/presentationml/2006/ole">
            <mc:AlternateContent xmlns:mc="http://schemas.openxmlformats.org/markup-compatibility/2006">
              <mc:Choice xmlns:v="urn:schemas-microsoft-com:vml" Requires="v">
                <p:oleObj spid="_x0000_s3305" name="Equation" r:id="rId14" imgW="5587920" imgH="825480" progId="Equation.DSMT4">
                  <p:embed/>
                </p:oleObj>
              </mc:Choice>
              <mc:Fallback>
                <p:oleObj name="Equation" r:id="rId14" imgW="5587920" imgH="825480" progId="Equation.DSMT4">
                  <p:embed/>
                  <p:pic>
                    <p:nvPicPr>
                      <p:cNvPr id="2063" name="Object 15"/>
                      <p:cNvPicPr>
                        <a:picLocks noChangeAspect="1" noChangeArrowheads="1"/>
                      </p:cNvPicPr>
                      <p:nvPr/>
                    </p:nvPicPr>
                    <p:blipFill>
                      <a:blip r:embed="rId15"/>
                      <a:srcRect/>
                      <a:stretch>
                        <a:fillRect/>
                      </a:stretch>
                    </p:blipFill>
                    <p:spPr bwMode="auto">
                      <a:xfrm>
                        <a:off x="1438914" y="4720033"/>
                        <a:ext cx="55880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3" name="Group 38"/>
          <p:cNvGrpSpPr>
            <a:grpSpLocks/>
          </p:cNvGrpSpPr>
          <p:nvPr/>
        </p:nvGrpSpPr>
        <p:grpSpPr bwMode="auto">
          <a:xfrm>
            <a:off x="7592022" y="3501043"/>
            <a:ext cx="2863850" cy="2630488"/>
            <a:chOff x="3727" y="1750"/>
            <a:chExt cx="1804" cy="1657"/>
          </a:xfrm>
        </p:grpSpPr>
        <p:sp>
          <p:nvSpPr>
            <p:cNvPr id="44" name="Line 20"/>
            <p:cNvSpPr>
              <a:spLocks noChangeShapeType="1"/>
            </p:cNvSpPr>
            <p:nvPr/>
          </p:nvSpPr>
          <p:spPr bwMode="auto">
            <a:xfrm>
              <a:off x="3727" y="3067"/>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45" name="Line 21"/>
            <p:cNvSpPr>
              <a:spLocks noChangeShapeType="1"/>
            </p:cNvSpPr>
            <p:nvPr/>
          </p:nvSpPr>
          <p:spPr bwMode="auto">
            <a:xfrm flipV="1">
              <a:off x="3963" y="1825"/>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46" name="Oval 22"/>
            <p:cNvSpPr>
              <a:spLocks noChangeArrowheads="1"/>
            </p:cNvSpPr>
            <p:nvPr/>
          </p:nvSpPr>
          <p:spPr bwMode="auto">
            <a:xfrm rot="-2785623">
              <a:off x="4330" y="1685"/>
              <a:ext cx="903" cy="1451"/>
            </a:xfrm>
            <a:prstGeom prst="ellipse">
              <a:avLst/>
            </a:prstGeom>
            <a:solidFill>
              <a:schemeClr val="accent2"/>
            </a:solidFill>
            <a:ln w="28575">
              <a:solidFill>
                <a:schemeClr val="tx1"/>
              </a:solidFill>
              <a:prstDash val="dash"/>
              <a:round/>
              <a:headEnd/>
              <a:tailEnd/>
            </a:ln>
          </p:spPr>
          <p:txBody>
            <a:bodyPr anchor="ctr">
              <a:spAutoFit/>
            </a:bodyPr>
            <a:lstStyle/>
            <a:p>
              <a:endParaRPr lang="zh-CN" altLang="en-US"/>
            </a:p>
          </p:txBody>
        </p:sp>
        <p:sp>
          <p:nvSpPr>
            <p:cNvPr id="47" name="Text Box 27"/>
            <p:cNvSpPr txBox="1">
              <a:spLocks noChangeArrowheads="1"/>
            </p:cNvSpPr>
            <p:nvPr/>
          </p:nvSpPr>
          <p:spPr bwMode="auto">
            <a:xfrm>
              <a:off x="5364" y="3040"/>
              <a:ext cx="167" cy="288"/>
            </a:xfrm>
            <a:prstGeom prst="rect">
              <a:avLst/>
            </a:prstGeom>
            <a:noFill/>
            <a:ln w="9525">
              <a:noFill/>
              <a:miter lim="800000"/>
              <a:headEnd/>
              <a:tailEnd/>
            </a:ln>
          </p:spPr>
          <p:txBody>
            <a:bodyPr>
              <a:spAutoFit/>
            </a:bodyPr>
            <a:lstStyle/>
            <a:p>
              <a:r>
                <a:rPr lang="en-US" altLang="zh-CN" sz="2400" i="1"/>
                <a:t>x</a:t>
              </a:r>
            </a:p>
          </p:txBody>
        </p:sp>
        <p:sp>
          <p:nvSpPr>
            <p:cNvPr id="48" name="Text Box 28"/>
            <p:cNvSpPr txBox="1">
              <a:spLocks noChangeArrowheads="1"/>
            </p:cNvSpPr>
            <p:nvPr/>
          </p:nvSpPr>
          <p:spPr bwMode="auto">
            <a:xfrm>
              <a:off x="3969" y="1750"/>
              <a:ext cx="167" cy="288"/>
            </a:xfrm>
            <a:prstGeom prst="rect">
              <a:avLst/>
            </a:prstGeom>
            <a:noFill/>
            <a:ln w="9525">
              <a:noFill/>
              <a:miter lim="800000"/>
              <a:headEnd/>
              <a:tailEnd/>
            </a:ln>
          </p:spPr>
          <p:txBody>
            <a:bodyPr>
              <a:spAutoFit/>
            </a:bodyPr>
            <a:lstStyle/>
            <a:p>
              <a:r>
                <a:rPr lang="en-US" altLang="zh-CN" sz="2400" i="1"/>
                <a:t>y</a:t>
              </a:r>
            </a:p>
          </p:txBody>
        </p:sp>
        <p:sp>
          <p:nvSpPr>
            <p:cNvPr id="49" name="Text Box 29"/>
            <p:cNvSpPr txBox="1">
              <a:spLocks noChangeArrowheads="1"/>
            </p:cNvSpPr>
            <p:nvPr/>
          </p:nvSpPr>
          <p:spPr bwMode="auto">
            <a:xfrm>
              <a:off x="3746" y="3013"/>
              <a:ext cx="167" cy="288"/>
            </a:xfrm>
            <a:prstGeom prst="rect">
              <a:avLst/>
            </a:prstGeom>
            <a:noFill/>
            <a:ln w="9525">
              <a:noFill/>
              <a:miter lim="800000"/>
              <a:headEnd/>
              <a:tailEnd/>
            </a:ln>
          </p:spPr>
          <p:txBody>
            <a:bodyPr>
              <a:spAutoFit/>
            </a:bodyPr>
            <a:lstStyle/>
            <a:p>
              <a:r>
                <a:rPr lang="en-US" altLang="zh-CN" sz="2400" i="1"/>
                <a:t>O</a:t>
              </a:r>
            </a:p>
          </p:txBody>
        </p:sp>
        <p:sp>
          <p:nvSpPr>
            <p:cNvPr id="50" name="Text Box 37"/>
            <p:cNvSpPr txBox="1">
              <a:spLocks noChangeArrowheads="1"/>
            </p:cNvSpPr>
            <p:nvPr/>
          </p:nvSpPr>
          <p:spPr bwMode="auto">
            <a:xfrm>
              <a:off x="4392" y="1971"/>
              <a:ext cx="167" cy="288"/>
            </a:xfrm>
            <a:prstGeom prst="rect">
              <a:avLst/>
            </a:prstGeom>
            <a:noFill/>
            <a:ln w="9525">
              <a:noFill/>
              <a:miter lim="800000"/>
              <a:headEnd/>
              <a:tailEnd/>
            </a:ln>
          </p:spPr>
          <p:txBody>
            <a:bodyPr>
              <a:spAutoFit/>
            </a:bodyPr>
            <a:lstStyle/>
            <a:p>
              <a:r>
                <a:rPr lang="en-US" altLang="zh-CN" sz="2400" i="1" dirty="0"/>
                <a:t>D</a:t>
              </a:r>
            </a:p>
          </p:txBody>
        </p:sp>
      </p:grpSp>
      <p:grpSp>
        <p:nvGrpSpPr>
          <p:cNvPr id="51" name="Group 35"/>
          <p:cNvGrpSpPr>
            <a:grpSpLocks/>
          </p:cNvGrpSpPr>
          <p:nvPr/>
        </p:nvGrpSpPr>
        <p:grpSpPr bwMode="auto">
          <a:xfrm>
            <a:off x="9387484" y="3653443"/>
            <a:ext cx="752475" cy="428625"/>
            <a:chOff x="4858" y="1846"/>
            <a:chExt cx="474" cy="270"/>
          </a:xfrm>
        </p:grpSpPr>
        <p:sp>
          <p:nvSpPr>
            <p:cNvPr id="52" name="Oval 32"/>
            <p:cNvSpPr>
              <a:spLocks noChangeArrowheads="1"/>
            </p:cNvSpPr>
            <p:nvPr/>
          </p:nvSpPr>
          <p:spPr bwMode="auto">
            <a:xfrm>
              <a:off x="4858" y="1866"/>
              <a:ext cx="250" cy="250"/>
            </a:xfrm>
            <a:prstGeom prst="ellipse">
              <a:avLst/>
            </a:prstGeom>
            <a:solidFill>
              <a:srgbClr val="FFFF00">
                <a:alpha val="47058"/>
              </a:srgbClr>
            </a:solidFill>
            <a:ln w="28575">
              <a:solidFill>
                <a:schemeClr val="tx1"/>
              </a:solidFill>
              <a:prstDash val="sysDot"/>
              <a:round/>
              <a:headEnd/>
              <a:tailEnd/>
            </a:ln>
          </p:spPr>
          <p:txBody>
            <a:bodyPr wrap="none" anchor="ctr">
              <a:spAutoFit/>
            </a:bodyPr>
            <a:lstStyle/>
            <a:p>
              <a:endParaRPr lang="zh-CN" altLang="en-US"/>
            </a:p>
          </p:txBody>
        </p:sp>
        <p:sp>
          <p:nvSpPr>
            <p:cNvPr id="53" name="Oval 33"/>
            <p:cNvSpPr>
              <a:spLocks noChangeArrowheads="1"/>
            </p:cNvSpPr>
            <p:nvPr/>
          </p:nvSpPr>
          <p:spPr bwMode="auto">
            <a:xfrm>
              <a:off x="4956" y="1962"/>
              <a:ext cx="56" cy="56"/>
            </a:xfrm>
            <a:prstGeom prst="ellipse">
              <a:avLst/>
            </a:prstGeom>
            <a:solidFill>
              <a:schemeClr val="tx1"/>
            </a:solidFill>
            <a:ln w="9525">
              <a:solidFill>
                <a:schemeClr val="tx1"/>
              </a:solidFill>
              <a:round/>
              <a:headEnd/>
              <a:tailEnd/>
            </a:ln>
          </p:spPr>
          <p:txBody>
            <a:bodyPr wrap="none" anchor="ctr">
              <a:spAutoFit/>
            </a:bodyPr>
            <a:lstStyle/>
            <a:p>
              <a:endParaRPr lang="zh-CN" altLang="en-US"/>
            </a:p>
          </p:txBody>
        </p:sp>
        <p:graphicFrame>
          <p:nvGraphicFramePr>
            <p:cNvPr id="54" name="Object 34"/>
            <p:cNvGraphicFramePr>
              <a:graphicFrameLocks noChangeAspect="1"/>
            </p:cNvGraphicFramePr>
            <p:nvPr/>
          </p:nvGraphicFramePr>
          <p:xfrm>
            <a:off x="5116" y="1846"/>
            <a:ext cx="216" cy="264"/>
          </p:xfrm>
          <a:graphic>
            <a:graphicData uri="http://schemas.openxmlformats.org/presentationml/2006/ole">
              <mc:AlternateContent xmlns:mc="http://schemas.openxmlformats.org/markup-compatibility/2006">
                <mc:Choice xmlns:v="urn:schemas-microsoft-com:vml" Requires="v">
                  <p:oleObj spid="_x0000_s3306" name="Equation" r:id="rId16" imgW="342720" imgH="419040" progId="Equation.DSMT4">
                    <p:embed/>
                  </p:oleObj>
                </mc:Choice>
                <mc:Fallback>
                  <p:oleObj name="Equation" r:id="rId16" imgW="342720" imgH="419040" progId="Equation.DSMT4">
                    <p:embed/>
                    <p:pic>
                      <p:nvPicPr>
                        <p:cNvPr id="41" name="Object 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16" y="1846"/>
                          <a:ext cx="21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500"/>
                                        <p:tgtEl>
                                          <p:spTgt spid="38"/>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wipe(left)">
                                      <p:cBhvr>
                                        <p:cTn id="26" dur="500"/>
                                        <p:tgtEl>
                                          <p:spTgt spid="3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left)">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wipe(left)">
                                      <p:cBhvr>
                                        <p:cTn id="41" dur="500"/>
                                        <p:tgtEl>
                                          <p:spTgt spid="43"/>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wipe(left)">
                                      <p:cBhvr>
                                        <p:cTn id="45" dur="500"/>
                                        <p:tgtEl>
                                          <p:spTgt spid="5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wipe(left)">
                                      <p:cBhvr>
                                        <p:cTn id="54" dur="500"/>
                                        <p:tgtEl>
                                          <p:spTgt spid="5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left)">
                                      <p:cBhvr>
                                        <p:cTn id="59" dur="500"/>
                                        <p:tgtEl>
                                          <p:spTgt spid="4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wipe(left)">
                                      <p:cBhvr>
                                        <p:cTn id="6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 grpId="0" animBg="1"/>
      <p:bldP spid="32"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a:extLst>
              <a:ext uri="{FF2B5EF4-FFF2-40B4-BE49-F238E27FC236}">
                <a16:creationId xmlns:a16="http://schemas.microsoft.com/office/drawing/2014/main" id="{43E86FA6-46A7-460C-8BAF-F574C01B5C9D}"/>
              </a:ext>
            </a:extLst>
          </p:cNvPr>
          <p:cNvSpPr/>
          <p:nvPr/>
        </p:nvSpPr>
        <p:spPr bwMode="auto">
          <a:xfrm>
            <a:off x="2294064" y="3206040"/>
            <a:ext cx="1164360" cy="413511"/>
          </a:xfrm>
          <a:prstGeom prst="rect">
            <a:avLst/>
          </a:prstGeom>
          <a:solidFill>
            <a:schemeClr val="accent2">
              <a:lumMod val="40000"/>
              <a:lumOff val="60000"/>
            </a:schemeClr>
          </a:solidFill>
          <a:ln w="12700" cap="flat" cmpd="sng" algn="ctr">
            <a:solidFill>
              <a:srgbClr val="0000FF"/>
            </a:solidFill>
            <a:prstDash val="dash"/>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Times New Roman" pitchFamily="18" charset="0"/>
              <a:ea typeface="黑体" pitchFamily="49" charset="-122"/>
            </a:endParaRPr>
          </a:p>
        </p:txBody>
      </p:sp>
      <p:sp>
        <p:nvSpPr>
          <p:cNvPr id="45" name="矩形 44"/>
          <p:cNvSpPr/>
          <p:nvPr/>
        </p:nvSpPr>
        <p:spPr bwMode="auto">
          <a:xfrm>
            <a:off x="4141133" y="2701099"/>
            <a:ext cx="1290946" cy="413511"/>
          </a:xfrm>
          <a:prstGeom prst="rect">
            <a:avLst/>
          </a:prstGeom>
          <a:solidFill>
            <a:schemeClr val="accent2">
              <a:lumMod val="40000"/>
              <a:lumOff val="60000"/>
            </a:schemeClr>
          </a:solidFill>
          <a:ln w="12700" cap="flat" cmpd="sng" algn="ctr">
            <a:solidFill>
              <a:srgbClr val="0000FF"/>
            </a:solidFill>
            <a:prstDash val="dash"/>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Times New Roman" pitchFamily="18" charset="0"/>
              <a:ea typeface="黑体" pitchFamily="49" charset="-122"/>
            </a:endParaRPr>
          </a:p>
        </p:txBody>
      </p:sp>
      <p:sp>
        <p:nvSpPr>
          <p:cNvPr id="44" name="矩形 43"/>
          <p:cNvSpPr/>
          <p:nvPr/>
        </p:nvSpPr>
        <p:spPr bwMode="auto">
          <a:xfrm>
            <a:off x="1785257" y="840614"/>
            <a:ext cx="7559183" cy="413511"/>
          </a:xfrm>
          <a:prstGeom prst="rect">
            <a:avLst/>
          </a:prstGeom>
          <a:solidFill>
            <a:schemeClr val="accent2">
              <a:lumMod val="40000"/>
              <a:lumOff val="60000"/>
            </a:schemeClr>
          </a:solidFill>
          <a:ln w="12700" cap="flat" cmpd="sng" algn="ctr">
            <a:solidFill>
              <a:srgbClr val="0000FF"/>
            </a:solidFill>
            <a:prstDash val="dash"/>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Times New Roman" pitchFamily="18" charset="0"/>
              <a:ea typeface="黑体" pitchFamily="49" charset="-122"/>
            </a:endParaRPr>
          </a:p>
        </p:txBody>
      </p:sp>
      <p:sp>
        <p:nvSpPr>
          <p:cNvPr id="24" name="矩形 23"/>
          <p:cNvSpPr/>
          <p:nvPr/>
        </p:nvSpPr>
        <p:spPr bwMode="auto">
          <a:xfrm>
            <a:off x="1419243" y="4432981"/>
            <a:ext cx="8240923" cy="1692000"/>
          </a:xfrm>
          <a:prstGeom prst="rect">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Times New Roman" pitchFamily="18" charset="0"/>
              <a:ea typeface="黑体" pitchFamily="49" charset="-122"/>
            </a:endParaRPr>
          </a:p>
        </p:txBody>
      </p:sp>
      <p:sp>
        <p:nvSpPr>
          <p:cNvPr id="25" name="Text Box 13"/>
          <p:cNvSpPr txBox="1">
            <a:spLocks noChangeArrowheads="1"/>
          </p:cNvSpPr>
          <p:nvPr/>
        </p:nvSpPr>
        <p:spPr bwMode="auto">
          <a:xfrm>
            <a:off x="1395114" y="280459"/>
            <a:ext cx="1676400" cy="461665"/>
          </a:xfrm>
          <a:prstGeom prst="rect">
            <a:avLst/>
          </a:prstGeom>
          <a:noFill/>
          <a:ln w="31750">
            <a:noFill/>
            <a:prstDash val="dashDot"/>
            <a:miter lim="800000"/>
            <a:headEnd/>
            <a:tailEnd/>
          </a:ln>
        </p:spPr>
        <p:txBody>
          <a:bodyPr>
            <a:spAutoFit/>
          </a:bodyPr>
          <a:lstStyle/>
          <a:p>
            <a:r>
              <a:rPr lang="en-US" altLang="zh-CN" sz="2400" dirty="0">
                <a:solidFill>
                  <a:srgbClr val="000099"/>
                </a:solidFill>
              </a:rPr>
              <a:t>3. </a:t>
            </a:r>
            <a:r>
              <a:rPr lang="zh-CN" altLang="en-US" sz="2400" dirty="0">
                <a:solidFill>
                  <a:srgbClr val="000099"/>
                </a:solidFill>
              </a:rPr>
              <a:t>外点</a:t>
            </a:r>
          </a:p>
        </p:txBody>
      </p:sp>
      <p:sp>
        <p:nvSpPr>
          <p:cNvPr id="26" name="Text Box 14"/>
          <p:cNvSpPr txBox="1">
            <a:spLocks noChangeArrowheads="1"/>
          </p:cNvSpPr>
          <p:nvPr/>
        </p:nvSpPr>
        <p:spPr bwMode="auto">
          <a:xfrm>
            <a:off x="1395114" y="2239434"/>
            <a:ext cx="1676400" cy="461665"/>
          </a:xfrm>
          <a:prstGeom prst="rect">
            <a:avLst/>
          </a:prstGeom>
          <a:noFill/>
          <a:ln w="31750">
            <a:noFill/>
            <a:prstDash val="dashDot"/>
            <a:miter lim="800000"/>
            <a:headEnd/>
            <a:tailEnd/>
          </a:ln>
        </p:spPr>
        <p:txBody>
          <a:bodyPr>
            <a:spAutoFit/>
          </a:bodyPr>
          <a:lstStyle/>
          <a:p>
            <a:r>
              <a:rPr lang="en-US" altLang="zh-CN" sz="2400">
                <a:solidFill>
                  <a:srgbClr val="000099"/>
                </a:solidFill>
              </a:rPr>
              <a:t>4.</a:t>
            </a:r>
            <a:r>
              <a:rPr lang="zh-CN" altLang="en-US" sz="2400">
                <a:solidFill>
                  <a:srgbClr val="000099"/>
                </a:solidFill>
              </a:rPr>
              <a:t>聚点</a:t>
            </a:r>
          </a:p>
        </p:txBody>
      </p:sp>
      <p:grpSp>
        <p:nvGrpSpPr>
          <p:cNvPr id="27" name="Group 15"/>
          <p:cNvGrpSpPr>
            <a:grpSpLocks/>
          </p:cNvGrpSpPr>
          <p:nvPr/>
        </p:nvGrpSpPr>
        <p:grpSpPr bwMode="auto">
          <a:xfrm>
            <a:off x="6657677" y="1723497"/>
            <a:ext cx="2863850" cy="2630487"/>
            <a:chOff x="3727" y="1750"/>
            <a:chExt cx="1804" cy="1657"/>
          </a:xfrm>
        </p:grpSpPr>
        <p:sp>
          <p:nvSpPr>
            <p:cNvPr id="28" name="Line 16"/>
            <p:cNvSpPr>
              <a:spLocks noChangeShapeType="1"/>
            </p:cNvSpPr>
            <p:nvPr/>
          </p:nvSpPr>
          <p:spPr bwMode="auto">
            <a:xfrm>
              <a:off x="3727" y="3067"/>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29" name="Line 17"/>
            <p:cNvSpPr>
              <a:spLocks noChangeShapeType="1"/>
            </p:cNvSpPr>
            <p:nvPr/>
          </p:nvSpPr>
          <p:spPr bwMode="auto">
            <a:xfrm flipV="1">
              <a:off x="3963" y="1825"/>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30" name="Oval 18"/>
            <p:cNvSpPr>
              <a:spLocks noChangeArrowheads="1"/>
            </p:cNvSpPr>
            <p:nvPr/>
          </p:nvSpPr>
          <p:spPr bwMode="auto">
            <a:xfrm rot="-2785623">
              <a:off x="4330" y="1685"/>
              <a:ext cx="903" cy="1451"/>
            </a:xfrm>
            <a:prstGeom prst="ellipse">
              <a:avLst/>
            </a:prstGeom>
            <a:solidFill>
              <a:schemeClr val="accent2"/>
            </a:solidFill>
            <a:ln w="28575">
              <a:solidFill>
                <a:schemeClr val="tx1"/>
              </a:solidFill>
              <a:prstDash val="dash"/>
              <a:round/>
              <a:headEnd/>
              <a:tailEnd/>
            </a:ln>
          </p:spPr>
          <p:txBody>
            <a:bodyPr anchor="ctr">
              <a:spAutoFit/>
            </a:bodyPr>
            <a:lstStyle/>
            <a:p>
              <a:endParaRPr lang="zh-CN" altLang="en-US"/>
            </a:p>
          </p:txBody>
        </p:sp>
        <p:sp>
          <p:nvSpPr>
            <p:cNvPr id="31" name="Text Box 19"/>
            <p:cNvSpPr txBox="1">
              <a:spLocks noChangeArrowheads="1"/>
            </p:cNvSpPr>
            <p:nvPr/>
          </p:nvSpPr>
          <p:spPr bwMode="auto">
            <a:xfrm>
              <a:off x="5364" y="3040"/>
              <a:ext cx="167" cy="288"/>
            </a:xfrm>
            <a:prstGeom prst="rect">
              <a:avLst/>
            </a:prstGeom>
            <a:noFill/>
            <a:ln w="9525">
              <a:noFill/>
              <a:miter lim="800000"/>
              <a:headEnd/>
              <a:tailEnd/>
            </a:ln>
          </p:spPr>
          <p:txBody>
            <a:bodyPr>
              <a:spAutoFit/>
            </a:bodyPr>
            <a:lstStyle/>
            <a:p>
              <a:r>
                <a:rPr lang="en-US" altLang="zh-CN" sz="2400" i="1"/>
                <a:t>x</a:t>
              </a:r>
            </a:p>
          </p:txBody>
        </p:sp>
        <p:sp>
          <p:nvSpPr>
            <p:cNvPr id="32" name="Text Box 20"/>
            <p:cNvSpPr txBox="1">
              <a:spLocks noChangeArrowheads="1"/>
            </p:cNvSpPr>
            <p:nvPr/>
          </p:nvSpPr>
          <p:spPr bwMode="auto">
            <a:xfrm>
              <a:off x="3969" y="1750"/>
              <a:ext cx="167" cy="288"/>
            </a:xfrm>
            <a:prstGeom prst="rect">
              <a:avLst/>
            </a:prstGeom>
            <a:noFill/>
            <a:ln w="9525">
              <a:noFill/>
              <a:miter lim="800000"/>
              <a:headEnd/>
              <a:tailEnd/>
            </a:ln>
          </p:spPr>
          <p:txBody>
            <a:bodyPr>
              <a:spAutoFit/>
            </a:bodyPr>
            <a:lstStyle/>
            <a:p>
              <a:r>
                <a:rPr lang="en-US" altLang="zh-CN" sz="2400" i="1"/>
                <a:t>y</a:t>
              </a:r>
            </a:p>
          </p:txBody>
        </p:sp>
        <p:sp>
          <p:nvSpPr>
            <p:cNvPr id="33" name="Text Box 21"/>
            <p:cNvSpPr txBox="1">
              <a:spLocks noChangeArrowheads="1"/>
            </p:cNvSpPr>
            <p:nvPr/>
          </p:nvSpPr>
          <p:spPr bwMode="auto">
            <a:xfrm>
              <a:off x="3746" y="3013"/>
              <a:ext cx="167" cy="288"/>
            </a:xfrm>
            <a:prstGeom prst="rect">
              <a:avLst/>
            </a:prstGeom>
            <a:noFill/>
            <a:ln w="9525">
              <a:noFill/>
              <a:miter lim="800000"/>
              <a:headEnd/>
              <a:tailEnd/>
            </a:ln>
          </p:spPr>
          <p:txBody>
            <a:bodyPr>
              <a:spAutoFit/>
            </a:bodyPr>
            <a:lstStyle/>
            <a:p>
              <a:r>
                <a:rPr lang="en-US" altLang="zh-CN" sz="2400" i="1"/>
                <a:t>O</a:t>
              </a:r>
            </a:p>
          </p:txBody>
        </p:sp>
        <p:sp>
          <p:nvSpPr>
            <p:cNvPr id="34" name="Text Box 22"/>
            <p:cNvSpPr txBox="1">
              <a:spLocks noChangeArrowheads="1"/>
            </p:cNvSpPr>
            <p:nvPr/>
          </p:nvSpPr>
          <p:spPr bwMode="auto">
            <a:xfrm>
              <a:off x="4392" y="1971"/>
              <a:ext cx="167" cy="288"/>
            </a:xfrm>
            <a:prstGeom prst="rect">
              <a:avLst/>
            </a:prstGeom>
            <a:noFill/>
            <a:ln w="9525">
              <a:noFill/>
              <a:miter lim="800000"/>
              <a:headEnd/>
              <a:tailEnd/>
            </a:ln>
          </p:spPr>
          <p:txBody>
            <a:bodyPr>
              <a:spAutoFit/>
            </a:bodyPr>
            <a:lstStyle/>
            <a:p>
              <a:r>
                <a:rPr lang="en-US" altLang="zh-CN" sz="2400" i="1"/>
                <a:t>D</a:t>
              </a:r>
            </a:p>
          </p:txBody>
        </p:sp>
      </p:grpSp>
      <p:grpSp>
        <p:nvGrpSpPr>
          <p:cNvPr id="35" name="Group 23"/>
          <p:cNvGrpSpPr>
            <a:grpSpLocks/>
          </p:cNvGrpSpPr>
          <p:nvPr/>
        </p:nvGrpSpPr>
        <p:grpSpPr bwMode="auto">
          <a:xfrm>
            <a:off x="8926214" y="1713972"/>
            <a:ext cx="752475" cy="434975"/>
            <a:chOff x="4858" y="1842"/>
            <a:chExt cx="474" cy="274"/>
          </a:xfrm>
        </p:grpSpPr>
        <p:sp>
          <p:nvSpPr>
            <p:cNvPr id="36" name="Oval 24"/>
            <p:cNvSpPr>
              <a:spLocks noChangeArrowheads="1"/>
            </p:cNvSpPr>
            <p:nvPr/>
          </p:nvSpPr>
          <p:spPr bwMode="auto">
            <a:xfrm>
              <a:off x="4858" y="1866"/>
              <a:ext cx="250" cy="250"/>
            </a:xfrm>
            <a:prstGeom prst="ellipse">
              <a:avLst/>
            </a:prstGeom>
            <a:solidFill>
              <a:srgbClr val="FFFF00">
                <a:alpha val="47058"/>
              </a:srgbClr>
            </a:solidFill>
            <a:ln w="28575">
              <a:solidFill>
                <a:schemeClr val="tx1"/>
              </a:solidFill>
              <a:prstDash val="sysDot"/>
              <a:round/>
              <a:headEnd/>
              <a:tailEnd/>
            </a:ln>
          </p:spPr>
          <p:txBody>
            <a:bodyPr wrap="none" anchor="ctr">
              <a:spAutoFit/>
            </a:bodyPr>
            <a:lstStyle/>
            <a:p>
              <a:endParaRPr lang="zh-CN" altLang="en-US"/>
            </a:p>
          </p:txBody>
        </p:sp>
        <p:sp>
          <p:nvSpPr>
            <p:cNvPr id="37" name="Oval 25"/>
            <p:cNvSpPr>
              <a:spLocks noChangeArrowheads="1"/>
            </p:cNvSpPr>
            <p:nvPr/>
          </p:nvSpPr>
          <p:spPr bwMode="auto">
            <a:xfrm>
              <a:off x="4956" y="1962"/>
              <a:ext cx="56" cy="56"/>
            </a:xfrm>
            <a:prstGeom prst="ellipse">
              <a:avLst/>
            </a:prstGeom>
            <a:solidFill>
              <a:schemeClr val="tx1"/>
            </a:solidFill>
            <a:ln w="9525">
              <a:solidFill>
                <a:schemeClr val="tx1"/>
              </a:solidFill>
              <a:round/>
              <a:headEnd/>
              <a:tailEnd/>
            </a:ln>
          </p:spPr>
          <p:txBody>
            <a:bodyPr wrap="none" anchor="ctr">
              <a:spAutoFit/>
            </a:bodyPr>
            <a:lstStyle/>
            <a:p>
              <a:endParaRPr lang="zh-CN" altLang="en-US"/>
            </a:p>
          </p:txBody>
        </p:sp>
        <p:graphicFrame>
          <p:nvGraphicFramePr>
            <p:cNvPr id="38" name="Object 26"/>
            <p:cNvGraphicFramePr>
              <a:graphicFrameLocks noChangeAspect="1"/>
            </p:cNvGraphicFramePr>
            <p:nvPr/>
          </p:nvGraphicFramePr>
          <p:xfrm>
            <a:off x="5116" y="1842"/>
            <a:ext cx="216" cy="272"/>
          </p:xfrm>
          <a:graphic>
            <a:graphicData uri="http://schemas.openxmlformats.org/presentationml/2006/ole">
              <mc:AlternateContent xmlns:mc="http://schemas.openxmlformats.org/markup-compatibility/2006">
                <mc:Choice xmlns:v="urn:schemas-microsoft-com:vml" Requires="v">
                  <p:oleObj spid="_x0000_s4312" name="Equation" r:id="rId4" imgW="342720" imgH="431640" progId="Equation.DSMT4">
                    <p:embed/>
                  </p:oleObj>
                </mc:Choice>
                <mc:Fallback>
                  <p:oleObj name="Equation" r:id="rId4" imgW="342720" imgH="431640" progId="Equation.DSMT4">
                    <p:embed/>
                    <p:pic>
                      <p:nvPicPr>
                        <p:cNvPr id="3079"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6" y="1842"/>
                          <a:ext cx="21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9" name="Text Box 27"/>
          <p:cNvSpPr txBox="1">
            <a:spLocks noChangeArrowheads="1"/>
          </p:cNvSpPr>
          <p:nvPr/>
        </p:nvSpPr>
        <p:spPr bwMode="auto">
          <a:xfrm>
            <a:off x="1437342" y="4440601"/>
            <a:ext cx="6621462" cy="1569660"/>
          </a:xfrm>
          <a:prstGeom prst="rect">
            <a:avLst/>
          </a:prstGeom>
          <a:noFill/>
          <a:ln w="9525">
            <a:noFill/>
            <a:miter lim="800000"/>
            <a:headEnd/>
            <a:tailEnd/>
          </a:ln>
        </p:spPr>
        <p:txBody>
          <a:bodyPr>
            <a:spAutoFit/>
          </a:bodyPr>
          <a:lstStyle/>
          <a:p>
            <a:r>
              <a:rPr lang="zh-CN" altLang="en-US" sz="2400" dirty="0">
                <a:solidFill>
                  <a:srgbClr val="0000FF"/>
                </a:solidFill>
              </a:rPr>
              <a:t>问题：</a:t>
            </a:r>
            <a:endParaRPr lang="en-US" altLang="zh-CN" sz="2400" dirty="0">
              <a:solidFill>
                <a:srgbClr val="0000FF"/>
              </a:solidFill>
            </a:endParaRPr>
          </a:p>
          <a:p>
            <a:r>
              <a:rPr lang="en-US" altLang="zh-CN" sz="2400" dirty="0"/>
              <a:t>(1)</a:t>
            </a:r>
            <a:r>
              <a:rPr lang="zh-CN" altLang="en-US" sz="2400" dirty="0"/>
              <a:t>内点一定是聚点吗？</a:t>
            </a:r>
            <a:endParaRPr lang="en-US" altLang="zh-CN" sz="2400" dirty="0"/>
          </a:p>
          <a:p>
            <a:r>
              <a:rPr lang="en-US" altLang="zh-CN" sz="2400" dirty="0"/>
              <a:t>(2)</a:t>
            </a:r>
            <a:r>
              <a:rPr lang="zh-CN" altLang="en-US" sz="2400" dirty="0"/>
              <a:t>边界点一定是聚点吗？</a:t>
            </a:r>
          </a:p>
        </p:txBody>
      </p:sp>
      <p:graphicFrame>
        <p:nvGraphicFramePr>
          <p:cNvPr id="40" name="Object 8"/>
          <p:cNvGraphicFramePr>
            <a:graphicFrameLocks noChangeAspect="1"/>
          </p:cNvGraphicFramePr>
          <p:nvPr>
            <p:extLst>
              <p:ext uri="{D42A27DB-BD31-4B8C-83A1-F6EECF244321}">
                <p14:modId xmlns:p14="http://schemas.microsoft.com/office/powerpoint/2010/main" val="1995948684"/>
              </p:ext>
            </p:extLst>
          </p:nvPr>
        </p:nvGraphicFramePr>
        <p:xfrm>
          <a:off x="1457740" y="858193"/>
          <a:ext cx="7886700" cy="876300"/>
        </p:xfrm>
        <a:graphic>
          <a:graphicData uri="http://schemas.openxmlformats.org/presentationml/2006/ole">
            <mc:AlternateContent xmlns:mc="http://schemas.openxmlformats.org/markup-compatibility/2006">
              <mc:Choice xmlns:v="urn:schemas-microsoft-com:vml" Requires="v">
                <p:oleObj spid="_x0000_s4313" name="Equation" r:id="rId6" imgW="7886520" imgH="876240" progId="Equation.DSMT4">
                  <p:embed/>
                </p:oleObj>
              </mc:Choice>
              <mc:Fallback>
                <p:oleObj name="Equation" r:id="rId6" imgW="7886520" imgH="876240" progId="Equation.DSMT4">
                  <p:embed/>
                  <p:pic>
                    <p:nvPicPr>
                      <p:cNvPr id="2" name="Object 8"/>
                      <p:cNvPicPr>
                        <a:picLocks noChangeAspect="1" noChangeArrowheads="1"/>
                      </p:cNvPicPr>
                      <p:nvPr/>
                    </p:nvPicPr>
                    <p:blipFill>
                      <a:blip r:embed="rId7"/>
                      <a:srcRect/>
                      <a:stretch>
                        <a:fillRect/>
                      </a:stretch>
                    </p:blipFill>
                    <p:spPr bwMode="auto">
                      <a:xfrm>
                        <a:off x="1457740" y="858193"/>
                        <a:ext cx="78867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9"/>
          <p:cNvGraphicFramePr>
            <a:graphicFrameLocks noChangeAspect="1"/>
          </p:cNvGraphicFramePr>
          <p:nvPr>
            <p:extLst>
              <p:ext uri="{D42A27DB-BD31-4B8C-83A1-F6EECF244321}">
                <p14:modId xmlns:p14="http://schemas.microsoft.com/office/powerpoint/2010/main" val="1841418366"/>
              </p:ext>
            </p:extLst>
          </p:nvPr>
        </p:nvGraphicFramePr>
        <p:xfrm>
          <a:off x="1430039" y="2756007"/>
          <a:ext cx="5029200" cy="1308100"/>
        </p:xfrm>
        <a:graphic>
          <a:graphicData uri="http://schemas.openxmlformats.org/presentationml/2006/ole">
            <mc:AlternateContent xmlns:mc="http://schemas.openxmlformats.org/markup-compatibility/2006">
              <mc:Choice xmlns:v="urn:schemas-microsoft-com:vml" Requires="v">
                <p:oleObj spid="_x0000_s4314" name="Equation" r:id="rId8" imgW="5029200" imgH="1307880" progId="Equation.DSMT4">
                  <p:embed/>
                </p:oleObj>
              </mc:Choice>
              <mc:Fallback>
                <p:oleObj name="Equation" r:id="rId8" imgW="5029200" imgH="1307880" progId="Equation.DSMT4">
                  <p:embed/>
                  <p:pic>
                    <p:nvPicPr>
                      <p:cNvPr id="3081"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0039" y="2756007"/>
                        <a:ext cx="50292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TextBox 3"/>
          <p:cNvSpPr txBox="1"/>
          <p:nvPr/>
        </p:nvSpPr>
        <p:spPr>
          <a:xfrm>
            <a:off x="4947688" y="4940375"/>
            <a:ext cx="1395046" cy="523220"/>
          </a:xfrm>
          <a:prstGeom prst="rect">
            <a:avLst/>
          </a:prstGeom>
          <a:noFill/>
          <a:ln>
            <a:noFill/>
            <a:prstDash val="dash"/>
          </a:ln>
          <a:effectLst>
            <a:outerShdw blurRad="50800" dist="38100" dir="5400000" algn="t" rotWithShape="0">
              <a:prstClr val="black">
                <a:alpha val="40000"/>
              </a:prstClr>
            </a:outerShdw>
          </a:effectLst>
        </p:spPr>
        <p:txBody>
          <a:bodyPr wrap="square" rtlCol="0">
            <a:spAutoFit/>
          </a:bodyPr>
          <a:lstStyle/>
          <a:p>
            <a:r>
              <a:rPr lang="zh-CN" altLang="en-US" dirty="0">
                <a:solidFill>
                  <a:srgbClr val="0000FF"/>
                </a:solidFill>
                <a:latin typeface="华文行楷" pitchFamily="2" charset="-122"/>
                <a:ea typeface="华文行楷" pitchFamily="2" charset="-122"/>
              </a:rPr>
              <a:t>一定是</a:t>
            </a:r>
          </a:p>
        </p:txBody>
      </p:sp>
      <p:sp>
        <p:nvSpPr>
          <p:cNvPr id="43" name="TextBox 20"/>
          <p:cNvSpPr txBox="1"/>
          <p:nvPr/>
        </p:nvSpPr>
        <p:spPr>
          <a:xfrm>
            <a:off x="4947688" y="5487041"/>
            <a:ext cx="1395046" cy="523220"/>
          </a:xfrm>
          <a:prstGeom prst="rect">
            <a:avLst/>
          </a:prstGeom>
          <a:noFill/>
          <a:ln>
            <a:noFill/>
            <a:prstDash val="dash"/>
          </a:ln>
          <a:effectLst>
            <a:outerShdw blurRad="50800" dist="38100" dir="5400000" algn="t" rotWithShape="0">
              <a:prstClr val="black">
                <a:alpha val="40000"/>
              </a:prstClr>
            </a:outerShdw>
          </a:effectLst>
        </p:spPr>
        <p:txBody>
          <a:bodyPr wrap="square" rtlCol="0">
            <a:spAutoFit/>
          </a:bodyPr>
          <a:lstStyle/>
          <a:p>
            <a:r>
              <a:rPr lang="zh-CN" altLang="en-US" dirty="0">
                <a:solidFill>
                  <a:srgbClr val="0000FF"/>
                </a:solidFill>
                <a:latin typeface="华文行楷" pitchFamily="2" charset="-122"/>
                <a:ea typeface="华文行楷" pitchFamily="2" charset="-122"/>
              </a:rPr>
              <a:t>不一定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500"/>
                                        <p:tgtEl>
                                          <p:spTgt spid="4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left)">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39">
                                            <p:txEl>
                                              <p:pRg st="0" end="0"/>
                                            </p:txEl>
                                          </p:spTgt>
                                        </p:tgtEl>
                                        <p:attrNameLst>
                                          <p:attrName>style.visibility</p:attrName>
                                        </p:attrNameLst>
                                      </p:cBhvr>
                                      <p:to>
                                        <p:strVal val="visible"/>
                                      </p:to>
                                    </p:set>
                                    <p:animEffect transition="in" filter="wipe(left)">
                                      <p:cBhvr>
                                        <p:cTn id="45" dur="500"/>
                                        <p:tgtEl>
                                          <p:spTgt spid="39">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9">
                                            <p:txEl>
                                              <p:pRg st="1" end="1"/>
                                            </p:txEl>
                                          </p:spTgt>
                                        </p:tgtEl>
                                        <p:attrNameLst>
                                          <p:attrName>style.visibility</p:attrName>
                                        </p:attrNameLst>
                                      </p:cBhvr>
                                      <p:to>
                                        <p:strVal val="visible"/>
                                      </p:to>
                                    </p:set>
                                    <p:animEffect transition="in" filter="wipe(left)">
                                      <p:cBhvr>
                                        <p:cTn id="50" dur="500"/>
                                        <p:tgtEl>
                                          <p:spTgt spid="39">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wipe(left)">
                                      <p:cBhvr>
                                        <p:cTn id="55" dur="500"/>
                                        <p:tgtEl>
                                          <p:spTgt spid="4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9">
                                            <p:txEl>
                                              <p:pRg st="2" end="2"/>
                                            </p:txEl>
                                          </p:spTgt>
                                        </p:tgtEl>
                                        <p:attrNameLst>
                                          <p:attrName>style.visibility</p:attrName>
                                        </p:attrNameLst>
                                      </p:cBhvr>
                                      <p:to>
                                        <p:strVal val="visible"/>
                                      </p:to>
                                    </p:set>
                                    <p:animEffect transition="in" filter="wipe(left)">
                                      <p:cBhvr>
                                        <p:cTn id="60" dur="500"/>
                                        <p:tgtEl>
                                          <p:spTgt spid="39">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wipe(left)">
                                      <p:cBhvr>
                                        <p:cTn id="6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5" grpId="0" animBg="1"/>
      <p:bldP spid="44" grpId="0" animBg="1"/>
      <p:bldP spid="24" grpId="0" animBg="1"/>
      <p:bldP spid="26" grpId="0"/>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Box 2"/>
          <p:cNvSpPr txBox="1">
            <a:spLocks noChangeArrowheads="1"/>
          </p:cNvSpPr>
          <p:nvPr/>
        </p:nvSpPr>
        <p:spPr bwMode="auto">
          <a:xfrm>
            <a:off x="1707974" y="206683"/>
            <a:ext cx="3429000" cy="523220"/>
          </a:xfrm>
          <a:prstGeom prst="rect">
            <a:avLst/>
          </a:prstGeom>
          <a:noFill/>
          <a:ln w="31750">
            <a:noFill/>
            <a:miter lim="800000"/>
            <a:headEnd/>
            <a:tailEnd/>
          </a:ln>
        </p:spPr>
        <p:txBody>
          <a:bodyPr>
            <a:spAutoFit/>
          </a:bodyPr>
          <a:lstStyle/>
          <a:p>
            <a:r>
              <a:rPr lang="zh-CN" altLang="en-US" dirty="0">
                <a:effectLst>
                  <a:outerShdw blurRad="38100" dist="38100" dir="2700000" algn="tl">
                    <a:srgbClr val="000000">
                      <a:alpha val="43137"/>
                    </a:srgbClr>
                  </a:outerShdw>
                </a:effectLst>
              </a:rPr>
              <a:t>三、区域</a:t>
            </a:r>
          </a:p>
        </p:txBody>
      </p:sp>
      <p:sp>
        <p:nvSpPr>
          <p:cNvPr id="39" name="Text Box 14"/>
          <p:cNvSpPr txBox="1">
            <a:spLocks noChangeArrowheads="1"/>
          </p:cNvSpPr>
          <p:nvPr/>
        </p:nvSpPr>
        <p:spPr bwMode="auto">
          <a:xfrm>
            <a:off x="1643204" y="3139431"/>
            <a:ext cx="1295400" cy="461665"/>
          </a:xfrm>
          <a:prstGeom prst="rect">
            <a:avLst/>
          </a:prstGeom>
          <a:noFill/>
          <a:ln w="31750">
            <a:noFill/>
            <a:miter lim="800000"/>
            <a:headEnd/>
            <a:tailEnd/>
          </a:ln>
        </p:spPr>
        <p:txBody>
          <a:bodyPr>
            <a:spAutoFit/>
          </a:bodyPr>
          <a:lstStyle/>
          <a:p>
            <a:r>
              <a:rPr lang="en-US" altLang="zh-CN" sz="2400" dirty="0">
                <a:solidFill>
                  <a:srgbClr val="0000FF"/>
                </a:solidFill>
              </a:rPr>
              <a:t>2.</a:t>
            </a:r>
            <a:r>
              <a:rPr lang="zh-CN" altLang="en-US" sz="2400" dirty="0">
                <a:solidFill>
                  <a:srgbClr val="0000FF"/>
                </a:solidFill>
              </a:rPr>
              <a:t>区域</a:t>
            </a:r>
          </a:p>
        </p:txBody>
      </p:sp>
      <p:grpSp>
        <p:nvGrpSpPr>
          <p:cNvPr id="40" name="Group 34"/>
          <p:cNvGrpSpPr>
            <a:grpSpLocks/>
          </p:cNvGrpSpPr>
          <p:nvPr/>
        </p:nvGrpSpPr>
        <p:grpSpPr bwMode="auto">
          <a:xfrm>
            <a:off x="7845884" y="1227128"/>
            <a:ext cx="1928813" cy="2092325"/>
            <a:chOff x="4365" y="1090"/>
            <a:chExt cx="1215" cy="1318"/>
          </a:xfrm>
        </p:grpSpPr>
        <p:sp>
          <p:nvSpPr>
            <p:cNvPr id="41" name="Line 26"/>
            <p:cNvSpPr>
              <a:spLocks noChangeShapeType="1"/>
            </p:cNvSpPr>
            <p:nvPr/>
          </p:nvSpPr>
          <p:spPr bwMode="auto">
            <a:xfrm flipV="1">
              <a:off x="4365" y="1839"/>
              <a:ext cx="1145"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42" name="Line 27"/>
            <p:cNvSpPr>
              <a:spLocks noChangeShapeType="1"/>
            </p:cNvSpPr>
            <p:nvPr/>
          </p:nvSpPr>
          <p:spPr bwMode="auto">
            <a:xfrm flipV="1">
              <a:off x="4885" y="1201"/>
              <a:ext cx="0" cy="1207"/>
            </a:xfrm>
            <a:prstGeom prst="line">
              <a:avLst/>
            </a:prstGeom>
            <a:noFill/>
            <a:ln w="38100">
              <a:solidFill>
                <a:schemeClr val="tx1"/>
              </a:solidFill>
              <a:round/>
              <a:headEnd/>
              <a:tailEnd type="triangle" w="med" len="med"/>
            </a:ln>
          </p:spPr>
          <p:txBody>
            <a:bodyPr>
              <a:spAutoFit/>
            </a:bodyPr>
            <a:lstStyle/>
            <a:p>
              <a:endParaRPr lang="zh-CN" altLang="en-US"/>
            </a:p>
          </p:txBody>
        </p:sp>
        <p:sp>
          <p:nvSpPr>
            <p:cNvPr id="43" name="Text Box 29"/>
            <p:cNvSpPr txBox="1">
              <a:spLocks noChangeArrowheads="1"/>
            </p:cNvSpPr>
            <p:nvPr/>
          </p:nvSpPr>
          <p:spPr bwMode="auto">
            <a:xfrm>
              <a:off x="5413" y="1832"/>
              <a:ext cx="167" cy="288"/>
            </a:xfrm>
            <a:prstGeom prst="rect">
              <a:avLst/>
            </a:prstGeom>
            <a:noFill/>
            <a:ln w="9525">
              <a:noFill/>
              <a:miter lim="800000"/>
              <a:headEnd/>
              <a:tailEnd/>
            </a:ln>
          </p:spPr>
          <p:txBody>
            <a:bodyPr>
              <a:spAutoFit/>
            </a:bodyPr>
            <a:lstStyle/>
            <a:p>
              <a:r>
                <a:rPr lang="en-US" altLang="zh-CN" sz="2400" i="1"/>
                <a:t>x</a:t>
              </a:r>
            </a:p>
          </p:txBody>
        </p:sp>
        <p:sp>
          <p:nvSpPr>
            <p:cNvPr id="44" name="Text Box 30"/>
            <p:cNvSpPr txBox="1">
              <a:spLocks noChangeArrowheads="1"/>
            </p:cNvSpPr>
            <p:nvPr/>
          </p:nvSpPr>
          <p:spPr bwMode="auto">
            <a:xfrm>
              <a:off x="4884" y="1090"/>
              <a:ext cx="167" cy="288"/>
            </a:xfrm>
            <a:prstGeom prst="rect">
              <a:avLst/>
            </a:prstGeom>
            <a:noFill/>
            <a:ln w="9525">
              <a:noFill/>
              <a:miter lim="800000"/>
              <a:headEnd/>
              <a:tailEnd/>
            </a:ln>
          </p:spPr>
          <p:txBody>
            <a:bodyPr>
              <a:spAutoFit/>
            </a:bodyPr>
            <a:lstStyle/>
            <a:p>
              <a:r>
                <a:rPr lang="en-US" altLang="zh-CN" sz="2400" i="1"/>
                <a:t>y</a:t>
              </a:r>
            </a:p>
          </p:txBody>
        </p:sp>
        <p:sp>
          <p:nvSpPr>
            <p:cNvPr id="45" name="Text Box 31"/>
            <p:cNvSpPr txBox="1">
              <a:spLocks noChangeArrowheads="1"/>
            </p:cNvSpPr>
            <p:nvPr/>
          </p:nvSpPr>
          <p:spPr bwMode="auto">
            <a:xfrm>
              <a:off x="4668" y="1777"/>
              <a:ext cx="167" cy="288"/>
            </a:xfrm>
            <a:prstGeom prst="rect">
              <a:avLst/>
            </a:prstGeom>
            <a:noFill/>
            <a:ln w="9525">
              <a:noFill/>
              <a:miter lim="800000"/>
              <a:headEnd/>
              <a:tailEnd/>
            </a:ln>
          </p:spPr>
          <p:txBody>
            <a:bodyPr>
              <a:spAutoFit/>
            </a:bodyPr>
            <a:lstStyle/>
            <a:p>
              <a:r>
                <a:rPr lang="en-US" altLang="zh-CN" sz="2400" i="1" dirty="0"/>
                <a:t>O</a:t>
              </a:r>
            </a:p>
          </p:txBody>
        </p:sp>
        <p:sp>
          <p:nvSpPr>
            <p:cNvPr id="46" name="AutoShape 33"/>
            <p:cNvSpPr>
              <a:spLocks noChangeArrowheads="1"/>
            </p:cNvSpPr>
            <p:nvPr/>
          </p:nvSpPr>
          <p:spPr bwMode="auto">
            <a:xfrm>
              <a:off x="4462" y="1416"/>
              <a:ext cx="839" cy="839"/>
            </a:xfrm>
            <a:custGeom>
              <a:avLst/>
              <a:gdLst>
                <a:gd name="T0" fmla="*/ 419 w 21600"/>
                <a:gd name="T1" fmla="*/ 0 h 21600"/>
                <a:gd name="T2" fmla="*/ 123 w 21600"/>
                <a:gd name="T3" fmla="*/ 123 h 21600"/>
                <a:gd name="T4" fmla="*/ 0 w 21600"/>
                <a:gd name="T5" fmla="*/ 419 h 21600"/>
                <a:gd name="T6" fmla="*/ 123 w 21600"/>
                <a:gd name="T7" fmla="*/ 716 h 21600"/>
                <a:gd name="T8" fmla="*/ 419 w 21600"/>
                <a:gd name="T9" fmla="*/ 839 h 21600"/>
                <a:gd name="T10" fmla="*/ 716 w 21600"/>
                <a:gd name="T11" fmla="*/ 716 h 21600"/>
                <a:gd name="T12" fmla="*/ 839 w 21600"/>
                <a:gd name="T13" fmla="*/ 419 h 21600"/>
                <a:gd name="T14" fmla="*/ 716 w 21600"/>
                <a:gd name="T15" fmla="*/ 123 h 21600"/>
                <a:gd name="T16" fmla="*/ 0 60000 65536"/>
                <a:gd name="T17" fmla="*/ 0 60000 65536"/>
                <a:gd name="T18" fmla="*/ 0 60000 65536"/>
                <a:gd name="T19" fmla="*/ 0 60000 65536"/>
                <a:gd name="T20" fmla="*/ 0 60000 65536"/>
                <a:gd name="T21" fmla="*/ 0 60000 65536"/>
                <a:gd name="T22" fmla="*/ 0 60000 65536"/>
                <a:gd name="T23" fmla="*/ 0 60000 65536"/>
                <a:gd name="T24" fmla="*/ 3167 w 21600"/>
                <a:gd name="T25" fmla="*/ 3167 h 21600"/>
                <a:gd name="T26" fmla="*/ 18433 w 21600"/>
                <a:gd name="T27" fmla="*/ 1843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4117"/>
              </a:srgbClr>
            </a:solidFill>
            <a:ln w="28575">
              <a:solidFill>
                <a:schemeClr val="tx1"/>
              </a:solidFill>
              <a:prstDash val="dash"/>
              <a:round/>
              <a:headEnd/>
              <a:tailEnd/>
            </a:ln>
          </p:spPr>
          <p:txBody>
            <a:bodyPr wrap="none" anchor="ctr">
              <a:spAutoFit/>
            </a:bodyPr>
            <a:lstStyle/>
            <a:p>
              <a:endParaRPr lang="zh-CN" altLang="en-US"/>
            </a:p>
          </p:txBody>
        </p:sp>
        <p:sp>
          <p:nvSpPr>
            <p:cNvPr id="47" name="Text Box 32"/>
            <p:cNvSpPr txBox="1">
              <a:spLocks noChangeArrowheads="1"/>
            </p:cNvSpPr>
            <p:nvPr/>
          </p:nvSpPr>
          <p:spPr bwMode="auto">
            <a:xfrm>
              <a:off x="4517" y="1860"/>
              <a:ext cx="167" cy="288"/>
            </a:xfrm>
            <a:prstGeom prst="rect">
              <a:avLst/>
            </a:prstGeom>
            <a:noFill/>
            <a:ln w="9525">
              <a:noFill/>
              <a:miter lim="800000"/>
              <a:headEnd/>
              <a:tailEnd/>
            </a:ln>
          </p:spPr>
          <p:txBody>
            <a:bodyPr>
              <a:spAutoFit/>
            </a:bodyPr>
            <a:lstStyle/>
            <a:p>
              <a:r>
                <a:rPr lang="en-US" altLang="zh-CN" sz="2400" i="1"/>
                <a:t>D</a:t>
              </a:r>
            </a:p>
          </p:txBody>
        </p:sp>
      </p:grpSp>
      <p:grpSp>
        <p:nvGrpSpPr>
          <p:cNvPr id="48" name="Group 41"/>
          <p:cNvGrpSpPr>
            <a:grpSpLocks/>
          </p:cNvGrpSpPr>
          <p:nvPr/>
        </p:nvGrpSpPr>
        <p:grpSpPr bwMode="auto">
          <a:xfrm>
            <a:off x="7729362" y="3539481"/>
            <a:ext cx="1916112" cy="1862137"/>
            <a:chOff x="3727" y="2221"/>
            <a:chExt cx="1207" cy="1173"/>
          </a:xfrm>
        </p:grpSpPr>
        <p:sp>
          <p:nvSpPr>
            <p:cNvPr id="49" name="AutoShape 37"/>
            <p:cNvSpPr>
              <a:spLocks noChangeArrowheads="1"/>
            </p:cNvSpPr>
            <p:nvPr/>
          </p:nvSpPr>
          <p:spPr bwMode="auto">
            <a:xfrm>
              <a:off x="3727" y="2221"/>
              <a:ext cx="1207" cy="1173"/>
            </a:xfrm>
            <a:custGeom>
              <a:avLst/>
              <a:gdLst>
                <a:gd name="T0" fmla="*/ 604 w 21600"/>
                <a:gd name="T1" fmla="*/ 0 h 21600"/>
                <a:gd name="T2" fmla="*/ 177 w 21600"/>
                <a:gd name="T3" fmla="*/ 172 h 21600"/>
                <a:gd name="T4" fmla="*/ 0 w 21600"/>
                <a:gd name="T5" fmla="*/ 587 h 21600"/>
                <a:gd name="T6" fmla="*/ 177 w 21600"/>
                <a:gd name="T7" fmla="*/ 1001 h 21600"/>
                <a:gd name="T8" fmla="*/ 604 w 21600"/>
                <a:gd name="T9" fmla="*/ 1173 h 21600"/>
                <a:gd name="T10" fmla="*/ 1030 w 21600"/>
                <a:gd name="T11" fmla="*/ 1001 h 21600"/>
                <a:gd name="T12" fmla="*/ 1207 w 21600"/>
                <a:gd name="T13" fmla="*/ 587 h 21600"/>
                <a:gd name="T14" fmla="*/ 1030 w 21600"/>
                <a:gd name="T15" fmla="*/ 172 h 21600"/>
                <a:gd name="T16" fmla="*/ 0 60000 65536"/>
                <a:gd name="T17" fmla="*/ 0 60000 65536"/>
                <a:gd name="T18" fmla="*/ 0 60000 65536"/>
                <a:gd name="T19" fmla="*/ 0 60000 65536"/>
                <a:gd name="T20" fmla="*/ 0 60000 65536"/>
                <a:gd name="T21" fmla="*/ 0 60000 65536"/>
                <a:gd name="T22" fmla="*/ 0 60000 65536"/>
                <a:gd name="T23" fmla="*/ 0 60000 65536"/>
                <a:gd name="T24" fmla="*/ 3168 w 21600"/>
                <a:gd name="T25" fmla="*/ 3167 h 21600"/>
                <a:gd name="T26" fmla="*/ 18432 w 21600"/>
                <a:gd name="T27" fmla="*/ 1843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908" y="11979"/>
                  </a:moveTo>
                  <a:cubicBezTo>
                    <a:pt x="15997" y="11592"/>
                    <a:pt x="16043" y="11196"/>
                    <a:pt x="16043" y="10800"/>
                  </a:cubicBezTo>
                  <a:cubicBezTo>
                    <a:pt x="16043" y="7904"/>
                    <a:pt x="13695" y="5557"/>
                    <a:pt x="10800" y="5557"/>
                  </a:cubicBezTo>
                  <a:cubicBezTo>
                    <a:pt x="10403" y="5556"/>
                    <a:pt x="10007" y="5602"/>
                    <a:pt x="9620" y="5691"/>
                  </a:cubicBezTo>
                  <a:close/>
                  <a:moveTo>
                    <a:pt x="5691" y="9620"/>
                  </a:moveTo>
                  <a:cubicBezTo>
                    <a:pt x="5602" y="10007"/>
                    <a:pt x="5557" y="10403"/>
                    <a:pt x="5557" y="10799"/>
                  </a:cubicBezTo>
                  <a:cubicBezTo>
                    <a:pt x="5557" y="13695"/>
                    <a:pt x="7904" y="16043"/>
                    <a:pt x="10800" y="16043"/>
                  </a:cubicBezTo>
                  <a:cubicBezTo>
                    <a:pt x="11196" y="16043"/>
                    <a:pt x="11592" y="15997"/>
                    <a:pt x="11979" y="15908"/>
                  </a:cubicBezTo>
                  <a:close/>
                </a:path>
              </a:pathLst>
            </a:custGeom>
            <a:solidFill>
              <a:schemeClr val="hlink"/>
            </a:solidFill>
            <a:ln w="28575">
              <a:solidFill>
                <a:schemeClr val="tx1"/>
              </a:solidFill>
              <a:prstDash val="dash"/>
              <a:miter lim="800000"/>
              <a:headEnd/>
              <a:tailEnd/>
            </a:ln>
          </p:spPr>
          <p:txBody>
            <a:bodyPr anchor="ctr">
              <a:spAutoFit/>
            </a:bodyPr>
            <a:lstStyle/>
            <a:p>
              <a:endParaRPr lang="zh-CN" altLang="en-US"/>
            </a:p>
          </p:txBody>
        </p:sp>
        <p:sp>
          <p:nvSpPr>
            <p:cNvPr id="50" name="Oval 38"/>
            <p:cNvSpPr>
              <a:spLocks noChangeArrowheads="1"/>
            </p:cNvSpPr>
            <p:nvPr/>
          </p:nvSpPr>
          <p:spPr bwMode="auto">
            <a:xfrm>
              <a:off x="4608" y="2450"/>
              <a:ext cx="56" cy="56"/>
            </a:xfrm>
            <a:prstGeom prst="ellipse">
              <a:avLst/>
            </a:prstGeom>
            <a:solidFill>
              <a:srgbClr val="FFFF00"/>
            </a:solidFill>
            <a:ln w="9525">
              <a:solidFill>
                <a:srgbClr val="FFFF99"/>
              </a:solidFill>
              <a:round/>
              <a:headEnd/>
              <a:tailEnd/>
            </a:ln>
          </p:spPr>
          <p:txBody>
            <a:bodyPr wrap="none" anchor="ctr">
              <a:spAutoFit/>
            </a:bodyPr>
            <a:lstStyle/>
            <a:p>
              <a:endParaRPr lang="zh-CN" altLang="en-US"/>
            </a:p>
          </p:txBody>
        </p:sp>
        <p:sp>
          <p:nvSpPr>
            <p:cNvPr id="51" name="Oval 39"/>
            <p:cNvSpPr>
              <a:spLocks noChangeArrowheads="1"/>
            </p:cNvSpPr>
            <p:nvPr/>
          </p:nvSpPr>
          <p:spPr bwMode="auto">
            <a:xfrm>
              <a:off x="3983" y="3110"/>
              <a:ext cx="56" cy="56"/>
            </a:xfrm>
            <a:prstGeom prst="ellipse">
              <a:avLst/>
            </a:prstGeom>
            <a:solidFill>
              <a:srgbClr val="FFFF00"/>
            </a:solidFill>
            <a:ln w="9525">
              <a:solidFill>
                <a:srgbClr val="FFFF99"/>
              </a:solidFill>
              <a:round/>
              <a:headEnd/>
              <a:tailEnd/>
            </a:ln>
          </p:spPr>
          <p:txBody>
            <a:bodyPr wrap="none" anchor="ctr">
              <a:spAutoFit/>
            </a:bodyPr>
            <a:lstStyle/>
            <a:p>
              <a:endParaRPr lang="zh-CN" altLang="en-US"/>
            </a:p>
          </p:txBody>
        </p:sp>
        <p:sp>
          <p:nvSpPr>
            <p:cNvPr id="52" name="Freeform 40"/>
            <p:cNvSpPr>
              <a:spLocks/>
            </p:cNvSpPr>
            <p:nvPr/>
          </p:nvSpPr>
          <p:spPr bwMode="auto">
            <a:xfrm>
              <a:off x="3872" y="2353"/>
              <a:ext cx="764" cy="770"/>
            </a:xfrm>
            <a:custGeom>
              <a:avLst/>
              <a:gdLst>
                <a:gd name="T0" fmla="*/ 764 w 764"/>
                <a:gd name="T1" fmla="*/ 138 h 770"/>
                <a:gd name="T2" fmla="*/ 424 w 764"/>
                <a:gd name="T3" fmla="*/ 0 h 770"/>
                <a:gd name="T4" fmla="*/ 118 w 764"/>
                <a:gd name="T5" fmla="*/ 187 h 770"/>
                <a:gd name="T6" fmla="*/ 0 w 764"/>
                <a:gd name="T7" fmla="*/ 576 h 770"/>
                <a:gd name="T8" fmla="*/ 132 w 764"/>
                <a:gd name="T9" fmla="*/ 770 h 770"/>
                <a:gd name="T10" fmla="*/ 0 60000 65536"/>
                <a:gd name="T11" fmla="*/ 0 60000 65536"/>
                <a:gd name="T12" fmla="*/ 0 60000 65536"/>
                <a:gd name="T13" fmla="*/ 0 60000 65536"/>
                <a:gd name="T14" fmla="*/ 0 60000 65536"/>
                <a:gd name="T15" fmla="*/ 0 w 764"/>
                <a:gd name="T16" fmla="*/ 0 h 770"/>
                <a:gd name="T17" fmla="*/ 764 w 764"/>
                <a:gd name="T18" fmla="*/ 770 h 770"/>
              </a:gdLst>
              <a:ahLst/>
              <a:cxnLst>
                <a:cxn ang="T10">
                  <a:pos x="T0" y="T1"/>
                </a:cxn>
                <a:cxn ang="T11">
                  <a:pos x="T2" y="T3"/>
                </a:cxn>
                <a:cxn ang="T12">
                  <a:pos x="T4" y="T5"/>
                </a:cxn>
                <a:cxn ang="T13">
                  <a:pos x="T6" y="T7"/>
                </a:cxn>
                <a:cxn ang="T14">
                  <a:pos x="T8" y="T9"/>
                </a:cxn>
              </a:cxnLst>
              <a:rect l="T15" t="T16" r="T17" b="T18"/>
              <a:pathLst>
                <a:path w="764" h="770">
                  <a:moveTo>
                    <a:pt x="764" y="138"/>
                  </a:moveTo>
                  <a:lnTo>
                    <a:pt x="424" y="0"/>
                  </a:lnTo>
                  <a:lnTo>
                    <a:pt x="118" y="187"/>
                  </a:lnTo>
                  <a:lnTo>
                    <a:pt x="0" y="576"/>
                  </a:lnTo>
                  <a:lnTo>
                    <a:pt x="132" y="770"/>
                  </a:lnTo>
                </a:path>
              </a:pathLst>
            </a:custGeom>
            <a:noFill/>
            <a:ln w="28575">
              <a:solidFill>
                <a:schemeClr val="bg1"/>
              </a:solidFill>
              <a:round/>
              <a:headEnd/>
              <a:tailEnd/>
            </a:ln>
          </p:spPr>
          <p:txBody>
            <a:bodyPr>
              <a:spAutoFit/>
            </a:bodyPr>
            <a:lstStyle/>
            <a:p>
              <a:endParaRPr lang="zh-CN" altLang="en-US"/>
            </a:p>
          </p:txBody>
        </p:sp>
      </p:grpSp>
      <p:graphicFrame>
        <p:nvGraphicFramePr>
          <p:cNvPr id="53" name="Object 10"/>
          <p:cNvGraphicFramePr>
            <a:graphicFrameLocks noChangeAspect="1"/>
          </p:cNvGraphicFramePr>
          <p:nvPr>
            <p:extLst>
              <p:ext uri="{D42A27DB-BD31-4B8C-83A1-F6EECF244321}">
                <p14:modId xmlns:p14="http://schemas.microsoft.com/office/powerpoint/2010/main" val="3321109233"/>
              </p:ext>
            </p:extLst>
          </p:nvPr>
        </p:nvGraphicFramePr>
        <p:xfrm>
          <a:off x="1757504" y="928996"/>
          <a:ext cx="7772400" cy="825500"/>
        </p:xfrm>
        <a:graphic>
          <a:graphicData uri="http://schemas.openxmlformats.org/presentationml/2006/ole">
            <mc:AlternateContent xmlns:mc="http://schemas.openxmlformats.org/markup-compatibility/2006">
              <mc:Choice xmlns:v="urn:schemas-microsoft-com:vml" Requires="v">
                <p:oleObj spid="_x0000_s5337" name="Equation" r:id="rId4" imgW="7772400" imgH="825480" progId="Equation.DSMT4">
                  <p:embed/>
                </p:oleObj>
              </mc:Choice>
              <mc:Fallback>
                <p:oleObj name="Equation" r:id="rId4" imgW="7772400" imgH="825480" progId="Equation.DSMT4">
                  <p:embed/>
                  <p:pic>
                    <p:nvPicPr>
                      <p:cNvPr id="3"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7504" y="928996"/>
                        <a:ext cx="77724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11"/>
          <p:cNvGraphicFramePr>
            <a:graphicFrameLocks noChangeAspect="1"/>
          </p:cNvGraphicFramePr>
          <p:nvPr>
            <p:extLst>
              <p:ext uri="{D42A27DB-BD31-4B8C-83A1-F6EECF244321}">
                <p14:modId xmlns:p14="http://schemas.microsoft.com/office/powerpoint/2010/main" val="1261462707"/>
              </p:ext>
            </p:extLst>
          </p:nvPr>
        </p:nvGraphicFramePr>
        <p:xfrm>
          <a:off x="1757504" y="1917056"/>
          <a:ext cx="5092700" cy="495300"/>
        </p:xfrm>
        <a:graphic>
          <a:graphicData uri="http://schemas.openxmlformats.org/presentationml/2006/ole">
            <mc:AlternateContent xmlns:mc="http://schemas.openxmlformats.org/markup-compatibility/2006">
              <mc:Choice xmlns:v="urn:schemas-microsoft-com:vml" Requires="v">
                <p:oleObj spid="_x0000_s5338" name="Equation" r:id="rId6" imgW="5092560" imgH="495000" progId="Equation.DSMT4">
                  <p:embed/>
                </p:oleObj>
              </mc:Choice>
              <mc:Fallback>
                <p:oleObj name="Equation" r:id="rId6" imgW="5092560" imgH="495000" progId="Equation.DSMT4">
                  <p:embed/>
                  <p:pic>
                    <p:nvPicPr>
                      <p:cNvPr id="4107"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7504" y="1917056"/>
                        <a:ext cx="50927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 name="Object 12"/>
          <p:cNvGraphicFramePr>
            <a:graphicFrameLocks noChangeAspect="1"/>
          </p:cNvGraphicFramePr>
          <p:nvPr>
            <p:extLst>
              <p:ext uri="{D42A27DB-BD31-4B8C-83A1-F6EECF244321}">
                <p14:modId xmlns:p14="http://schemas.microsoft.com/office/powerpoint/2010/main" val="2118492477"/>
              </p:ext>
            </p:extLst>
          </p:nvPr>
        </p:nvGraphicFramePr>
        <p:xfrm>
          <a:off x="1694957" y="3764906"/>
          <a:ext cx="4381500" cy="342900"/>
        </p:xfrm>
        <a:graphic>
          <a:graphicData uri="http://schemas.openxmlformats.org/presentationml/2006/ole">
            <mc:AlternateContent xmlns:mc="http://schemas.openxmlformats.org/markup-compatibility/2006">
              <mc:Choice xmlns:v="urn:schemas-microsoft-com:vml" Requires="v">
                <p:oleObj spid="_x0000_s5339" name="Equation" r:id="rId8" imgW="4381200" imgH="342720" progId="Equation.DSMT4">
                  <p:embed/>
                </p:oleObj>
              </mc:Choice>
              <mc:Fallback>
                <p:oleObj name="Equation" r:id="rId8" imgW="4381200" imgH="342720" progId="Equation.DSMT4">
                  <p:embed/>
                  <p:pic>
                    <p:nvPicPr>
                      <p:cNvPr id="4108"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4957" y="3764906"/>
                        <a:ext cx="43815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 name="Object 13"/>
          <p:cNvGraphicFramePr>
            <a:graphicFrameLocks noChangeAspect="1"/>
          </p:cNvGraphicFramePr>
          <p:nvPr>
            <p:extLst>
              <p:ext uri="{D42A27DB-BD31-4B8C-83A1-F6EECF244321}">
                <p14:modId xmlns:p14="http://schemas.microsoft.com/office/powerpoint/2010/main" val="1268289367"/>
              </p:ext>
            </p:extLst>
          </p:nvPr>
        </p:nvGraphicFramePr>
        <p:xfrm>
          <a:off x="1694957" y="4290368"/>
          <a:ext cx="4229100" cy="368300"/>
        </p:xfrm>
        <a:graphic>
          <a:graphicData uri="http://schemas.openxmlformats.org/presentationml/2006/ole">
            <mc:AlternateContent xmlns:mc="http://schemas.openxmlformats.org/markup-compatibility/2006">
              <mc:Choice xmlns:v="urn:schemas-microsoft-com:vml" Requires="v">
                <p:oleObj spid="_x0000_s5340" name="Equation" r:id="rId10" imgW="4228920" imgH="368280" progId="Equation.DSMT4">
                  <p:embed/>
                </p:oleObj>
              </mc:Choice>
              <mc:Fallback>
                <p:oleObj name="Equation" r:id="rId10" imgW="4228920" imgH="368280" progId="Equation.DSMT4">
                  <p:embed/>
                  <p:pic>
                    <p:nvPicPr>
                      <p:cNvPr id="410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4957" y="4290368"/>
                        <a:ext cx="42291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 name="Object 14"/>
          <p:cNvGraphicFramePr>
            <a:graphicFrameLocks noChangeAspect="1"/>
          </p:cNvGraphicFramePr>
          <p:nvPr>
            <p:extLst>
              <p:ext uri="{D42A27DB-BD31-4B8C-83A1-F6EECF244321}">
                <p14:modId xmlns:p14="http://schemas.microsoft.com/office/powerpoint/2010/main" val="2654760357"/>
              </p:ext>
            </p:extLst>
          </p:nvPr>
        </p:nvGraphicFramePr>
        <p:xfrm>
          <a:off x="1694957" y="4906318"/>
          <a:ext cx="4445000" cy="368300"/>
        </p:xfrm>
        <a:graphic>
          <a:graphicData uri="http://schemas.openxmlformats.org/presentationml/2006/ole">
            <mc:AlternateContent xmlns:mc="http://schemas.openxmlformats.org/markup-compatibility/2006">
              <mc:Choice xmlns:v="urn:schemas-microsoft-com:vml" Requires="v">
                <p:oleObj spid="_x0000_s5341" name="Equation" r:id="rId12" imgW="4444920" imgH="368280" progId="Equation.DSMT4">
                  <p:embed/>
                </p:oleObj>
              </mc:Choice>
              <mc:Fallback>
                <p:oleObj name="Equation" r:id="rId12" imgW="4444920" imgH="368280" progId="Equation.DSMT4">
                  <p:embed/>
                  <p:pic>
                    <p:nvPicPr>
                      <p:cNvPr id="411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94957" y="4906318"/>
                        <a:ext cx="4445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 name="Object 15"/>
          <p:cNvGraphicFramePr>
            <a:graphicFrameLocks noChangeAspect="1"/>
          </p:cNvGraphicFramePr>
          <p:nvPr>
            <p:extLst>
              <p:ext uri="{D42A27DB-BD31-4B8C-83A1-F6EECF244321}">
                <p14:modId xmlns:p14="http://schemas.microsoft.com/office/powerpoint/2010/main" val="3416249444"/>
              </p:ext>
            </p:extLst>
          </p:nvPr>
        </p:nvGraphicFramePr>
        <p:xfrm>
          <a:off x="1694957" y="5446068"/>
          <a:ext cx="1943100" cy="342900"/>
        </p:xfrm>
        <a:graphic>
          <a:graphicData uri="http://schemas.openxmlformats.org/presentationml/2006/ole">
            <mc:AlternateContent xmlns:mc="http://schemas.openxmlformats.org/markup-compatibility/2006">
              <mc:Choice xmlns:v="urn:schemas-microsoft-com:vml" Requires="v">
                <p:oleObj spid="_x0000_s5342" name="Equation" r:id="rId14" imgW="1942920" imgH="342720" progId="Equation.DSMT4">
                  <p:embed/>
                </p:oleObj>
              </mc:Choice>
              <mc:Fallback>
                <p:oleObj name="Equation" r:id="rId14" imgW="1942920" imgH="342720" progId="Equation.DSMT4">
                  <p:embed/>
                  <p:pic>
                    <p:nvPicPr>
                      <p:cNvPr id="6" name="Object 15"/>
                      <p:cNvPicPr>
                        <a:picLocks noChangeAspect="1" noChangeArrowheads="1"/>
                      </p:cNvPicPr>
                      <p:nvPr/>
                    </p:nvPicPr>
                    <p:blipFill>
                      <a:blip r:embed="rId15"/>
                      <a:srcRect/>
                      <a:stretch>
                        <a:fillRect/>
                      </a:stretch>
                    </p:blipFill>
                    <p:spPr bwMode="auto">
                      <a:xfrm>
                        <a:off x="1694957" y="5446068"/>
                        <a:ext cx="1943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 name="Object 16"/>
          <p:cNvGraphicFramePr>
            <a:graphicFrameLocks noChangeAspect="1"/>
          </p:cNvGraphicFramePr>
          <p:nvPr>
            <p:extLst>
              <p:ext uri="{D42A27DB-BD31-4B8C-83A1-F6EECF244321}">
                <p14:modId xmlns:p14="http://schemas.microsoft.com/office/powerpoint/2010/main" val="1730094943"/>
              </p:ext>
            </p:extLst>
          </p:nvPr>
        </p:nvGraphicFramePr>
        <p:xfrm>
          <a:off x="3819667" y="5457181"/>
          <a:ext cx="4127500" cy="342900"/>
        </p:xfrm>
        <a:graphic>
          <a:graphicData uri="http://schemas.openxmlformats.org/presentationml/2006/ole">
            <mc:AlternateContent xmlns:mc="http://schemas.openxmlformats.org/markup-compatibility/2006">
              <mc:Choice xmlns:v="urn:schemas-microsoft-com:vml" Requires="v">
                <p:oleObj spid="_x0000_s5343" name="Equation" r:id="rId16" imgW="4127400" imgH="342720" progId="Equation.DSMT4">
                  <p:embed/>
                </p:oleObj>
              </mc:Choice>
              <mc:Fallback>
                <p:oleObj name="Equation" r:id="rId16" imgW="4127400" imgH="342720" progId="Equation.DSMT4">
                  <p:embed/>
                  <p:pic>
                    <p:nvPicPr>
                      <p:cNvPr id="7"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19667" y="5457181"/>
                        <a:ext cx="41275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wipe(left)">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wipe(left)">
                                      <p:cBhvr>
                                        <p:cTn id="27" dur="500"/>
                                        <p:tgtEl>
                                          <p:spTgt spid="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wipe(left)">
                                      <p:cBhvr>
                                        <p:cTn id="42" dur="500"/>
                                        <p:tgtEl>
                                          <p:spTgt spid="5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wipe(left)">
                                      <p:cBhvr>
                                        <p:cTn id="47" dur="500"/>
                                        <p:tgtEl>
                                          <p:spTgt spid="5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wipe(left)">
                                      <p:cBhvr>
                                        <p:cTn id="5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对象 1">
            <a:extLst>
              <a:ext uri="{FF2B5EF4-FFF2-40B4-BE49-F238E27FC236}">
                <a16:creationId xmlns:a16="http://schemas.microsoft.com/office/drawing/2014/main" id="{1E923E4D-CC4F-4880-8CB7-15F435EB52E9}"/>
              </a:ext>
            </a:extLst>
          </p:cNvPr>
          <p:cNvGraphicFramePr>
            <a:graphicFrameLocks noChangeAspect="1"/>
          </p:cNvGraphicFramePr>
          <p:nvPr>
            <p:extLst>
              <p:ext uri="{D42A27DB-BD31-4B8C-83A1-F6EECF244321}">
                <p14:modId xmlns:p14="http://schemas.microsoft.com/office/powerpoint/2010/main" val="2145952617"/>
              </p:ext>
            </p:extLst>
          </p:nvPr>
        </p:nvGraphicFramePr>
        <p:xfrm>
          <a:off x="1774825" y="404813"/>
          <a:ext cx="1397000" cy="901700"/>
        </p:xfrm>
        <a:graphic>
          <a:graphicData uri="http://schemas.openxmlformats.org/presentationml/2006/ole">
            <mc:AlternateContent xmlns:mc="http://schemas.openxmlformats.org/markup-compatibility/2006">
              <mc:Choice xmlns:v="urn:schemas-microsoft-com:vml" Requires="v">
                <p:oleObj spid="_x0000_s146461" name="Equation" r:id="rId3" imgW="1396800" imgH="901440" progId="Equation.DSMT4">
                  <p:embed/>
                </p:oleObj>
              </mc:Choice>
              <mc:Fallback>
                <p:oleObj name="Equation" r:id="rId3" imgW="1396800" imgH="901440" progId="Equation.DSMT4">
                  <p:embed/>
                  <p:pic>
                    <p:nvPicPr>
                      <p:cNvPr id="26626" name="对象 1">
                        <a:extLst>
                          <a:ext uri="{FF2B5EF4-FFF2-40B4-BE49-F238E27FC236}">
                            <a16:creationId xmlns:a16="http://schemas.microsoft.com/office/drawing/2014/main" id="{1E923E4D-CC4F-4880-8CB7-15F435EB52E9}"/>
                          </a:ext>
                        </a:extLst>
                      </p:cNvPr>
                      <p:cNvPicPr>
                        <a:picLocks noChangeAspect="1" noChangeArrowheads="1"/>
                      </p:cNvPicPr>
                      <p:nvPr/>
                    </p:nvPicPr>
                    <p:blipFill>
                      <a:blip r:embed="rId4"/>
                      <a:srcRect/>
                      <a:stretch>
                        <a:fillRect/>
                      </a:stretch>
                    </p:blipFill>
                    <p:spPr bwMode="auto">
                      <a:xfrm>
                        <a:off x="1774825" y="404813"/>
                        <a:ext cx="13970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a:extLst>
              <a:ext uri="{FF2B5EF4-FFF2-40B4-BE49-F238E27FC236}">
                <a16:creationId xmlns:a16="http://schemas.microsoft.com/office/drawing/2014/main" id="{B5A54DC4-521D-4234-956F-19E4BC2F44E5}"/>
              </a:ext>
            </a:extLst>
          </p:cNvPr>
          <p:cNvGraphicFramePr>
            <a:graphicFrameLocks noChangeAspect="1"/>
          </p:cNvGraphicFramePr>
          <p:nvPr>
            <p:extLst>
              <p:ext uri="{D42A27DB-BD31-4B8C-83A1-F6EECF244321}">
                <p14:modId xmlns:p14="http://schemas.microsoft.com/office/powerpoint/2010/main" val="3077312201"/>
              </p:ext>
            </p:extLst>
          </p:nvPr>
        </p:nvGraphicFramePr>
        <p:xfrm>
          <a:off x="2027237" y="1484313"/>
          <a:ext cx="8670259" cy="393700"/>
        </p:xfrm>
        <a:graphic>
          <a:graphicData uri="http://schemas.openxmlformats.org/presentationml/2006/ole">
            <mc:AlternateContent xmlns:mc="http://schemas.openxmlformats.org/markup-compatibility/2006">
              <mc:Choice xmlns:v="urn:schemas-microsoft-com:vml" Requires="v">
                <p:oleObj spid="_x0000_s146462" name="Equation" r:id="rId5" imgW="8165880" imgH="393480" progId="Equation.DSMT4">
                  <p:embed/>
                </p:oleObj>
              </mc:Choice>
              <mc:Fallback>
                <p:oleObj name="Equation" r:id="rId5" imgW="8165880" imgH="393480" progId="Equation.DSMT4">
                  <p:embed/>
                  <p:pic>
                    <p:nvPicPr>
                      <p:cNvPr id="2" name="对象 1">
                        <a:extLst>
                          <a:ext uri="{FF2B5EF4-FFF2-40B4-BE49-F238E27FC236}">
                            <a16:creationId xmlns:a16="http://schemas.microsoft.com/office/drawing/2014/main" id="{B5A54DC4-521D-4234-956F-19E4BC2F44E5}"/>
                          </a:ext>
                        </a:extLst>
                      </p:cNvPr>
                      <p:cNvPicPr>
                        <a:picLocks noChangeAspect="1" noChangeArrowheads="1"/>
                      </p:cNvPicPr>
                      <p:nvPr/>
                    </p:nvPicPr>
                    <p:blipFill>
                      <a:blip r:embed="rId6"/>
                      <a:srcRect/>
                      <a:stretch>
                        <a:fillRect/>
                      </a:stretch>
                    </p:blipFill>
                    <p:spPr bwMode="auto">
                      <a:xfrm>
                        <a:off x="2027237" y="1484313"/>
                        <a:ext cx="8670259" cy="393700"/>
                      </a:xfrm>
                      <a:prstGeom prst="rect">
                        <a:avLst/>
                      </a:prstGeom>
                      <a:noFill/>
                      <a:ln>
                        <a:noFill/>
                      </a:ln>
                    </p:spPr>
                  </p:pic>
                </p:oleObj>
              </mc:Fallback>
            </mc:AlternateContent>
          </a:graphicData>
        </a:graphic>
      </p:graphicFrame>
      <p:graphicFrame>
        <p:nvGraphicFramePr>
          <p:cNvPr id="3" name="对象 2">
            <a:extLst>
              <a:ext uri="{FF2B5EF4-FFF2-40B4-BE49-F238E27FC236}">
                <a16:creationId xmlns:a16="http://schemas.microsoft.com/office/drawing/2014/main" id="{365C110B-FBE3-4A0A-8CCF-242D80A58785}"/>
              </a:ext>
            </a:extLst>
          </p:cNvPr>
          <p:cNvGraphicFramePr>
            <a:graphicFrameLocks noChangeAspect="1"/>
          </p:cNvGraphicFramePr>
          <p:nvPr>
            <p:extLst>
              <p:ext uri="{D42A27DB-BD31-4B8C-83A1-F6EECF244321}">
                <p14:modId xmlns:p14="http://schemas.microsoft.com/office/powerpoint/2010/main" val="3563859528"/>
              </p:ext>
            </p:extLst>
          </p:nvPr>
        </p:nvGraphicFramePr>
        <p:xfrm>
          <a:off x="2027238" y="2601913"/>
          <a:ext cx="5080000" cy="469900"/>
        </p:xfrm>
        <a:graphic>
          <a:graphicData uri="http://schemas.openxmlformats.org/presentationml/2006/ole">
            <mc:AlternateContent xmlns:mc="http://schemas.openxmlformats.org/markup-compatibility/2006">
              <mc:Choice xmlns:v="urn:schemas-microsoft-com:vml" Requires="v">
                <p:oleObj spid="_x0000_s146463" name="Equation" r:id="rId7" imgW="5079960" imgH="469800" progId="Equation.DSMT4">
                  <p:embed/>
                </p:oleObj>
              </mc:Choice>
              <mc:Fallback>
                <p:oleObj name="Equation" r:id="rId7" imgW="5079960" imgH="469800" progId="Equation.DSMT4">
                  <p:embed/>
                  <p:pic>
                    <p:nvPicPr>
                      <p:cNvPr id="3" name="对象 2">
                        <a:extLst>
                          <a:ext uri="{FF2B5EF4-FFF2-40B4-BE49-F238E27FC236}">
                            <a16:creationId xmlns:a16="http://schemas.microsoft.com/office/drawing/2014/main" id="{365C110B-FBE3-4A0A-8CCF-242D80A58785}"/>
                          </a:ext>
                        </a:extLst>
                      </p:cNvPr>
                      <p:cNvPicPr>
                        <a:picLocks noChangeAspect="1" noChangeArrowheads="1"/>
                      </p:cNvPicPr>
                      <p:nvPr/>
                    </p:nvPicPr>
                    <p:blipFill>
                      <a:blip r:embed="rId8"/>
                      <a:srcRect/>
                      <a:stretch>
                        <a:fillRect/>
                      </a:stretch>
                    </p:blipFill>
                    <p:spPr bwMode="auto">
                      <a:xfrm>
                        <a:off x="2027238" y="2601913"/>
                        <a:ext cx="50800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6"/>
          <p:cNvSpPr txBox="1">
            <a:spLocks noChangeArrowheads="1"/>
          </p:cNvSpPr>
          <p:nvPr/>
        </p:nvSpPr>
        <p:spPr bwMode="auto">
          <a:xfrm>
            <a:off x="1547530" y="769629"/>
            <a:ext cx="4953000" cy="461665"/>
          </a:xfrm>
          <a:prstGeom prst="rect">
            <a:avLst/>
          </a:prstGeom>
          <a:noFill/>
          <a:ln w="31750">
            <a:noFill/>
            <a:miter lim="800000"/>
            <a:headEnd/>
            <a:tailEnd/>
          </a:ln>
        </p:spPr>
        <p:txBody>
          <a:bodyPr>
            <a:spAutoFit/>
          </a:bodyPr>
          <a:lstStyle/>
          <a:p>
            <a:r>
              <a:rPr lang="zh-CN" altLang="en-US" sz="2400" dirty="0">
                <a:latin typeface="黑体" pitchFamily="49" charset="-122"/>
              </a:rPr>
              <a:t>开区域连同其边界称为</a:t>
            </a:r>
            <a:r>
              <a:rPr lang="zh-CN" altLang="en-US" sz="2400" dirty="0">
                <a:solidFill>
                  <a:srgbClr val="0000FF"/>
                </a:solidFill>
                <a:latin typeface="黑体" pitchFamily="49" charset="-122"/>
              </a:rPr>
              <a:t>闭区域</a:t>
            </a:r>
            <a:r>
              <a:rPr lang="en-US" altLang="zh-CN" sz="2400" dirty="0">
                <a:solidFill>
                  <a:srgbClr val="0000FF"/>
                </a:solidFill>
                <a:latin typeface="黑体" pitchFamily="49" charset="-122"/>
              </a:rPr>
              <a:t>.</a:t>
            </a:r>
          </a:p>
        </p:txBody>
      </p:sp>
      <p:grpSp>
        <p:nvGrpSpPr>
          <p:cNvPr id="25" name="Group 16"/>
          <p:cNvGrpSpPr>
            <a:grpSpLocks/>
          </p:cNvGrpSpPr>
          <p:nvPr/>
        </p:nvGrpSpPr>
        <p:grpSpPr bwMode="auto">
          <a:xfrm>
            <a:off x="6988065" y="151784"/>
            <a:ext cx="1928813" cy="2092325"/>
            <a:chOff x="4365" y="1090"/>
            <a:chExt cx="1215" cy="1318"/>
          </a:xfrm>
        </p:grpSpPr>
        <p:sp>
          <p:nvSpPr>
            <p:cNvPr id="26" name="Line 17"/>
            <p:cNvSpPr>
              <a:spLocks noChangeShapeType="1"/>
            </p:cNvSpPr>
            <p:nvPr/>
          </p:nvSpPr>
          <p:spPr bwMode="auto">
            <a:xfrm flipV="1">
              <a:off x="4365" y="1839"/>
              <a:ext cx="1145"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27" name="Line 18"/>
            <p:cNvSpPr>
              <a:spLocks noChangeShapeType="1"/>
            </p:cNvSpPr>
            <p:nvPr/>
          </p:nvSpPr>
          <p:spPr bwMode="auto">
            <a:xfrm flipV="1">
              <a:off x="4885" y="1201"/>
              <a:ext cx="0" cy="1207"/>
            </a:xfrm>
            <a:prstGeom prst="line">
              <a:avLst/>
            </a:prstGeom>
            <a:noFill/>
            <a:ln w="38100">
              <a:solidFill>
                <a:schemeClr val="tx1"/>
              </a:solidFill>
              <a:round/>
              <a:headEnd/>
              <a:tailEnd type="triangle" w="med" len="med"/>
            </a:ln>
          </p:spPr>
          <p:txBody>
            <a:bodyPr>
              <a:spAutoFit/>
            </a:bodyPr>
            <a:lstStyle/>
            <a:p>
              <a:endParaRPr lang="zh-CN" altLang="en-US"/>
            </a:p>
          </p:txBody>
        </p:sp>
        <p:sp>
          <p:nvSpPr>
            <p:cNvPr id="28" name="Text Box 19"/>
            <p:cNvSpPr txBox="1">
              <a:spLocks noChangeArrowheads="1"/>
            </p:cNvSpPr>
            <p:nvPr/>
          </p:nvSpPr>
          <p:spPr bwMode="auto">
            <a:xfrm>
              <a:off x="5413" y="1832"/>
              <a:ext cx="167" cy="288"/>
            </a:xfrm>
            <a:prstGeom prst="rect">
              <a:avLst/>
            </a:prstGeom>
            <a:noFill/>
            <a:ln w="9525">
              <a:noFill/>
              <a:miter lim="800000"/>
              <a:headEnd/>
              <a:tailEnd/>
            </a:ln>
          </p:spPr>
          <p:txBody>
            <a:bodyPr>
              <a:spAutoFit/>
            </a:bodyPr>
            <a:lstStyle/>
            <a:p>
              <a:r>
                <a:rPr lang="en-US" altLang="zh-CN" sz="2400" i="1"/>
                <a:t>x</a:t>
              </a:r>
            </a:p>
          </p:txBody>
        </p:sp>
        <p:sp>
          <p:nvSpPr>
            <p:cNvPr id="29" name="Text Box 20"/>
            <p:cNvSpPr txBox="1">
              <a:spLocks noChangeArrowheads="1"/>
            </p:cNvSpPr>
            <p:nvPr/>
          </p:nvSpPr>
          <p:spPr bwMode="auto">
            <a:xfrm>
              <a:off x="4884" y="1090"/>
              <a:ext cx="167" cy="288"/>
            </a:xfrm>
            <a:prstGeom prst="rect">
              <a:avLst/>
            </a:prstGeom>
            <a:noFill/>
            <a:ln w="9525">
              <a:noFill/>
              <a:miter lim="800000"/>
              <a:headEnd/>
              <a:tailEnd/>
            </a:ln>
          </p:spPr>
          <p:txBody>
            <a:bodyPr>
              <a:spAutoFit/>
            </a:bodyPr>
            <a:lstStyle/>
            <a:p>
              <a:r>
                <a:rPr lang="en-US" altLang="zh-CN" sz="2400" i="1"/>
                <a:t>y</a:t>
              </a:r>
            </a:p>
          </p:txBody>
        </p:sp>
        <p:sp>
          <p:nvSpPr>
            <p:cNvPr id="30" name="Text Box 21"/>
            <p:cNvSpPr txBox="1">
              <a:spLocks noChangeArrowheads="1"/>
            </p:cNvSpPr>
            <p:nvPr/>
          </p:nvSpPr>
          <p:spPr bwMode="auto">
            <a:xfrm>
              <a:off x="4668" y="1777"/>
              <a:ext cx="167" cy="288"/>
            </a:xfrm>
            <a:prstGeom prst="rect">
              <a:avLst/>
            </a:prstGeom>
            <a:noFill/>
            <a:ln w="9525">
              <a:noFill/>
              <a:miter lim="800000"/>
              <a:headEnd/>
              <a:tailEnd/>
            </a:ln>
          </p:spPr>
          <p:txBody>
            <a:bodyPr>
              <a:spAutoFit/>
            </a:bodyPr>
            <a:lstStyle/>
            <a:p>
              <a:r>
                <a:rPr lang="en-US" altLang="zh-CN" sz="2400" i="1"/>
                <a:t>O</a:t>
              </a:r>
            </a:p>
          </p:txBody>
        </p:sp>
        <p:sp>
          <p:nvSpPr>
            <p:cNvPr id="31" name="AutoShape 22"/>
            <p:cNvSpPr>
              <a:spLocks noChangeArrowheads="1"/>
            </p:cNvSpPr>
            <p:nvPr/>
          </p:nvSpPr>
          <p:spPr bwMode="auto">
            <a:xfrm>
              <a:off x="4462" y="1416"/>
              <a:ext cx="839" cy="839"/>
            </a:xfrm>
            <a:custGeom>
              <a:avLst/>
              <a:gdLst>
                <a:gd name="T0" fmla="*/ 419 w 21600"/>
                <a:gd name="T1" fmla="*/ 0 h 21600"/>
                <a:gd name="T2" fmla="*/ 123 w 21600"/>
                <a:gd name="T3" fmla="*/ 123 h 21600"/>
                <a:gd name="T4" fmla="*/ 0 w 21600"/>
                <a:gd name="T5" fmla="*/ 419 h 21600"/>
                <a:gd name="T6" fmla="*/ 123 w 21600"/>
                <a:gd name="T7" fmla="*/ 716 h 21600"/>
                <a:gd name="T8" fmla="*/ 419 w 21600"/>
                <a:gd name="T9" fmla="*/ 839 h 21600"/>
                <a:gd name="T10" fmla="*/ 716 w 21600"/>
                <a:gd name="T11" fmla="*/ 716 h 21600"/>
                <a:gd name="T12" fmla="*/ 839 w 21600"/>
                <a:gd name="T13" fmla="*/ 419 h 21600"/>
                <a:gd name="T14" fmla="*/ 716 w 21600"/>
                <a:gd name="T15" fmla="*/ 123 h 21600"/>
                <a:gd name="T16" fmla="*/ 0 60000 65536"/>
                <a:gd name="T17" fmla="*/ 0 60000 65536"/>
                <a:gd name="T18" fmla="*/ 0 60000 65536"/>
                <a:gd name="T19" fmla="*/ 0 60000 65536"/>
                <a:gd name="T20" fmla="*/ 0 60000 65536"/>
                <a:gd name="T21" fmla="*/ 0 60000 65536"/>
                <a:gd name="T22" fmla="*/ 0 60000 65536"/>
                <a:gd name="T23" fmla="*/ 0 60000 65536"/>
                <a:gd name="T24" fmla="*/ 3167 w 21600"/>
                <a:gd name="T25" fmla="*/ 3167 h 21600"/>
                <a:gd name="T26" fmla="*/ 18433 w 21600"/>
                <a:gd name="T27" fmla="*/ 1843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4117"/>
              </a:srgbClr>
            </a:solidFill>
            <a:ln w="28575">
              <a:solidFill>
                <a:schemeClr val="tx1"/>
              </a:solidFill>
              <a:round/>
              <a:headEnd/>
              <a:tailEnd/>
            </a:ln>
          </p:spPr>
          <p:txBody>
            <a:bodyPr wrap="none" anchor="ctr">
              <a:spAutoFit/>
            </a:bodyPr>
            <a:lstStyle/>
            <a:p>
              <a:endParaRPr lang="zh-CN" altLang="en-US"/>
            </a:p>
          </p:txBody>
        </p:sp>
        <p:sp>
          <p:nvSpPr>
            <p:cNvPr id="32" name="Text Box 23"/>
            <p:cNvSpPr txBox="1">
              <a:spLocks noChangeArrowheads="1"/>
            </p:cNvSpPr>
            <p:nvPr/>
          </p:nvSpPr>
          <p:spPr bwMode="auto">
            <a:xfrm>
              <a:off x="4517" y="1860"/>
              <a:ext cx="167" cy="288"/>
            </a:xfrm>
            <a:prstGeom prst="rect">
              <a:avLst/>
            </a:prstGeom>
            <a:noFill/>
            <a:ln w="9525">
              <a:noFill/>
              <a:miter lim="800000"/>
              <a:headEnd/>
              <a:tailEnd/>
            </a:ln>
          </p:spPr>
          <p:txBody>
            <a:bodyPr>
              <a:spAutoFit/>
            </a:bodyPr>
            <a:lstStyle/>
            <a:p>
              <a:r>
                <a:rPr lang="en-US" altLang="zh-CN" sz="2400" i="1"/>
                <a:t>D</a:t>
              </a:r>
            </a:p>
          </p:txBody>
        </p:sp>
      </p:grpSp>
      <p:sp>
        <p:nvSpPr>
          <p:cNvPr id="33" name="Text Box 24"/>
          <p:cNvSpPr txBox="1">
            <a:spLocks noChangeArrowheads="1"/>
          </p:cNvSpPr>
          <p:nvPr/>
        </p:nvSpPr>
        <p:spPr bwMode="auto">
          <a:xfrm>
            <a:off x="1520542" y="2397769"/>
            <a:ext cx="9078632" cy="461665"/>
          </a:xfrm>
          <a:prstGeom prst="rect">
            <a:avLst/>
          </a:prstGeom>
          <a:noFill/>
          <a:ln w="31750">
            <a:noFill/>
            <a:miter lim="800000"/>
            <a:headEnd/>
            <a:tailEnd/>
          </a:ln>
        </p:spPr>
        <p:txBody>
          <a:bodyPr wrap="square">
            <a:spAutoFit/>
          </a:bodyPr>
          <a:lstStyle/>
          <a:p>
            <a:r>
              <a:rPr lang="zh-CN" altLang="en-US" sz="2400" dirty="0"/>
              <a:t>对于一个区域</a:t>
            </a:r>
            <a:r>
              <a:rPr lang="en-US" altLang="zh-CN" sz="2400" i="1" dirty="0"/>
              <a:t>D, </a:t>
            </a:r>
            <a:r>
              <a:rPr lang="zh-CN" altLang="en-US" sz="2400" dirty="0"/>
              <a:t>如果 </a:t>
            </a:r>
            <a:r>
              <a:rPr lang="zh-CN" altLang="en-US" sz="2400" dirty="0">
                <a:sym typeface="MT Symbol" pitchFamily="82" charset="2"/>
              </a:rPr>
              <a:t>存在</a:t>
            </a:r>
            <a:r>
              <a:rPr lang="en-US" altLang="zh-CN" sz="2400" i="1" dirty="0">
                <a:sym typeface="Math1" pitchFamily="2" charset="2"/>
              </a:rPr>
              <a:t>M</a:t>
            </a:r>
            <a:r>
              <a:rPr lang="en-US" altLang="zh-CN" sz="2400" dirty="0">
                <a:sym typeface="Math1" pitchFamily="2" charset="2"/>
              </a:rPr>
              <a:t>&gt;0, </a:t>
            </a:r>
            <a:r>
              <a:rPr lang="zh-CN" altLang="en-US" sz="2400" dirty="0">
                <a:sym typeface="Math1" pitchFamily="2" charset="2"/>
              </a:rPr>
              <a:t>使得</a:t>
            </a:r>
            <a:r>
              <a:rPr lang="en-US" altLang="zh-CN" sz="2400" i="1" dirty="0">
                <a:sym typeface="Math1" pitchFamily="2" charset="2"/>
              </a:rPr>
              <a:t>D</a:t>
            </a:r>
            <a:r>
              <a:rPr lang="zh-CN" altLang="en-US" sz="2400" dirty="0">
                <a:sym typeface="Math1" pitchFamily="2" charset="2"/>
              </a:rPr>
              <a:t>内任何点到原</a:t>
            </a:r>
            <a:r>
              <a:rPr lang="zh-CN" altLang="en-US" sz="2400" dirty="0"/>
              <a:t>点的距离</a:t>
            </a:r>
          </a:p>
        </p:txBody>
      </p:sp>
      <p:sp>
        <p:nvSpPr>
          <p:cNvPr id="34" name="Text Box 25"/>
          <p:cNvSpPr txBox="1">
            <a:spLocks noChangeArrowheads="1"/>
          </p:cNvSpPr>
          <p:nvPr/>
        </p:nvSpPr>
        <p:spPr bwMode="auto">
          <a:xfrm>
            <a:off x="1520542" y="2932756"/>
            <a:ext cx="8108950" cy="461665"/>
          </a:xfrm>
          <a:prstGeom prst="rect">
            <a:avLst/>
          </a:prstGeom>
          <a:noFill/>
          <a:ln w="31750">
            <a:noFill/>
            <a:miter lim="800000"/>
            <a:headEnd/>
            <a:tailEnd/>
          </a:ln>
        </p:spPr>
        <p:txBody>
          <a:bodyPr wrap="square">
            <a:spAutoFit/>
          </a:bodyPr>
          <a:lstStyle/>
          <a:p>
            <a:r>
              <a:rPr lang="zh-CN" altLang="en-US" sz="2400" dirty="0"/>
              <a:t>都小于</a:t>
            </a:r>
            <a:r>
              <a:rPr lang="en-US" altLang="zh-CN" sz="2400" i="1" dirty="0"/>
              <a:t>M</a:t>
            </a:r>
            <a:r>
              <a:rPr lang="en-US" altLang="zh-CN" sz="2400" dirty="0"/>
              <a:t>, </a:t>
            </a:r>
            <a:r>
              <a:rPr lang="zh-CN" altLang="en-US" sz="2400" dirty="0"/>
              <a:t>则称这个区域为</a:t>
            </a:r>
            <a:r>
              <a:rPr lang="zh-CN" altLang="en-US" sz="2400" dirty="0">
                <a:solidFill>
                  <a:srgbClr val="0000FF"/>
                </a:solidFill>
              </a:rPr>
              <a:t>有界区域</a:t>
            </a:r>
            <a:r>
              <a:rPr lang="en-US" altLang="zh-CN" sz="2400" dirty="0">
                <a:solidFill>
                  <a:srgbClr val="0000FF"/>
                </a:solidFill>
              </a:rPr>
              <a:t>,</a:t>
            </a:r>
            <a:r>
              <a:rPr lang="zh-CN" altLang="en-US" sz="2400" dirty="0"/>
              <a:t>否则称为</a:t>
            </a:r>
            <a:r>
              <a:rPr lang="zh-CN" altLang="en-US" sz="2400" dirty="0">
                <a:solidFill>
                  <a:srgbClr val="0000FF"/>
                </a:solidFill>
              </a:rPr>
              <a:t>无界区域</a:t>
            </a:r>
            <a:r>
              <a:rPr lang="en-US" altLang="zh-CN" sz="2400" dirty="0">
                <a:solidFill>
                  <a:srgbClr val="0000FF"/>
                </a:solidFill>
              </a:rPr>
              <a:t>.</a:t>
            </a:r>
            <a:endParaRPr lang="en-US" altLang="zh-CN" sz="2400" i="1" dirty="0">
              <a:solidFill>
                <a:srgbClr val="0000FF"/>
              </a:solidFill>
            </a:endParaRPr>
          </a:p>
        </p:txBody>
      </p:sp>
      <p:sp>
        <p:nvSpPr>
          <p:cNvPr id="35" name="Text Box 27"/>
          <p:cNvSpPr txBox="1">
            <a:spLocks noChangeArrowheads="1"/>
          </p:cNvSpPr>
          <p:nvPr/>
        </p:nvSpPr>
        <p:spPr bwMode="auto">
          <a:xfrm>
            <a:off x="1569437" y="1853891"/>
            <a:ext cx="2362200" cy="461665"/>
          </a:xfrm>
          <a:prstGeom prst="rect">
            <a:avLst/>
          </a:prstGeom>
          <a:noFill/>
          <a:ln w="31750">
            <a:noFill/>
            <a:miter lim="800000"/>
            <a:headEnd/>
            <a:tailEnd/>
          </a:ln>
        </p:spPr>
        <p:txBody>
          <a:bodyPr>
            <a:spAutoFit/>
          </a:bodyPr>
          <a:lstStyle/>
          <a:p>
            <a:r>
              <a:rPr lang="en-US" altLang="zh-CN" sz="2400" dirty="0">
                <a:solidFill>
                  <a:srgbClr val="0000FF"/>
                </a:solidFill>
              </a:rPr>
              <a:t>3.</a:t>
            </a:r>
            <a:r>
              <a:rPr lang="zh-CN" altLang="en-US" sz="2400" dirty="0">
                <a:solidFill>
                  <a:srgbClr val="0000FF"/>
                </a:solidFill>
              </a:rPr>
              <a:t>有界区域</a:t>
            </a:r>
          </a:p>
        </p:txBody>
      </p:sp>
      <p:grpSp>
        <p:nvGrpSpPr>
          <p:cNvPr id="36" name="Group 66"/>
          <p:cNvGrpSpPr>
            <a:grpSpLocks/>
          </p:cNvGrpSpPr>
          <p:nvPr/>
        </p:nvGrpSpPr>
        <p:grpSpPr bwMode="auto">
          <a:xfrm>
            <a:off x="5949667" y="3435676"/>
            <a:ext cx="2863850" cy="2833688"/>
            <a:chOff x="2466" y="2354"/>
            <a:chExt cx="1804" cy="1785"/>
          </a:xfrm>
        </p:grpSpPr>
        <p:sp>
          <p:nvSpPr>
            <p:cNvPr id="37" name="Freeform 65" descr="浅色上对角线"/>
            <p:cNvSpPr>
              <a:spLocks/>
            </p:cNvSpPr>
            <p:nvPr/>
          </p:nvSpPr>
          <p:spPr bwMode="auto">
            <a:xfrm>
              <a:off x="2778" y="2628"/>
              <a:ext cx="1152" cy="1023"/>
            </a:xfrm>
            <a:custGeom>
              <a:avLst/>
              <a:gdLst>
                <a:gd name="T0" fmla="*/ 0 w 1152"/>
                <a:gd name="T1" fmla="*/ 222 h 1023"/>
                <a:gd name="T2" fmla="*/ 36 w 1152"/>
                <a:gd name="T3" fmla="*/ 387 h 1023"/>
                <a:gd name="T4" fmla="*/ 72 w 1152"/>
                <a:gd name="T5" fmla="*/ 528 h 1023"/>
                <a:gd name="T6" fmla="*/ 147 w 1152"/>
                <a:gd name="T7" fmla="*/ 693 h 1023"/>
                <a:gd name="T8" fmla="*/ 243 w 1152"/>
                <a:gd name="T9" fmla="*/ 843 h 1023"/>
                <a:gd name="T10" fmla="*/ 321 w 1152"/>
                <a:gd name="T11" fmla="*/ 924 h 1023"/>
                <a:gd name="T12" fmla="*/ 438 w 1152"/>
                <a:gd name="T13" fmla="*/ 999 h 1023"/>
                <a:gd name="T14" fmla="*/ 516 w 1152"/>
                <a:gd name="T15" fmla="*/ 1017 h 1023"/>
                <a:gd name="T16" fmla="*/ 618 w 1152"/>
                <a:gd name="T17" fmla="*/ 1023 h 1023"/>
                <a:gd name="T18" fmla="*/ 705 w 1152"/>
                <a:gd name="T19" fmla="*/ 993 h 1023"/>
                <a:gd name="T20" fmla="*/ 783 w 1152"/>
                <a:gd name="T21" fmla="*/ 942 h 1023"/>
                <a:gd name="T22" fmla="*/ 915 w 1152"/>
                <a:gd name="T23" fmla="*/ 816 h 1023"/>
                <a:gd name="T24" fmla="*/ 981 w 1152"/>
                <a:gd name="T25" fmla="*/ 705 h 1023"/>
                <a:gd name="T26" fmla="*/ 1041 w 1152"/>
                <a:gd name="T27" fmla="*/ 570 h 1023"/>
                <a:gd name="T28" fmla="*/ 1098 w 1152"/>
                <a:gd name="T29" fmla="*/ 390 h 1023"/>
                <a:gd name="T30" fmla="*/ 1128 w 1152"/>
                <a:gd name="T31" fmla="*/ 243 h 1023"/>
                <a:gd name="T32" fmla="*/ 1146 w 1152"/>
                <a:gd name="T33" fmla="*/ 57 h 1023"/>
                <a:gd name="T34" fmla="*/ 1152 w 1152"/>
                <a:gd name="T35" fmla="*/ 0 h 10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23"/>
                <a:gd name="T56" fmla="*/ 1152 w 1152"/>
                <a:gd name="T57" fmla="*/ 1023 h 10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23">
                  <a:moveTo>
                    <a:pt x="0" y="222"/>
                  </a:moveTo>
                  <a:lnTo>
                    <a:pt x="36" y="387"/>
                  </a:lnTo>
                  <a:lnTo>
                    <a:pt x="72" y="528"/>
                  </a:lnTo>
                  <a:lnTo>
                    <a:pt x="147" y="693"/>
                  </a:lnTo>
                  <a:lnTo>
                    <a:pt x="243" y="843"/>
                  </a:lnTo>
                  <a:lnTo>
                    <a:pt x="321" y="924"/>
                  </a:lnTo>
                  <a:lnTo>
                    <a:pt x="438" y="999"/>
                  </a:lnTo>
                  <a:lnTo>
                    <a:pt x="516" y="1017"/>
                  </a:lnTo>
                  <a:lnTo>
                    <a:pt x="618" y="1023"/>
                  </a:lnTo>
                  <a:lnTo>
                    <a:pt x="705" y="993"/>
                  </a:lnTo>
                  <a:lnTo>
                    <a:pt x="783" y="942"/>
                  </a:lnTo>
                  <a:lnTo>
                    <a:pt x="915" y="816"/>
                  </a:lnTo>
                  <a:lnTo>
                    <a:pt x="981" y="705"/>
                  </a:lnTo>
                  <a:lnTo>
                    <a:pt x="1041" y="570"/>
                  </a:lnTo>
                  <a:lnTo>
                    <a:pt x="1098" y="390"/>
                  </a:lnTo>
                  <a:lnTo>
                    <a:pt x="1128" y="243"/>
                  </a:lnTo>
                  <a:lnTo>
                    <a:pt x="1146" y="57"/>
                  </a:lnTo>
                  <a:lnTo>
                    <a:pt x="1152" y="0"/>
                  </a:lnTo>
                </a:path>
              </a:pathLst>
            </a:custGeom>
            <a:pattFill prst="ltUpDiag">
              <a:fgClr>
                <a:schemeClr val="tx1"/>
              </a:fgClr>
              <a:bgClr>
                <a:schemeClr val="bg1"/>
              </a:bgClr>
            </a:pattFill>
            <a:ln w="9525">
              <a:noFill/>
              <a:round/>
              <a:headEnd/>
              <a:tailEnd/>
            </a:ln>
          </p:spPr>
          <p:txBody>
            <a:bodyPr>
              <a:spAutoFit/>
            </a:bodyPr>
            <a:lstStyle/>
            <a:p>
              <a:endParaRPr lang="zh-CN" altLang="en-US"/>
            </a:p>
          </p:txBody>
        </p:sp>
        <p:sp>
          <p:nvSpPr>
            <p:cNvPr id="60" name="Rectangle 31"/>
            <p:cNvSpPr>
              <a:spLocks noChangeArrowheads="1"/>
            </p:cNvSpPr>
            <p:nvPr/>
          </p:nvSpPr>
          <p:spPr bwMode="auto">
            <a:xfrm>
              <a:off x="2908" y="3848"/>
              <a:ext cx="1160" cy="291"/>
            </a:xfrm>
            <a:prstGeom prst="rect">
              <a:avLst/>
            </a:prstGeom>
            <a:noFill/>
            <a:ln w="31750">
              <a:noFill/>
              <a:miter lim="800000"/>
              <a:headEnd/>
              <a:tailEnd/>
            </a:ln>
          </p:spPr>
          <p:txBody>
            <a:bodyPr>
              <a:spAutoFit/>
            </a:bodyPr>
            <a:lstStyle/>
            <a:p>
              <a:r>
                <a:rPr lang="zh-CN" altLang="en-US" sz="2400" dirty="0"/>
                <a:t>无界区域</a:t>
              </a:r>
            </a:p>
          </p:txBody>
        </p:sp>
        <p:sp>
          <p:nvSpPr>
            <p:cNvPr id="61" name="Line 54"/>
            <p:cNvSpPr>
              <a:spLocks noChangeShapeType="1"/>
            </p:cNvSpPr>
            <p:nvPr/>
          </p:nvSpPr>
          <p:spPr bwMode="auto">
            <a:xfrm>
              <a:off x="2466" y="3671"/>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62" name="Line 55"/>
            <p:cNvSpPr>
              <a:spLocks noChangeShapeType="1"/>
            </p:cNvSpPr>
            <p:nvPr/>
          </p:nvSpPr>
          <p:spPr bwMode="auto">
            <a:xfrm flipV="1">
              <a:off x="3353" y="2429"/>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63" name="Text Box 57"/>
            <p:cNvSpPr txBox="1">
              <a:spLocks noChangeArrowheads="1"/>
            </p:cNvSpPr>
            <p:nvPr/>
          </p:nvSpPr>
          <p:spPr bwMode="auto">
            <a:xfrm>
              <a:off x="4103" y="3644"/>
              <a:ext cx="167" cy="288"/>
            </a:xfrm>
            <a:prstGeom prst="rect">
              <a:avLst/>
            </a:prstGeom>
            <a:noFill/>
            <a:ln w="9525">
              <a:noFill/>
              <a:miter lim="800000"/>
              <a:headEnd/>
              <a:tailEnd/>
            </a:ln>
          </p:spPr>
          <p:txBody>
            <a:bodyPr>
              <a:spAutoFit/>
            </a:bodyPr>
            <a:lstStyle/>
            <a:p>
              <a:r>
                <a:rPr lang="en-US" altLang="zh-CN" sz="2400" i="1"/>
                <a:t>x</a:t>
              </a:r>
            </a:p>
          </p:txBody>
        </p:sp>
        <p:sp>
          <p:nvSpPr>
            <p:cNvPr id="64" name="Text Box 58"/>
            <p:cNvSpPr txBox="1">
              <a:spLocks noChangeArrowheads="1"/>
            </p:cNvSpPr>
            <p:nvPr/>
          </p:nvSpPr>
          <p:spPr bwMode="auto">
            <a:xfrm>
              <a:off x="3359" y="2354"/>
              <a:ext cx="167" cy="288"/>
            </a:xfrm>
            <a:prstGeom prst="rect">
              <a:avLst/>
            </a:prstGeom>
            <a:noFill/>
            <a:ln w="9525">
              <a:noFill/>
              <a:miter lim="800000"/>
              <a:headEnd/>
              <a:tailEnd/>
            </a:ln>
          </p:spPr>
          <p:txBody>
            <a:bodyPr>
              <a:spAutoFit/>
            </a:bodyPr>
            <a:lstStyle/>
            <a:p>
              <a:r>
                <a:rPr lang="en-US" altLang="zh-CN" sz="2400" i="1"/>
                <a:t>y</a:t>
              </a:r>
            </a:p>
          </p:txBody>
        </p:sp>
        <p:sp>
          <p:nvSpPr>
            <p:cNvPr id="65" name="Text Box 59"/>
            <p:cNvSpPr txBox="1">
              <a:spLocks noChangeArrowheads="1"/>
            </p:cNvSpPr>
            <p:nvPr/>
          </p:nvSpPr>
          <p:spPr bwMode="auto">
            <a:xfrm>
              <a:off x="3136" y="3617"/>
              <a:ext cx="167" cy="288"/>
            </a:xfrm>
            <a:prstGeom prst="rect">
              <a:avLst/>
            </a:prstGeom>
            <a:noFill/>
            <a:ln w="9525">
              <a:noFill/>
              <a:miter lim="800000"/>
              <a:headEnd/>
              <a:tailEnd/>
            </a:ln>
          </p:spPr>
          <p:txBody>
            <a:bodyPr>
              <a:spAutoFit/>
            </a:bodyPr>
            <a:lstStyle/>
            <a:p>
              <a:r>
                <a:rPr lang="en-US" altLang="zh-CN" sz="2400" i="1"/>
                <a:t>O</a:t>
              </a:r>
            </a:p>
          </p:txBody>
        </p:sp>
        <p:sp>
          <p:nvSpPr>
            <p:cNvPr id="66" name="Text Box 60"/>
            <p:cNvSpPr txBox="1">
              <a:spLocks noChangeArrowheads="1"/>
            </p:cNvSpPr>
            <p:nvPr/>
          </p:nvSpPr>
          <p:spPr bwMode="auto">
            <a:xfrm>
              <a:off x="3463" y="2915"/>
              <a:ext cx="167" cy="288"/>
            </a:xfrm>
            <a:prstGeom prst="rect">
              <a:avLst/>
            </a:prstGeom>
            <a:noFill/>
            <a:ln w="9525">
              <a:noFill/>
              <a:miter lim="800000"/>
              <a:headEnd/>
              <a:tailEnd/>
            </a:ln>
          </p:spPr>
          <p:txBody>
            <a:bodyPr>
              <a:spAutoFit/>
            </a:bodyPr>
            <a:lstStyle/>
            <a:p>
              <a:r>
                <a:rPr lang="en-US" altLang="zh-CN" sz="2400" i="1"/>
                <a:t>D</a:t>
              </a:r>
            </a:p>
          </p:txBody>
        </p:sp>
        <p:sp>
          <p:nvSpPr>
            <p:cNvPr id="67" name="Arc 62"/>
            <p:cNvSpPr>
              <a:spLocks/>
            </p:cNvSpPr>
            <p:nvPr/>
          </p:nvSpPr>
          <p:spPr bwMode="auto">
            <a:xfrm flipV="1">
              <a:off x="3352" y="2495"/>
              <a:ext cx="583" cy="1155"/>
            </a:xfrm>
            <a:custGeom>
              <a:avLst/>
              <a:gdLst>
                <a:gd name="T0" fmla="*/ 0 w 21600"/>
                <a:gd name="T1" fmla="*/ 0 h 21793"/>
                <a:gd name="T2" fmla="*/ 583 w 21600"/>
                <a:gd name="T3" fmla="*/ 1155 h 21793"/>
                <a:gd name="T4" fmla="*/ 0 w 21600"/>
                <a:gd name="T5" fmla="*/ 1145 h 21793"/>
                <a:gd name="T6" fmla="*/ 0 60000 65536"/>
                <a:gd name="T7" fmla="*/ 0 60000 65536"/>
                <a:gd name="T8" fmla="*/ 0 60000 65536"/>
                <a:gd name="T9" fmla="*/ 0 w 21600"/>
                <a:gd name="T10" fmla="*/ 0 h 21793"/>
                <a:gd name="T11" fmla="*/ 21600 w 21600"/>
                <a:gd name="T12" fmla="*/ 21793 h 21793"/>
              </a:gdLst>
              <a:ahLst/>
              <a:cxnLst>
                <a:cxn ang="T6">
                  <a:pos x="T0" y="T1"/>
                </a:cxn>
                <a:cxn ang="T7">
                  <a:pos x="T2" y="T3"/>
                </a:cxn>
                <a:cxn ang="T8">
                  <a:pos x="T4" y="T5"/>
                </a:cxn>
              </a:cxnLst>
              <a:rect l="T9" t="T10" r="T11" b="T12"/>
              <a:pathLst>
                <a:path w="21600" h="21793" fill="none" extrusionOk="0">
                  <a:moveTo>
                    <a:pt x="-1" y="0"/>
                  </a:moveTo>
                  <a:cubicBezTo>
                    <a:pt x="11929" y="0"/>
                    <a:pt x="21600" y="9670"/>
                    <a:pt x="21600" y="21600"/>
                  </a:cubicBezTo>
                  <a:cubicBezTo>
                    <a:pt x="21600" y="21664"/>
                    <a:pt x="21599" y="21728"/>
                    <a:pt x="21599" y="21793"/>
                  </a:cubicBezTo>
                </a:path>
                <a:path w="21600" h="21793" stroke="0" extrusionOk="0">
                  <a:moveTo>
                    <a:pt x="-1" y="0"/>
                  </a:moveTo>
                  <a:cubicBezTo>
                    <a:pt x="11929" y="0"/>
                    <a:pt x="21600" y="9670"/>
                    <a:pt x="21600" y="21600"/>
                  </a:cubicBezTo>
                  <a:cubicBezTo>
                    <a:pt x="21600" y="21664"/>
                    <a:pt x="21599" y="21728"/>
                    <a:pt x="21599" y="21793"/>
                  </a:cubicBezTo>
                  <a:lnTo>
                    <a:pt x="0" y="21600"/>
                  </a:lnTo>
                  <a:close/>
                </a:path>
              </a:pathLst>
            </a:custGeom>
            <a:noFill/>
            <a:ln w="38100">
              <a:solidFill>
                <a:schemeClr val="tx1"/>
              </a:solidFill>
              <a:prstDash val="dash"/>
              <a:round/>
              <a:headEnd/>
              <a:tailEnd/>
            </a:ln>
          </p:spPr>
          <p:txBody>
            <a:bodyPr anchor="ctr">
              <a:spAutoFit/>
            </a:bodyPr>
            <a:lstStyle/>
            <a:p>
              <a:endParaRPr lang="zh-CN" altLang="en-US"/>
            </a:p>
          </p:txBody>
        </p:sp>
        <p:sp>
          <p:nvSpPr>
            <p:cNvPr id="68" name="Arc 64"/>
            <p:cNvSpPr>
              <a:spLocks/>
            </p:cNvSpPr>
            <p:nvPr/>
          </p:nvSpPr>
          <p:spPr bwMode="auto">
            <a:xfrm flipH="1" flipV="1">
              <a:off x="2752" y="2492"/>
              <a:ext cx="583" cy="1155"/>
            </a:xfrm>
            <a:custGeom>
              <a:avLst/>
              <a:gdLst>
                <a:gd name="T0" fmla="*/ 0 w 21600"/>
                <a:gd name="T1" fmla="*/ 0 h 21793"/>
                <a:gd name="T2" fmla="*/ 583 w 21600"/>
                <a:gd name="T3" fmla="*/ 1155 h 21793"/>
                <a:gd name="T4" fmla="*/ 0 w 21600"/>
                <a:gd name="T5" fmla="*/ 1145 h 21793"/>
                <a:gd name="T6" fmla="*/ 0 60000 65536"/>
                <a:gd name="T7" fmla="*/ 0 60000 65536"/>
                <a:gd name="T8" fmla="*/ 0 60000 65536"/>
                <a:gd name="T9" fmla="*/ 0 w 21600"/>
                <a:gd name="T10" fmla="*/ 0 h 21793"/>
                <a:gd name="T11" fmla="*/ 21600 w 21600"/>
                <a:gd name="T12" fmla="*/ 21793 h 21793"/>
              </a:gdLst>
              <a:ahLst/>
              <a:cxnLst>
                <a:cxn ang="T6">
                  <a:pos x="T0" y="T1"/>
                </a:cxn>
                <a:cxn ang="T7">
                  <a:pos x="T2" y="T3"/>
                </a:cxn>
                <a:cxn ang="T8">
                  <a:pos x="T4" y="T5"/>
                </a:cxn>
              </a:cxnLst>
              <a:rect l="T9" t="T10" r="T11" b="T12"/>
              <a:pathLst>
                <a:path w="21600" h="21793" fill="none" extrusionOk="0">
                  <a:moveTo>
                    <a:pt x="-1" y="0"/>
                  </a:moveTo>
                  <a:cubicBezTo>
                    <a:pt x="11929" y="0"/>
                    <a:pt x="21600" y="9670"/>
                    <a:pt x="21600" y="21600"/>
                  </a:cubicBezTo>
                  <a:cubicBezTo>
                    <a:pt x="21600" y="21664"/>
                    <a:pt x="21599" y="21728"/>
                    <a:pt x="21599" y="21793"/>
                  </a:cubicBezTo>
                </a:path>
                <a:path w="21600" h="21793" stroke="0" extrusionOk="0">
                  <a:moveTo>
                    <a:pt x="-1" y="0"/>
                  </a:moveTo>
                  <a:cubicBezTo>
                    <a:pt x="11929" y="0"/>
                    <a:pt x="21600" y="9670"/>
                    <a:pt x="21600" y="21600"/>
                  </a:cubicBezTo>
                  <a:cubicBezTo>
                    <a:pt x="21600" y="21664"/>
                    <a:pt x="21599" y="21728"/>
                    <a:pt x="21599" y="21793"/>
                  </a:cubicBezTo>
                  <a:lnTo>
                    <a:pt x="0" y="21600"/>
                  </a:lnTo>
                  <a:close/>
                </a:path>
              </a:pathLst>
            </a:custGeom>
            <a:noFill/>
            <a:ln w="38100">
              <a:solidFill>
                <a:schemeClr val="tx1"/>
              </a:solidFill>
              <a:prstDash val="dash"/>
              <a:round/>
              <a:headEnd/>
              <a:tailEnd/>
            </a:ln>
          </p:spPr>
          <p:txBody>
            <a:bodyPr anchor="ctr">
              <a:spAutoFit/>
            </a:bodyPr>
            <a:lstStyle/>
            <a:p>
              <a:endParaRPr lang="zh-CN" altLang="en-US"/>
            </a:p>
          </p:txBody>
        </p:sp>
      </p:grpSp>
      <p:grpSp>
        <p:nvGrpSpPr>
          <p:cNvPr id="69" name="Group 69"/>
          <p:cNvGrpSpPr>
            <a:grpSpLocks/>
          </p:cNvGrpSpPr>
          <p:nvPr/>
        </p:nvGrpSpPr>
        <p:grpSpPr bwMode="auto">
          <a:xfrm>
            <a:off x="1825342" y="3635701"/>
            <a:ext cx="2863850" cy="2714625"/>
            <a:chOff x="340" y="2493"/>
            <a:chExt cx="1804" cy="1710"/>
          </a:xfrm>
        </p:grpSpPr>
        <p:sp>
          <p:nvSpPr>
            <p:cNvPr id="70" name="Rectangle 30"/>
            <p:cNvSpPr>
              <a:spLocks noChangeArrowheads="1"/>
            </p:cNvSpPr>
            <p:nvPr/>
          </p:nvSpPr>
          <p:spPr bwMode="auto">
            <a:xfrm>
              <a:off x="765" y="3912"/>
              <a:ext cx="896" cy="291"/>
            </a:xfrm>
            <a:prstGeom prst="rect">
              <a:avLst/>
            </a:prstGeom>
            <a:noFill/>
            <a:ln w="31750">
              <a:noFill/>
              <a:miter lim="800000"/>
              <a:headEnd/>
              <a:tailEnd/>
            </a:ln>
          </p:spPr>
          <p:txBody>
            <a:bodyPr wrap="none">
              <a:spAutoFit/>
            </a:bodyPr>
            <a:lstStyle/>
            <a:p>
              <a:r>
                <a:rPr lang="zh-CN" altLang="en-US" sz="2400" dirty="0"/>
                <a:t>有界区域</a:t>
              </a:r>
            </a:p>
          </p:txBody>
        </p:sp>
        <p:sp>
          <p:nvSpPr>
            <p:cNvPr id="71" name="Line 43"/>
            <p:cNvSpPr>
              <a:spLocks noChangeShapeType="1"/>
            </p:cNvSpPr>
            <p:nvPr/>
          </p:nvSpPr>
          <p:spPr bwMode="auto">
            <a:xfrm>
              <a:off x="340" y="3810"/>
              <a:ext cx="1797" cy="0"/>
            </a:xfrm>
            <a:prstGeom prst="line">
              <a:avLst/>
            </a:prstGeom>
            <a:noFill/>
            <a:ln w="38100">
              <a:solidFill>
                <a:schemeClr val="tx1"/>
              </a:solidFill>
              <a:round/>
              <a:headEnd/>
              <a:tailEnd type="triangle" w="med" len="med"/>
            </a:ln>
          </p:spPr>
          <p:txBody>
            <a:bodyPr>
              <a:spAutoFit/>
            </a:bodyPr>
            <a:lstStyle/>
            <a:p>
              <a:endParaRPr lang="zh-CN" altLang="en-US"/>
            </a:p>
          </p:txBody>
        </p:sp>
        <p:sp>
          <p:nvSpPr>
            <p:cNvPr id="72" name="Line 44"/>
            <p:cNvSpPr>
              <a:spLocks noChangeShapeType="1"/>
            </p:cNvSpPr>
            <p:nvPr/>
          </p:nvSpPr>
          <p:spPr bwMode="auto">
            <a:xfrm flipV="1">
              <a:off x="576" y="2568"/>
              <a:ext cx="0" cy="1582"/>
            </a:xfrm>
            <a:prstGeom prst="line">
              <a:avLst/>
            </a:prstGeom>
            <a:noFill/>
            <a:ln w="38100">
              <a:solidFill>
                <a:schemeClr val="tx1"/>
              </a:solidFill>
              <a:round/>
              <a:headEnd/>
              <a:tailEnd type="triangle" w="med" len="med"/>
            </a:ln>
          </p:spPr>
          <p:txBody>
            <a:bodyPr>
              <a:spAutoFit/>
            </a:bodyPr>
            <a:lstStyle/>
            <a:p>
              <a:endParaRPr lang="zh-CN" altLang="en-US"/>
            </a:p>
          </p:txBody>
        </p:sp>
        <p:sp>
          <p:nvSpPr>
            <p:cNvPr id="73" name="Text Box 46"/>
            <p:cNvSpPr txBox="1">
              <a:spLocks noChangeArrowheads="1"/>
            </p:cNvSpPr>
            <p:nvPr/>
          </p:nvSpPr>
          <p:spPr bwMode="auto">
            <a:xfrm>
              <a:off x="1977" y="3783"/>
              <a:ext cx="167" cy="288"/>
            </a:xfrm>
            <a:prstGeom prst="rect">
              <a:avLst/>
            </a:prstGeom>
            <a:noFill/>
            <a:ln w="9525">
              <a:noFill/>
              <a:miter lim="800000"/>
              <a:headEnd/>
              <a:tailEnd/>
            </a:ln>
          </p:spPr>
          <p:txBody>
            <a:bodyPr>
              <a:spAutoFit/>
            </a:bodyPr>
            <a:lstStyle/>
            <a:p>
              <a:r>
                <a:rPr lang="en-US" altLang="zh-CN" sz="2400" i="1"/>
                <a:t>x</a:t>
              </a:r>
            </a:p>
          </p:txBody>
        </p:sp>
        <p:sp>
          <p:nvSpPr>
            <p:cNvPr id="74" name="Text Box 47"/>
            <p:cNvSpPr txBox="1">
              <a:spLocks noChangeArrowheads="1"/>
            </p:cNvSpPr>
            <p:nvPr/>
          </p:nvSpPr>
          <p:spPr bwMode="auto">
            <a:xfrm>
              <a:off x="582" y="2493"/>
              <a:ext cx="167" cy="288"/>
            </a:xfrm>
            <a:prstGeom prst="rect">
              <a:avLst/>
            </a:prstGeom>
            <a:noFill/>
            <a:ln w="9525">
              <a:noFill/>
              <a:miter lim="800000"/>
              <a:headEnd/>
              <a:tailEnd/>
            </a:ln>
          </p:spPr>
          <p:txBody>
            <a:bodyPr>
              <a:spAutoFit/>
            </a:bodyPr>
            <a:lstStyle/>
            <a:p>
              <a:r>
                <a:rPr lang="en-US" altLang="zh-CN" sz="2400" i="1"/>
                <a:t>y</a:t>
              </a:r>
            </a:p>
          </p:txBody>
        </p:sp>
        <p:sp>
          <p:nvSpPr>
            <p:cNvPr id="75" name="Text Box 48"/>
            <p:cNvSpPr txBox="1">
              <a:spLocks noChangeArrowheads="1"/>
            </p:cNvSpPr>
            <p:nvPr/>
          </p:nvSpPr>
          <p:spPr bwMode="auto">
            <a:xfrm>
              <a:off x="359" y="3756"/>
              <a:ext cx="167" cy="288"/>
            </a:xfrm>
            <a:prstGeom prst="rect">
              <a:avLst/>
            </a:prstGeom>
            <a:noFill/>
            <a:ln w="9525">
              <a:noFill/>
              <a:miter lim="800000"/>
              <a:headEnd/>
              <a:tailEnd/>
            </a:ln>
          </p:spPr>
          <p:txBody>
            <a:bodyPr>
              <a:spAutoFit/>
            </a:bodyPr>
            <a:lstStyle/>
            <a:p>
              <a:r>
                <a:rPr lang="en-US" altLang="zh-CN" sz="2400" i="1"/>
                <a:t>O</a:t>
              </a:r>
            </a:p>
          </p:txBody>
        </p:sp>
        <p:sp>
          <p:nvSpPr>
            <p:cNvPr id="76" name="AutoShape 67" descr="深色上对角线"/>
            <p:cNvSpPr>
              <a:spLocks noChangeArrowheads="1"/>
            </p:cNvSpPr>
            <p:nvPr/>
          </p:nvSpPr>
          <p:spPr bwMode="auto">
            <a:xfrm>
              <a:off x="592" y="2704"/>
              <a:ext cx="1106" cy="1106"/>
            </a:xfrm>
            <a:custGeom>
              <a:avLst/>
              <a:gdLst>
                <a:gd name="T0" fmla="*/ 553 w 21600"/>
                <a:gd name="T1" fmla="*/ 0 h 21600"/>
                <a:gd name="T2" fmla="*/ 162 w 21600"/>
                <a:gd name="T3" fmla="*/ 162 h 21600"/>
                <a:gd name="T4" fmla="*/ 0 w 21600"/>
                <a:gd name="T5" fmla="*/ 553 h 21600"/>
                <a:gd name="T6" fmla="*/ 162 w 21600"/>
                <a:gd name="T7" fmla="*/ 944 h 21600"/>
                <a:gd name="T8" fmla="*/ 553 w 21600"/>
                <a:gd name="T9" fmla="*/ 1106 h 21600"/>
                <a:gd name="T10" fmla="*/ 944 w 21600"/>
                <a:gd name="T11" fmla="*/ 944 h 21600"/>
                <a:gd name="T12" fmla="*/ 1106 w 21600"/>
                <a:gd name="T13" fmla="*/ 553 h 21600"/>
                <a:gd name="T14" fmla="*/ 944 w 21600"/>
                <a:gd name="T15" fmla="*/ 162 h 21600"/>
                <a:gd name="T16" fmla="*/ 0 60000 65536"/>
                <a:gd name="T17" fmla="*/ 0 60000 65536"/>
                <a:gd name="T18" fmla="*/ 0 60000 65536"/>
                <a:gd name="T19" fmla="*/ 0 60000 65536"/>
                <a:gd name="T20" fmla="*/ 0 60000 65536"/>
                <a:gd name="T21" fmla="*/ 0 60000 65536"/>
                <a:gd name="T22" fmla="*/ 0 60000 65536"/>
                <a:gd name="T23" fmla="*/ 0 60000 65536"/>
                <a:gd name="T24" fmla="*/ 3164 w 21600"/>
                <a:gd name="T25" fmla="*/ 3164 h 21600"/>
                <a:gd name="T26" fmla="*/ 18436 w 21600"/>
                <a:gd name="T27" fmla="*/ 1843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pattFill prst="dkUpDiag">
              <a:fgClr>
                <a:schemeClr val="tx1"/>
              </a:fgClr>
              <a:bgClr>
                <a:schemeClr val="bg1"/>
              </a:bgClr>
            </a:pattFill>
            <a:ln w="38100">
              <a:solidFill>
                <a:schemeClr val="tx1"/>
              </a:solidFill>
              <a:prstDash val="dash"/>
              <a:round/>
              <a:headEnd/>
              <a:tailEnd/>
            </a:ln>
          </p:spPr>
          <p:txBody>
            <a:bodyPr wrap="none" anchor="ctr">
              <a:spAutoFit/>
            </a:bodyPr>
            <a:lstStyle/>
            <a:p>
              <a:endParaRPr lang="zh-CN" altLang="en-US"/>
            </a:p>
          </p:txBody>
        </p:sp>
        <p:sp>
          <p:nvSpPr>
            <p:cNvPr id="77" name="Text Box 49"/>
            <p:cNvSpPr txBox="1">
              <a:spLocks noChangeArrowheads="1"/>
            </p:cNvSpPr>
            <p:nvPr/>
          </p:nvSpPr>
          <p:spPr bwMode="auto">
            <a:xfrm>
              <a:off x="1254" y="3464"/>
              <a:ext cx="213" cy="288"/>
            </a:xfrm>
            <a:prstGeom prst="rect">
              <a:avLst/>
            </a:prstGeom>
            <a:noFill/>
            <a:ln w="9525">
              <a:noFill/>
              <a:miter lim="800000"/>
              <a:headEnd/>
              <a:tailEnd/>
            </a:ln>
          </p:spPr>
          <p:txBody>
            <a:bodyPr>
              <a:spAutoFit/>
            </a:bodyPr>
            <a:lstStyle/>
            <a:p>
              <a:r>
                <a:rPr lang="en-US" altLang="zh-CN" sz="2400" i="1"/>
                <a:t>D</a:t>
              </a:r>
            </a:p>
          </p:txBody>
        </p:sp>
        <p:sp>
          <p:nvSpPr>
            <p:cNvPr id="78" name="Oval 68"/>
            <p:cNvSpPr>
              <a:spLocks noChangeArrowheads="1"/>
            </p:cNvSpPr>
            <p:nvPr/>
          </p:nvSpPr>
          <p:spPr bwMode="auto">
            <a:xfrm>
              <a:off x="1121" y="3233"/>
              <a:ext cx="56" cy="56"/>
            </a:xfrm>
            <a:prstGeom prst="ellipse">
              <a:avLst/>
            </a:prstGeom>
            <a:solidFill>
              <a:schemeClr val="tx1"/>
            </a:solidFill>
            <a:ln w="9525">
              <a:noFill/>
              <a:round/>
              <a:headEnd/>
              <a:tailEnd/>
            </a:ln>
          </p:spPr>
          <p:txBody>
            <a:bodyPr wrap="none" anchor="ctr">
              <a:spAutoFit/>
            </a:bodyPr>
            <a:lstStyle/>
            <a:p>
              <a:endParaRPr lang="zh-CN" altLang="en-US"/>
            </a:p>
          </p:txBody>
        </p:sp>
      </p:grpSp>
      <p:graphicFrame>
        <p:nvGraphicFramePr>
          <p:cNvPr id="79" name="Object 70"/>
          <p:cNvGraphicFramePr>
            <a:graphicFrameLocks noChangeAspect="1"/>
          </p:cNvGraphicFramePr>
          <p:nvPr>
            <p:extLst>
              <p:ext uri="{D42A27DB-BD31-4B8C-83A1-F6EECF244321}">
                <p14:modId xmlns:p14="http://schemas.microsoft.com/office/powerpoint/2010/main" val="1119947422"/>
              </p:ext>
            </p:extLst>
          </p:nvPr>
        </p:nvGraphicFramePr>
        <p:xfrm>
          <a:off x="1738030" y="4498031"/>
          <a:ext cx="3741737" cy="357188"/>
        </p:xfrm>
        <a:graphic>
          <a:graphicData uri="http://schemas.openxmlformats.org/presentationml/2006/ole">
            <mc:AlternateContent xmlns:mc="http://schemas.openxmlformats.org/markup-compatibility/2006">
              <mc:Choice xmlns:v="urn:schemas-microsoft-com:vml" Requires="v">
                <p:oleObj spid="_x0000_s132164" name="Equation" r:id="rId4" imgW="4267080" imgH="406080" progId="Equation.DSMT4">
                  <p:embed/>
                </p:oleObj>
              </mc:Choice>
              <mc:Fallback>
                <p:oleObj name="Equation" r:id="rId4" imgW="4267080" imgH="406080" progId="Equation.DSMT4">
                  <p:embed/>
                  <p:pic>
                    <p:nvPicPr>
                      <p:cNvPr id="727110" name="Object 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8030" y="4498031"/>
                        <a:ext cx="3741737"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 name="Object 71"/>
          <p:cNvGraphicFramePr>
            <a:graphicFrameLocks noChangeAspect="1"/>
          </p:cNvGraphicFramePr>
          <p:nvPr>
            <p:extLst>
              <p:ext uri="{D42A27DB-BD31-4B8C-83A1-F6EECF244321}">
                <p14:modId xmlns:p14="http://schemas.microsoft.com/office/powerpoint/2010/main" val="1816326645"/>
              </p:ext>
            </p:extLst>
          </p:nvPr>
        </p:nvGraphicFramePr>
        <p:xfrm>
          <a:off x="7390482" y="3923356"/>
          <a:ext cx="1966913" cy="412750"/>
        </p:xfrm>
        <a:graphic>
          <a:graphicData uri="http://schemas.openxmlformats.org/presentationml/2006/ole">
            <mc:AlternateContent xmlns:mc="http://schemas.openxmlformats.org/markup-compatibility/2006">
              <mc:Choice xmlns:v="urn:schemas-microsoft-com:vml" Requires="v">
                <p:oleObj spid="_x0000_s132165" name="Equation" r:id="rId6" imgW="1942920" imgH="406080" progId="Equation.DSMT4">
                  <p:embed/>
                </p:oleObj>
              </mc:Choice>
              <mc:Fallback>
                <p:oleObj name="Equation" r:id="rId6" imgW="1942920" imgH="406080" progId="Equation.DSMT4">
                  <p:embed/>
                  <p:pic>
                    <p:nvPicPr>
                      <p:cNvPr id="727111" name="Object 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0482" y="3923356"/>
                        <a:ext cx="1966913"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 name="Object 5"/>
          <p:cNvGraphicFramePr>
            <a:graphicFrameLocks noChangeAspect="1"/>
          </p:cNvGraphicFramePr>
          <p:nvPr>
            <p:extLst>
              <p:ext uri="{D42A27DB-BD31-4B8C-83A1-F6EECF244321}">
                <p14:modId xmlns:p14="http://schemas.microsoft.com/office/powerpoint/2010/main" val="145036512"/>
              </p:ext>
            </p:extLst>
          </p:nvPr>
        </p:nvGraphicFramePr>
        <p:xfrm>
          <a:off x="1666592" y="1323031"/>
          <a:ext cx="4267200" cy="406400"/>
        </p:xfrm>
        <a:graphic>
          <a:graphicData uri="http://schemas.openxmlformats.org/presentationml/2006/ole">
            <mc:AlternateContent xmlns:mc="http://schemas.openxmlformats.org/markup-compatibility/2006">
              <mc:Choice xmlns:v="urn:schemas-microsoft-com:vml" Requires="v">
                <p:oleObj spid="_x0000_s132166" name="Equation" r:id="rId8" imgW="4267080" imgH="406080" progId="Equation.DSMT4">
                  <p:embed/>
                </p:oleObj>
              </mc:Choice>
              <mc:Fallback>
                <p:oleObj name="Equation" r:id="rId8" imgW="4267080" imgH="406080" progId="Equation.DSMT4">
                  <p:embed/>
                  <p:pic>
                    <p:nvPicPr>
                      <p:cNvPr id="5125"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66592" y="1323031"/>
                        <a:ext cx="42672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5318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wipe(left)">
                                      <p:cBhvr>
                                        <p:cTn id="12" dur="5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left)">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wipe(left)">
                                      <p:cBhvr>
                                        <p:cTn id="37" dur="500"/>
                                        <p:tgtEl>
                                          <p:spTgt spid="7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wipe(left)">
                                      <p:cBhvr>
                                        <p:cTn id="42" dur="500"/>
                                        <p:tgtEl>
                                          <p:spTgt spid="6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0"/>
                                        </p:tgtEl>
                                        <p:attrNameLst>
                                          <p:attrName>style.visibility</p:attrName>
                                        </p:attrNameLst>
                                      </p:cBhvr>
                                      <p:to>
                                        <p:strVal val="visible"/>
                                      </p:to>
                                    </p:set>
                                    <p:animEffect transition="in" filter="wipe(left)">
                                      <p:cBhvr>
                                        <p:cTn id="47" dur="500"/>
                                        <p:tgtEl>
                                          <p:spTgt spid="8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left)">
                                      <p:cBhvr>
                                        <p:cTn id="5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33" grpId="0" autoUpdateAnimBg="0"/>
      <p:bldP spid="34" grpId="0" autoUpdateAnimBg="0"/>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 Box 2"/>
          <p:cNvSpPr txBox="1">
            <a:spLocks noChangeArrowheads="1"/>
          </p:cNvSpPr>
          <p:nvPr/>
        </p:nvSpPr>
        <p:spPr bwMode="auto">
          <a:xfrm>
            <a:off x="1773238" y="638176"/>
            <a:ext cx="8382000" cy="461665"/>
          </a:xfrm>
          <a:prstGeom prst="rect">
            <a:avLst/>
          </a:prstGeom>
          <a:noFill/>
          <a:ln w="31750">
            <a:noFill/>
            <a:miter lim="800000"/>
            <a:headEnd/>
            <a:tailEnd/>
          </a:ln>
        </p:spPr>
        <p:txBody>
          <a:bodyPr>
            <a:spAutoFit/>
          </a:bodyPr>
          <a:lstStyle/>
          <a:p>
            <a:r>
              <a:rPr lang="en-US" altLang="zh-CN" sz="2400">
                <a:solidFill>
                  <a:srgbClr val="0000FF"/>
                </a:solidFill>
              </a:rPr>
              <a:t>4. </a:t>
            </a:r>
            <a:r>
              <a:rPr lang="zh-CN" altLang="en-US" sz="2400">
                <a:solidFill>
                  <a:srgbClr val="0000FF"/>
                </a:solidFill>
              </a:rPr>
              <a:t>在</a:t>
            </a:r>
            <a:r>
              <a:rPr lang="en-US" altLang="zh-CN" sz="2400" i="1">
                <a:solidFill>
                  <a:srgbClr val="0000FF"/>
                </a:solidFill>
              </a:rPr>
              <a:t>n</a:t>
            </a:r>
            <a:r>
              <a:rPr lang="zh-CN" altLang="en-US" sz="2400">
                <a:solidFill>
                  <a:srgbClr val="0000FF"/>
                </a:solidFill>
              </a:rPr>
              <a:t>维空间</a:t>
            </a:r>
            <a:r>
              <a:rPr lang="en-US" altLang="zh-CN" sz="2400" i="1">
                <a:solidFill>
                  <a:srgbClr val="0000FF"/>
                </a:solidFill>
              </a:rPr>
              <a:t>R</a:t>
            </a:r>
            <a:r>
              <a:rPr lang="en-US" altLang="zh-CN" sz="2400" i="1" baseline="30000">
                <a:solidFill>
                  <a:srgbClr val="0000FF"/>
                </a:solidFill>
              </a:rPr>
              <a:t>n</a:t>
            </a:r>
            <a:r>
              <a:rPr lang="zh-CN" altLang="en-US" sz="2400">
                <a:solidFill>
                  <a:srgbClr val="0000FF"/>
                </a:solidFill>
              </a:rPr>
              <a:t>中的推广</a:t>
            </a:r>
          </a:p>
        </p:txBody>
      </p:sp>
      <p:sp>
        <p:nvSpPr>
          <p:cNvPr id="731144" name="Text Box 8"/>
          <p:cNvSpPr txBox="1">
            <a:spLocks noChangeArrowheads="1"/>
          </p:cNvSpPr>
          <p:nvPr/>
        </p:nvSpPr>
        <p:spPr bwMode="auto">
          <a:xfrm>
            <a:off x="1752600" y="1309689"/>
            <a:ext cx="4572000" cy="461665"/>
          </a:xfrm>
          <a:prstGeom prst="rect">
            <a:avLst/>
          </a:prstGeom>
          <a:noFill/>
          <a:ln w="31750">
            <a:noFill/>
            <a:miter lim="800000"/>
            <a:headEnd/>
            <a:tailEnd/>
          </a:ln>
        </p:spPr>
        <p:txBody>
          <a:bodyPr>
            <a:spAutoFit/>
          </a:bodyPr>
          <a:lstStyle/>
          <a:p>
            <a:r>
              <a:rPr lang="en-US" altLang="zh-CN" sz="2400">
                <a:solidFill>
                  <a:srgbClr val="0000FF"/>
                </a:solidFill>
              </a:rPr>
              <a:t>(1)  </a:t>
            </a:r>
            <a:r>
              <a:rPr lang="zh-CN" altLang="en-US" sz="2400">
                <a:solidFill>
                  <a:srgbClr val="0000FF"/>
                </a:solidFill>
              </a:rPr>
              <a:t>两点间的距离</a:t>
            </a:r>
          </a:p>
        </p:txBody>
      </p:sp>
      <p:sp>
        <p:nvSpPr>
          <p:cNvPr id="731145" name="Text Box 9"/>
          <p:cNvSpPr txBox="1">
            <a:spLocks noChangeArrowheads="1"/>
          </p:cNvSpPr>
          <p:nvPr/>
        </p:nvSpPr>
        <p:spPr bwMode="auto">
          <a:xfrm>
            <a:off x="1752600" y="3367089"/>
            <a:ext cx="3886200" cy="461665"/>
          </a:xfrm>
          <a:prstGeom prst="rect">
            <a:avLst/>
          </a:prstGeom>
          <a:noFill/>
          <a:ln w="31750">
            <a:noFill/>
            <a:miter lim="800000"/>
            <a:headEnd/>
            <a:tailEnd/>
          </a:ln>
        </p:spPr>
        <p:txBody>
          <a:bodyPr>
            <a:spAutoFit/>
          </a:bodyPr>
          <a:lstStyle/>
          <a:p>
            <a:r>
              <a:rPr lang="en-US" altLang="zh-CN" sz="2400">
                <a:solidFill>
                  <a:srgbClr val="0000FF"/>
                </a:solidFill>
              </a:rPr>
              <a:t>(2)  </a:t>
            </a:r>
            <a:r>
              <a:rPr lang="zh-CN" altLang="en-US" sz="2400">
                <a:solidFill>
                  <a:srgbClr val="0000FF"/>
                </a:solidFill>
              </a:rPr>
              <a:t>邻域的概念</a:t>
            </a:r>
          </a:p>
        </p:txBody>
      </p:sp>
      <p:sp>
        <p:nvSpPr>
          <p:cNvPr id="731146" name="Rectangle 10"/>
          <p:cNvSpPr>
            <a:spLocks noChangeArrowheads="1"/>
          </p:cNvSpPr>
          <p:nvPr/>
        </p:nvSpPr>
        <p:spPr bwMode="auto">
          <a:xfrm>
            <a:off x="2247901" y="3990976"/>
            <a:ext cx="1112805" cy="461665"/>
          </a:xfrm>
          <a:prstGeom prst="rect">
            <a:avLst/>
          </a:prstGeom>
          <a:noFill/>
          <a:ln w="31750">
            <a:noFill/>
            <a:miter lim="800000"/>
            <a:headEnd/>
            <a:tailEnd/>
          </a:ln>
        </p:spPr>
        <p:txBody>
          <a:bodyPr wrap="none">
            <a:spAutoFit/>
          </a:bodyPr>
          <a:lstStyle/>
          <a:p>
            <a:r>
              <a:rPr lang="zh-CN" altLang="en-US" sz="2400" dirty="0">
                <a:solidFill>
                  <a:srgbClr val="0000FF"/>
                </a:solidFill>
              </a:rPr>
              <a:t>邻域：</a:t>
            </a:r>
          </a:p>
        </p:txBody>
      </p:sp>
      <p:sp>
        <p:nvSpPr>
          <p:cNvPr id="731148" name="Text Box 12"/>
          <p:cNvSpPr txBox="1">
            <a:spLocks noChangeArrowheads="1"/>
          </p:cNvSpPr>
          <p:nvPr/>
        </p:nvSpPr>
        <p:spPr bwMode="auto">
          <a:xfrm>
            <a:off x="2247900" y="4662489"/>
            <a:ext cx="8034338" cy="978729"/>
          </a:xfrm>
          <a:prstGeom prst="rect">
            <a:avLst/>
          </a:prstGeom>
          <a:noFill/>
          <a:ln w="31750">
            <a:noFill/>
            <a:miter lim="800000"/>
            <a:headEnd/>
            <a:tailEnd/>
          </a:ln>
        </p:spPr>
        <p:txBody>
          <a:bodyPr>
            <a:spAutoFit/>
          </a:bodyPr>
          <a:lstStyle/>
          <a:p>
            <a:pPr>
              <a:lnSpc>
                <a:spcPct val="120000"/>
              </a:lnSpc>
            </a:pPr>
            <a:r>
              <a:rPr lang="zh-CN" altLang="en-US" sz="2400">
                <a:cs typeface="Times New Roman" pitchFamily="18" charset="0"/>
              </a:rPr>
              <a:t>类似地</a:t>
            </a:r>
            <a:r>
              <a:rPr lang="en-US" altLang="zh-CN" sz="2400">
                <a:cs typeface="Times New Roman" pitchFamily="18" charset="0"/>
              </a:rPr>
              <a:t>,</a:t>
            </a:r>
            <a:r>
              <a:rPr lang="zh-CN" altLang="en-US" sz="2400">
                <a:cs typeface="Times New Roman" pitchFamily="18" charset="0"/>
              </a:rPr>
              <a:t>可以定义</a:t>
            </a:r>
            <a:r>
              <a:rPr lang="en-US" altLang="zh-CN" sz="2400" i="1">
                <a:cs typeface="Times New Roman" pitchFamily="18" charset="0"/>
              </a:rPr>
              <a:t>n</a:t>
            </a:r>
            <a:r>
              <a:rPr lang="zh-CN" altLang="en-US" sz="2400">
                <a:cs typeface="Times New Roman" pitchFamily="18" charset="0"/>
              </a:rPr>
              <a:t>维空间</a:t>
            </a:r>
            <a:r>
              <a:rPr lang="en-US" altLang="zh-CN" sz="2400" i="1">
                <a:cs typeface="Times New Roman" pitchFamily="18" charset="0"/>
              </a:rPr>
              <a:t>R</a:t>
            </a:r>
            <a:r>
              <a:rPr lang="en-US" altLang="zh-CN" sz="2400" i="1" baseline="30000">
                <a:cs typeface="Times New Roman" pitchFamily="18" charset="0"/>
              </a:rPr>
              <a:t>n</a:t>
            </a:r>
            <a:r>
              <a:rPr lang="zh-CN" altLang="en-US" sz="2400">
                <a:cs typeface="Times New Roman" pitchFamily="18" charset="0"/>
              </a:rPr>
              <a:t>中的内点、边界点、区域、聚点等概念．</a:t>
            </a:r>
          </a:p>
        </p:txBody>
      </p:sp>
      <p:graphicFrame>
        <p:nvGraphicFramePr>
          <p:cNvPr id="3" name="Object 6"/>
          <p:cNvGraphicFramePr>
            <a:graphicFrameLocks noChangeAspect="1"/>
          </p:cNvGraphicFramePr>
          <p:nvPr/>
        </p:nvGraphicFramePr>
        <p:xfrm>
          <a:off x="2321243" y="1860550"/>
          <a:ext cx="5537200" cy="393700"/>
        </p:xfrm>
        <a:graphic>
          <a:graphicData uri="http://schemas.openxmlformats.org/presentationml/2006/ole">
            <mc:AlternateContent xmlns:mc="http://schemas.openxmlformats.org/markup-compatibility/2006">
              <mc:Choice xmlns:v="urn:schemas-microsoft-com:vml" Requires="v">
                <p:oleObj spid="_x0000_s6273" name="Equation" r:id="rId4" imgW="5537160" imgH="393480" progId="Equation.DSMT4">
                  <p:embed/>
                </p:oleObj>
              </mc:Choice>
              <mc:Fallback>
                <p:oleObj name="Equation" r:id="rId4" imgW="5537160" imgH="393480" progId="Equation.DSMT4">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1243" y="1860550"/>
                        <a:ext cx="55372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1" name="Object 7"/>
          <p:cNvGraphicFramePr>
            <a:graphicFrameLocks noChangeAspect="1"/>
          </p:cNvGraphicFramePr>
          <p:nvPr/>
        </p:nvGraphicFramePr>
        <p:xfrm>
          <a:off x="2321243" y="2363788"/>
          <a:ext cx="6121400" cy="508000"/>
        </p:xfrm>
        <a:graphic>
          <a:graphicData uri="http://schemas.openxmlformats.org/presentationml/2006/ole">
            <mc:AlternateContent xmlns:mc="http://schemas.openxmlformats.org/markup-compatibility/2006">
              <mc:Choice xmlns:v="urn:schemas-microsoft-com:vml" Requires="v">
                <p:oleObj spid="_x0000_s6274" name="Equation" r:id="rId6" imgW="6121080" imgH="507960" progId="Equation.DSMT4">
                  <p:embed/>
                </p:oleObj>
              </mc:Choice>
              <mc:Fallback>
                <p:oleObj name="Equation" r:id="rId6" imgW="6121080" imgH="507960" progId="Equation.DSMT4">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1243" y="2363788"/>
                        <a:ext cx="61214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2" name="Object 8"/>
          <p:cNvGraphicFramePr>
            <a:graphicFrameLocks noChangeAspect="1"/>
          </p:cNvGraphicFramePr>
          <p:nvPr/>
        </p:nvGraphicFramePr>
        <p:xfrm>
          <a:off x="3185795" y="4009390"/>
          <a:ext cx="4241800" cy="508000"/>
        </p:xfrm>
        <a:graphic>
          <a:graphicData uri="http://schemas.openxmlformats.org/presentationml/2006/ole">
            <mc:AlternateContent xmlns:mc="http://schemas.openxmlformats.org/markup-compatibility/2006">
              <mc:Choice xmlns:v="urn:schemas-microsoft-com:vml" Requires="v">
                <p:oleObj spid="_x0000_s6275" name="Equation" r:id="rId8" imgW="4241520" imgH="507960" progId="Equation.DSMT4">
                  <p:embed/>
                </p:oleObj>
              </mc:Choice>
              <mc:Fallback>
                <p:oleObj name="Equation" r:id="rId8" imgW="4241520" imgH="507960" progId="Equation.DSMT4">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85795" y="4009390"/>
                        <a:ext cx="42418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1144"/>
                                        </p:tgtEl>
                                        <p:attrNameLst>
                                          <p:attrName>style.visibility</p:attrName>
                                        </p:attrNameLst>
                                      </p:cBhvr>
                                      <p:to>
                                        <p:strVal val="visible"/>
                                      </p:to>
                                    </p:set>
                                    <p:animEffect transition="in" filter="wipe(left)">
                                      <p:cBhvr>
                                        <p:cTn id="7" dur="500"/>
                                        <p:tgtEl>
                                          <p:spTgt spid="7311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51"/>
                                        </p:tgtEl>
                                        <p:attrNameLst>
                                          <p:attrName>style.visibility</p:attrName>
                                        </p:attrNameLst>
                                      </p:cBhvr>
                                      <p:to>
                                        <p:strVal val="visible"/>
                                      </p:to>
                                    </p:set>
                                    <p:animEffect transition="in" filter="wipe(left)">
                                      <p:cBhvr>
                                        <p:cTn id="17" dur="500"/>
                                        <p:tgtEl>
                                          <p:spTgt spid="61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1145"/>
                                        </p:tgtEl>
                                        <p:attrNameLst>
                                          <p:attrName>style.visibility</p:attrName>
                                        </p:attrNameLst>
                                      </p:cBhvr>
                                      <p:to>
                                        <p:strVal val="visible"/>
                                      </p:to>
                                    </p:set>
                                    <p:animEffect transition="in" filter="wipe(left)">
                                      <p:cBhvr>
                                        <p:cTn id="22" dur="500"/>
                                        <p:tgtEl>
                                          <p:spTgt spid="7311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31146"/>
                                        </p:tgtEl>
                                        <p:attrNameLst>
                                          <p:attrName>style.visibility</p:attrName>
                                        </p:attrNameLst>
                                      </p:cBhvr>
                                      <p:to>
                                        <p:strVal val="visible"/>
                                      </p:to>
                                    </p:set>
                                    <p:animEffect transition="in" filter="wipe(left)">
                                      <p:cBhvr>
                                        <p:cTn id="27" dur="500"/>
                                        <p:tgtEl>
                                          <p:spTgt spid="731146"/>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6152"/>
                                        </p:tgtEl>
                                        <p:attrNameLst>
                                          <p:attrName>style.visibility</p:attrName>
                                        </p:attrNameLst>
                                      </p:cBhvr>
                                      <p:to>
                                        <p:strVal val="visible"/>
                                      </p:to>
                                    </p:set>
                                    <p:animEffect transition="in" filter="wipe(left)">
                                      <p:cBhvr>
                                        <p:cTn id="31" dur="500"/>
                                        <p:tgtEl>
                                          <p:spTgt spid="615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31148"/>
                                        </p:tgtEl>
                                        <p:attrNameLst>
                                          <p:attrName>style.visibility</p:attrName>
                                        </p:attrNameLst>
                                      </p:cBhvr>
                                      <p:to>
                                        <p:strVal val="visible"/>
                                      </p:to>
                                    </p:set>
                                    <p:animEffect transition="in" filter="wipe(left)">
                                      <p:cBhvr>
                                        <p:cTn id="36" dur="500"/>
                                        <p:tgtEl>
                                          <p:spTgt spid="731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44" grpId="0" autoUpdateAnimBg="0"/>
      <p:bldP spid="731145" grpId="0" autoUpdateAnimBg="0"/>
      <p:bldP spid="731146" grpId="0" autoUpdateAnimBg="0"/>
      <p:bldP spid="73114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Text Box 2"/>
          <p:cNvSpPr txBox="1">
            <a:spLocks noChangeArrowheads="1"/>
          </p:cNvSpPr>
          <p:nvPr/>
        </p:nvSpPr>
        <p:spPr bwMode="auto">
          <a:xfrm>
            <a:off x="1905000" y="243840"/>
            <a:ext cx="8229600" cy="523220"/>
          </a:xfrm>
          <a:prstGeom prst="rect">
            <a:avLst/>
          </a:prstGeom>
          <a:noFill/>
          <a:ln w="31750">
            <a:noFill/>
            <a:miter lim="800000"/>
            <a:headEnd/>
            <a:tailEnd/>
          </a:ln>
        </p:spPr>
        <p:txBody>
          <a:bodyPr>
            <a:spAutoFit/>
          </a:bodyPr>
          <a:lstStyle/>
          <a:p>
            <a:r>
              <a:rPr lang="zh-CN" altLang="en-US" dirty="0">
                <a:effectLst>
                  <a:outerShdw blurRad="38100" dist="38100" dir="2700000" algn="tl">
                    <a:srgbClr val="000000">
                      <a:alpha val="43137"/>
                    </a:srgbClr>
                  </a:outerShdw>
                </a:effectLst>
              </a:rPr>
              <a:t>四、多元函数的概念</a:t>
            </a:r>
          </a:p>
        </p:txBody>
      </p:sp>
      <p:sp>
        <p:nvSpPr>
          <p:cNvPr id="733187" name="Text Box 3"/>
          <p:cNvSpPr txBox="1">
            <a:spLocks noChangeArrowheads="1"/>
          </p:cNvSpPr>
          <p:nvPr/>
        </p:nvSpPr>
        <p:spPr bwMode="auto">
          <a:xfrm>
            <a:off x="1874520" y="872809"/>
            <a:ext cx="8382000" cy="461665"/>
          </a:xfrm>
          <a:prstGeom prst="rect">
            <a:avLst/>
          </a:prstGeom>
          <a:noFill/>
          <a:ln w="31750">
            <a:noFill/>
            <a:miter lim="800000"/>
            <a:headEnd/>
            <a:tailEnd/>
          </a:ln>
        </p:spPr>
        <p:txBody>
          <a:bodyPr>
            <a:spAutoFit/>
          </a:bodyPr>
          <a:lstStyle/>
          <a:p>
            <a:r>
              <a:rPr lang="zh-CN" altLang="en-US" sz="2400" dirty="0">
                <a:solidFill>
                  <a:srgbClr val="0000FF"/>
                </a:solidFill>
              </a:rPr>
              <a:t>定义</a:t>
            </a:r>
            <a:r>
              <a:rPr lang="en-US" altLang="zh-CN" sz="2400" dirty="0">
                <a:solidFill>
                  <a:srgbClr val="0000FF"/>
                </a:solidFill>
              </a:rPr>
              <a:t>1. </a:t>
            </a:r>
            <a:r>
              <a:rPr lang="zh-CN" altLang="en-US" sz="2400" dirty="0"/>
              <a:t>设</a:t>
            </a:r>
            <a:r>
              <a:rPr lang="en-US" altLang="zh-CN" sz="2400" i="1" dirty="0"/>
              <a:t>D</a:t>
            </a:r>
            <a:r>
              <a:rPr lang="zh-CN" altLang="en-US" sz="2400" dirty="0"/>
              <a:t>为</a:t>
            </a:r>
            <a:r>
              <a:rPr lang="en-US" altLang="zh-CN" sz="2400" i="1" dirty="0"/>
              <a:t>R</a:t>
            </a:r>
            <a:r>
              <a:rPr lang="en-US" altLang="zh-CN" sz="2400" baseline="30000" dirty="0"/>
              <a:t>2</a:t>
            </a:r>
            <a:r>
              <a:rPr lang="zh-CN" altLang="en-US" sz="2400" dirty="0"/>
              <a:t>的非空子集</a:t>
            </a:r>
            <a:r>
              <a:rPr lang="en-US" altLang="zh-CN" sz="2400" dirty="0"/>
              <a:t>(</a:t>
            </a:r>
            <a:r>
              <a:rPr lang="zh-CN" altLang="en-US" sz="2400" dirty="0"/>
              <a:t>平面点集</a:t>
            </a:r>
            <a:r>
              <a:rPr lang="en-US" altLang="zh-CN" sz="2400" dirty="0"/>
              <a:t>), </a:t>
            </a:r>
            <a:r>
              <a:rPr lang="en-US" altLang="zh-CN" sz="2400" i="1" dirty="0"/>
              <a:t>R</a:t>
            </a:r>
            <a:r>
              <a:rPr lang="zh-CN" altLang="en-US" sz="2400" dirty="0"/>
              <a:t>为实数集</a:t>
            </a:r>
            <a:r>
              <a:rPr lang="en-US" altLang="zh-CN" sz="2400" dirty="0"/>
              <a:t>,</a:t>
            </a:r>
            <a:r>
              <a:rPr lang="zh-CN" altLang="en-US" sz="2400" dirty="0"/>
              <a:t>若</a:t>
            </a:r>
            <a:r>
              <a:rPr lang="en-US" altLang="zh-CN" sz="2400" i="1" dirty="0"/>
              <a:t>f </a:t>
            </a:r>
            <a:r>
              <a:rPr lang="zh-CN" altLang="en-US" sz="2400" dirty="0"/>
              <a:t>为</a:t>
            </a:r>
            <a:r>
              <a:rPr lang="en-US" altLang="zh-CN" sz="2400" i="1" dirty="0"/>
              <a:t>D</a:t>
            </a:r>
            <a:r>
              <a:rPr lang="zh-CN" altLang="en-US" sz="2400" dirty="0"/>
              <a:t>到</a:t>
            </a:r>
            <a:r>
              <a:rPr lang="en-US" altLang="zh-CN" sz="2400" i="1" dirty="0"/>
              <a:t>R</a:t>
            </a:r>
          </a:p>
        </p:txBody>
      </p:sp>
      <p:sp>
        <p:nvSpPr>
          <p:cNvPr id="733188" name="Text Box 4"/>
          <p:cNvSpPr txBox="1">
            <a:spLocks noChangeArrowheads="1"/>
          </p:cNvSpPr>
          <p:nvPr/>
        </p:nvSpPr>
        <p:spPr bwMode="auto">
          <a:xfrm>
            <a:off x="1874520" y="1421449"/>
            <a:ext cx="8763000" cy="461665"/>
          </a:xfrm>
          <a:prstGeom prst="rect">
            <a:avLst/>
          </a:prstGeom>
          <a:noFill/>
          <a:ln w="31750">
            <a:noFill/>
            <a:miter lim="800000"/>
            <a:headEnd/>
            <a:tailEnd/>
          </a:ln>
        </p:spPr>
        <p:txBody>
          <a:bodyPr>
            <a:spAutoFit/>
          </a:bodyPr>
          <a:lstStyle/>
          <a:p>
            <a:r>
              <a:rPr lang="zh-CN" altLang="en-US" sz="2400" dirty="0"/>
              <a:t>的一个映射</a:t>
            </a:r>
            <a:r>
              <a:rPr lang="en-US" altLang="zh-CN" sz="2400" dirty="0"/>
              <a:t>, </a:t>
            </a:r>
            <a:r>
              <a:rPr lang="zh-CN" altLang="en-US" sz="2400" dirty="0"/>
              <a:t>即对于</a:t>
            </a:r>
            <a:r>
              <a:rPr lang="en-US" altLang="zh-CN" sz="2400" i="1" dirty="0"/>
              <a:t>D</a:t>
            </a:r>
            <a:r>
              <a:rPr lang="zh-CN" altLang="en-US" sz="2400" dirty="0"/>
              <a:t>中的每一点</a:t>
            </a:r>
            <a:r>
              <a:rPr lang="en-US" altLang="zh-CN" sz="2400" dirty="0"/>
              <a:t>(</a:t>
            </a:r>
            <a:r>
              <a:rPr lang="en-US" altLang="zh-CN" sz="2400" i="1" dirty="0"/>
              <a:t>x</a:t>
            </a:r>
            <a:r>
              <a:rPr lang="en-US" altLang="zh-CN" sz="2400" dirty="0"/>
              <a:t>, </a:t>
            </a:r>
            <a:r>
              <a:rPr lang="en-US" altLang="zh-CN" sz="2400" i="1" dirty="0"/>
              <a:t>y</a:t>
            </a:r>
            <a:r>
              <a:rPr lang="en-US" altLang="zh-CN" sz="2400" dirty="0"/>
              <a:t>), </a:t>
            </a:r>
            <a:r>
              <a:rPr lang="zh-CN" altLang="en-US" sz="2400" dirty="0"/>
              <a:t>通过</a:t>
            </a:r>
            <a:r>
              <a:rPr lang="en-US" altLang="zh-CN" sz="2400" i="1" dirty="0"/>
              <a:t>f, </a:t>
            </a:r>
            <a:r>
              <a:rPr lang="zh-CN" altLang="en-US" sz="2400" dirty="0"/>
              <a:t>在</a:t>
            </a:r>
            <a:r>
              <a:rPr lang="en-US" altLang="zh-CN" sz="2400" i="1" dirty="0"/>
              <a:t>R</a:t>
            </a:r>
            <a:r>
              <a:rPr lang="zh-CN" altLang="en-US" sz="2400" dirty="0"/>
              <a:t>中存在惟一</a:t>
            </a:r>
            <a:endParaRPr lang="zh-CN" altLang="en-US" sz="2400" i="1" dirty="0"/>
          </a:p>
        </p:txBody>
      </p:sp>
      <p:sp>
        <p:nvSpPr>
          <p:cNvPr id="733189" name="Text Box 5"/>
          <p:cNvSpPr txBox="1">
            <a:spLocks noChangeArrowheads="1"/>
          </p:cNvSpPr>
          <p:nvPr/>
        </p:nvSpPr>
        <p:spPr bwMode="auto">
          <a:xfrm>
            <a:off x="1874520" y="1901509"/>
            <a:ext cx="8763000" cy="461665"/>
          </a:xfrm>
          <a:prstGeom prst="rect">
            <a:avLst/>
          </a:prstGeom>
          <a:noFill/>
          <a:ln w="31750">
            <a:noFill/>
            <a:miter lim="800000"/>
            <a:headEnd/>
            <a:tailEnd/>
          </a:ln>
        </p:spPr>
        <p:txBody>
          <a:bodyPr>
            <a:spAutoFit/>
          </a:bodyPr>
          <a:lstStyle/>
          <a:p>
            <a:r>
              <a:rPr lang="zh-CN" altLang="en-US" sz="2400" dirty="0"/>
              <a:t>的实数</a:t>
            </a:r>
            <a:r>
              <a:rPr lang="en-US" altLang="zh-CN" sz="2400" i="1" dirty="0"/>
              <a:t>z</a:t>
            </a:r>
            <a:r>
              <a:rPr lang="zh-CN" altLang="en-US" sz="2400" dirty="0"/>
              <a:t>与之对应</a:t>
            </a:r>
            <a:r>
              <a:rPr lang="en-US" altLang="zh-CN" sz="2400" dirty="0"/>
              <a:t>, </a:t>
            </a:r>
            <a:r>
              <a:rPr lang="zh-CN" altLang="en-US" sz="2400" dirty="0"/>
              <a:t>则称</a:t>
            </a:r>
            <a:r>
              <a:rPr lang="en-US" altLang="zh-CN" sz="2400" i="1" dirty="0"/>
              <a:t>f </a:t>
            </a:r>
            <a:r>
              <a:rPr lang="zh-CN" altLang="en-US" sz="2400" dirty="0"/>
              <a:t>为定义在</a:t>
            </a:r>
            <a:r>
              <a:rPr lang="en-US" altLang="zh-CN" sz="2400" i="1" dirty="0"/>
              <a:t>D</a:t>
            </a:r>
            <a:r>
              <a:rPr lang="zh-CN" altLang="en-US" sz="2400" dirty="0"/>
              <a:t>上的</a:t>
            </a:r>
            <a:r>
              <a:rPr lang="zh-CN" altLang="en-US" sz="2400" dirty="0">
                <a:solidFill>
                  <a:srgbClr val="0000FF"/>
                </a:solidFill>
              </a:rPr>
              <a:t>二元函数</a:t>
            </a:r>
            <a:r>
              <a:rPr lang="en-US" altLang="zh-CN" sz="2400" dirty="0"/>
              <a:t>, </a:t>
            </a:r>
            <a:r>
              <a:rPr lang="zh-CN" altLang="en-US" sz="2400" dirty="0"/>
              <a:t>记为</a:t>
            </a:r>
          </a:p>
        </p:txBody>
      </p:sp>
      <p:graphicFrame>
        <p:nvGraphicFramePr>
          <p:cNvPr id="2" name="Object 6"/>
          <p:cNvGraphicFramePr>
            <a:graphicFrameLocks noChangeAspect="1"/>
          </p:cNvGraphicFramePr>
          <p:nvPr/>
        </p:nvGraphicFramePr>
        <p:xfrm>
          <a:off x="3454400" y="2447925"/>
          <a:ext cx="2082800" cy="406400"/>
        </p:xfrm>
        <a:graphic>
          <a:graphicData uri="http://schemas.openxmlformats.org/presentationml/2006/ole">
            <mc:AlternateContent xmlns:mc="http://schemas.openxmlformats.org/markup-compatibility/2006">
              <mc:Choice xmlns:v="urn:schemas-microsoft-com:vml" Requires="v">
                <p:oleObj spid="_x0000_s7543" name="Equation" r:id="rId4" imgW="2082600" imgH="406080" progId="Equation.DSMT4">
                  <p:embed/>
                </p:oleObj>
              </mc:Choice>
              <mc:Fallback>
                <p:oleObj name="Equation" r:id="rId4" imgW="2082600" imgH="406080" progId="Equation.DSMT4">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4400" y="2447925"/>
                        <a:ext cx="20828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5" name="Object 7"/>
          <p:cNvGraphicFramePr>
            <a:graphicFrameLocks noChangeAspect="1"/>
          </p:cNvGraphicFramePr>
          <p:nvPr/>
        </p:nvGraphicFramePr>
        <p:xfrm>
          <a:off x="2856865" y="3020695"/>
          <a:ext cx="3619500" cy="381000"/>
        </p:xfrm>
        <a:graphic>
          <a:graphicData uri="http://schemas.openxmlformats.org/presentationml/2006/ole">
            <mc:AlternateContent xmlns:mc="http://schemas.openxmlformats.org/markup-compatibility/2006">
              <mc:Choice xmlns:v="urn:schemas-microsoft-com:vml" Requires="v">
                <p:oleObj spid="_x0000_s7544" name="Equation" r:id="rId6" imgW="3619440" imgH="380880" progId="Equation.DSMT4">
                  <p:embed/>
                </p:oleObj>
              </mc:Choice>
              <mc:Fallback>
                <p:oleObj name="Equation" r:id="rId6" imgW="3619440" imgH="380880" progId="Equation.DSMT4">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6865" y="3020695"/>
                        <a:ext cx="3619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6" name="Object 8"/>
          <p:cNvGraphicFramePr>
            <a:graphicFrameLocks noChangeAspect="1"/>
          </p:cNvGraphicFramePr>
          <p:nvPr>
            <p:extLst>
              <p:ext uri="{D42A27DB-BD31-4B8C-83A1-F6EECF244321}">
                <p14:modId xmlns:p14="http://schemas.microsoft.com/office/powerpoint/2010/main" val="3503541689"/>
              </p:ext>
            </p:extLst>
          </p:nvPr>
        </p:nvGraphicFramePr>
        <p:xfrm>
          <a:off x="1925638" y="3444875"/>
          <a:ext cx="4508500" cy="381000"/>
        </p:xfrm>
        <a:graphic>
          <a:graphicData uri="http://schemas.openxmlformats.org/presentationml/2006/ole">
            <mc:AlternateContent xmlns:mc="http://schemas.openxmlformats.org/markup-compatibility/2006">
              <mc:Choice xmlns:v="urn:schemas-microsoft-com:vml" Requires="v">
                <p:oleObj spid="_x0000_s7545" name="Equation" r:id="rId8" imgW="4508280" imgH="380880" progId="Equation.DSMT4">
                  <p:embed/>
                </p:oleObj>
              </mc:Choice>
              <mc:Fallback>
                <p:oleObj name="Equation" r:id="rId8" imgW="4508280" imgH="380880" progId="Equation.DSMT4">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5638" y="3444875"/>
                        <a:ext cx="4508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7" name="Object 9"/>
          <p:cNvGraphicFramePr>
            <a:graphicFrameLocks noChangeAspect="1"/>
          </p:cNvGraphicFramePr>
          <p:nvPr/>
        </p:nvGraphicFramePr>
        <p:xfrm>
          <a:off x="6583680" y="3430588"/>
          <a:ext cx="3619500" cy="431800"/>
        </p:xfrm>
        <a:graphic>
          <a:graphicData uri="http://schemas.openxmlformats.org/presentationml/2006/ole">
            <mc:AlternateContent xmlns:mc="http://schemas.openxmlformats.org/markup-compatibility/2006">
              <mc:Choice xmlns:v="urn:schemas-microsoft-com:vml" Requires="v">
                <p:oleObj spid="_x0000_s7546" name="Equation" r:id="rId10" imgW="3619440" imgH="431640" progId="Equation.DSMT4">
                  <p:embed/>
                </p:oleObj>
              </mc:Choice>
              <mc:Fallback>
                <p:oleObj name="Equation" r:id="rId10" imgW="3619440" imgH="431640" progId="Equation.DSMT4">
                  <p:embed/>
                  <p:pic>
                    <p:nvPicPr>
                      <p:cNvPr id="0"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83680" y="3430588"/>
                        <a:ext cx="3619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8" name="Object 10"/>
          <p:cNvGraphicFramePr>
            <a:graphicFrameLocks noChangeAspect="1"/>
          </p:cNvGraphicFramePr>
          <p:nvPr>
            <p:extLst>
              <p:ext uri="{D42A27DB-BD31-4B8C-83A1-F6EECF244321}">
                <p14:modId xmlns:p14="http://schemas.microsoft.com/office/powerpoint/2010/main" val="3533820338"/>
              </p:ext>
            </p:extLst>
          </p:nvPr>
        </p:nvGraphicFramePr>
        <p:xfrm>
          <a:off x="1925638" y="3968750"/>
          <a:ext cx="6667500" cy="520700"/>
        </p:xfrm>
        <a:graphic>
          <a:graphicData uri="http://schemas.openxmlformats.org/presentationml/2006/ole">
            <mc:AlternateContent xmlns:mc="http://schemas.openxmlformats.org/markup-compatibility/2006">
              <mc:Choice xmlns:v="urn:schemas-microsoft-com:vml" Requires="v">
                <p:oleObj spid="_x0000_s7547" name="Equation" r:id="rId12" imgW="6667200" imgH="520560" progId="Equation.DSMT4">
                  <p:embed/>
                </p:oleObj>
              </mc:Choice>
              <mc:Fallback>
                <p:oleObj name="Equation" r:id="rId12" imgW="6667200" imgH="520560" progId="Equation.DSMT4">
                  <p:embed/>
                  <p:pic>
                    <p:nvPicPr>
                      <p:cNvPr id="0" name="Picture 10"/>
                      <p:cNvPicPr>
                        <a:picLocks noChangeAspect="1" noChangeArrowheads="1"/>
                      </p:cNvPicPr>
                      <p:nvPr/>
                    </p:nvPicPr>
                    <p:blipFill>
                      <a:blip r:embed="rId13"/>
                      <a:srcRect/>
                      <a:stretch>
                        <a:fillRect/>
                      </a:stretch>
                    </p:blipFill>
                    <p:spPr bwMode="auto">
                      <a:xfrm>
                        <a:off x="1925638" y="3968750"/>
                        <a:ext cx="66675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Rectangle 5"/>
          <p:cNvSpPr>
            <a:spLocks noChangeArrowheads="1"/>
          </p:cNvSpPr>
          <p:nvPr/>
        </p:nvSpPr>
        <p:spPr bwMode="auto">
          <a:xfrm>
            <a:off x="1833359" y="4561524"/>
            <a:ext cx="6526212" cy="461665"/>
          </a:xfrm>
          <a:prstGeom prst="rect">
            <a:avLst/>
          </a:prstGeom>
          <a:noFill/>
          <a:ln w="31750">
            <a:noFill/>
            <a:miter lim="800000"/>
            <a:headEnd/>
            <a:tailEnd/>
          </a:ln>
        </p:spPr>
        <p:txBody>
          <a:bodyPr>
            <a:spAutoFit/>
          </a:bodyPr>
          <a:lstStyle/>
          <a:p>
            <a:r>
              <a:rPr lang="zh-CN" altLang="en-US" sz="2400" dirty="0"/>
              <a:t>类似地可定义三元及三元以上函数．</a:t>
            </a:r>
          </a:p>
        </p:txBody>
      </p:sp>
      <p:graphicFrame>
        <p:nvGraphicFramePr>
          <p:cNvPr id="17" name="Object 10"/>
          <p:cNvGraphicFramePr>
            <a:graphicFrameLocks noChangeAspect="1"/>
          </p:cNvGraphicFramePr>
          <p:nvPr>
            <p:extLst>
              <p:ext uri="{D42A27DB-BD31-4B8C-83A1-F6EECF244321}">
                <p14:modId xmlns:p14="http://schemas.microsoft.com/office/powerpoint/2010/main" val="3299158553"/>
              </p:ext>
            </p:extLst>
          </p:nvPr>
        </p:nvGraphicFramePr>
        <p:xfrm>
          <a:off x="1925638" y="5142548"/>
          <a:ext cx="4800600" cy="368300"/>
        </p:xfrm>
        <a:graphic>
          <a:graphicData uri="http://schemas.openxmlformats.org/presentationml/2006/ole">
            <mc:AlternateContent xmlns:mc="http://schemas.openxmlformats.org/markup-compatibility/2006">
              <mc:Choice xmlns:v="urn:schemas-microsoft-com:vml" Requires="v">
                <p:oleObj spid="_x0000_s7548" name="Equation" r:id="rId14" imgW="4800600" imgH="368280" progId="Equation.DSMT4">
                  <p:embed/>
                </p:oleObj>
              </mc:Choice>
              <mc:Fallback>
                <p:oleObj name="Equation" r:id="rId14" imgW="4800600" imgH="368280" progId="Equation.DSMT4">
                  <p:embed/>
                  <p:pic>
                    <p:nvPicPr>
                      <p:cNvPr id="0" name="Picture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25638" y="5142548"/>
                        <a:ext cx="48006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1"/>
          <p:cNvGraphicFramePr>
            <a:graphicFrameLocks noChangeAspect="1"/>
          </p:cNvGraphicFramePr>
          <p:nvPr>
            <p:extLst>
              <p:ext uri="{D42A27DB-BD31-4B8C-83A1-F6EECF244321}">
                <p14:modId xmlns:p14="http://schemas.microsoft.com/office/powerpoint/2010/main" val="1607486931"/>
              </p:ext>
            </p:extLst>
          </p:nvPr>
        </p:nvGraphicFramePr>
        <p:xfrm>
          <a:off x="7026275" y="5140325"/>
          <a:ext cx="3213100" cy="393700"/>
        </p:xfrm>
        <a:graphic>
          <a:graphicData uri="http://schemas.openxmlformats.org/presentationml/2006/ole">
            <mc:AlternateContent xmlns:mc="http://schemas.openxmlformats.org/markup-compatibility/2006">
              <mc:Choice xmlns:v="urn:schemas-microsoft-com:vml" Requires="v">
                <p:oleObj spid="_x0000_s7549" name="Equation" r:id="rId16" imgW="3213000" imgH="393480" progId="Equation.DSMT4">
                  <p:embed/>
                </p:oleObj>
              </mc:Choice>
              <mc:Fallback>
                <p:oleObj name="Equation" r:id="rId16" imgW="3213000" imgH="393480" progId="Equation.DSMT4">
                  <p:embed/>
                  <p:pic>
                    <p:nvPicPr>
                      <p:cNvPr id="0" name="Picture 12"/>
                      <p:cNvPicPr>
                        <a:picLocks noChangeAspect="1" noChangeArrowheads="1"/>
                      </p:cNvPicPr>
                      <p:nvPr/>
                    </p:nvPicPr>
                    <p:blipFill>
                      <a:blip r:embed="rId17"/>
                      <a:srcRect/>
                      <a:stretch>
                        <a:fillRect/>
                      </a:stretch>
                    </p:blipFill>
                    <p:spPr bwMode="auto">
                      <a:xfrm>
                        <a:off x="7026275" y="5140325"/>
                        <a:ext cx="32131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2"/>
          <p:cNvGraphicFramePr>
            <a:graphicFrameLocks noChangeAspect="1"/>
          </p:cNvGraphicFramePr>
          <p:nvPr>
            <p:extLst>
              <p:ext uri="{D42A27DB-BD31-4B8C-83A1-F6EECF244321}">
                <p14:modId xmlns:p14="http://schemas.microsoft.com/office/powerpoint/2010/main" val="2620802038"/>
              </p:ext>
            </p:extLst>
          </p:nvPr>
        </p:nvGraphicFramePr>
        <p:xfrm>
          <a:off x="1925638" y="5630863"/>
          <a:ext cx="3670300" cy="419100"/>
        </p:xfrm>
        <a:graphic>
          <a:graphicData uri="http://schemas.openxmlformats.org/presentationml/2006/ole">
            <mc:AlternateContent xmlns:mc="http://schemas.openxmlformats.org/markup-compatibility/2006">
              <mc:Choice xmlns:v="urn:schemas-microsoft-com:vml" Requires="v">
                <p:oleObj spid="_x0000_s7550" name="Equation" r:id="rId18" imgW="3670200" imgH="419040" progId="Equation.DSMT4">
                  <p:embed/>
                </p:oleObj>
              </mc:Choice>
              <mc:Fallback>
                <p:oleObj name="Equation" r:id="rId18" imgW="3670200" imgH="419040" progId="Equation.DSMT4">
                  <p:embed/>
                  <p:pic>
                    <p:nvPicPr>
                      <p:cNvPr id="0" name="Picture 13"/>
                      <p:cNvPicPr>
                        <a:picLocks noChangeAspect="1" noChangeArrowheads="1"/>
                      </p:cNvPicPr>
                      <p:nvPr/>
                    </p:nvPicPr>
                    <p:blipFill>
                      <a:blip r:embed="rId19"/>
                      <a:srcRect/>
                      <a:stretch>
                        <a:fillRect/>
                      </a:stretch>
                    </p:blipFill>
                    <p:spPr bwMode="auto">
                      <a:xfrm>
                        <a:off x="1925638" y="5630863"/>
                        <a:ext cx="36703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2" name="Object 14"/>
          <p:cNvGraphicFramePr>
            <a:graphicFrameLocks noChangeAspect="1"/>
          </p:cNvGraphicFramePr>
          <p:nvPr>
            <p:extLst>
              <p:ext uri="{D42A27DB-BD31-4B8C-83A1-F6EECF244321}">
                <p14:modId xmlns:p14="http://schemas.microsoft.com/office/powerpoint/2010/main" val="104381267"/>
              </p:ext>
            </p:extLst>
          </p:nvPr>
        </p:nvGraphicFramePr>
        <p:xfrm>
          <a:off x="1925638" y="6042025"/>
          <a:ext cx="7924800" cy="419100"/>
        </p:xfrm>
        <a:graphic>
          <a:graphicData uri="http://schemas.openxmlformats.org/presentationml/2006/ole">
            <mc:AlternateContent xmlns:mc="http://schemas.openxmlformats.org/markup-compatibility/2006">
              <mc:Choice xmlns:v="urn:schemas-microsoft-com:vml" Requires="v">
                <p:oleObj spid="_x0000_s7551" name="Equation" r:id="rId20" imgW="7924680" imgH="419040" progId="Equation.DSMT4">
                  <p:embed/>
                </p:oleObj>
              </mc:Choice>
              <mc:Fallback>
                <p:oleObj name="Equation" r:id="rId20" imgW="7924680" imgH="419040" progId="Equation.DSMT4">
                  <p:embed/>
                  <p:pic>
                    <p:nvPicPr>
                      <p:cNvPr id="0" name="Picture 14"/>
                      <p:cNvPicPr>
                        <a:picLocks noChangeAspect="1" noChangeArrowheads="1"/>
                      </p:cNvPicPr>
                      <p:nvPr/>
                    </p:nvPicPr>
                    <p:blipFill>
                      <a:blip r:embed="rId21"/>
                      <a:srcRect/>
                      <a:stretch>
                        <a:fillRect/>
                      </a:stretch>
                    </p:blipFill>
                    <p:spPr bwMode="auto">
                      <a:xfrm>
                        <a:off x="1925638" y="6042025"/>
                        <a:ext cx="7924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3187"/>
                                        </p:tgtEl>
                                        <p:attrNameLst>
                                          <p:attrName>style.visibility</p:attrName>
                                        </p:attrNameLst>
                                      </p:cBhvr>
                                      <p:to>
                                        <p:strVal val="visible"/>
                                      </p:to>
                                    </p:set>
                                    <p:animEffect transition="in" filter="wipe(left)">
                                      <p:cBhvr>
                                        <p:cTn id="7" dur="500"/>
                                        <p:tgtEl>
                                          <p:spTgt spid="7331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3188"/>
                                        </p:tgtEl>
                                        <p:attrNameLst>
                                          <p:attrName>style.visibility</p:attrName>
                                        </p:attrNameLst>
                                      </p:cBhvr>
                                      <p:to>
                                        <p:strVal val="visible"/>
                                      </p:to>
                                    </p:set>
                                    <p:animEffect transition="in" filter="wipe(left)">
                                      <p:cBhvr>
                                        <p:cTn id="12" dur="500"/>
                                        <p:tgtEl>
                                          <p:spTgt spid="7331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3189"/>
                                        </p:tgtEl>
                                        <p:attrNameLst>
                                          <p:attrName>style.visibility</p:attrName>
                                        </p:attrNameLst>
                                      </p:cBhvr>
                                      <p:to>
                                        <p:strVal val="visible"/>
                                      </p:to>
                                    </p:set>
                                    <p:animEffect transition="in" filter="wipe(left)">
                                      <p:cBhvr>
                                        <p:cTn id="17" dur="500"/>
                                        <p:tgtEl>
                                          <p:spTgt spid="7331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75"/>
                                        </p:tgtEl>
                                        <p:attrNameLst>
                                          <p:attrName>style.visibility</p:attrName>
                                        </p:attrNameLst>
                                      </p:cBhvr>
                                      <p:to>
                                        <p:strVal val="visible"/>
                                      </p:to>
                                    </p:set>
                                    <p:animEffect transition="in" filter="wipe(left)">
                                      <p:cBhvr>
                                        <p:cTn id="27" dur="500"/>
                                        <p:tgtEl>
                                          <p:spTgt spid="71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176"/>
                                        </p:tgtEl>
                                        <p:attrNameLst>
                                          <p:attrName>style.visibility</p:attrName>
                                        </p:attrNameLst>
                                      </p:cBhvr>
                                      <p:to>
                                        <p:strVal val="visible"/>
                                      </p:to>
                                    </p:set>
                                    <p:animEffect transition="in" filter="wipe(left)">
                                      <p:cBhvr>
                                        <p:cTn id="32" dur="500"/>
                                        <p:tgtEl>
                                          <p:spTgt spid="717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177"/>
                                        </p:tgtEl>
                                        <p:attrNameLst>
                                          <p:attrName>style.visibility</p:attrName>
                                        </p:attrNameLst>
                                      </p:cBhvr>
                                      <p:to>
                                        <p:strVal val="visible"/>
                                      </p:to>
                                    </p:set>
                                    <p:animEffect transition="in" filter="wipe(left)">
                                      <p:cBhvr>
                                        <p:cTn id="37" dur="500"/>
                                        <p:tgtEl>
                                          <p:spTgt spid="717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178"/>
                                        </p:tgtEl>
                                        <p:attrNameLst>
                                          <p:attrName>style.visibility</p:attrName>
                                        </p:attrNameLst>
                                      </p:cBhvr>
                                      <p:to>
                                        <p:strVal val="visible"/>
                                      </p:to>
                                    </p:set>
                                    <p:animEffect transition="in" filter="wipe(left)">
                                      <p:cBhvr>
                                        <p:cTn id="42" dur="500"/>
                                        <p:tgtEl>
                                          <p:spTgt spid="717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7182"/>
                                        </p:tgtEl>
                                        <p:attrNameLst>
                                          <p:attrName>style.visibility</p:attrName>
                                        </p:attrNameLst>
                                      </p:cBhvr>
                                      <p:to>
                                        <p:strVal val="visible"/>
                                      </p:to>
                                    </p:set>
                                    <p:animEffect transition="in" filter="wipe(left)">
                                      <p:cBhvr>
                                        <p:cTn id="67" dur="500"/>
                                        <p:tgtEl>
                                          <p:spTgt spid="7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7" grpId="0"/>
      <p:bldP spid="733188" grpId="0"/>
      <p:bldP spid="733189"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4" name="Object 8"/>
          <p:cNvGraphicFramePr>
            <a:graphicFrameLocks noChangeAspect="1"/>
          </p:cNvGraphicFramePr>
          <p:nvPr>
            <p:extLst>
              <p:ext uri="{D42A27DB-BD31-4B8C-83A1-F6EECF244321}">
                <p14:modId xmlns:p14="http://schemas.microsoft.com/office/powerpoint/2010/main" val="2383022612"/>
              </p:ext>
            </p:extLst>
          </p:nvPr>
        </p:nvGraphicFramePr>
        <p:xfrm>
          <a:off x="1523054" y="317859"/>
          <a:ext cx="3238500" cy="368300"/>
        </p:xfrm>
        <a:graphic>
          <a:graphicData uri="http://schemas.openxmlformats.org/presentationml/2006/ole">
            <mc:AlternateContent xmlns:mc="http://schemas.openxmlformats.org/markup-compatibility/2006">
              <mc:Choice xmlns:v="urn:schemas-microsoft-com:vml" Requires="v">
                <p:oleObj spid="_x0000_s131765" name="Equation" r:id="rId4" imgW="3238200" imgH="368280" progId="Equation.DSMT4">
                  <p:embed/>
                </p:oleObj>
              </mc:Choice>
              <mc:Fallback>
                <p:oleObj name="Equation" r:id="rId4" imgW="3238200" imgH="368280" progId="Equation.DSMT4">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3054" y="317859"/>
                        <a:ext cx="32385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5" name="Object 9"/>
          <p:cNvGraphicFramePr>
            <a:graphicFrameLocks noChangeAspect="1"/>
          </p:cNvGraphicFramePr>
          <p:nvPr>
            <p:extLst>
              <p:ext uri="{D42A27DB-BD31-4B8C-83A1-F6EECF244321}">
                <p14:modId xmlns:p14="http://schemas.microsoft.com/office/powerpoint/2010/main" val="3876986360"/>
              </p:ext>
            </p:extLst>
          </p:nvPr>
        </p:nvGraphicFramePr>
        <p:xfrm>
          <a:off x="1523054" y="732910"/>
          <a:ext cx="5232400" cy="368300"/>
        </p:xfrm>
        <a:graphic>
          <a:graphicData uri="http://schemas.openxmlformats.org/presentationml/2006/ole">
            <mc:AlternateContent xmlns:mc="http://schemas.openxmlformats.org/markup-compatibility/2006">
              <mc:Choice xmlns:v="urn:schemas-microsoft-com:vml" Requires="v">
                <p:oleObj spid="_x0000_s131766" name="Equation" r:id="rId6" imgW="5232240" imgH="368280" progId="Equation.DSMT4">
                  <p:embed/>
                </p:oleObj>
              </mc:Choice>
              <mc:Fallback>
                <p:oleObj name="Equation" r:id="rId6" imgW="5232240" imgH="368280"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3054" y="732910"/>
                        <a:ext cx="523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6" name="Object 10"/>
          <p:cNvGraphicFramePr>
            <a:graphicFrameLocks noChangeAspect="1"/>
          </p:cNvGraphicFramePr>
          <p:nvPr>
            <p:extLst>
              <p:ext uri="{D42A27DB-BD31-4B8C-83A1-F6EECF244321}">
                <p14:modId xmlns:p14="http://schemas.microsoft.com/office/powerpoint/2010/main" val="3748924433"/>
              </p:ext>
            </p:extLst>
          </p:nvPr>
        </p:nvGraphicFramePr>
        <p:xfrm>
          <a:off x="1523054" y="1241856"/>
          <a:ext cx="5295900" cy="381000"/>
        </p:xfrm>
        <a:graphic>
          <a:graphicData uri="http://schemas.openxmlformats.org/presentationml/2006/ole">
            <mc:AlternateContent xmlns:mc="http://schemas.openxmlformats.org/markup-compatibility/2006">
              <mc:Choice xmlns:v="urn:schemas-microsoft-com:vml" Requires="v">
                <p:oleObj spid="_x0000_s131767" name="Equation" r:id="rId8" imgW="5295600" imgH="380880" progId="Equation.DSMT4">
                  <p:embed/>
                </p:oleObj>
              </mc:Choice>
              <mc:Fallback>
                <p:oleObj name="Equation" r:id="rId8" imgW="5295600" imgH="380880" progId="Equation.DSMT4">
                  <p:embed/>
                  <p:pic>
                    <p:nvPicPr>
                      <p:cNvPr id="0" name="Picture 10"/>
                      <p:cNvPicPr>
                        <a:picLocks noChangeAspect="1" noChangeArrowheads="1"/>
                      </p:cNvPicPr>
                      <p:nvPr/>
                    </p:nvPicPr>
                    <p:blipFill>
                      <a:blip r:embed="rId9"/>
                      <a:srcRect/>
                      <a:stretch>
                        <a:fillRect/>
                      </a:stretch>
                    </p:blipFill>
                    <p:spPr bwMode="auto">
                      <a:xfrm>
                        <a:off x="1523054" y="1241856"/>
                        <a:ext cx="5295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7" name="Object 11"/>
          <p:cNvGraphicFramePr>
            <a:graphicFrameLocks noChangeAspect="1"/>
          </p:cNvGraphicFramePr>
          <p:nvPr>
            <p:extLst>
              <p:ext uri="{D42A27DB-BD31-4B8C-83A1-F6EECF244321}">
                <p14:modId xmlns:p14="http://schemas.microsoft.com/office/powerpoint/2010/main" val="2351281118"/>
              </p:ext>
            </p:extLst>
          </p:nvPr>
        </p:nvGraphicFramePr>
        <p:xfrm>
          <a:off x="2290264" y="1673219"/>
          <a:ext cx="4508500" cy="571500"/>
        </p:xfrm>
        <a:graphic>
          <a:graphicData uri="http://schemas.openxmlformats.org/presentationml/2006/ole">
            <mc:AlternateContent xmlns:mc="http://schemas.openxmlformats.org/markup-compatibility/2006">
              <mc:Choice xmlns:v="urn:schemas-microsoft-com:vml" Requires="v">
                <p:oleObj spid="_x0000_s131768" name="Equation" r:id="rId10" imgW="4508280" imgH="571320" progId="Equation.DSMT4">
                  <p:embed/>
                </p:oleObj>
              </mc:Choice>
              <mc:Fallback>
                <p:oleObj name="Equation" r:id="rId10" imgW="4508280" imgH="571320" progId="Equation.DSMT4">
                  <p:embed/>
                  <p:pic>
                    <p:nvPicPr>
                      <p:cNvPr id="0" name="Picture 11"/>
                      <p:cNvPicPr>
                        <a:picLocks noChangeAspect="1" noChangeArrowheads="1"/>
                      </p:cNvPicPr>
                      <p:nvPr/>
                    </p:nvPicPr>
                    <p:blipFill>
                      <a:blip r:embed="rId11"/>
                      <a:srcRect/>
                      <a:stretch>
                        <a:fillRect/>
                      </a:stretch>
                    </p:blipFill>
                    <p:spPr bwMode="auto">
                      <a:xfrm>
                        <a:off x="2290264" y="1673219"/>
                        <a:ext cx="4508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8" name="Object 12"/>
          <p:cNvGraphicFramePr>
            <a:graphicFrameLocks noChangeAspect="1"/>
          </p:cNvGraphicFramePr>
          <p:nvPr>
            <p:extLst>
              <p:ext uri="{D42A27DB-BD31-4B8C-83A1-F6EECF244321}">
                <p14:modId xmlns:p14="http://schemas.microsoft.com/office/powerpoint/2010/main" val="4172106191"/>
              </p:ext>
            </p:extLst>
          </p:nvPr>
        </p:nvGraphicFramePr>
        <p:xfrm>
          <a:off x="1523054" y="2753535"/>
          <a:ext cx="1993900" cy="406400"/>
        </p:xfrm>
        <a:graphic>
          <a:graphicData uri="http://schemas.openxmlformats.org/presentationml/2006/ole">
            <mc:AlternateContent xmlns:mc="http://schemas.openxmlformats.org/markup-compatibility/2006">
              <mc:Choice xmlns:v="urn:schemas-microsoft-com:vml" Requires="v">
                <p:oleObj spid="_x0000_s131769" name="Equation" r:id="rId12" imgW="1993680" imgH="406080" progId="Equation.DSMT4">
                  <p:embed/>
                </p:oleObj>
              </mc:Choice>
              <mc:Fallback>
                <p:oleObj name="Equation" r:id="rId12" imgW="1993680" imgH="406080" progId="Equation.DSMT4">
                  <p:embed/>
                  <p:pic>
                    <p:nvPicPr>
                      <p:cNvPr id="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3054" y="2753535"/>
                        <a:ext cx="19939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9" name="Object 13"/>
          <p:cNvGraphicFramePr>
            <a:graphicFrameLocks noChangeAspect="1"/>
          </p:cNvGraphicFramePr>
          <p:nvPr>
            <p:extLst>
              <p:ext uri="{D42A27DB-BD31-4B8C-83A1-F6EECF244321}">
                <p14:modId xmlns:p14="http://schemas.microsoft.com/office/powerpoint/2010/main" val="2430250915"/>
              </p:ext>
            </p:extLst>
          </p:nvPr>
        </p:nvGraphicFramePr>
        <p:xfrm>
          <a:off x="3568945" y="2789800"/>
          <a:ext cx="2870200" cy="342900"/>
        </p:xfrm>
        <a:graphic>
          <a:graphicData uri="http://schemas.openxmlformats.org/presentationml/2006/ole">
            <mc:AlternateContent xmlns:mc="http://schemas.openxmlformats.org/markup-compatibility/2006">
              <mc:Choice xmlns:v="urn:schemas-microsoft-com:vml" Requires="v">
                <p:oleObj spid="_x0000_s131770" name="Equation" r:id="rId14" imgW="2869920" imgH="342720" progId="Equation.DSMT4">
                  <p:embed/>
                </p:oleObj>
              </mc:Choice>
              <mc:Fallback>
                <p:oleObj name="Equation" r:id="rId14" imgW="2869920" imgH="342720" progId="Equation.DSMT4">
                  <p:embed/>
                  <p:pic>
                    <p:nvPicPr>
                      <p:cNvPr id="0"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8945" y="2789800"/>
                        <a:ext cx="28702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6" name="组合 15"/>
          <p:cNvGrpSpPr/>
          <p:nvPr/>
        </p:nvGrpSpPr>
        <p:grpSpPr>
          <a:xfrm>
            <a:off x="8027088" y="486188"/>
            <a:ext cx="2592198" cy="2934866"/>
            <a:chOff x="5360565" y="3498209"/>
            <a:chExt cx="2592198" cy="2934866"/>
          </a:xfrm>
        </p:grpSpPr>
        <p:pic>
          <p:nvPicPr>
            <p:cNvPr id="13" name="Picture 70393"/>
            <p:cNvPicPr>
              <a:picLocks noChangeAspect="1" noChangeArrowheads="1"/>
            </p:cNvPicPr>
            <p:nvPr/>
          </p:nvPicPr>
          <p:blipFill rotWithShape="1">
            <a:blip r:embed="rId16">
              <a:extLst>
                <a:ext uri="{28A0092B-C50C-407E-A947-70E740481C1C}">
                  <a14:useLocalDpi xmlns:a14="http://schemas.microsoft.com/office/drawing/2010/main" val="0"/>
                </a:ext>
              </a:extLst>
            </a:blip>
            <a:srcRect l="29068" t="21034" r="25073" b="25331"/>
            <a:stretch/>
          </p:blipFill>
          <p:spPr bwMode="auto">
            <a:xfrm>
              <a:off x="5360565" y="3962121"/>
              <a:ext cx="2130804" cy="1593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箭头连接符 4"/>
            <p:cNvCxnSpPr/>
            <p:nvPr/>
          </p:nvCxnSpPr>
          <p:spPr bwMode="auto">
            <a:xfrm>
              <a:off x="6425967" y="5469622"/>
              <a:ext cx="1317072" cy="0"/>
            </a:xfrm>
            <a:prstGeom prst="straightConnector1">
              <a:avLst/>
            </a:prstGeom>
            <a:noFill/>
            <a:ln w="19050" cap="flat" cmpd="sng" algn="ctr">
              <a:solidFill>
                <a:schemeClr val="tx1"/>
              </a:solidFill>
              <a:prstDash val="solid"/>
              <a:round/>
              <a:headEnd type="none" w="med" len="med"/>
              <a:tailEnd type="arrow"/>
            </a:ln>
            <a:effectLst/>
          </p:spPr>
        </p:cxnSp>
        <p:cxnSp>
          <p:nvCxnSpPr>
            <p:cNvPr id="7" name="直接箭头连接符 6"/>
            <p:cNvCxnSpPr/>
            <p:nvPr/>
          </p:nvCxnSpPr>
          <p:spPr bwMode="auto">
            <a:xfrm flipH="1">
              <a:off x="5679347" y="5469622"/>
              <a:ext cx="746620" cy="746620"/>
            </a:xfrm>
            <a:prstGeom prst="straightConnector1">
              <a:avLst/>
            </a:prstGeom>
            <a:noFill/>
            <a:ln w="19050" cap="flat" cmpd="sng" algn="ctr">
              <a:solidFill>
                <a:schemeClr val="tx1"/>
              </a:solidFill>
              <a:prstDash val="solid"/>
              <a:round/>
              <a:headEnd type="none" w="med" len="med"/>
              <a:tailEnd type="arrow"/>
            </a:ln>
            <a:effectLst/>
          </p:spPr>
        </p:cxnSp>
        <p:cxnSp>
          <p:nvCxnSpPr>
            <p:cNvPr id="9" name="直接箭头连接符 8"/>
            <p:cNvCxnSpPr/>
            <p:nvPr/>
          </p:nvCxnSpPr>
          <p:spPr bwMode="auto">
            <a:xfrm flipV="1">
              <a:off x="6425967" y="3614112"/>
              <a:ext cx="0" cy="832054"/>
            </a:xfrm>
            <a:prstGeom prst="straightConnector1">
              <a:avLst/>
            </a:prstGeom>
            <a:noFill/>
            <a:ln w="19050" cap="flat" cmpd="sng" algn="ctr">
              <a:solidFill>
                <a:schemeClr val="tx1"/>
              </a:solidFill>
              <a:prstDash val="solid"/>
              <a:round/>
              <a:headEnd type="none" w="med" len="med"/>
              <a:tailEnd type="arrow"/>
            </a:ln>
            <a:effectLst/>
          </p:spPr>
        </p:cxnSp>
        <p:cxnSp>
          <p:nvCxnSpPr>
            <p:cNvPr id="11" name="直接连接符 10"/>
            <p:cNvCxnSpPr/>
            <p:nvPr/>
          </p:nvCxnSpPr>
          <p:spPr bwMode="auto">
            <a:xfrm flipV="1">
              <a:off x="6425967" y="4356403"/>
              <a:ext cx="0" cy="333043"/>
            </a:xfrm>
            <a:prstGeom prst="line">
              <a:avLst/>
            </a:prstGeom>
            <a:noFill/>
            <a:ln w="19050" cap="flat" cmpd="sng" algn="ctr">
              <a:solidFill>
                <a:schemeClr val="tx1"/>
              </a:solidFill>
              <a:prstDash val="dash"/>
              <a:round/>
              <a:headEnd type="none" w="med" len="med"/>
              <a:tailEnd type="none" w="med" len="med"/>
            </a:ln>
            <a:effectLst/>
          </p:spPr>
        </p:cxnSp>
        <p:sp>
          <p:nvSpPr>
            <p:cNvPr id="15" name="TextBox 14"/>
            <p:cNvSpPr txBox="1"/>
            <p:nvPr/>
          </p:nvSpPr>
          <p:spPr>
            <a:xfrm>
              <a:off x="6400800" y="3498209"/>
              <a:ext cx="402671" cy="400110"/>
            </a:xfrm>
            <a:prstGeom prst="rect">
              <a:avLst/>
            </a:prstGeom>
            <a:noFill/>
          </p:spPr>
          <p:txBody>
            <a:bodyPr wrap="square" rtlCol="0">
              <a:spAutoFit/>
            </a:bodyPr>
            <a:lstStyle/>
            <a:p>
              <a:r>
                <a:rPr lang="en-US" altLang="zh-CN" sz="2000" i="1" dirty="0"/>
                <a:t>z</a:t>
              </a:r>
              <a:endParaRPr lang="zh-CN" altLang="en-US" sz="2000" i="1" dirty="0"/>
            </a:p>
          </p:txBody>
        </p:sp>
        <p:sp>
          <p:nvSpPr>
            <p:cNvPr id="23" name="TextBox 22"/>
            <p:cNvSpPr txBox="1"/>
            <p:nvPr/>
          </p:nvSpPr>
          <p:spPr>
            <a:xfrm>
              <a:off x="5670958" y="6032965"/>
              <a:ext cx="402671" cy="400110"/>
            </a:xfrm>
            <a:prstGeom prst="rect">
              <a:avLst/>
            </a:prstGeom>
            <a:noFill/>
          </p:spPr>
          <p:txBody>
            <a:bodyPr wrap="square" rtlCol="0">
              <a:spAutoFit/>
            </a:bodyPr>
            <a:lstStyle/>
            <a:p>
              <a:r>
                <a:rPr lang="en-US" altLang="zh-CN" sz="2000" i="1" dirty="0"/>
                <a:t>x</a:t>
              </a:r>
              <a:endParaRPr lang="zh-CN" altLang="en-US" sz="2000" i="1" dirty="0"/>
            </a:p>
          </p:txBody>
        </p:sp>
        <p:sp>
          <p:nvSpPr>
            <p:cNvPr id="24" name="TextBox 23"/>
            <p:cNvSpPr txBox="1"/>
            <p:nvPr/>
          </p:nvSpPr>
          <p:spPr>
            <a:xfrm>
              <a:off x="7550092" y="5384099"/>
              <a:ext cx="402671" cy="400110"/>
            </a:xfrm>
            <a:prstGeom prst="rect">
              <a:avLst/>
            </a:prstGeom>
            <a:noFill/>
          </p:spPr>
          <p:txBody>
            <a:bodyPr wrap="square" rtlCol="0">
              <a:spAutoFit/>
            </a:bodyPr>
            <a:lstStyle/>
            <a:p>
              <a:r>
                <a:rPr lang="en-US" altLang="zh-CN" sz="2000" i="1" dirty="0"/>
                <a:t>y</a:t>
              </a:r>
              <a:endParaRPr lang="zh-CN" altLang="en-US" sz="2000" i="1" dirty="0"/>
            </a:p>
          </p:txBody>
        </p:sp>
        <p:sp>
          <p:nvSpPr>
            <p:cNvPr id="25" name="TextBox 24"/>
            <p:cNvSpPr txBox="1"/>
            <p:nvPr/>
          </p:nvSpPr>
          <p:spPr>
            <a:xfrm>
              <a:off x="6266577" y="5380924"/>
              <a:ext cx="402671" cy="400110"/>
            </a:xfrm>
            <a:prstGeom prst="rect">
              <a:avLst/>
            </a:prstGeom>
            <a:noFill/>
          </p:spPr>
          <p:txBody>
            <a:bodyPr wrap="square" rtlCol="0">
              <a:spAutoFit/>
            </a:bodyPr>
            <a:lstStyle/>
            <a:p>
              <a:r>
                <a:rPr lang="en-US" altLang="zh-CN" sz="2000" i="1" dirty="0"/>
                <a:t>O</a:t>
              </a:r>
              <a:endParaRPr lang="zh-CN" altLang="en-US" sz="2000" i="1" dirty="0"/>
            </a:p>
          </p:txBody>
        </p:sp>
      </p:grpSp>
      <p:graphicFrame>
        <p:nvGraphicFramePr>
          <p:cNvPr id="27" name="Object 10"/>
          <p:cNvGraphicFramePr>
            <a:graphicFrameLocks noChangeAspect="1"/>
          </p:cNvGraphicFramePr>
          <p:nvPr>
            <p:extLst>
              <p:ext uri="{D42A27DB-BD31-4B8C-83A1-F6EECF244321}">
                <p14:modId xmlns:p14="http://schemas.microsoft.com/office/powerpoint/2010/main" val="173138261"/>
              </p:ext>
            </p:extLst>
          </p:nvPr>
        </p:nvGraphicFramePr>
        <p:xfrm>
          <a:off x="1523054" y="2284771"/>
          <a:ext cx="3200400" cy="342900"/>
        </p:xfrm>
        <a:graphic>
          <a:graphicData uri="http://schemas.openxmlformats.org/presentationml/2006/ole">
            <mc:AlternateContent xmlns:mc="http://schemas.openxmlformats.org/markup-compatibility/2006">
              <mc:Choice xmlns:v="urn:schemas-microsoft-com:vml" Requires="v">
                <p:oleObj spid="_x0000_s131771" name="Equation" r:id="rId17" imgW="3200400" imgH="342720" progId="Equation.DSMT4">
                  <p:embed/>
                </p:oleObj>
              </mc:Choice>
              <mc:Fallback>
                <p:oleObj name="Equation" r:id="rId17" imgW="3200400" imgH="342720" progId="Equation.DSMT4">
                  <p:embed/>
                  <p:pic>
                    <p:nvPicPr>
                      <p:cNvPr id="0" name=""/>
                      <p:cNvPicPr>
                        <a:picLocks noChangeAspect="1" noChangeArrowheads="1"/>
                      </p:cNvPicPr>
                      <p:nvPr/>
                    </p:nvPicPr>
                    <p:blipFill>
                      <a:blip r:embed="rId18"/>
                      <a:srcRect/>
                      <a:stretch>
                        <a:fillRect/>
                      </a:stretch>
                    </p:blipFill>
                    <p:spPr bwMode="auto">
                      <a:xfrm>
                        <a:off x="1523054" y="2284771"/>
                        <a:ext cx="3200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748437675"/>
              </p:ext>
            </p:extLst>
          </p:nvPr>
        </p:nvGraphicFramePr>
        <p:xfrm>
          <a:off x="1523371" y="3466628"/>
          <a:ext cx="5778500" cy="939800"/>
        </p:xfrm>
        <a:graphic>
          <a:graphicData uri="http://schemas.openxmlformats.org/presentationml/2006/ole">
            <mc:AlternateContent xmlns:mc="http://schemas.openxmlformats.org/markup-compatibility/2006">
              <mc:Choice xmlns:v="urn:schemas-microsoft-com:vml" Requires="v">
                <p:oleObj spid="_x0000_s131772" name="Equation" r:id="rId19" imgW="5778500" imgH="939800" progId="Equation.DSMT4">
                  <p:embed/>
                </p:oleObj>
              </mc:Choice>
              <mc:Fallback>
                <p:oleObj name="Equation" r:id="rId19" imgW="5778500" imgH="939800" progId="Equation.DSMT4">
                  <p:embed/>
                  <p:pic>
                    <p:nvPicPr>
                      <p:cNvPr id="0" name="Object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23371" y="3466628"/>
                        <a:ext cx="5778500"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420191263"/>
              </p:ext>
            </p:extLst>
          </p:nvPr>
        </p:nvGraphicFramePr>
        <p:xfrm>
          <a:off x="2363697" y="4423861"/>
          <a:ext cx="2120900" cy="1041400"/>
        </p:xfrm>
        <a:graphic>
          <a:graphicData uri="http://schemas.openxmlformats.org/presentationml/2006/ole">
            <mc:AlternateContent xmlns:mc="http://schemas.openxmlformats.org/markup-compatibility/2006">
              <mc:Choice xmlns:v="urn:schemas-microsoft-com:vml" Requires="v">
                <p:oleObj spid="_x0000_s131773" name="Equation" r:id="rId21" imgW="2120900" imgH="1041400" progId="Equation.DSMT4">
                  <p:embed/>
                </p:oleObj>
              </mc:Choice>
              <mc:Fallback>
                <p:oleObj name="Equation" r:id="rId21" imgW="2120900" imgH="1041400" progId="Equation.DSMT4">
                  <p:embed/>
                  <p:pic>
                    <p:nvPicPr>
                      <p:cNvPr id="0" name="Object 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63697" y="4423861"/>
                        <a:ext cx="21209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979309430"/>
              </p:ext>
            </p:extLst>
          </p:nvPr>
        </p:nvGraphicFramePr>
        <p:xfrm>
          <a:off x="4713197" y="4514348"/>
          <a:ext cx="2438400" cy="952500"/>
        </p:xfrm>
        <a:graphic>
          <a:graphicData uri="http://schemas.openxmlformats.org/presentationml/2006/ole">
            <mc:AlternateContent xmlns:mc="http://schemas.openxmlformats.org/markup-compatibility/2006">
              <mc:Choice xmlns:v="urn:schemas-microsoft-com:vml" Requires="v">
                <p:oleObj spid="_x0000_s131774" name="Equation" r:id="rId23" imgW="2438400" imgH="952500" progId="Equation.DSMT4">
                  <p:embed/>
                </p:oleObj>
              </mc:Choice>
              <mc:Fallback>
                <p:oleObj name="Equation" r:id="rId23" imgW="2438400" imgH="952500" progId="Equation.DSMT4">
                  <p:embed/>
                  <p:pic>
                    <p:nvPicPr>
                      <p:cNvPr id="0" name="Object 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13197" y="4514348"/>
                        <a:ext cx="24384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941608603"/>
              </p:ext>
            </p:extLst>
          </p:nvPr>
        </p:nvGraphicFramePr>
        <p:xfrm>
          <a:off x="1523054" y="5724023"/>
          <a:ext cx="6794500" cy="406400"/>
        </p:xfrm>
        <a:graphic>
          <a:graphicData uri="http://schemas.openxmlformats.org/presentationml/2006/ole">
            <mc:AlternateContent xmlns:mc="http://schemas.openxmlformats.org/markup-compatibility/2006">
              <mc:Choice xmlns:v="urn:schemas-microsoft-com:vml" Requires="v">
                <p:oleObj spid="_x0000_s131775" name="Equation" r:id="rId25" imgW="6794500" imgH="406400" progId="Equation.DSMT4">
                  <p:embed/>
                </p:oleObj>
              </mc:Choice>
              <mc:Fallback>
                <p:oleObj name="Equation" r:id="rId25" imgW="6794500" imgH="406400" progId="Equation.DSMT4">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23054" y="5724023"/>
                        <a:ext cx="67945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940602093"/>
              </p:ext>
            </p:extLst>
          </p:nvPr>
        </p:nvGraphicFramePr>
        <p:xfrm>
          <a:off x="1523054" y="4739773"/>
          <a:ext cx="482600" cy="342900"/>
        </p:xfrm>
        <a:graphic>
          <a:graphicData uri="http://schemas.openxmlformats.org/presentationml/2006/ole">
            <mc:AlternateContent xmlns:mc="http://schemas.openxmlformats.org/markup-compatibility/2006">
              <mc:Choice xmlns:v="urn:schemas-microsoft-com:vml" Requires="v">
                <p:oleObj spid="_x0000_s131776" name="Equation" r:id="rId27" imgW="482400" imgH="342720" progId="Equation.DSMT4">
                  <p:embed/>
                </p:oleObj>
              </mc:Choice>
              <mc:Fallback>
                <p:oleObj name="Equation" r:id="rId27" imgW="482400" imgH="342720" progId="Equation.DSMT4">
                  <p:embed/>
                  <p:pic>
                    <p:nvPicPr>
                      <p:cNvPr id="0" name="Object 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23054" y="4739773"/>
                        <a:ext cx="482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225"/>
                                        </p:tgtEl>
                                        <p:attrNameLst>
                                          <p:attrName>style.visibility</p:attrName>
                                        </p:attrNameLst>
                                      </p:cBhvr>
                                      <p:to>
                                        <p:strVal val="visible"/>
                                      </p:to>
                                    </p:set>
                                    <p:animEffect transition="in" filter="wipe(left)">
                                      <p:cBhvr>
                                        <p:cTn id="7" dur="500"/>
                                        <p:tgtEl>
                                          <p:spTgt spid="92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26"/>
                                        </p:tgtEl>
                                        <p:attrNameLst>
                                          <p:attrName>style.visibility</p:attrName>
                                        </p:attrNameLst>
                                      </p:cBhvr>
                                      <p:to>
                                        <p:strVal val="visible"/>
                                      </p:to>
                                    </p:set>
                                    <p:animEffect transition="in" filter="wipe(left)">
                                      <p:cBhvr>
                                        <p:cTn id="12" dur="500"/>
                                        <p:tgtEl>
                                          <p:spTgt spid="92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27"/>
                                        </p:tgtEl>
                                        <p:attrNameLst>
                                          <p:attrName>style.visibility</p:attrName>
                                        </p:attrNameLst>
                                      </p:cBhvr>
                                      <p:to>
                                        <p:strVal val="visible"/>
                                      </p:to>
                                    </p:set>
                                    <p:animEffect transition="in" filter="wipe(left)">
                                      <p:cBhvr>
                                        <p:cTn id="17" dur="500"/>
                                        <p:tgtEl>
                                          <p:spTgt spid="92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228"/>
                                        </p:tgtEl>
                                        <p:attrNameLst>
                                          <p:attrName>style.visibility</p:attrName>
                                        </p:attrNameLst>
                                      </p:cBhvr>
                                      <p:to>
                                        <p:strVal val="visible"/>
                                      </p:to>
                                    </p:set>
                                    <p:animEffect transition="in" filter="wipe(left)">
                                      <p:cBhvr>
                                        <p:cTn id="27" dur="500"/>
                                        <p:tgtEl>
                                          <p:spTgt spid="92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229"/>
                                        </p:tgtEl>
                                        <p:attrNameLst>
                                          <p:attrName>style.visibility</p:attrName>
                                        </p:attrNameLst>
                                      </p:cBhvr>
                                      <p:to>
                                        <p:strVal val="visible"/>
                                      </p:to>
                                    </p:set>
                                    <p:animEffect transition="in" filter="wipe(left)">
                                      <p:cBhvr>
                                        <p:cTn id="32" dur="500"/>
                                        <p:tgtEl>
                                          <p:spTgt spid="92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931670" y="300673"/>
            <a:ext cx="3048000" cy="523220"/>
          </a:xfrm>
          <a:prstGeom prst="rect">
            <a:avLst/>
          </a:prstGeom>
          <a:noFill/>
          <a:ln w="31750">
            <a:noFill/>
            <a:miter lim="800000"/>
            <a:headEnd/>
            <a:tailEnd/>
          </a:ln>
        </p:spPr>
        <p:txBody>
          <a:bodyPr>
            <a:spAutoFit/>
          </a:bodyPr>
          <a:lstStyle/>
          <a:p>
            <a:r>
              <a:rPr lang="zh-CN" altLang="en-US" dirty="0">
                <a:effectLst>
                  <a:outerShdw blurRad="38100" dist="38100" dir="2700000" algn="tl">
                    <a:srgbClr val="000000">
                      <a:alpha val="43137"/>
                    </a:srgbClr>
                  </a:outerShdw>
                </a:effectLst>
              </a:rPr>
              <a:t>五、等值线</a:t>
            </a:r>
          </a:p>
        </p:txBody>
      </p:sp>
      <p:graphicFrame>
        <p:nvGraphicFramePr>
          <p:cNvPr id="2" name="Object 3"/>
          <p:cNvGraphicFramePr>
            <a:graphicFrameLocks noChangeAspect="1"/>
          </p:cNvGraphicFramePr>
          <p:nvPr/>
        </p:nvGraphicFramePr>
        <p:xfrm>
          <a:off x="5694046" y="2842579"/>
          <a:ext cx="4905375" cy="3660775"/>
        </p:xfrm>
        <a:graphic>
          <a:graphicData uri="http://schemas.openxmlformats.org/presentationml/2006/ole">
            <mc:AlternateContent xmlns:mc="http://schemas.openxmlformats.org/markup-compatibility/2006">
              <mc:Choice xmlns:v="urn:schemas-microsoft-com:vml" Requires="v">
                <p:oleObj spid="_x0000_s11513" name="位图图像" r:id="rId4" imgW="6028571" imgH="4277322" progId="">
                  <p:embed/>
                </p:oleObj>
              </mc:Choice>
              <mc:Fallback>
                <p:oleObj name="位图图像" r:id="rId4" imgW="6028571" imgH="4277322"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4046" y="2842579"/>
                        <a:ext cx="4905375" cy="3660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4"/>
          <p:cNvGraphicFramePr>
            <a:graphicFrameLocks noChangeAspect="1"/>
          </p:cNvGraphicFramePr>
          <p:nvPr/>
        </p:nvGraphicFramePr>
        <p:xfrm>
          <a:off x="2027238" y="815975"/>
          <a:ext cx="8001000" cy="927100"/>
        </p:xfrm>
        <a:graphic>
          <a:graphicData uri="http://schemas.openxmlformats.org/presentationml/2006/ole">
            <mc:AlternateContent xmlns:mc="http://schemas.openxmlformats.org/markup-compatibility/2006">
              <mc:Choice xmlns:v="urn:schemas-microsoft-com:vml" Requires="v">
                <p:oleObj spid="_x0000_s11514" name="Equation" r:id="rId6" imgW="8001000" imgH="927000" progId="Equation.DSMT4">
                  <p:embed/>
                </p:oleObj>
              </mc:Choice>
              <mc:Fallback>
                <p:oleObj name="Equation" r:id="rId6" imgW="8001000" imgH="92700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7238" y="815975"/>
                        <a:ext cx="8001000"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5"/>
          <p:cNvGraphicFramePr>
            <a:graphicFrameLocks noChangeAspect="1"/>
          </p:cNvGraphicFramePr>
          <p:nvPr/>
        </p:nvGraphicFramePr>
        <p:xfrm>
          <a:off x="3575685" y="1839595"/>
          <a:ext cx="4927600" cy="571500"/>
        </p:xfrm>
        <a:graphic>
          <a:graphicData uri="http://schemas.openxmlformats.org/presentationml/2006/ole">
            <mc:AlternateContent xmlns:mc="http://schemas.openxmlformats.org/markup-compatibility/2006">
              <mc:Choice xmlns:v="urn:schemas-microsoft-com:vml" Requires="v">
                <p:oleObj spid="_x0000_s11515" name="Equation" r:id="rId8" imgW="4927320" imgH="571320" progId="Equation.DSMT4">
                  <p:embed/>
                </p:oleObj>
              </mc:Choice>
              <mc:Fallback>
                <p:oleObj name="Equation" r:id="rId8" imgW="4927320" imgH="57132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5685" y="1839595"/>
                        <a:ext cx="49276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0" name="Object 6"/>
          <p:cNvGraphicFramePr>
            <a:graphicFrameLocks noChangeAspect="1"/>
          </p:cNvGraphicFramePr>
          <p:nvPr/>
        </p:nvGraphicFramePr>
        <p:xfrm>
          <a:off x="2014538" y="2540635"/>
          <a:ext cx="2768600" cy="381000"/>
        </p:xfrm>
        <a:graphic>
          <a:graphicData uri="http://schemas.openxmlformats.org/presentationml/2006/ole">
            <mc:AlternateContent xmlns:mc="http://schemas.openxmlformats.org/markup-compatibility/2006">
              <mc:Choice xmlns:v="urn:schemas-microsoft-com:vml" Requires="v">
                <p:oleObj spid="_x0000_s11516" name="Equation" r:id="rId10" imgW="2768400" imgH="380880" progId="Equation.DSMT4">
                  <p:embed/>
                </p:oleObj>
              </mc:Choice>
              <mc:Fallback>
                <p:oleObj name="Equation" r:id="rId10" imgW="2768400" imgH="380880" progId="Equation.DSMT4">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14538" y="2540635"/>
                        <a:ext cx="276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1" name="Object 7"/>
          <p:cNvGraphicFramePr>
            <a:graphicFrameLocks noChangeAspect="1"/>
          </p:cNvGraphicFramePr>
          <p:nvPr/>
        </p:nvGraphicFramePr>
        <p:xfrm>
          <a:off x="1990725" y="3071813"/>
          <a:ext cx="3111500" cy="850900"/>
        </p:xfrm>
        <a:graphic>
          <a:graphicData uri="http://schemas.openxmlformats.org/presentationml/2006/ole">
            <mc:AlternateContent xmlns:mc="http://schemas.openxmlformats.org/markup-compatibility/2006">
              <mc:Choice xmlns:v="urn:schemas-microsoft-com:vml" Requires="v">
                <p:oleObj spid="_x0000_s11517" name="Equation" r:id="rId12" imgW="3111480" imgH="850680" progId="Equation.DSMT4">
                  <p:embed/>
                </p:oleObj>
              </mc:Choice>
              <mc:Fallback>
                <p:oleObj name="Equation" r:id="rId12" imgW="3111480" imgH="850680" progId="Equation.DSMT4">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0725" y="3071813"/>
                        <a:ext cx="31115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2" name="Object 8"/>
          <p:cNvGraphicFramePr>
            <a:graphicFrameLocks noChangeAspect="1"/>
          </p:cNvGraphicFramePr>
          <p:nvPr/>
        </p:nvGraphicFramePr>
        <p:xfrm>
          <a:off x="1994853" y="4295775"/>
          <a:ext cx="3606800" cy="1308100"/>
        </p:xfrm>
        <a:graphic>
          <a:graphicData uri="http://schemas.openxmlformats.org/presentationml/2006/ole">
            <mc:AlternateContent xmlns:mc="http://schemas.openxmlformats.org/markup-compatibility/2006">
              <mc:Choice xmlns:v="urn:schemas-microsoft-com:vml" Requires="v">
                <p:oleObj spid="_x0000_s11518" name="Equation" r:id="rId14" imgW="3606480" imgH="1307880" progId="Equation.DSMT4">
                  <p:embed/>
                </p:oleObj>
              </mc:Choice>
              <mc:Fallback>
                <p:oleObj name="Equation" r:id="rId14" imgW="3606480" imgH="1307880" progId="Equation.DSMT4">
                  <p:embed/>
                  <p:pic>
                    <p:nvPicPr>
                      <p:cNvPr id="0"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94853" y="4295775"/>
                        <a:ext cx="36068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wipe(left)">
                                      <p:cBhvr>
                                        <p:cTn id="7" dur="500"/>
                                        <p:tgtEl>
                                          <p:spTgt spid="112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69"/>
                                        </p:tgtEl>
                                        <p:attrNameLst>
                                          <p:attrName>style.visibility</p:attrName>
                                        </p:attrNameLst>
                                      </p:cBhvr>
                                      <p:to>
                                        <p:strVal val="visible"/>
                                      </p:to>
                                    </p:set>
                                    <p:animEffect transition="in" filter="wipe(left)">
                                      <p:cBhvr>
                                        <p:cTn id="12" dur="500"/>
                                        <p:tgtEl>
                                          <p:spTgt spid="112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70"/>
                                        </p:tgtEl>
                                        <p:attrNameLst>
                                          <p:attrName>style.visibility</p:attrName>
                                        </p:attrNameLst>
                                      </p:cBhvr>
                                      <p:to>
                                        <p:strVal val="visible"/>
                                      </p:to>
                                    </p:set>
                                    <p:animEffect transition="in" filter="wipe(left)">
                                      <p:cBhvr>
                                        <p:cTn id="17" dur="500"/>
                                        <p:tgtEl>
                                          <p:spTgt spid="112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271"/>
                                        </p:tgtEl>
                                        <p:attrNameLst>
                                          <p:attrName>style.visibility</p:attrName>
                                        </p:attrNameLst>
                                      </p:cBhvr>
                                      <p:to>
                                        <p:strVal val="visible"/>
                                      </p:to>
                                    </p:set>
                                    <p:animEffect transition="in" filter="wipe(left)">
                                      <p:cBhvr>
                                        <p:cTn id="22" dur="500"/>
                                        <p:tgtEl>
                                          <p:spTgt spid="112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72"/>
                                        </p:tgtEl>
                                        <p:attrNameLst>
                                          <p:attrName>style.visibility</p:attrName>
                                        </p:attrNameLst>
                                      </p:cBhvr>
                                      <p:to>
                                        <p:strVal val="visible"/>
                                      </p:to>
                                    </p:set>
                                    <p:animEffect transition="in" filter="wipe(left)">
                                      <p:cBhvr>
                                        <p:cTn id="32"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2"/>
          <p:cNvSpPr txBox="1">
            <a:spLocks noChangeArrowheads="1"/>
          </p:cNvSpPr>
          <p:nvPr/>
        </p:nvSpPr>
        <p:spPr bwMode="auto">
          <a:xfrm>
            <a:off x="1399155" y="214338"/>
            <a:ext cx="5181600" cy="523220"/>
          </a:xfrm>
          <a:prstGeom prst="rect">
            <a:avLst/>
          </a:prstGeom>
          <a:noFill/>
          <a:ln w="31750">
            <a:noFill/>
            <a:miter lim="800000"/>
            <a:headEnd/>
            <a:tailEnd/>
          </a:ln>
        </p:spPr>
        <p:txBody>
          <a:bodyPr>
            <a:spAutoFit/>
          </a:bodyPr>
          <a:lstStyle/>
          <a:p>
            <a:r>
              <a:rPr lang="zh-CN" altLang="en-US" dirty="0">
                <a:effectLst>
                  <a:outerShdw blurRad="38100" dist="38100" dir="2700000" algn="tl">
                    <a:srgbClr val="000000">
                      <a:alpha val="43137"/>
                    </a:srgbClr>
                  </a:outerShdw>
                </a:effectLst>
              </a:rPr>
              <a:t>六、多元函数的极限</a:t>
            </a:r>
          </a:p>
        </p:txBody>
      </p:sp>
      <p:graphicFrame>
        <p:nvGraphicFramePr>
          <p:cNvPr id="2" name="Object 4"/>
          <p:cNvGraphicFramePr>
            <a:graphicFrameLocks noChangeAspect="1"/>
          </p:cNvGraphicFramePr>
          <p:nvPr>
            <p:extLst>
              <p:ext uri="{D42A27DB-BD31-4B8C-83A1-F6EECF244321}">
                <p14:modId xmlns:p14="http://schemas.microsoft.com/office/powerpoint/2010/main" val="792657130"/>
              </p:ext>
            </p:extLst>
          </p:nvPr>
        </p:nvGraphicFramePr>
        <p:xfrm>
          <a:off x="1464164" y="833209"/>
          <a:ext cx="8318500" cy="431800"/>
        </p:xfrm>
        <a:graphic>
          <a:graphicData uri="http://schemas.openxmlformats.org/presentationml/2006/ole">
            <mc:AlternateContent xmlns:mc="http://schemas.openxmlformats.org/markup-compatibility/2006">
              <mc:Choice xmlns:v="urn:schemas-microsoft-com:vml" Requires="v">
                <p:oleObj spid="_x0000_s13933" name="Equation" r:id="rId4" imgW="8318160" imgH="431640" progId="Equation.DSMT4">
                  <p:embed/>
                </p:oleObj>
              </mc:Choice>
              <mc:Fallback>
                <p:oleObj name="Equation" r:id="rId4" imgW="8318160" imgH="431640" progId="Equation.DSMT4">
                  <p:embed/>
                  <p:pic>
                    <p:nvPicPr>
                      <p:cNvPr id="0" name="Picture 4"/>
                      <p:cNvPicPr>
                        <a:picLocks noChangeAspect="1" noChangeArrowheads="1"/>
                      </p:cNvPicPr>
                      <p:nvPr/>
                    </p:nvPicPr>
                    <p:blipFill>
                      <a:blip r:embed="rId5"/>
                      <a:srcRect/>
                      <a:stretch>
                        <a:fillRect/>
                      </a:stretch>
                    </p:blipFill>
                    <p:spPr bwMode="auto">
                      <a:xfrm>
                        <a:off x="1464164" y="833209"/>
                        <a:ext cx="8318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7" name="Object 5"/>
          <p:cNvGraphicFramePr>
            <a:graphicFrameLocks noChangeAspect="1"/>
          </p:cNvGraphicFramePr>
          <p:nvPr>
            <p:extLst>
              <p:ext uri="{D42A27DB-BD31-4B8C-83A1-F6EECF244321}">
                <p14:modId xmlns:p14="http://schemas.microsoft.com/office/powerpoint/2010/main" val="947334795"/>
              </p:ext>
            </p:extLst>
          </p:nvPr>
        </p:nvGraphicFramePr>
        <p:xfrm>
          <a:off x="1464164" y="1252353"/>
          <a:ext cx="6769100" cy="431800"/>
        </p:xfrm>
        <a:graphic>
          <a:graphicData uri="http://schemas.openxmlformats.org/presentationml/2006/ole">
            <mc:AlternateContent xmlns:mc="http://schemas.openxmlformats.org/markup-compatibility/2006">
              <mc:Choice xmlns:v="urn:schemas-microsoft-com:vml" Requires="v">
                <p:oleObj spid="_x0000_s13934" name="Equation" r:id="rId6" imgW="6769080" imgH="431640" progId="Equation.DSMT4">
                  <p:embed/>
                </p:oleObj>
              </mc:Choice>
              <mc:Fallback>
                <p:oleObj name="Equation" r:id="rId6" imgW="6769080" imgH="431640" progId="Equation.DSMT4">
                  <p:embed/>
                  <p:pic>
                    <p:nvPicPr>
                      <p:cNvPr id="0" name="Picture 5"/>
                      <p:cNvPicPr>
                        <a:picLocks noChangeAspect="1" noChangeArrowheads="1"/>
                      </p:cNvPicPr>
                      <p:nvPr/>
                    </p:nvPicPr>
                    <p:blipFill>
                      <a:blip r:embed="rId7"/>
                      <a:srcRect/>
                      <a:stretch>
                        <a:fillRect/>
                      </a:stretch>
                    </p:blipFill>
                    <p:spPr bwMode="auto">
                      <a:xfrm>
                        <a:off x="1464164" y="1252353"/>
                        <a:ext cx="67691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8" name="Object 6"/>
          <p:cNvGraphicFramePr>
            <a:graphicFrameLocks noChangeAspect="1"/>
          </p:cNvGraphicFramePr>
          <p:nvPr>
            <p:extLst>
              <p:ext uri="{D42A27DB-BD31-4B8C-83A1-F6EECF244321}">
                <p14:modId xmlns:p14="http://schemas.microsoft.com/office/powerpoint/2010/main" val="543161671"/>
              </p:ext>
            </p:extLst>
          </p:nvPr>
        </p:nvGraphicFramePr>
        <p:xfrm>
          <a:off x="2682869" y="1678998"/>
          <a:ext cx="4965700" cy="508000"/>
        </p:xfrm>
        <a:graphic>
          <a:graphicData uri="http://schemas.openxmlformats.org/presentationml/2006/ole">
            <mc:AlternateContent xmlns:mc="http://schemas.openxmlformats.org/markup-compatibility/2006">
              <mc:Choice xmlns:v="urn:schemas-microsoft-com:vml" Requires="v">
                <p:oleObj spid="_x0000_s13935" name="Equation" r:id="rId8" imgW="4965480" imgH="507960" progId="Equation.DSMT4">
                  <p:embed/>
                </p:oleObj>
              </mc:Choice>
              <mc:Fallback>
                <p:oleObj name="Equation" r:id="rId8" imgW="4965480" imgH="507960" progId="Equation.DSMT4">
                  <p:embed/>
                  <p:pic>
                    <p:nvPicPr>
                      <p:cNvPr id="0" name="Picture 6"/>
                      <p:cNvPicPr>
                        <a:picLocks noChangeAspect="1" noChangeArrowheads="1"/>
                      </p:cNvPicPr>
                      <p:nvPr/>
                    </p:nvPicPr>
                    <p:blipFill>
                      <a:blip r:embed="rId9"/>
                      <a:srcRect/>
                      <a:stretch>
                        <a:fillRect/>
                      </a:stretch>
                    </p:blipFill>
                    <p:spPr bwMode="auto">
                      <a:xfrm>
                        <a:off x="2682869" y="1678998"/>
                        <a:ext cx="49657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9" name="Object 7"/>
          <p:cNvGraphicFramePr>
            <a:graphicFrameLocks noChangeAspect="1"/>
          </p:cNvGraphicFramePr>
          <p:nvPr>
            <p:extLst>
              <p:ext uri="{D42A27DB-BD31-4B8C-83A1-F6EECF244321}">
                <p14:modId xmlns:p14="http://schemas.microsoft.com/office/powerpoint/2010/main" val="416232197"/>
              </p:ext>
            </p:extLst>
          </p:nvPr>
        </p:nvGraphicFramePr>
        <p:xfrm>
          <a:off x="1471199" y="2253308"/>
          <a:ext cx="3124200" cy="419100"/>
        </p:xfrm>
        <a:graphic>
          <a:graphicData uri="http://schemas.openxmlformats.org/presentationml/2006/ole">
            <mc:AlternateContent xmlns:mc="http://schemas.openxmlformats.org/markup-compatibility/2006">
              <mc:Choice xmlns:v="urn:schemas-microsoft-com:vml" Requires="v">
                <p:oleObj spid="_x0000_s13936" name="Equation" r:id="rId10" imgW="3124080" imgH="419040" progId="Equation.DSMT4">
                  <p:embed/>
                </p:oleObj>
              </mc:Choice>
              <mc:Fallback>
                <p:oleObj name="Equation" r:id="rId10" imgW="3124080" imgH="419040" progId="Equation.DSMT4">
                  <p:embed/>
                  <p:pic>
                    <p:nvPicPr>
                      <p:cNvPr id="0" name="Picture 7"/>
                      <p:cNvPicPr>
                        <a:picLocks noChangeAspect="1" noChangeArrowheads="1"/>
                      </p:cNvPicPr>
                      <p:nvPr/>
                    </p:nvPicPr>
                    <p:blipFill>
                      <a:blip r:embed="rId11"/>
                      <a:srcRect/>
                      <a:stretch>
                        <a:fillRect/>
                      </a:stretch>
                    </p:blipFill>
                    <p:spPr bwMode="auto">
                      <a:xfrm>
                        <a:off x="1471199" y="2253308"/>
                        <a:ext cx="3124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0" name="Object 8"/>
          <p:cNvGraphicFramePr>
            <a:graphicFrameLocks noChangeAspect="1"/>
          </p:cNvGraphicFramePr>
          <p:nvPr>
            <p:extLst>
              <p:ext uri="{D42A27DB-BD31-4B8C-83A1-F6EECF244321}">
                <p14:modId xmlns:p14="http://schemas.microsoft.com/office/powerpoint/2010/main" val="1132369050"/>
              </p:ext>
            </p:extLst>
          </p:nvPr>
        </p:nvGraphicFramePr>
        <p:xfrm>
          <a:off x="4724904" y="2246041"/>
          <a:ext cx="4724400" cy="381000"/>
        </p:xfrm>
        <a:graphic>
          <a:graphicData uri="http://schemas.openxmlformats.org/presentationml/2006/ole">
            <mc:AlternateContent xmlns:mc="http://schemas.openxmlformats.org/markup-compatibility/2006">
              <mc:Choice xmlns:v="urn:schemas-microsoft-com:vml" Requires="v">
                <p:oleObj spid="_x0000_s13937" name="Equation" r:id="rId12" imgW="4724280" imgH="380880" progId="Equation.DSMT4">
                  <p:embed/>
                </p:oleObj>
              </mc:Choice>
              <mc:Fallback>
                <p:oleObj name="Equation" r:id="rId12" imgW="4724280" imgH="380880" progId="Equation.DSMT4">
                  <p:embed/>
                  <p:pic>
                    <p:nvPicPr>
                      <p:cNvPr id="0" name="Picture 8"/>
                      <p:cNvPicPr>
                        <a:picLocks noChangeAspect="1" noChangeArrowheads="1"/>
                      </p:cNvPicPr>
                      <p:nvPr/>
                    </p:nvPicPr>
                    <p:blipFill>
                      <a:blip r:embed="rId13"/>
                      <a:srcRect/>
                      <a:stretch>
                        <a:fillRect/>
                      </a:stretch>
                    </p:blipFill>
                    <p:spPr bwMode="auto">
                      <a:xfrm>
                        <a:off x="4724904" y="2246041"/>
                        <a:ext cx="472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1" name="Object 9"/>
          <p:cNvGraphicFramePr>
            <a:graphicFrameLocks noChangeAspect="1"/>
          </p:cNvGraphicFramePr>
          <p:nvPr>
            <p:extLst>
              <p:ext uri="{D42A27DB-BD31-4B8C-83A1-F6EECF244321}">
                <p14:modId xmlns:p14="http://schemas.microsoft.com/office/powerpoint/2010/main" val="3974620466"/>
              </p:ext>
            </p:extLst>
          </p:nvPr>
        </p:nvGraphicFramePr>
        <p:xfrm>
          <a:off x="1464164" y="2777649"/>
          <a:ext cx="3200400" cy="393700"/>
        </p:xfrm>
        <a:graphic>
          <a:graphicData uri="http://schemas.openxmlformats.org/presentationml/2006/ole">
            <mc:AlternateContent xmlns:mc="http://schemas.openxmlformats.org/markup-compatibility/2006">
              <mc:Choice xmlns:v="urn:schemas-microsoft-com:vml" Requires="v">
                <p:oleObj spid="_x0000_s13938" name="Equation" r:id="rId14" imgW="3200400" imgH="393480" progId="Equation.DSMT4">
                  <p:embed/>
                </p:oleObj>
              </mc:Choice>
              <mc:Fallback>
                <p:oleObj name="Equation" r:id="rId14" imgW="3200400" imgH="393480" progId="Equation.DSMT4">
                  <p:embed/>
                  <p:pic>
                    <p:nvPicPr>
                      <p:cNvPr id="0" name="Picture 9"/>
                      <p:cNvPicPr>
                        <a:picLocks noChangeAspect="1" noChangeArrowheads="1"/>
                      </p:cNvPicPr>
                      <p:nvPr/>
                    </p:nvPicPr>
                    <p:blipFill>
                      <a:blip r:embed="rId15"/>
                      <a:srcRect/>
                      <a:stretch>
                        <a:fillRect/>
                      </a:stretch>
                    </p:blipFill>
                    <p:spPr bwMode="auto">
                      <a:xfrm>
                        <a:off x="1464164" y="2777649"/>
                        <a:ext cx="3200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2" name="Object 10"/>
          <p:cNvGraphicFramePr>
            <a:graphicFrameLocks noChangeAspect="1"/>
          </p:cNvGraphicFramePr>
          <p:nvPr>
            <p:extLst>
              <p:ext uri="{D42A27DB-BD31-4B8C-83A1-F6EECF244321}">
                <p14:modId xmlns:p14="http://schemas.microsoft.com/office/powerpoint/2010/main" val="2962179037"/>
              </p:ext>
            </p:extLst>
          </p:nvPr>
        </p:nvGraphicFramePr>
        <p:xfrm>
          <a:off x="4734896" y="2782587"/>
          <a:ext cx="2044700" cy="711200"/>
        </p:xfrm>
        <a:graphic>
          <a:graphicData uri="http://schemas.openxmlformats.org/presentationml/2006/ole">
            <mc:AlternateContent xmlns:mc="http://schemas.openxmlformats.org/markup-compatibility/2006">
              <mc:Choice xmlns:v="urn:schemas-microsoft-com:vml" Requires="v">
                <p:oleObj spid="_x0000_s13939" name="Equation" r:id="rId16" imgW="2044440" imgH="711000" progId="Equation.DSMT4">
                  <p:embed/>
                </p:oleObj>
              </mc:Choice>
              <mc:Fallback>
                <p:oleObj name="Equation" r:id="rId16" imgW="2044440" imgH="711000" progId="Equation.DSMT4">
                  <p:embed/>
                  <p:pic>
                    <p:nvPicPr>
                      <p:cNvPr id="0" name="Picture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4896" y="2782587"/>
                        <a:ext cx="20447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3" name="Object 11"/>
          <p:cNvGraphicFramePr>
            <a:graphicFrameLocks noChangeAspect="1"/>
          </p:cNvGraphicFramePr>
          <p:nvPr>
            <p:extLst>
              <p:ext uri="{D42A27DB-BD31-4B8C-83A1-F6EECF244321}">
                <p14:modId xmlns:p14="http://schemas.microsoft.com/office/powerpoint/2010/main" val="2413082010"/>
              </p:ext>
            </p:extLst>
          </p:nvPr>
        </p:nvGraphicFramePr>
        <p:xfrm>
          <a:off x="7087104" y="2767771"/>
          <a:ext cx="3403600" cy="533400"/>
        </p:xfrm>
        <a:graphic>
          <a:graphicData uri="http://schemas.openxmlformats.org/presentationml/2006/ole">
            <mc:AlternateContent xmlns:mc="http://schemas.openxmlformats.org/markup-compatibility/2006">
              <mc:Choice xmlns:v="urn:schemas-microsoft-com:vml" Requires="v">
                <p:oleObj spid="_x0000_s13940" name="Equation" r:id="rId18" imgW="3403440" imgH="533160" progId="Equation.DSMT4">
                  <p:embed/>
                </p:oleObj>
              </mc:Choice>
              <mc:Fallback>
                <p:oleObj name="Equation" r:id="rId18" imgW="3403440" imgH="533160" progId="Equation.DSMT4">
                  <p:embed/>
                  <p:pic>
                    <p:nvPicPr>
                      <p:cNvPr id="0" name="Picture 11"/>
                      <p:cNvPicPr>
                        <a:picLocks noChangeAspect="1" noChangeArrowheads="1"/>
                      </p:cNvPicPr>
                      <p:nvPr/>
                    </p:nvPicPr>
                    <p:blipFill>
                      <a:blip r:embed="rId19"/>
                      <a:srcRect/>
                      <a:stretch>
                        <a:fillRect/>
                      </a:stretch>
                    </p:blipFill>
                    <p:spPr bwMode="auto">
                      <a:xfrm>
                        <a:off x="7087104" y="2767771"/>
                        <a:ext cx="3403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3699669"/>
              </p:ext>
            </p:extLst>
          </p:nvPr>
        </p:nvGraphicFramePr>
        <p:xfrm>
          <a:off x="1464164" y="4321987"/>
          <a:ext cx="8229600" cy="431800"/>
        </p:xfrm>
        <a:graphic>
          <a:graphicData uri="http://schemas.openxmlformats.org/presentationml/2006/ole">
            <mc:AlternateContent xmlns:mc="http://schemas.openxmlformats.org/markup-compatibility/2006">
              <mc:Choice xmlns:v="urn:schemas-microsoft-com:vml" Requires="v">
                <p:oleObj spid="_x0000_s13941" name="Equation" r:id="rId20" imgW="8229600" imgH="431640" progId="Equation.DSMT4">
                  <p:embed/>
                </p:oleObj>
              </mc:Choice>
              <mc:Fallback>
                <p:oleObj name="Equation" r:id="rId20" imgW="8229600" imgH="431640" progId="Equation.DSMT4">
                  <p:embed/>
                  <p:pic>
                    <p:nvPicPr>
                      <p:cNvPr id="0" name="Object 1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64164" y="4321987"/>
                        <a:ext cx="8229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280437870"/>
              </p:ext>
            </p:extLst>
          </p:nvPr>
        </p:nvGraphicFramePr>
        <p:xfrm>
          <a:off x="1464164" y="4779187"/>
          <a:ext cx="8305800" cy="431800"/>
        </p:xfrm>
        <a:graphic>
          <a:graphicData uri="http://schemas.openxmlformats.org/presentationml/2006/ole">
            <mc:AlternateContent xmlns:mc="http://schemas.openxmlformats.org/markup-compatibility/2006">
              <mc:Choice xmlns:v="urn:schemas-microsoft-com:vml" Requires="v">
                <p:oleObj spid="_x0000_s13942" name="Equation" r:id="rId22" imgW="8305560" imgH="431640" progId="Equation.DSMT4">
                  <p:embed/>
                </p:oleObj>
              </mc:Choice>
              <mc:Fallback>
                <p:oleObj name="Equation" r:id="rId22" imgW="8305560" imgH="431640" progId="Equation.DSMT4">
                  <p:embed/>
                  <p:pic>
                    <p:nvPicPr>
                      <p:cNvPr id="0"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464164" y="4779187"/>
                        <a:ext cx="8305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260074997"/>
              </p:ext>
            </p:extLst>
          </p:nvPr>
        </p:nvGraphicFramePr>
        <p:xfrm>
          <a:off x="1464164" y="5298300"/>
          <a:ext cx="7061200" cy="457200"/>
        </p:xfrm>
        <a:graphic>
          <a:graphicData uri="http://schemas.openxmlformats.org/presentationml/2006/ole">
            <mc:AlternateContent xmlns:mc="http://schemas.openxmlformats.org/markup-compatibility/2006">
              <mc:Choice xmlns:v="urn:schemas-microsoft-com:vml" Requires="v">
                <p:oleObj spid="_x0000_s13943" name="Equation" r:id="rId24" imgW="7061040" imgH="457200" progId="Equation.DSMT4">
                  <p:embed/>
                </p:oleObj>
              </mc:Choice>
              <mc:Fallback>
                <p:oleObj name="Equation" r:id="rId24" imgW="7061040" imgH="457200" progId="Equation.DSMT4">
                  <p:embed/>
                  <p:pic>
                    <p:nvPicPr>
                      <p:cNvPr id="0" name="Object 1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64164" y="5298300"/>
                        <a:ext cx="706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99627025"/>
              </p:ext>
            </p:extLst>
          </p:nvPr>
        </p:nvGraphicFramePr>
        <p:xfrm>
          <a:off x="1464164" y="5820587"/>
          <a:ext cx="2438400" cy="533400"/>
        </p:xfrm>
        <a:graphic>
          <a:graphicData uri="http://schemas.openxmlformats.org/presentationml/2006/ole">
            <mc:AlternateContent xmlns:mc="http://schemas.openxmlformats.org/markup-compatibility/2006">
              <mc:Choice xmlns:v="urn:schemas-microsoft-com:vml" Requires="v">
                <p:oleObj spid="_x0000_s13944" name="Equation" r:id="rId26" imgW="2438400" imgH="533400" progId="Equation.DSMT4">
                  <p:embed/>
                </p:oleObj>
              </mc:Choice>
              <mc:Fallback>
                <p:oleObj name="Equation" r:id="rId26" imgW="2438400" imgH="533400" progId="Equation.DSMT4">
                  <p:embed/>
                  <p:pic>
                    <p:nvPicPr>
                      <p:cNvPr id="0" name="Object 1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64164" y="5820587"/>
                        <a:ext cx="2438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87595534"/>
              </p:ext>
            </p:extLst>
          </p:nvPr>
        </p:nvGraphicFramePr>
        <p:xfrm>
          <a:off x="4352045" y="5836296"/>
          <a:ext cx="3441700" cy="393700"/>
        </p:xfrm>
        <a:graphic>
          <a:graphicData uri="http://schemas.openxmlformats.org/presentationml/2006/ole">
            <mc:AlternateContent xmlns:mc="http://schemas.openxmlformats.org/markup-compatibility/2006">
              <mc:Choice xmlns:v="urn:schemas-microsoft-com:vml" Requires="v">
                <p:oleObj spid="_x0000_s13945" name="Equation" r:id="rId28" imgW="3441600" imgH="393480" progId="Equation.DSMT4">
                  <p:embed/>
                </p:oleObj>
              </mc:Choice>
              <mc:Fallback>
                <p:oleObj name="Equation" r:id="rId28" imgW="3441600" imgH="393480" progId="Equation.DSMT4">
                  <p:embed/>
                  <p:pic>
                    <p:nvPicPr>
                      <p:cNvPr id="0" name="Object 18"/>
                      <p:cNvPicPr>
                        <a:picLocks noChangeAspect="1" noChangeArrowheads="1"/>
                      </p:cNvPicPr>
                      <p:nvPr/>
                    </p:nvPicPr>
                    <p:blipFill>
                      <a:blip r:embed="rId29"/>
                      <a:srcRect/>
                      <a:stretch>
                        <a:fillRect/>
                      </a:stretch>
                    </p:blipFill>
                    <p:spPr bwMode="auto">
                      <a:xfrm>
                        <a:off x="4352045" y="5836296"/>
                        <a:ext cx="3441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960542688"/>
              </p:ext>
            </p:extLst>
          </p:nvPr>
        </p:nvGraphicFramePr>
        <p:xfrm>
          <a:off x="1464164" y="3856850"/>
          <a:ext cx="6426200" cy="393700"/>
        </p:xfrm>
        <a:graphic>
          <a:graphicData uri="http://schemas.openxmlformats.org/presentationml/2006/ole">
            <mc:AlternateContent xmlns:mc="http://schemas.openxmlformats.org/markup-compatibility/2006">
              <mc:Choice xmlns:v="urn:schemas-microsoft-com:vml" Requires="v">
                <p:oleObj spid="_x0000_s13946" name="Equation" r:id="rId30" imgW="6426200" imgH="393700" progId="Equation.DSMT4">
                  <p:embed/>
                </p:oleObj>
              </mc:Choice>
              <mc:Fallback>
                <p:oleObj name="Equation" r:id="rId30" imgW="6426200" imgH="393700" progId="Equation.DSMT4">
                  <p:embed/>
                  <p:pic>
                    <p:nvPicPr>
                      <p:cNvPr id="0" name="Object 1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464164" y="3856850"/>
                        <a:ext cx="64262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55913135"/>
              </p:ext>
            </p:extLst>
          </p:nvPr>
        </p:nvGraphicFramePr>
        <p:xfrm>
          <a:off x="1464164" y="3447275"/>
          <a:ext cx="2324100" cy="342900"/>
        </p:xfrm>
        <a:graphic>
          <a:graphicData uri="http://schemas.openxmlformats.org/presentationml/2006/ole">
            <mc:AlternateContent xmlns:mc="http://schemas.openxmlformats.org/markup-compatibility/2006">
              <mc:Choice xmlns:v="urn:schemas-microsoft-com:vml" Requires="v">
                <p:oleObj spid="_x0000_s13947" name="Equation" r:id="rId32" imgW="2323800" imgH="342720" progId="Equation.DSMT4">
                  <p:embed/>
                </p:oleObj>
              </mc:Choice>
              <mc:Fallback>
                <p:oleObj name="Equation" r:id="rId32" imgW="2323800" imgH="342720" progId="Equation.DSMT4">
                  <p:embed/>
                  <p:pic>
                    <p:nvPicPr>
                      <p:cNvPr id="0" name="Object 1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464164" y="3447275"/>
                        <a:ext cx="2324100" cy="342900"/>
                      </a:xfrm>
                      <a:prstGeom prst="rect">
                        <a:avLst/>
                      </a:prstGeom>
                      <a:solidFill>
                        <a:srgbClr val="FFFF00"/>
                      </a:solidFill>
                      <a:ln>
                        <a:solidFill>
                          <a:schemeClr val="tx1"/>
                        </a:solidFill>
                        <a:prstDash val="dash"/>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wipe(left)">
                                      <p:cBhvr>
                                        <p:cTn id="12" dur="500"/>
                                        <p:tgtEl>
                                          <p:spTgt spid="133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18"/>
                                        </p:tgtEl>
                                        <p:attrNameLst>
                                          <p:attrName>style.visibility</p:attrName>
                                        </p:attrNameLst>
                                      </p:cBhvr>
                                      <p:to>
                                        <p:strVal val="visible"/>
                                      </p:to>
                                    </p:set>
                                    <p:animEffect transition="in" filter="wipe(left)">
                                      <p:cBhvr>
                                        <p:cTn id="17" dur="500"/>
                                        <p:tgtEl>
                                          <p:spTgt spid="133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319"/>
                                        </p:tgtEl>
                                        <p:attrNameLst>
                                          <p:attrName>style.visibility</p:attrName>
                                        </p:attrNameLst>
                                      </p:cBhvr>
                                      <p:to>
                                        <p:strVal val="visible"/>
                                      </p:to>
                                    </p:set>
                                    <p:animEffect transition="in" filter="wipe(left)">
                                      <p:cBhvr>
                                        <p:cTn id="22" dur="500"/>
                                        <p:tgtEl>
                                          <p:spTgt spid="133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320"/>
                                        </p:tgtEl>
                                        <p:attrNameLst>
                                          <p:attrName>style.visibility</p:attrName>
                                        </p:attrNameLst>
                                      </p:cBhvr>
                                      <p:to>
                                        <p:strVal val="visible"/>
                                      </p:to>
                                    </p:set>
                                    <p:animEffect transition="in" filter="wipe(left)">
                                      <p:cBhvr>
                                        <p:cTn id="27" dur="500"/>
                                        <p:tgtEl>
                                          <p:spTgt spid="133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321"/>
                                        </p:tgtEl>
                                        <p:attrNameLst>
                                          <p:attrName>style.visibility</p:attrName>
                                        </p:attrNameLst>
                                      </p:cBhvr>
                                      <p:to>
                                        <p:strVal val="visible"/>
                                      </p:to>
                                    </p:set>
                                    <p:animEffect transition="in" filter="wipe(left)">
                                      <p:cBhvr>
                                        <p:cTn id="32" dur="500"/>
                                        <p:tgtEl>
                                          <p:spTgt spid="133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322"/>
                                        </p:tgtEl>
                                        <p:attrNameLst>
                                          <p:attrName>style.visibility</p:attrName>
                                        </p:attrNameLst>
                                      </p:cBhvr>
                                      <p:to>
                                        <p:strVal val="visible"/>
                                      </p:to>
                                    </p:set>
                                    <p:animEffect transition="in" filter="wipe(left)">
                                      <p:cBhvr>
                                        <p:cTn id="37" dur="500"/>
                                        <p:tgtEl>
                                          <p:spTgt spid="133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323"/>
                                        </p:tgtEl>
                                        <p:attrNameLst>
                                          <p:attrName>style.visibility</p:attrName>
                                        </p:attrNameLst>
                                      </p:cBhvr>
                                      <p:to>
                                        <p:strVal val="visible"/>
                                      </p:to>
                                    </p:set>
                                    <p:animEffect transition="in" filter="wipe(left)">
                                      <p:cBhvr>
                                        <p:cTn id="42" dur="500"/>
                                        <p:tgtEl>
                                          <p:spTgt spid="133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left)">
                                      <p:cBhvr>
                                        <p:cTn id="57" dur="500"/>
                                        <p:tgtEl>
                                          <p:spTgt spid="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left)">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left)">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70" name="Object 10"/>
          <p:cNvGraphicFramePr>
            <a:graphicFrameLocks noChangeAspect="1"/>
          </p:cNvGraphicFramePr>
          <p:nvPr>
            <p:extLst>
              <p:ext uri="{D42A27DB-BD31-4B8C-83A1-F6EECF244321}">
                <p14:modId xmlns:p14="http://schemas.microsoft.com/office/powerpoint/2010/main" val="29068602"/>
              </p:ext>
            </p:extLst>
          </p:nvPr>
        </p:nvGraphicFramePr>
        <p:xfrm>
          <a:off x="1140654" y="82078"/>
          <a:ext cx="7099300" cy="800100"/>
        </p:xfrm>
        <a:graphic>
          <a:graphicData uri="http://schemas.openxmlformats.org/presentationml/2006/ole">
            <mc:AlternateContent xmlns:mc="http://schemas.openxmlformats.org/markup-compatibility/2006">
              <mc:Choice xmlns:v="urn:schemas-microsoft-com:vml" Requires="v">
                <p:oleObj spid="_x0000_s15952" name="Equation" r:id="rId4" imgW="7099200" imgH="799920" progId="Equation.DSMT4">
                  <p:embed/>
                </p:oleObj>
              </mc:Choice>
              <mc:Fallback>
                <p:oleObj name="Equation" r:id="rId4" imgW="7099200" imgH="799920" progId="Equation.DSMT4">
                  <p:embed/>
                  <p:pic>
                    <p:nvPicPr>
                      <p:cNvPr id="0" name="Picture 10"/>
                      <p:cNvPicPr>
                        <a:picLocks noChangeAspect="1" noChangeArrowheads="1"/>
                      </p:cNvPicPr>
                      <p:nvPr/>
                    </p:nvPicPr>
                    <p:blipFill>
                      <a:blip r:embed="rId5"/>
                      <a:srcRect/>
                      <a:stretch>
                        <a:fillRect/>
                      </a:stretch>
                    </p:blipFill>
                    <p:spPr bwMode="auto">
                      <a:xfrm>
                        <a:off x="1140654" y="82078"/>
                        <a:ext cx="7099300" cy="800100"/>
                      </a:xfrm>
                      <a:prstGeom prst="rect">
                        <a:avLst/>
                      </a:prstGeom>
                      <a:noFill/>
                      <a:ln>
                        <a:noFill/>
                      </a:ln>
                      <a:effectLst/>
                    </p:spPr>
                  </p:pic>
                </p:oleObj>
              </mc:Fallback>
            </mc:AlternateContent>
          </a:graphicData>
        </a:graphic>
      </p:graphicFrame>
      <p:graphicFrame>
        <p:nvGraphicFramePr>
          <p:cNvPr id="15371" name="Object 11"/>
          <p:cNvGraphicFramePr>
            <a:graphicFrameLocks noChangeAspect="1"/>
          </p:cNvGraphicFramePr>
          <p:nvPr>
            <p:extLst>
              <p:ext uri="{D42A27DB-BD31-4B8C-83A1-F6EECF244321}">
                <p14:modId xmlns:p14="http://schemas.microsoft.com/office/powerpoint/2010/main" val="1149916624"/>
              </p:ext>
            </p:extLst>
          </p:nvPr>
        </p:nvGraphicFramePr>
        <p:xfrm>
          <a:off x="1140654" y="973364"/>
          <a:ext cx="342900" cy="342900"/>
        </p:xfrm>
        <a:graphic>
          <a:graphicData uri="http://schemas.openxmlformats.org/presentationml/2006/ole">
            <mc:AlternateContent xmlns:mc="http://schemas.openxmlformats.org/markup-compatibility/2006">
              <mc:Choice xmlns:v="urn:schemas-microsoft-com:vml" Requires="v">
                <p:oleObj spid="_x0000_s15953" name="Equation" r:id="rId6" imgW="342720" imgH="342720" progId="Equation.DSMT4">
                  <p:embed/>
                </p:oleObj>
              </mc:Choice>
              <mc:Fallback>
                <p:oleObj name="Equation" r:id="rId6" imgW="342720" imgH="342720" progId="Equation.DSMT4">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0654" y="973364"/>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2" name="Object 12"/>
          <p:cNvGraphicFramePr>
            <a:graphicFrameLocks noChangeAspect="1"/>
          </p:cNvGraphicFramePr>
          <p:nvPr>
            <p:extLst>
              <p:ext uri="{D42A27DB-BD31-4B8C-83A1-F6EECF244321}">
                <p14:modId xmlns:p14="http://schemas.microsoft.com/office/powerpoint/2010/main" val="144834788"/>
              </p:ext>
            </p:extLst>
          </p:nvPr>
        </p:nvGraphicFramePr>
        <p:xfrm>
          <a:off x="1769697" y="972461"/>
          <a:ext cx="5168900" cy="381000"/>
        </p:xfrm>
        <a:graphic>
          <a:graphicData uri="http://schemas.openxmlformats.org/presentationml/2006/ole">
            <mc:AlternateContent xmlns:mc="http://schemas.openxmlformats.org/markup-compatibility/2006">
              <mc:Choice xmlns:v="urn:schemas-microsoft-com:vml" Requires="v">
                <p:oleObj spid="_x0000_s15954" name="Equation" r:id="rId8" imgW="5168880" imgH="380880" progId="Equation.DSMT4">
                  <p:embed/>
                </p:oleObj>
              </mc:Choice>
              <mc:Fallback>
                <p:oleObj name="Equation" r:id="rId8" imgW="5168880" imgH="380880" progId="Equation.DSMT4">
                  <p:embed/>
                  <p:pic>
                    <p:nvPicPr>
                      <p:cNvPr id="0" name="Picture 12"/>
                      <p:cNvPicPr>
                        <a:picLocks noChangeAspect="1" noChangeArrowheads="1"/>
                      </p:cNvPicPr>
                      <p:nvPr/>
                    </p:nvPicPr>
                    <p:blipFill>
                      <a:blip r:embed="rId9"/>
                      <a:srcRect/>
                      <a:stretch>
                        <a:fillRect/>
                      </a:stretch>
                    </p:blipFill>
                    <p:spPr bwMode="auto">
                      <a:xfrm>
                        <a:off x="1769697" y="972461"/>
                        <a:ext cx="5168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3" name="Object 13"/>
          <p:cNvGraphicFramePr>
            <a:graphicFrameLocks noChangeAspect="1"/>
          </p:cNvGraphicFramePr>
          <p:nvPr>
            <p:extLst>
              <p:ext uri="{D42A27DB-BD31-4B8C-83A1-F6EECF244321}">
                <p14:modId xmlns:p14="http://schemas.microsoft.com/office/powerpoint/2010/main" val="278575074"/>
              </p:ext>
            </p:extLst>
          </p:nvPr>
        </p:nvGraphicFramePr>
        <p:xfrm>
          <a:off x="1769697" y="1533301"/>
          <a:ext cx="2019300" cy="508000"/>
        </p:xfrm>
        <a:graphic>
          <a:graphicData uri="http://schemas.openxmlformats.org/presentationml/2006/ole">
            <mc:AlternateContent xmlns:mc="http://schemas.openxmlformats.org/markup-compatibility/2006">
              <mc:Choice xmlns:v="urn:schemas-microsoft-com:vml" Requires="v">
                <p:oleObj spid="_x0000_s15955" name="Equation" r:id="rId10" imgW="2019240" imgH="507960" progId="Equation.DSMT4">
                  <p:embed/>
                </p:oleObj>
              </mc:Choice>
              <mc:Fallback>
                <p:oleObj name="Equation" r:id="rId10" imgW="2019240" imgH="507960" progId="Equation.DSMT4">
                  <p:embed/>
                  <p:pic>
                    <p:nvPicPr>
                      <p:cNvPr id="0" name="Picture 13"/>
                      <p:cNvPicPr>
                        <a:picLocks noChangeAspect="1" noChangeArrowheads="1"/>
                      </p:cNvPicPr>
                      <p:nvPr/>
                    </p:nvPicPr>
                    <p:blipFill>
                      <a:blip r:embed="rId11"/>
                      <a:srcRect/>
                      <a:stretch>
                        <a:fillRect/>
                      </a:stretch>
                    </p:blipFill>
                    <p:spPr bwMode="auto">
                      <a:xfrm>
                        <a:off x="1769697" y="1533301"/>
                        <a:ext cx="20193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4" name="Object 14"/>
          <p:cNvGraphicFramePr>
            <a:graphicFrameLocks noChangeAspect="1"/>
          </p:cNvGraphicFramePr>
          <p:nvPr>
            <p:extLst>
              <p:ext uri="{D42A27DB-BD31-4B8C-83A1-F6EECF244321}">
                <p14:modId xmlns:p14="http://schemas.microsoft.com/office/powerpoint/2010/main" val="2031772423"/>
              </p:ext>
            </p:extLst>
          </p:nvPr>
        </p:nvGraphicFramePr>
        <p:xfrm>
          <a:off x="3788546" y="1315751"/>
          <a:ext cx="2032000" cy="774700"/>
        </p:xfrm>
        <a:graphic>
          <a:graphicData uri="http://schemas.openxmlformats.org/presentationml/2006/ole">
            <mc:AlternateContent xmlns:mc="http://schemas.openxmlformats.org/markup-compatibility/2006">
              <mc:Choice xmlns:v="urn:schemas-microsoft-com:vml" Requires="v">
                <p:oleObj spid="_x0000_s15956" name="Equation" r:id="rId12" imgW="2031840" imgH="774360" progId="Equation.DSMT4">
                  <p:embed/>
                </p:oleObj>
              </mc:Choice>
              <mc:Fallback>
                <p:oleObj name="Equation" r:id="rId12" imgW="2031840" imgH="774360" progId="Equation.DSMT4">
                  <p:embed/>
                  <p:pic>
                    <p:nvPicPr>
                      <p:cNvPr id="0"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88546" y="1315751"/>
                        <a:ext cx="20320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5" name="Object 15"/>
          <p:cNvGraphicFramePr>
            <a:graphicFrameLocks noChangeAspect="1"/>
          </p:cNvGraphicFramePr>
          <p:nvPr>
            <p:extLst>
              <p:ext uri="{D42A27DB-BD31-4B8C-83A1-F6EECF244321}">
                <p14:modId xmlns:p14="http://schemas.microsoft.com/office/powerpoint/2010/main" val="1345556971"/>
              </p:ext>
            </p:extLst>
          </p:nvPr>
        </p:nvGraphicFramePr>
        <p:xfrm>
          <a:off x="5958658" y="1355572"/>
          <a:ext cx="1168400" cy="736600"/>
        </p:xfrm>
        <a:graphic>
          <a:graphicData uri="http://schemas.openxmlformats.org/presentationml/2006/ole">
            <mc:AlternateContent xmlns:mc="http://schemas.openxmlformats.org/markup-compatibility/2006">
              <mc:Choice xmlns:v="urn:schemas-microsoft-com:vml" Requires="v">
                <p:oleObj spid="_x0000_s15957" name="Equation" r:id="rId14" imgW="1168200" imgH="736560" progId="Equation.DSMT4">
                  <p:embed/>
                </p:oleObj>
              </mc:Choice>
              <mc:Fallback>
                <p:oleObj name="Equation" r:id="rId14" imgW="1168200" imgH="736560" progId="Equation.DSMT4">
                  <p:embed/>
                  <p:pic>
                    <p:nvPicPr>
                      <p:cNvPr id="0" name="Picture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58658" y="1355572"/>
                        <a:ext cx="11684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6" name="Object 16"/>
          <p:cNvGraphicFramePr>
            <a:graphicFrameLocks noChangeAspect="1"/>
          </p:cNvGraphicFramePr>
          <p:nvPr>
            <p:extLst>
              <p:ext uri="{D42A27DB-BD31-4B8C-83A1-F6EECF244321}">
                <p14:modId xmlns:p14="http://schemas.microsoft.com/office/powerpoint/2010/main" val="2772237394"/>
              </p:ext>
            </p:extLst>
          </p:nvPr>
        </p:nvGraphicFramePr>
        <p:xfrm>
          <a:off x="1140654" y="2201667"/>
          <a:ext cx="7823200" cy="520700"/>
        </p:xfrm>
        <a:graphic>
          <a:graphicData uri="http://schemas.openxmlformats.org/presentationml/2006/ole">
            <mc:AlternateContent xmlns:mc="http://schemas.openxmlformats.org/markup-compatibility/2006">
              <mc:Choice xmlns:v="urn:schemas-microsoft-com:vml" Requires="v">
                <p:oleObj spid="_x0000_s15958" name="Equation" r:id="rId16" imgW="7823160" imgH="520560" progId="Equation.DSMT4">
                  <p:embed/>
                </p:oleObj>
              </mc:Choice>
              <mc:Fallback>
                <p:oleObj name="Equation" r:id="rId16" imgW="7823160" imgH="520560" progId="Equation.DSMT4">
                  <p:embed/>
                  <p:pic>
                    <p:nvPicPr>
                      <p:cNvPr id="0" name="Picture 16"/>
                      <p:cNvPicPr>
                        <a:picLocks noChangeAspect="1" noChangeArrowheads="1"/>
                      </p:cNvPicPr>
                      <p:nvPr/>
                    </p:nvPicPr>
                    <p:blipFill>
                      <a:blip r:embed="rId17"/>
                      <a:srcRect/>
                      <a:stretch>
                        <a:fillRect/>
                      </a:stretch>
                    </p:blipFill>
                    <p:spPr bwMode="auto">
                      <a:xfrm>
                        <a:off x="1140654" y="2201667"/>
                        <a:ext cx="78232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643372302"/>
              </p:ext>
            </p:extLst>
          </p:nvPr>
        </p:nvGraphicFramePr>
        <p:xfrm>
          <a:off x="1140654" y="3032040"/>
          <a:ext cx="10426701" cy="1333500"/>
        </p:xfrm>
        <a:graphic>
          <a:graphicData uri="http://schemas.openxmlformats.org/presentationml/2006/ole">
            <mc:AlternateContent xmlns:mc="http://schemas.openxmlformats.org/markup-compatibility/2006">
              <mc:Choice xmlns:v="urn:schemas-microsoft-com:vml" Requires="v">
                <p:oleObj spid="_x0000_s15959" name="Equation" r:id="rId18" imgW="10426680" imgH="1333440" progId="Equation.DSMT4">
                  <p:embed/>
                </p:oleObj>
              </mc:Choice>
              <mc:Fallback>
                <p:oleObj name="Equation" r:id="rId18" imgW="10426680" imgH="1333440" progId="Equation.DSMT4">
                  <p:embed/>
                  <p:pic>
                    <p:nvPicPr>
                      <p:cNvPr id="0" name="Object 11"/>
                      <p:cNvPicPr>
                        <a:picLocks noChangeAspect="1" noChangeArrowheads="1"/>
                      </p:cNvPicPr>
                      <p:nvPr/>
                    </p:nvPicPr>
                    <p:blipFill>
                      <a:blip r:embed="rId19"/>
                      <a:srcRect/>
                      <a:stretch>
                        <a:fillRect/>
                      </a:stretch>
                    </p:blipFill>
                    <p:spPr bwMode="auto">
                      <a:xfrm>
                        <a:off x="1140654" y="3032040"/>
                        <a:ext cx="10426701" cy="1333500"/>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589981139"/>
              </p:ext>
            </p:extLst>
          </p:nvPr>
        </p:nvGraphicFramePr>
        <p:xfrm>
          <a:off x="1140654" y="4697640"/>
          <a:ext cx="342900" cy="342900"/>
        </p:xfrm>
        <a:graphic>
          <a:graphicData uri="http://schemas.openxmlformats.org/presentationml/2006/ole">
            <mc:AlternateContent xmlns:mc="http://schemas.openxmlformats.org/markup-compatibility/2006">
              <mc:Choice xmlns:v="urn:schemas-microsoft-com:vml" Requires="v">
                <p:oleObj spid="_x0000_s15960" name="Equation" r:id="rId20" imgW="342751" imgH="342751" progId="Equation.DSMT4">
                  <p:embed/>
                </p:oleObj>
              </mc:Choice>
              <mc:Fallback>
                <p:oleObj name="Equation" r:id="rId20" imgW="342751" imgH="342751" progId="Equation.DSMT4">
                  <p:embed/>
                  <p:pic>
                    <p:nvPicPr>
                      <p:cNvPr id="0" name="Object 1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40654" y="4697640"/>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25594021"/>
              </p:ext>
            </p:extLst>
          </p:nvPr>
        </p:nvGraphicFramePr>
        <p:xfrm>
          <a:off x="1854884" y="4689702"/>
          <a:ext cx="5613400" cy="406400"/>
        </p:xfrm>
        <a:graphic>
          <a:graphicData uri="http://schemas.openxmlformats.org/presentationml/2006/ole">
            <mc:AlternateContent xmlns:mc="http://schemas.openxmlformats.org/markup-compatibility/2006">
              <mc:Choice xmlns:v="urn:schemas-microsoft-com:vml" Requires="v">
                <p:oleObj spid="_x0000_s15961" name="Equation" r:id="rId22" imgW="5613120" imgH="406080" progId="Equation.DSMT4">
                  <p:embed/>
                </p:oleObj>
              </mc:Choice>
              <mc:Fallback>
                <p:oleObj name="Equation" r:id="rId22" imgW="5613120" imgH="406080" progId="Equation.DSMT4">
                  <p:embed/>
                  <p:pic>
                    <p:nvPicPr>
                      <p:cNvPr id="0" name="Object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54884" y="4689702"/>
                        <a:ext cx="56134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687316489"/>
              </p:ext>
            </p:extLst>
          </p:nvPr>
        </p:nvGraphicFramePr>
        <p:xfrm>
          <a:off x="2178093" y="5305972"/>
          <a:ext cx="2260600" cy="508000"/>
        </p:xfrm>
        <a:graphic>
          <a:graphicData uri="http://schemas.openxmlformats.org/presentationml/2006/ole">
            <mc:AlternateContent xmlns:mc="http://schemas.openxmlformats.org/markup-compatibility/2006">
              <mc:Choice xmlns:v="urn:schemas-microsoft-com:vml" Requires="v">
                <p:oleObj spid="_x0000_s15962" name="Equation" r:id="rId24" imgW="2260440" imgH="507960" progId="Equation.DSMT4">
                  <p:embed/>
                </p:oleObj>
              </mc:Choice>
              <mc:Fallback>
                <p:oleObj name="Equation" r:id="rId24" imgW="2260440" imgH="507960" progId="Equation.DSMT4">
                  <p:embed/>
                  <p:pic>
                    <p:nvPicPr>
                      <p:cNvPr id="0" name="Object 14"/>
                      <p:cNvPicPr>
                        <a:picLocks noChangeAspect="1" noChangeArrowheads="1"/>
                      </p:cNvPicPr>
                      <p:nvPr/>
                    </p:nvPicPr>
                    <p:blipFill>
                      <a:blip r:embed="rId25"/>
                      <a:srcRect/>
                      <a:stretch>
                        <a:fillRect/>
                      </a:stretch>
                    </p:blipFill>
                    <p:spPr bwMode="auto">
                      <a:xfrm>
                        <a:off x="2178093" y="5305972"/>
                        <a:ext cx="22606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388295837"/>
              </p:ext>
            </p:extLst>
          </p:nvPr>
        </p:nvGraphicFramePr>
        <p:xfrm>
          <a:off x="4505760" y="5067076"/>
          <a:ext cx="1752600" cy="838200"/>
        </p:xfrm>
        <a:graphic>
          <a:graphicData uri="http://schemas.openxmlformats.org/presentationml/2006/ole">
            <mc:AlternateContent xmlns:mc="http://schemas.openxmlformats.org/markup-compatibility/2006">
              <mc:Choice xmlns:v="urn:schemas-microsoft-com:vml" Requires="v">
                <p:oleObj spid="_x0000_s15963" name="Equation" r:id="rId26" imgW="1752480" imgH="838080" progId="Equation.DSMT4">
                  <p:embed/>
                </p:oleObj>
              </mc:Choice>
              <mc:Fallback>
                <p:oleObj name="Equation" r:id="rId26" imgW="1752480" imgH="838080" progId="Equation.DSMT4">
                  <p:embed/>
                  <p:pic>
                    <p:nvPicPr>
                      <p:cNvPr id="0" name="Object 1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05760" y="5067076"/>
                        <a:ext cx="1752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704821033"/>
              </p:ext>
            </p:extLst>
          </p:nvPr>
        </p:nvGraphicFramePr>
        <p:xfrm>
          <a:off x="6277410" y="5105176"/>
          <a:ext cx="1041400" cy="736600"/>
        </p:xfrm>
        <a:graphic>
          <a:graphicData uri="http://schemas.openxmlformats.org/presentationml/2006/ole">
            <mc:AlternateContent xmlns:mc="http://schemas.openxmlformats.org/markup-compatibility/2006">
              <mc:Choice xmlns:v="urn:schemas-microsoft-com:vml" Requires="v">
                <p:oleObj spid="_x0000_s15964" name="Equation" r:id="rId28" imgW="1041120" imgH="736560" progId="Equation.DSMT4">
                  <p:embed/>
                </p:oleObj>
              </mc:Choice>
              <mc:Fallback>
                <p:oleObj name="Equation" r:id="rId28" imgW="1041120" imgH="736560" progId="Equation.DSMT4">
                  <p:embed/>
                  <p:pic>
                    <p:nvPicPr>
                      <p:cNvPr id="0" name="Object 1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277410" y="5105176"/>
                        <a:ext cx="10414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002415815"/>
              </p:ext>
            </p:extLst>
          </p:nvPr>
        </p:nvGraphicFramePr>
        <p:xfrm>
          <a:off x="1140654" y="5947832"/>
          <a:ext cx="4381500" cy="520700"/>
        </p:xfrm>
        <a:graphic>
          <a:graphicData uri="http://schemas.openxmlformats.org/presentationml/2006/ole">
            <mc:AlternateContent xmlns:mc="http://schemas.openxmlformats.org/markup-compatibility/2006">
              <mc:Choice xmlns:v="urn:schemas-microsoft-com:vml" Requires="v">
                <p:oleObj spid="_x0000_s15965" name="Equation" r:id="rId30" imgW="4381200" imgH="520560" progId="Equation.DSMT4">
                  <p:embed/>
                </p:oleObj>
              </mc:Choice>
              <mc:Fallback>
                <p:oleObj name="Equation" r:id="rId30" imgW="4381200" imgH="520560" progId="Equation.DSMT4">
                  <p:embed/>
                  <p:pic>
                    <p:nvPicPr>
                      <p:cNvPr id="0" name="Object 21"/>
                      <p:cNvPicPr>
                        <a:picLocks noChangeAspect="1" noChangeArrowheads="1"/>
                      </p:cNvPicPr>
                      <p:nvPr/>
                    </p:nvPicPr>
                    <p:blipFill>
                      <a:blip r:embed="rId31"/>
                      <a:srcRect/>
                      <a:stretch>
                        <a:fillRect/>
                      </a:stretch>
                    </p:blipFill>
                    <p:spPr bwMode="auto">
                      <a:xfrm>
                        <a:off x="1140654" y="5947832"/>
                        <a:ext cx="43815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371"/>
                                        </p:tgtEl>
                                        <p:attrNameLst>
                                          <p:attrName>style.visibility</p:attrName>
                                        </p:attrNameLst>
                                      </p:cBhvr>
                                      <p:to>
                                        <p:strVal val="visible"/>
                                      </p:to>
                                    </p:set>
                                    <p:animEffect transition="in" filter="wipe(left)">
                                      <p:cBhvr>
                                        <p:cTn id="7" dur="500"/>
                                        <p:tgtEl>
                                          <p:spTgt spid="153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72"/>
                                        </p:tgtEl>
                                        <p:attrNameLst>
                                          <p:attrName>style.visibility</p:attrName>
                                        </p:attrNameLst>
                                      </p:cBhvr>
                                      <p:to>
                                        <p:strVal val="visible"/>
                                      </p:to>
                                    </p:set>
                                    <p:animEffect transition="in" filter="wipe(left)">
                                      <p:cBhvr>
                                        <p:cTn id="12" dur="500"/>
                                        <p:tgtEl>
                                          <p:spTgt spid="153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73"/>
                                        </p:tgtEl>
                                        <p:attrNameLst>
                                          <p:attrName>style.visibility</p:attrName>
                                        </p:attrNameLst>
                                      </p:cBhvr>
                                      <p:to>
                                        <p:strVal val="visible"/>
                                      </p:to>
                                    </p:set>
                                    <p:animEffect transition="in" filter="wipe(left)">
                                      <p:cBhvr>
                                        <p:cTn id="17" dur="500"/>
                                        <p:tgtEl>
                                          <p:spTgt spid="153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374"/>
                                        </p:tgtEl>
                                        <p:attrNameLst>
                                          <p:attrName>style.visibility</p:attrName>
                                        </p:attrNameLst>
                                      </p:cBhvr>
                                      <p:to>
                                        <p:strVal val="visible"/>
                                      </p:to>
                                    </p:set>
                                    <p:animEffect transition="in" filter="wipe(left)">
                                      <p:cBhvr>
                                        <p:cTn id="22" dur="500"/>
                                        <p:tgtEl>
                                          <p:spTgt spid="153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375"/>
                                        </p:tgtEl>
                                        <p:attrNameLst>
                                          <p:attrName>style.visibility</p:attrName>
                                        </p:attrNameLst>
                                      </p:cBhvr>
                                      <p:to>
                                        <p:strVal val="visible"/>
                                      </p:to>
                                    </p:set>
                                    <p:animEffect transition="in" filter="wipe(left)">
                                      <p:cBhvr>
                                        <p:cTn id="27" dur="500"/>
                                        <p:tgtEl>
                                          <p:spTgt spid="153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376"/>
                                        </p:tgtEl>
                                        <p:attrNameLst>
                                          <p:attrName>style.visibility</p:attrName>
                                        </p:attrNameLst>
                                      </p:cBhvr>
                                      <p:to>
                                        <p:strVal val="visible"/>
                                      </p:to>
                                    </p:set>
                                    <p:animEffect transition="in" filter="wipe(left)">
                                      <p:cBhvr>
                                        <p:cTn id="32" dur="500"/>
                                        <p:tgtEl>
                                          <p:spTgt spid="1537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wipe(left)">
                                      <p:cBhvr>
                                        <p:cTn id="6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extLst>
              <p:ext uri="{D42A27DB-BD31-4B8C-83A1-F6EECF244321}">
                <p14:modId xmlns:p14="http://schemas.microsoft.com/office/powerpoint/2010/main" val="659848361"/>
              </p:ext>
            </p:extLst>
          </p:nvPr>
        </p:nvGraphicFramePr>
        <p:xfrm>
          <a:off x="1137104" y="3657600"/>
          <a:ext cx="4178300" cy="876300"/>
        </p:xfrm>
        <a:graphic>
          <a:graphicData uri="http://schemas.openxmlformats.org/presentationml/2006/ole">
            <mc:AlternateContent xmlns:mc="http://schemas.openxmlformats.org/markup-compatibility/2006">
              <mc:Choice xmlns:v="urn:schemas-microsoft-com:vml" Requires="v">
                <p:oleObj spid="_x0000_s133317" name="Equation" r:id="rId4" imgW="4178160" imgH="876240" progId="Equation.DSMT4">
                  <p:embed/>
                </p:oleObj>
              </mc:Choice>
              <mc:Fallback>
                <p:oleObj name="Equation" r:id="rId4" imgW="4178160" imgH="876240" progId="Equation.DSMT4">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7104" y="3657600"/>
                        <a:ext cx="41783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88589780"/>
              </p:ext>
            </p:extLst>
          </p:nvPr>
        </p:nvGraphicFramePr>
        <p:xfrm>
          <a:off x="1137104" y="4827587"/>
          <a:ext cx="342900" cy="342900"/>
        </p:xfrm>
        <a:graphic>
          <a:graphicData uri="http://schemas.openxmlformats.org/presentationml/2006/ole">
            <mc:AlternateContent xmlns:mc="http://schemas.openxmlformats.org/markup-compatibility/2006">
              <mc:Choice xmlns:v="urn:schemas-microsoft-com:vml" Requires="v">
                <p:oleObj spid="_x0000_s133318" name="Equation" r:id="rId6" imgW="342720" imgH="342720" progId="Equation.DSMT4">
                  <p:embed/>
                </p:oleObj>
              </mc:Choice>
              <mc:Fallback>
                <p:oleObj name="Equation" r:id="rId6" imgW="342720" imgH="342720" progId="Equation.DSMT4">
                  <p:embed/>
                  <p:pic>
                    <p:nvPicPr>
                      <p:cNvPr id="11"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7104" y="4827587"/>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583124164"/>
              </p:ext>
            </p:extLst>
          </p:nvPr>
        </p:nvGraphicFramePr>
        <p:xfrm>
          <a:off x="1835604" y="4546600"/>
          <a:ext cx="2794000" cy="647700"/>
        </p:xfrm>
        <a:graphic>
          <a:graphicData uri="http://schemas.openxmlformats.org/presentationml/2006/ole">
            <mc:AlternateContent xmlns:mc="http://schemas.openxmlformats.org/markup-compatibility/2006">
              <mc:Choice xmlns:v="urn:schemas-microsoft-com:vml" Requires="v">
                <p:oleObj spid="_x0000_s133319" name="Equation" r:id="rId8" imgW="2793960" imgH="647640" progId="Equation.DSMT4">
                  <p:embed/>
                </p:oleObj>
              </mc:Choice>
              <mc:Fallback>
                <p:oleObj name="Equation" r:id="rId8" imgW="2793960" imgH="647640" progId="Equation.DSMT4">
                  <p:embed/>
                  <p:pic>
                    <p:nvPicPr>
                      <p:cNvPr id="12" name="对象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604" y="4546600"/>
                        <a:ext cx="27940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563468261"/>
              </p:ext>
            </p:extLst>
          </p:nvPr>
        </p:nvGraphicFramePr>
        <p:xfrm>
          <a:off x="4720092" y="4560765"/>
          <a:ext cx="2019300" cy="876300"/>
        </p:xfrm>
        <a:graphic>
          <a:graphicData uri="http://schemas.openxmlformats.org/presentationml/2006/ole">
            <mc:AlternateContent xmlns:mc="http://schemas.openxmlformats.org/markup-compatibility/2006">
              <mc:Choice xmlns:v="urn:schemas-microsoft-com:vml" Requires="v">
                <p:oleObj spid="_x0000_s133320" name="Equation" r:id="rId10" imgW="2019240" imgH="876240" progId="Equation.DSMT4">
                  <p:embed/>
                </p:oleObj>
              </mc:Choice>
              <mc:Fallback>
                <p:oleObj name="Equation" r:id="rId10" imgW="2019240" imgH="876240" progId="Equation.DSMT4">
                  <p:embed/>
                  <p:pic>
                    <p:nvPicPr>
                      <p:cNvPr id="13" name="对象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0092" y="4560765"/>
                        <a:ext cx="20193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678112829"/>
              </p:ext>
            </p:extLst>
          </p:nvPr>
        </p:nvGraphicFramePr>
        <p:xfrm>
          <a:off x="1137104" y="5632450"/>
          <a:ext cx="5372100" cy="368300"/>
        </p:xfrm>
        <a:graphic>
          <a:graphicData uri="http://schemas.openxmlformats.org/presentationml/2006/ole">
            <mc:AlternateContent xmlns:mc="http://schemas.openxmlformats.org/markup-compatibility/2006">
              <mc:Choice xmlns:v="urn:schemas-microsoft-com:vml" Requires="v">
                <p:oleObj spid="_x0000_s133321" name="Equation" r:id="rId12" imgW="5371920" imgH="368280" progId="Equation.DSMT4">
                  <p:embed/>
                </p:oleObj>
              </mc:Choice>
              <mc:Fallback>
                <p:oleObj name="Equation" r:id="rId12" imgW="5371920" imgH="368280" progId="Equation.DSMT4">
                  <p:embed/>
                  <p:pic>
                    <p:nvPicPr>
                      <p:cNvPr id="14" name="对象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7104" y="5632450"/>
                        <a:ext cx="53721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539906626"/>
              </p:ext>
            </p:extLst>
          </p:nvPr>
        </p:nvGraphicFramePr>
        <p:xfrm>
          <a:off x="6509204" y="5378450"/>
          <a:ext cx="3517900" cy="876300"/>
        </p:xfrm>
        <a:graphic>
          <a:graphicData uri="http://schemas.openxmlformats.org/presentationml/2006/ole">
            <mc:AlternateContent xmlns:mc="http://schemas.openxmlformats.org/markup-compatibility/2006">
              <mc:Choice xmlns:v="urn:schemas-microsoft-com:vml" Requires="v">
                <p:oleObj spid="_x0000_s133322" name="Equation" r:id="rId14" imgW="3517560" imgH="876240" progId="Equation.DSMT4">
                  <p:embed/>
                </p:oleObj>
              </mc:Choice>
              <mc:Fallback>
                <p:oleObj name="Equation" r:id="rId14" imgW="3517560" imgH="876240" progId="Equation.DSMT4">
                  <p:embed/>
                  <p:pic>
                    <p:nvPicPr>
                      <p:cNvPr id="15" name="对象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09204" y="5378450"/>
                        <a:ext cx="35179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4">
            <a:extLst>
              <a:ext uri="{FF2B5EF4-FFF2-40B4-BE49-F238E27FC236}">
                <a16:creationId xmlns:a16="http://schemas.microsoft.com/office/drawing/2014/main" id="{E6EF0809-A6E9-4546-B549-CB2966CD115D}"/>
              </a:ext>
            </a:extLst>
          </p:cNvPr>
          <p:cNvGraphicFramePr>
            <a:graphicFrameLocks noChangeAspect="1"/>
          </p:cNvGraphicFramePr>
          <p:nvPr>
            <p:extLst>
              <p:ext uri="{D42A27DB-BD31-4B8C-83A1-F6EECF244321}">
                <p14:modId xmlns:p14="http://schemas.microsoft.com/office/powerpoint/2010/main" val="2441593954"/>
              </p:ext>
            </p:extLst>
          </p:nvPr>
        </p:nvGraphicFramePr>
        <p:xfrm>
          <a:off x="1137104" y="371475"/>
          <a:ext cx="9220200" cy="2413000"/>
        </p:xfrm>
        <a:graphic>
          <a:graphicData uri="http://schemas.openxmlformats.org/presentationml/2006/ole">
            <mc:AlternateContent xmlns:mc="http://schemas.openxmlformats.org/markup-compatibility/2006">
              <mc:Choice xmlns:v="urn:schemas-microsoft-com:vml" Requires="v">
                <p:oleObj spid="_x0000_s133323" name="Equation" r:id="rId16" imgW="9219960" imgH="2412720" progId="Equation.DSMT4">
                  <p:embed/>
                </p:oleObj>
              </mc:Choice>
              <mc:Fallback>
                <p:oleObj name="Equation" r:id="rId16" imgW="9219960" imgH="2412720" progId="Equation.DSMT4">
                  <p:embed/>
                  <p:pic>
                    <p:nvPicPr>
                      <p:cNvPr id="16" name="Object 14">
                        <a:extLst>
                          <a:ext uri="{FF2B5EF4-FFF2-40B4-BE49-F238E27FC236}">
                            <a16:creationId xmlns:a16="http://schemas.microsoft.com/office/drawing/2014/main" id="{583AB4D8-911E-42C2-9F28-00B4AD871941}"/>
                          </a:ext>
                        </a:extLst>
                      </p:cNvPr>
                      <p:cNvPicPr>
                        <a:picLocks noChangeAspect="1" noChangeArrowheads="1"/>
                      </p:cNvPicPr>
                      <p:nvPr/>
                    </p:nvPicPr>
                    <p:blipFill>
                      <a:blip r:embed="rId17"/>
                      <a:srcRect/>
                      <a:stretch>
                        <a:fillRect/>
                      </a:stretch>
                    </p:blipFill>
                    <p:spPr bwMode="auto">
                      <a:xfrm>
                        <a:off x="1137104" y="371475"/>
                        <a:ext cx="9220200" cy="2413000"/>
                      </a:xfrm>
                      <a:prstGeom prst="rect">
                        <a:avLst/>
                      </a:prstGeom>
                      <a:noFill/>
                      <a:ln>
                        <a:noFill/>
                      </a:ln>
                      <a:effectLst/>
                    </p:spPr>
                  </p:pic>
                </p:oleObj>
              </mc:Fallback>
            </mc:AlternateContent>
          </a:graphicData>
        </a:graphic>
      </p:graphicFrame>
      <p:graphicFrame>
        <p:nvGraphicFramePr>
          <p:cNvPr id="17" name="对象 16">
            <a:extLst>
              <a:ext uri="{FF2B5EF4-FFF2-40B4-BE49-F238E27FC236}">
                <a16:creationId xmlns:a16="http://schemas.microsoft.com/office/drawing/2014/main" id="{97745E74-C6AB-4CD8-97BB-83277F86BA0B}"/>
              </a:ext>
            </a:extLst>
          </p:cNvPr>
          <p:cNvGraphicFramePr>
            <a:graphicFrameLocks noChangeAspect="1"/>
          </p:cNvGraphicFramePr>
          <p:nvPr>
            <p:extLst>
              <p:ext uri="{D42A27DB-BD31-4B8C-83A1-F6EECF244321}">
                <p14:modId xmlns:p14="http://schemas.microsoft.com/office/powerpoint/2010/main" val="639513365"/>
              </p:ext>
            </p:extLst>
          </p:nvPr>
        </p:nvGraphicFramePr>
        <p:xfrm>
          <a:off x="1137104" y="2956953"/>
          <a:ext cx="644278" cy="338393"/>
        </p:xfrm>
        <a:graphic>
          <a:graphicData uri="http://schemas.openxmlformats.org/presentationml/2006/ole">
            <mc:AlternateContent xmlns:mc="http://schemas.openxmlformats.org/markup-compatibility/2006">
              <mc:Choice xmlns:v="urn:schemas-microsoft-com:vml" Requires="v">
                <p:oleObj spid="_x0000_s133324" name="Equation" r:id="rId18" imgW="749160" imgH="393480" progId="Equation.DSMT4">
                  <p:embed/>
                </p:oleObj>
              </mc:Choice>
              <mc:Fallback>
                <p:oleObj name="Equation" r:id="rId18" imgW="749160" imgH="393480" progId="Equation.DSMT4">
                  <p:embed/>
                  <p:pic>
                    <p:nvPicPr>
                      <p:cNvPr id="2" name="对象 1">
                        <a:extLst>
                          <a:ext uri="{FF2B5EF4-FFF2-40B4-BE49-F238E27FC236}">
                            <a16:creationId xmlns:a16="http://schemas.microsoft.com/office/drawing/2014/main" id="{0D4AB02D-8E52-42F4-B27F-E9A4B67BA06C}"/>
                          </a:ext>
                        </a:extLst>
                      </p:cNvPr>
                      <p:cNvPicPr/>
                      <p:nvPr/>
                    </p:nvPicPr>
                    <p:blipFill>
                      <a:blip r:embed="rId19"/>
                      <a:stretch>
                        <a:fillRect/>
                      </a:stretch>
                    </p:blipFill>
                    <p:spPr>
                      <a:xfrm>
                        <a:off x="1137104" y="2956953"/>
                        <a:ext cx="644278" cy="33839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A4A9E611-90F5-4A1C-A03E-9078D1916424}"/>
              </a:ext>
            </a:extLst>
          </p:cNvPr>
          <p:cNvGraphicFramePr>
            <a:graphicFrameLocks noChangeAspect="1"/>
          </p:cNvGraphicFramePr>
          <p:nvPr>
            <p:extLst>
              <p:ext uri="{D42A27DB-BD31-4B8C-83A1-F6EECF244321}">
                <p14:modId xmlns:p14="http://schemas.microsoft.com/office/powerpoint/2010/main" val="3065607452"/>
              </p:ext>
            </p:extLst>
          </p:nvPr>
        </p:nvGraphicFramePr>
        <p:xfrm>
          <a:off x="2002996" y="2956952"/>
          <a:ext cx="2184228" cy="338393"/>
        </p:xfrm>
        <a:graphic>
          <a:graphicData uri="http://schemas.openxmlformats.org/presentationml/2006/ole">
            <mc:AlternateContent xmlns:mc="http://schemas.openxmlformats.org/markup-compatibility/2006">
              <mc:Choice xmlns:v="urn:schemas-microsoft-com:vml" Requires="v">
                <p:oleObj spid="_x0000_s133325" name="Equation" r:id="rId20" imgW="2539800" imgH="393480" progId="Equation.DSMT4">
                  <p:embed/>
                </p:oleObj>
              </mc:Choice>
              <mc:Fallback>
                <p:oleObj name="Equation" r:id="rId20" imgW="2539800" imgH="393480" progId="Equation.DSMT4">
                  <p:embed/>
                  <p:pic>
                    <p:nvPicPr>
                      <p:cNvPr id="3" name="对象 2">
                        <a:extLst>
                          <a:ext uri="{FF2B5EF4-FFF2-40B4-BE49-F238E27FC236}">
                            <a16:creationId xmlns:a16="http://schemas.microsoft.com/office/drawing/2014/main" id="{D1C14FA2-0729-4FAA-AFBE-130646EDEB62}"/>
                          </a:ext>
                        </a:extLst>
                      </p:cNvPr>
                      <p:cNvPicPr/>
                      <p:nvPr/>
                    </p:nvPicPr>
                    <p:blipFill>
                      <a:blip r:embed="rId21"/>
                      <a:stretch>
                        <a:fillRect/>
                      </a:stretch>
                    </p:blipFill>
                    <p:spPr>
                      <a:xfrm>
                        <a:off x="2002996" y="2956952"/>
                        <a:ext cx="2184228" cy="33839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42F0FE9F-F490-44F6-8474-473B273368FE}"/>
              </a:ext>
            </a:extLst>
          </p:cNvPr>
          <p:cNvGraphicFramePr>
            <a:graphicFrameLocks noChangeAspect="1"/>
          </p:cNvGraphicFramePr>
          <p:nvPr>
            <p:extLst>
              <p:ext uri="{D42A27DB-BD31-4B8C-83A1-F6EECF244321}">
                <p14:modId xmlns:p14="http://schemas.microsoft.com/office/powerpoint/2010/main" val="1821336228"/>
              </p:ext>
            </p:extLst>
          </p:nvPr>
        </p:nvGraphicFramePr>
        <p:xfrm>
          <a:off x="4292625" y="3032996"/>
          <a:ext cx="731585" cy="272758"/>
        </p:xfrm>
        <a:graphic>
          <a:graphicData uri="http://schemas.openxmlformats.org/presentationml/2006/ole">
            <mc:AlternateContent xmlns:mc="http://schemas.openxmlformats.org/markup-compatibility/2006">
              <mc:Choice xmlns:v="urn:schemas-microsoft-com:vml" Requires="v">
                <p:oleObj spid="_x0000_s133326" name="Equation" r:id="rId22" imgW="850680" imgH="317160" progId="Equation.DSMT4">
                  <p:embed/>
                </p:oleObj>
              </mc:Choice>
              <mc:Fallback>
                <p:oleObj name="Equation" r:id="rId22" imgW="850680" imgH="317160" progId="Equation.DSMT4">
                  <p:embed/>
                  <p:pic>
                    <p:nvPicPr>
                      <p:cNvPr id="5" name="对象 4">
                        <a:extLst>
                          <a:ext uri="{FF2B5EF4-FFF2-40B4-BE49-F238E27FC236}">
                            <a16:creationId xmlns:a16="http://schemas.microsoft.com/office/drawing/2014/main" id="{8B347B75-55AF-4546-BD34-7D163371B808}"/>
                          </a:ext>
                        </a:extLst>
                      </p:cNvPr>
                      <p:cNvPicPr/>
                      <p:nvPr/>
                    </p:nvPicPr>
                    <p:blipFill>
                      <a:blip r:embed="rId23"/>
                      <a:stretch>
                        <a:fillRect/>
                      </a:stretch>
                    </p:blipFill>
                    <p:spPr>
                      <a:xfrm>
                        <a:off x="4292625" y="3032996"/>
                        <a:ext cx="731585" cy="272758"/>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A0C7B500-4A34-4B8B-9BEA-CC39131FA99F}"/>
              </a:ext>
            </a:extLst>
          </p:cNvPr>
          <p:cNvGraphicFramePr>
            <a:graphicFrameLocks noChangeAspect="1"/>
          </p:cNvGraphicFramePr>
          <p:nvPr>
            <p:extLst>
              <p:ext uri="{D42A27DB-BD31-4B8C-83A1-F6EECF244321}">
                <p14:modId xmlns:p14="http://schemas.microsoft.com/office/powerpoint/2010/main" val="3727313033"/>
              </p:ext>
            </p:extLst>
          </p:nvPr>
        </p:nvGraphicFramePr>
        <p:xfrm>
          <a:off x="5026479" y="2957513"/>
          <a:ext cx="2281238" cy="676275"/>
        </p:xfrm>
        <a:graphic>
          <a:graphicData uri="http://schemas.openxmlformats.org/presentationml/2006/ole">
            <mc:AlternateContent xmlns:mc="http://schemas.openxmlformats.org/markup-compatibility/2006">
              <mc:Choice xmlns:v="urn:schemas-microsoft-com:vml" Requires="v">
                <p:oleObj spid="_x0000_s133327" name="Equation" r:id="rId24" imgW="2654280" imgH="787320" progId="Equation.DSMT4">
                  <p:embed/>
                </p:oleObj>
              </mc:Choice>
              <mc:Fallback>
                <p:oleObj name="Equation" r:id="rId24" imgW="2654280" imgH="787320" progId="Equation.DSMT4">
                  <p:embed/>
                  <p:pic>
                    <p:nvPicPr>
                      <p:cNvPr id="6" name="对象 5">
                        <a:extLst>
                          <a:ext uri="{FF2B5EF4-FFF2-40B4-BE49-F238E27FC236}">
                            <a16:creationId xmlns:a16="http://schemas.microsoft.com/office/drawing/2014/main" id="{298753B9-2211-4630-B8FA-AEBAFC2A7F18}"/>
                          </a:ext>
                        </a:extLst>
                      </p:cNvPr>
                      <p:cNvPicPr/>
                      <p:nvPr/>
                    </p:nvPicPr>
                    <p:blipFill>
                      <a:blip r:embed="rId25"/>
                      <a:stretch>
                        <a:fillRect/>
                      </a:stretch>
                    </p:blipFill>
                    <p:spPr>
                      <a:xfrm>
                        <a:off x="5026479" y="2957513"/>
                        <a:ext cx="2281238" cy="676275"/>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7C1B6056-5370-48AD-9D21-9C76BE9417E2}"/>
              </a:ext>
            </a:extLst>
          </p:cNvPr>
          <p:cNvGraphicFramePr>
            <a:graphicFrameLocks noChangeAspect="1"/>
          </p:cNvGraphicFramePr>
          <p:nvPr>
            <p:extLst>
              <p:ext uri="{D42A27DB-BD31-4B8C-83A1-F6EECF244321}">
                <p14:modId xmlns:p14="http://schemas.microsoft.com/office/powerpoint/2010/main" val="3071588777"/>
              </p:ext>
            </p:extLst>
          </p:nvPr>
        </p:nvGraphicFramePr>
        <p:xfrm>
          <a:off x="7402907" y="2943242"/>
          <a:ext cx="687931" cy="338393"/>
        </p:xfrm>
        <a:graphic>
          <a:graphicData uri="http://schemas.openxmlformats.org/presentationml/2006/ole">
            <mc:AlternateContent xmlns:mc="http://schemas.openxmlformats.org/markup-compatibility/2006">
              <mc:Choice xmlns:v="urn:schemas-microsoft-com:vml" Requires="v">
                <p:oleObj spid="_x0000_s133328" name="Equation" r:id="rId26" imgW="799920" imgH="393480" progId="Equation.DSMT4">
                  <p:embed/>
                </p:oleObj>
              </mc:Choice>
              <mc:Fallback>
                <p:oleObj name="Equation" r:id="rId26" imgW="799920" imgH="393480" progId="Equation.DSMT4">
                  <p:embed/>
                  <p:pic>
                    <p:nvPicPr>
                      <p:cNvPr id="7" name="对象 6">
                        <a:extLst>
                          <a:ext uri="{FF2B5EF4-FFF2-40B4-BE49-F238E27FC236}">
                            <a16:creationId xmlns:a16="http://schemas.microsoft.com/office/drawing/2014/main" id="{ECD37FA8-1A04-4F71-A62B-EBDDCB3331B5}"/>
                          </a:ext>
                        </a:extLst>
                      </p:cNvPr>
                      <p:cNvPicPr/>
                      <p:nvPr/>
                    </p:nvPicPr>
                    <p:blipFill>
                      <a:blip r:embed="rId27"/>
                      <a:stretch>
                        <a:fillRect/>
                      </a:stretch>
                    </p:blipFill>
                    <p:spPr>
                      <a:xfrm>
                        <a:off x="7402907" y="2943242"/>
                        <a:ext cx="687931" cy="338393"/>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765D9AD0-EEB0-4A40-9982-39E74E5C6343}"/>
              </a:ext>
            </a:extLst>
          </p:cNvPr>
          <p:cNvGraphicFramePr>
            <a:graphicFrameLocks noChangeAspect="1"/>
          </p:cNvGraphicFramePr>
          <p:nvPr>
            <p:extLst>
              <p:ext uri="{D42A27DB-BD31-4B8C-83A1-F6EECF244321}">
                <p14:modId xmlns:p14="http://schemas.microsoft.com/office/powerpoint/2010/main" val="712387966"/>
              </p:ext>
            </p:extLst>
          </p:nvPr>
        </p:nvGraphicFramePr>
        <p:xfrm>
          <a:off x="8090838" y="2929582"/>
          <a:ext cx="2227882" cy="677095"/>
        </p:xfrm>
        <a:graphic>
          <a:graphicData uri="http://schemas.openxmlformats.org/presentationml/2006/ole">
            <mc:AlternateContent xmlns:mc="http://schemas.openxmlformats.org/markup-compatibility/2006">
              <mc:Choice xmlns:v="urn:schemas-microsoft-com:vml" Requires="v">
                <p:oleObj spid="_x0000_s133329" name="Equation" r:id="rId28" imgW="2590560" imgH="787320" progId="Equation.DSMT4">
                  <p:embed/>
                </p:oleObj>
              </mc:Choice>
              <mc:Fallback>
                <p:oleObj name="Equation" r:id="rId28" imgW="2590560" imgH="787320" progId="Equation.DSMT4">
                  <p:embed/>
                  <p:pic>
                    <p:nvPicPr>
                      <p:cNvPr id="8" name="对象 7">
                        <a:extLst>
                          <a:ext uri="{FF2B5EF4-FFF2-40B4-BE49-F238E27FC236}">
                            <a16:creationId xmlns:a16="http://schemas.microsoft.com/office/drawing/2014/main" id="{8A2B9796-DA9C-4333-9ACC-DEAE365A0164}"/>
                          </a:ext>
                        </a:extLst>
                      </p:cNvPr>
                      <p:cNvPicPr/>
                      <p:nvPr/>
                    </p:nvPicPr>
                    <p:blipFill>
                      <a:blip r:embed="rId29"/>
                      <a:stretch>
                        <a:fillRect/>
                      </a:stretch>
                    </p:blipFill>
                    <p:spPr>
                      <a:xfrm>
                        <a:off x="8090838" y="2929582"/>
                        <a:ext cx="2227882" cy="677095"/>
                      </a:xfrm>
                      <a:prstGeom prst="rect">
                        <a:avLst/>
                      </a:prstGeom>
                    </p:spPr>
                  </p:pic>
                </p:oleObj>
              </mc:Fallback>
            </mc:AlternateContent>
          </a:graphicData>
        </a:graphic>
      </p:graphicFrame>
    </p:spTree>
    <p:extLst>
      <p:ext uri="{BB962C8B-B14F-4D97-AF65-F5344CB8AC3E}">
        <p14:creationId xmlns:p14="http://schemas.microsoft.com/office/powerpoint/2010/main" val="417510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06633952"/>
              </p:ext>
            </p:extLst>
          </p:nvPr>
        </p:nvGraphicFramePr>
        <p:xfrm>
          <a:off x="891721" y="767895"/>
          <a:ext cx="4368800" cy="584200"/>
        </p:xfrm>
        <a:graphic>
          <a:graphicData uri="http://schemas.openxmlformats.org/presentationml/2006/ole">
            <mc:AlternateContent xmlns:mc="http://schemas.openxmlformats.org/markup-compatibility/2006">
              <mc:Choice xmlns:v="urn:schemas-microsoft-com:vml" Requires="v">
                <p:oleObj spid="_x0000_s20297" name="Equation" r:id="rId4" imgW="4368600" imgH="583920" progId="Equation.DSMT4">
                  <p:embed/>
                </p:oleObj>
              </mc:Choice>
              <mc:Fallback>
                <p:oleObj name="Equation" r:id="rId4" imgW="4368600" imgH="583920" progId="Equation.DSMT4">
                  <p:embed/>
                  <p:pic>
                    <p:nvPicPr>
                      <p:cNvPr id="0" name="Object 83"/>
                      <p:cNvPicPr>
                        <a:picLocks noChangeAspect="1" noChangeArrowheads="1"/>
                      </p:cNvPicPr>
                      <p:nvPr/>
                    </p:nvPicPr>
                    <p:blipFill>
                      <a:blip r:embed="rId5"/>
                      <a:srcRect/>
                      <a:stretch>
                        <a:fillRect/>
                      </a:stretch>
                    </p:blipFill>
                    <p:spPr bwMode="auto">
                      <a:xfrm>
                        <a:off x="891721" y="767895"/>
                        <a:ext cx="43688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92811329"/>
              </p:ext>
            </p:extLst>
          </p:nvPr>
        </p:nvGraphicFramePr>
        <p:xfrm>
          <a:off x="891721" y="1498145"/>
          <a:ext cx="342900" cy="342900"/>
        </p:xfrm>
        <a:graphic>
          <a:graphicData uri="http://schemas.openxmlformats.org/presentationml/2006/ole">
            <mc:AlternateContent xmlns:mc="http://schemas.openxmlformats.org/markup-compatibility/2006">
              <mc:Choice xmlns:v="urn:schemas-microsoft-com:vml" Requires="v">
                <p:oleObj spid="_x0000_s20298" name="Equation" r:id="rId6" imgW="342720" imgH="342720" progId="Equation.DSMT4">
                  <p:embed/>
                </p:oleObj>
              </mc:Choice>
              <mc:Fallback>
                <p:oleObj name="Equation" r:id="rId6" imgW="342720" imgH="342720" progId="Equation.DSMT4">
                  <p:embed/>
                  <p:pic>
                    <p:nvPicPr>
                      <p:cNvPr id="0" name="Object 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1721" y="1498145"/>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848126566"/>
              </p:ext>
            </p:extLst>
          </p:nvPr>
        </p:nvGraphicFramePr>
        <p:xfrm>
          <a:off x="1552121" y="1488620"/>
          <a:ext cx="1803400" cy="406400"/>
        </p:xfrm>
        <a:graphic>
          <a:graphicData uri="http://schemas.openxmlformats.org/presentationml/2006/ole">
            <mc:AlternateContent xmlns:mc="http://schemas.openxmlformats.org/markup-compatibility/2006">
              <mc:Choice xmlns:v="urn:schemas-microsoft-com:vml" Requires="v">
                <p:oleObj spid="_x0000_s20299" name="Equation" r:id="rId8" imgW="1803240" imgH="406080" progId="Equation.DSMT4">
                  <p:embed/>
                </p:oleObj>
              </mc:Choice>
              <mc:Fallback>
                <p:oleObj name="Equation" r:id="rId8" imgW="1803240" imgH="406080" progId="Equation.DSMT4">
                  <p:embed/>
                  <p:pic>
                    <p:nvPicPr>
                      <p:cNvPr id="0" name="Object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2121" y="1488620"/>
                        <a:ext cx="18034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42308865"/>
              </p:ext>
            </p:extLst>
          </p:nvPr>
        </p:nvGraphicFramePr>
        <p:xfrm>
          <a:off x="3514394" y="1519882"/>
          <a:ext cx="317500" cy="342900"/>
        </p:xfrm>
        <a:graphic>
          <a:graphicData uri="http://schemas.openxmlformats.org/presentationml/2006/ole">
            <mc:AlternateContent xmlns:mc="http://schemas.openxmlformats.org/markup-compatibility/2006">
              <mc:Choice xmlns:v="urn:schemas-microsoft-com:vml" Requires="v">
                <p:oleObj spid="_x0000_s20300" name="Equation" r:id="rId10" imgW="317160" imgH="342720" progId="Equation.DSMT4">
                  <p:embed/>
                </p:oleObj>
              </mc:Choice>
              <mc:Fallback>
                <p:oleObj name="Equation" r:id="rId10" imgW="317160" imgH="342720" progId="Equation.DSMT4">
                  <p:embed/>
                  <p:pic>
                    <p:nvPicPr>
                      <p:cNvPr id="0" name="Object 86"/>
                      <p:cNvPicPr>
                        <a:picLocks noChangeAspect="1" noChangeArrowheads="1"/>
                      </p:cNvPicPr>
                      <p:nvPr/>
                    </p:nvPicPr>
                    <p:blipFill>
                      <a:blip r:embed="rId11"/>
                      <a:srcRect/>
                      <a:stretch>
                        <a:fillRect/>
                      </a:stretch>
                    </p:blipFill>
                    <p:spPr bwMode="auto">
                      <a:xfrm>
                        <a:off x="3514394" y="1519882"/>
                        <a:ext cx="3175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92563330"/>
              </p:ext>
            </p:extLst>
          </p:nvPr>
        </p:nvGraphicFramePr>
        <p:xfrm>
          <a:off x="7154409" y="1375217"/>
          <a:ext cx="1244600" cy="736600"/>
        </p:xfrm>
        <a:graphic>
          <a:graphicData uri="http://schemas.openxmlformats.org/presentationml/2006/ole">
            <mc:AlternateContent xmlns:mc="http://schemas.openxmlformats.org/markup-compatibility/2006">
              <mc:Choice xmlns:v="urn:schemas-microsoft-com:vml" Requires="v">
                <p:oleObj spid="_x0000_s20301" name="Equation" r:id="rId12" imgW="1244520" imgH="736560" progId="Equation.DSMT4">
                  <p:embed/>
                </p:oleObj>
              </mc:Choice>
              <mc:Fallback>
                <p:oleObj name="Equation" r:id="rId12" imgW="1244520" imgH="736560" progId="Equation.DSMT4">
                  <p:embed/>
                  <p:pic>
                    <p:nvPicPr>
                      <p:cNvPr id="0" name="Object 8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54409" y="1375217"/>
                        <a:ext cx="12446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87378992"/>
              </p:ext>
            </p:extLst>
          </p:nvPr>
        </p:nvGraphicFramePr>
        <p:xfrm>
          <a:off x="3857171" y="1457034"/>
          <a:ext cx="3200400" cy="584200"/>
        </p:xfrm>
        <a:graphic>
          <a:graphicData uri="http://schemas.openxmlformats.org/presentationml/2006/ole">
            <mc:AlternateContent xmlns:mc="http://schemas.openxmlformats.org/markup-compatibility/2006">
              <mc:Choice xmlns:v="urn:schemas-microsoft-com:vml" Requires="v">
                <p:oleObj spid="_x0000_s20302" name="Equation" r:id="rId14" imgW="3200400" imgH="583920" progId="Equation.DSMT4">
                  <p:embed/>
                </p:oleObj>
              </mc:Choice>
              <mc:Fallback>
                <p:oleObj name="Equation" r:id="rId14" imgW="3200400" imgH="583920" progId="Equation.DSMT4">
                  <p:embed/>
                  <p:pic>
                    <p:nvPicPr>
                      <p:cNvPr id="0" name=""/>
                      <p:cNvPicPr/>
                      <p:nvPr/>
                    </p:nvPicPr>
                    <p:blipFill>
                      <a:blip r:embed="rId15"/>
                      <a:stretch>
                        <a:fillRect/>
                      </a:stretch>
                    </p:blipFill>
                    <p:spPr>
                      <a:xfrm>
                        <a:off x="3857171" y="1457034"/>
                        <a:ext cx="3200400" cy="5842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754939882"/>
              </p:ext>
            </p:extLst>
          </p:nvPr>
        </p:nvGraphicFramePr>
        <p:xfrm>
          <a:off x="8503296" y="1397809"/>
          <a:ext cx="1193800" cy="736600"/>
        </p:xfrm>
        <a:graphic>
          <a:graphicData uri="http://schemas.openxmlformats.org/presentationml/2006/ole">
            <mc:AlternateContent xmlns:mc="http://schemas.openxmlformats.org/markup-compatibility/2006">
              <mc:Choice xmlns:v="urn:schemas-microsoft-com:vml" Requires="v">
                <p:oleObj spid="_x0000_s20303" name="Equation" r:id="rId16" imgW="1193760" imgH="736560" progId="Equation.DSMT4">
                  <p:embed/>
                </p:oleObj>
              </mc:Choice>
              <mc:Fallback>
                <p:oleObj name="Equation" r:id="rId16" imgW="1193760" imgH="736560" progId="Equation.DSMT4">
                  <p:embed/>
                  <p:pic>
                    <p:nvPicPr>
                      <p:cNvPr id="0" name="Object 8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03296" y="1397809"/>
                        <a:ext cx="11938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325771602"/>
              </p:ext>
            </p:extLst>
          </p:nvPr>
        </p:nvGraphicFramePr>
        <p:xfrm>
          <a:off x="9832033" y="1638254"/>
          <a:ext cx="508000" cy="279400"/>
        </p:xfrm>
        <a:graphic>
          <a:graphicData uri="http://schemas.openxmlformats.org/presentationml/2006/ole">
            <mc:AlternateContent xmlns:mc="http://schemas.openxmlformats.org/markup-compatibility/2006">
              <mc:Choice xmlns:v="urn:schemas-microsoft-com:vml" Requires="v">
                <p:oleObj spid="_x0000_s20304" name="Equation" r:id="rId18" imgW="507960" imgH="279360" progId="Equation.DSMT4">
                  <p:embed/>
                </p:oleObj>
              </mc:Choice>
              <mc:Fallback>
                <p:oleObj name="Equation" r:id="rId18" imgW="507960" imgH="279360" progId="Equation.DSMT4">
                  <p:embed/>
                  <p:pic>
                    <p:nvPicPr>
                      <p:cNvPr id="0" name="Object 8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832033" y="1638254"/>
                        <a:ext cx="5080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883691633"/>
              </p:ext>
            </p:extLst>
          </p:nvPr>
        </p:nvGraphicFramePr>
        <p:xfrm>
          <a:off x="5397046" y="863634"/>
          <a:ext cx="774700" cy="342900"/>
        </p:xfrm>
        <a:graphic>
          <a:graphicData uri="http://schemas.openxmlformats.org/presentationml/2006/ole">
            <mc:AlternateContent xmlns:mc="http://schemas.openxmlformats.org/markup-compatibility/2006">
              <mc:Choice xmlns:v="urn:schemas-microsoft-com:vml" Requires="v">
                <p:oleObj spid="_x0000_s20305" name="Equation" r:id="rId20" imgW="774360" imgH="342720" progId="Equation.DSMT4">
                  <p:embed/>
                </p:oleObj>
              </mc:Choice>
              <mc:Fallback>
                <p:oleObj name="Equation" r:id="rId20" imgW="774360" imgH="342720" progId="Equation.DSMT4">
                  <p:embed/>
                  <p:pic>
                    <p:nvPicPr>
                      <p:cNvPr id="0" name="Object 9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97046" y="863634"/>
                        <a:ext cx="774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98499992"/>
              </p:ext>
            </p:extLst>
          </p:nvPr>
        </p:nvGraphicFramePr>
        <p:xfrm>
          <a:off x="8467271" y="918384"/>
          <a:ext cx="304800" cy="736600"/>
        </p:xfrm>
        <a:graphic>
          <a:graphicData uri="http://schemas.openxmlformats.org/presentationml/2006/ole">
            <mc:AlternateContent xmlns:mc="http://schemas.openxmlformats.org/markup-compatibility/2006">
              <mc:Choice xmlns:v="urn:schemas-microsoft-com:vml" Requires="v">
                <p:oleObj spid="_x0000_s20306" name="Equation" r:id="rId22" imgW="304560" imgH="736560" progId="Equation.DSMT4">
                  <p:embed/>
                </p:oleObj>
              </mc:Choice>
              <mc:Fallback>
                <p:oleObj name="Equation" r:id="rId22" imgW="304560" imgH="736560" progId="Equation.DSMT4">
                  <p:embed/>
                  <p:pic>
                    <p:nvPicPr>
                      <p:cNvPr id="0" name="Object 9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67271" y="918384"/>
                        <a:ext cx="3048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159792053"/>
              </p:ext>
            </p:extLst>
          </p:nvPr>
        </p:nvGraphicFramePr>
        <p:xfrm>
          <a:off x="891721" y="2508705"/>
          <a:ext cx="3225800" cy="838200"/>
        </p:xfrm>
        <a:graphic>
          <a:graphicData uri="http://schemas.openxmlformats.org/presentationml/2006/ole">
            <mc:AlternateContent xmlns:mc="http://schemas.openxmlformats.org/markup-compatibility/2006">
              <mc:Choice xmlns:v="urn:schemas-microsoft-com:vml" Requires="v">
                <p:oleObj spid="_x0000_s20307" name="Equation" r:id="rId24" imgW="3225600" imgH="838080" progId="Equation.DSMT4">
                  <p:embed/>
                </p:oleObj>
              </mc:Choice>
              <mc:Fallback>
                <p:oleObj name="Equation" r:id="rId24" imgW="3225600" imgH="838080" progId="Equation.DSMT4">
                  <p:embed/>
                  <p:pic>
                    <p:nvPicPr>
                      <p:cNvPr id="0" name="Object 9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91721" y="2508705"/>
                        <a:ext cx="3225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785190552"/>
              </p:ext>
            </p:extLst>
          </p:nvPr>
        </p:nvGraphicFramePr>
        <p:xfrm>
          <a:off x="4298497" y="2596018"/>
          <a:ext cx="228600" cy="736600"/>
        </p:xfrm>
        <a:graphic>
          <a:graphicData uri="http://schemas.openxmlformats.org/presentationml/2006/ole">
            <mc:AlternateContent xmlns:mc="http://schemas.openxmlformats.org/markup-compatibility/2006">
              <mc:Choice xmlns:v="urn:schemas-microsoft-com:vml" Requires="v">
                <p:oleObj spid="_x0000_s20308" name="Equation" r:id="rId26" imgW="228600" imgH="736560" progId="Equation.DSMT4">
                  <p:embed/>
                </p:oleObj>
              </mc:Choice>
              <mc:Fallback>
                <p:oleObj name="Equation" r:id="rId26" imgW="228600" imgH="736560" progId="Equation.DSMT4">
                  <p:embed/>
                  <p:pic>
                    <p:nvPicPr>
                      <p:cNvPr id="0" name="Object 9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298497" y="2596018"/>
                        <a:ext cx="2286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785589585"/>
              </p:ext>
            </p:extLst>
          </p:nvPr>
        </p:nvGraphicFramePr>
        <p:xfrm>
          <a:off x="891721" y="3683943"/>
          <a:ext cx="342900" cy="342900"/>
        </p:xfrm>
        <a:graphic>
          <a:graphicData uri="http://schemas.openxmlformats.org/presentationml/2006/ole">
            <mc:AlternateContent xmlns:mc="http://schemas.openxmlformats.org/markup-compatibility/2006">
              <mc:Choice xmlns:v="urn:schemas-microsoft-com:vml" Requires="v">
                <p:oleObj spid="_x0000_s20309" name="Equation" r:id="rId28" imgW="342720" imgH="342720" progId="Equation.DSMT4">
                  <p:embed/>
                </p:oleObj>
              </mc:Choice>
              <mc:Fallback>
                <p:oleObj name="Equation" r:id="rId28" imgW="342720" imgH="342720" progId="Equation.DSMT4">
                  <p:embed/>
                  <p:pic>
                    <p:nvPicPr>
                      <p:cNvPr id="0" name="Object 9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91721" y="3683943"/>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013157226"/>
              </p:ext>
            </p:extLst>
          </p:nvPr>
        </p:nvGraphicFramePr>
        <p:xfrm>
          <a:off x="1734684" y="3737918"/>
          <a:ext cx="431800" cy="279400"/>
        </p:xfrm>
        <a:graphic>
          <a:graphicData uri="http://schemas.openxmlformats.org/presentationml/2006/ole">
            <mc:AlternateContent xmlns:mc="http://schemas.openxmlformats.org/markup-compatibility/2006">
              <mc:Choice xmlns:v="urn:schemas-microsoft-com:vml" Requires="v">
                <p:oleObj spid="_x0000_s20310" name="Equation" r:id="rId30" imgW="431640" imgH="279360" progId="Equation.DSMT4">
                  <p:embed/>
                </p:oleObj>
              </mc:Choice>
              <mc:Fallback>
                <p:oleObj name="Equation" r:id="rId30" imgW="431640" imgH="279360" progId="Equation.DSMT4">
                  <p:embed/>
                  <p:pic>
                    <p:nvPicPr>
                      <p:cNvPr id="0" name="Object 9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734684" y="3737918"/>
                        <a:ext cx="431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14273233"/>
              </p:ext>
            </p:extLst>
          </p:nvPr>
        </p:nvGraphicFramePr>
        <p:xfrm>
          <a:off x="2288721" y="3450581"/>
          <a:ext cx="1104900" cy="901700"/>
        </p:xfrm>
        <a:graphic>
          <a:graphicData uri="http://schemas.openxmlformats.org/presentationml/2006/ole">
            <mc:AlternateContent xmlns:mc="http://schemas.openxmlformats.org/markup-compatibility/2006">
              <mc:Choice xmlns:v="urn:schemas-microsoft-com:vml" Requires="v">
                <p:oleObj spid="_x0000_s20311" name="Equation" r:id="rId32" imgW="1104840" imgH="901440" progId="Equation.DSMT4">
                  <p:embed/>
                </p:oleObj>
              </mc:Choice>
              <mc:Fallback>
                <p:oleObj name="Equation" r:id="rId32" imgW="1104840" imgH="901440" progId="Equation.DSMT4">
                  <p:embed/>
                  <p:pic>
                    <p:nvPicPr>
                      <p:cNvPr id="0" name="Object 9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288721" y="3450581"/>
                        <a:ext cx="110490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248604036"/>
              </p:ext>
            </p:extLst>
          </p:nvPr>
        </p:nvGraphicFramePr>
        <p:xfrm>
          <a:off x="3376159" y="3408818"/>
          <a:ext cx="1346200" cy="914400"/>
        </p:xfrm>
        <a:graphic>
          <a:graphicData uri="http://schemas.openxmlformats.org/presentationml/2006/ole">
            <mc:AlternateContent xmlns:mc="http://schemas.openxmlformats.org/markup-compatibility/2006">
              <mc:Choice xmlns:v="urn:schemas-microsoft-com:vml" Requires="v">
                <p:oleObj spid="_x0000_s20312" name="Equation" r:id="rId34" imgW="1346040" imgH="914400" progId="Equation.DSMT4">
                  <p:embed/>
                </p:oleObj>
              </mc:Choice>
              <mc:Fallback>
                <p:oleObj name="Equation" r:id="rId34" imgW="1346040" imgH="914400" progId="Equation.DSMT4">
                  <p:embed/>
                  <p:pic>
                    <p:nvPicPr>
                      <p:cNvPr id="0" name="Object 97"/>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376159" y="3408818"/>
                        <a:ext cx="134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679312237"/>
              </p:ext>
            </p:extLst>
          </p:nvPr>
        </p:nvGraphicFramePr>
        <p:xfrm>
          <a:off x="4744584" y="3481843"/>
          <a:ext cx="1701800" cy="838200"/>
        </p:xfrm>
        <a:graphic>
          <a:graphicData uri="http://schemas.openxmlformats.org/presentationml/2006/ole">
            <mc:AlternateContent xmlns:mc="http://schemas.openxmlformats.org/markup-compatibility/2006">
              <mc:Choice xmlns:v="urn:schemas-microsoft-com:vml" Requires="v">
                <p:oleObj spid="_x0000_s20313" name="Equation" r:id="rId36" imgW="1701720" imgH="838080" progId="Equation.DSMT4">
                  <p:embed/>
                </p:oleObj>
              </mc:Choice>
              <mc:Fallback>
                <p:oleObj name="Equation" r:id="rId36" imgW="1701720" imgH="838080" progId="Equation.DSMT4">
                  <p:embed/>
                  <p:pic>
                    <p:nvPicPr>
                      <p:cNvPr id="0" name="Object 9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744584" y="3481843"/>
                        <a:ext cx="1701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673915768"/>
              </p:ext>
            </p:extLst>
          </p:nvPr>
        </p:nvGraphicFramePr>
        <p:xfrm>
          <a:off x="6497184" y="3506022"/>
          <a:ext cx="2159000" cy="838200"/>
        </p:xfrm>
        <a:graphic>
          <a:graphicData uri="http://schemas.openxmlformats.org/presentationml/2006/ole">
            <mc:AlternateContent xmlns:mc="http://schemas.openxmlformats.org/markup-compatibility/2006">
              <mc:Choice xmlns:v="urn:schemas-microsoft-com:vml" Requires="v">
                <p:oleObj spid="_x0000_s20314" name="Equation" r:id="rId38" imgW="2158920" imgH="838080" progId="Equation.DSMT4">
                  <p:embed/>
                </p:oleObj>
              </mc:Choice>
              <mc:Fallback>
                <p:oleObj name="Equation" r:id="rId38" imgW="2158920" imgH="838080" progId="Equation.DSMT4">
                  <p:embed/>
                  <p:pic>
                    <p:nvPicPr>
                      <p:cNvPr id="0" name="Object 99"/>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497184" y="3506022"/>
                        <a:ext cx="2159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552869629"/>
              </p:ext>
            </p:extLst>
          </p:nvPr>
        </p:nvGraphicFramePr>
        <p:xfrm>
          <a:off x="1972809" y="4373651"/>
          <a:ext cx="3378200" cy="838200"/>
        </p:xfrm>
        <a:graphic>
          <a:graphicData uri="http://schemas.openxmlformats.org/presentationml/2006/ole">
            <mc:AlternateContent xmlns:mc="http://schemas.openxmlformats.org/markup-compatibility/2006">
              <mc:Choice xmlns:v="urn:schemas-microsoft-com:vml" Requires="v">
                <p:oleObj spid="_x0000_s20315" name="Equation" r:id="rId40" imgW="3377880" imgH="838080" progId="Equation.DSMT4">
                  <p:embed/>
                </p:oleObj>
              </mc:Choice>
              <mc:Fallback>
                <p:oleObj name="Equation" r:id="rId40" imgW="3377880" imgH="838080" progId="Equation.DSMT4">
                  <p:embed/>
                  <p:pic>
                    <p:nvPicPr>
                      <p:cNvPr id="0" name="Object 100"/>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972809" y="4373651"/>
                        <a:ext cx="337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783095813"/>
              </p:ext>
            </p:extLst>
          </p:nvPr>
        </p:nvGraphicFramePr>
        <p:xfrm>
          <a:off x="5507493" y="4645317"/>
          <a:ext cx="1333500" cy="342900"/>
        </p:xfrm>
        <a:graphic>
          <a:graphicData uri="http://schemas.openxmlformats.org/presentationml/2006/ole">
            <mc:AlternateContent xmlns:mc="http://schemas.openxmlformats.org/markup-compatibility/2006">
              <mc:Choice xmlns:v="urn:schemas-microsoft-com:vml" Requires="v">
                <p:oleObj spid="_x0000_s20316" name="Equation" r:id="rId42" imgW="1333440" imgH="342720" progId="Equation.DSMT4">
                  <p:embed/>
                </p:oleObj>
              </mc:Choice>
              <mc:Fallback>
                <p:oleObj name="Equation" r:id="rId42" imgW="1333440" imgH="342720" progId="Equation.DSMT4">
                  <p:embed/>
                  <p:pic>
                    <p:nvPicPr>
                      <p:cNvPr id="0" name="Object 101"/>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5507493" y="4645317"/>
                        <a:ext cx="13335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835212144"/>
              </p:ext>
            </p:extLst>
          </p:nvPr>
        </p:nvGraphicFramePr>
        <p:xfrm>
          <a:off x="6972756" y="4665100"/>
          <a:ext cx="558800" cy="279400"/>
        </p:xfrm>
        <a:graphic>
          <a:graphicData uri="http://schemas.openxmlformats.org/presentationml/2006/ole">
            <mc:AlternateContent xmlns:mc="http://schemas.openxmlformats.org/markup-compatibility/2006">
              <mc:Choice xmlns:v="urn:schemas-microsoft-com:vml" Requires="v">
                <p:oleObj spid="_x0000_s20317" name="Equation" r:id="rId44" imgW="558720" imgH="279360" progId="Equation.DSMT4">
                  <p:embed/>
                </p:oleObj>
              </mc:Choice>
              <mc:Fallback>
                <p:oleObj name="Equation" r:id="rId44" imgW="558720" imgH="279360" progId="Equation.DSMT4">
                  <p:embed/>
                  <p:pic>
                    <p:nvPicPr>
                      <p:cNvPr id="0" name="Object 102"/>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6972756" y="4665100"/>
                        <a:ext cx="558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271771791"/>
              </p:ext>
            </p:extLst>
          </p:nvPr>
        </p:nvGraphicFramePr>
        <p:xfrm>
          <a:off x="1734684" y="5542798"/>
          <a:ext cx="1676400" cy="342900"/>
        </p:xfrm>
        <a:graphic>
          <a:graphicData uri="http://schemas.openxmlformats.org/presentationml/2006/ole">
            <mc:AlternateContent xmlns:mc="http://schemas.openxmlformats.org/markup-compatibility/2006">
              <mc:Choice xmlns:v="urn:schemas-microsoft-com:vml" Requires="v">
                <p:oleObj spid="_x0000_s20318" name="Equation" r:id="rId46" imgW="1676160" imgH="342720" progId="Equation.DSMT4">
                  <p:embed/>
                </p:oleObj>
              </mc:Choice>
              <mc:Fallback>
                <p:oleObj name="Equation" r:id="rId46" imgW="1676160" imgH="342720" progId="Equation.DSMT4">
                  <p:embed/>
                  <p:pic>
                    <p:nvPicPr>
                      <p:cNvPr id="0" name="Object 103"/>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1734684" y="5542798"/>
                        <a:ext cx="1676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222261122"/>
              </p:ext>
            </p:extLst>
          </p:nvPr>
        </p:nvGraphicFramePr>
        <p:xfrm>
          <a:off x="3628572" y="5294660"/>
          <a:ext cx="2501900" cy="838200"/>
        </p:xfrm>
        <a:graphic>
          <a:graphicData uri="http://schemas.openxmlformats.org/presentationml/2006/ole">
            <mc:AlternateContent xmlns:mc="http://schemas.openxmlformats.org/markup-compatibility/2006">
              <mc:Choice xmlns:v="urn:schemas-microsoft-com:vml" Requires="v">
                <p:oleObj spid="_x0000_s20319" name="Equation" r:id="rId48" imgW="2501640" imgH="838080" progId="Equation.DSMT4">
                  <p:embed/>
                </p:oleObj>
              </mc:Choice>
              <mc:Fallback>
                <p:oleObj name="Equation" r:id="rId48" imgW="2501640" imgH="838080" progId="Equation.DSMT4">
                  <p:embed/>
                  <p:pic>
                    <p:nvPicPr>
                      <p:cNvPr id="0" name="Object 104"/>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3628572" y="5294660"/>
                        <a:ext cx="25019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left)">
                                      <p:cBhvr>
                                        <p:cTn id="97" dur="500"/>
                                        <p:tgtEl>
                                          <p:spTgt spid="2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left)">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wipe(left)">
                                      <p:cBhvr>
                                        <p:cTn id="1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2" name="Object 22"/>
          <p:cNvGraphicFramePr>
            <a:graphicFrameLocks noChangeAspect="1"/>
          </p:cNvGraphicFramePr>
          <p:nvPr>
            <p:extLst>
              <p:ext uri="{D42A27DB-BD31-4B8C-83A1-F6EECF244321}">
                <p14:modId xmlns:p14="http://schemas.microsoft.com/office/powerpoint/2010/main" val="753173425"/>
              </p:ext>
            </p:extLst>
          </p:nvPr>
        </p:nvGraphicFramePr>
        <p:xfrm>
          <a:off x="926489" y="813582"/>
          <a:ext cx="4292600" cy="546100"/>
        </p:xfrm>
        <a:graphic>
          <a:graphicData uri="http://schemas.openxmlformats.org/presentationml/2006/ole">
            <mc:AlternateContent xmlns:mc="http://schemas.openxmlformats.org/markup-compatibility/2006">
              <mc:Choice xmlns:v="urn:schemas-microsoft-com:vml" Requires="v">
                <p:oleObj spid="_x0000_s21384" name="Equation" r:id="rId4" imgW="4292280" imgH="545760" progId="Equation.DSMT4">
                  <p:embed/>
                </p:oleObj>
              </mc:Choice>
              <mc:Fallback>
                <p:oleObj name="Equation" r:id="rId4" imgW="4292280" imgH="545760" progId="Equation.DSMT4">
                  <p:embed/>
                  <p:pic>
                    <p:nvPicPr>
                      <p:cNvPr id="0" name="Picture 22"/>
                      <p:cNvPicPr>
                        <a:picLocks noChangeAspect="1" noChangeArrowheads="1"/>
                      </p:cNvPicPr>
                      <p:nvPr/>
                    </p:nvPicPr>
                    <p:blipFill>
                      <a:blip r:embed="rId5"/>
                      <a:srcRect/>
                      <a:stretch>
                        <a:fillRect/>
                      </a:stretch>
                    </p:blipFill>
                    <p:spPr bwMode="auto">
                      <a:xfrm>
                        <a:off x="926489" y="813582"/>
                        <a:ext cx="4292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3" name="Object 23"/>
          <p:cNvGraphicFramePr>
            <a:graphicFrameLocks noChangeAspect="1"/>
          </p:cNvGraphicFramePr>
          <p:nvPr>
            <p:extLst>
              <p:ext uri="{D42A27DB-BD31-4B8C-83A1-F6EECF244321}">
                <p14:modId xmlns:p14="http://schemas.microsoft.com/office/powerpoint/2010/main" val="2329625496"/>
              </p:ext>
            </p:extLst>
          </p:nvPr>
        </p:nvGraphicFramePr>
        <p:xfrm>
          <a:off x="5385777" y="865481"/>
          <a:ext cx="838200" cy="444500"/>
        </p:xfrm>
        <a:graphic>
          <a:graphicData uri="http://schemas.openxmlformats.org/presentationml/2006/ole">
            <mc:AlternateContent xmlns:mc="http://schemas.openxmlformats.org/markup-compatibility/2006">
              <mc:Choice xmlns:v="urn:schemas-microsoft-com:vml" Requires="v">
                <p:oleObj spid="_x0000_s21385" name="Equation" r:id="rId6" imgW="838080" imgH="444240" progId="Equation.DSMT4">
                  <p:embed/>
                </p:oleObj>
              </mc:Choice>
              <mc:Fallback>
                <p:oleObj name="Equation" r:id="rId6" imgW="838080" imgH="444240" progId="Equation.DSMT4">
                  <p:embed/>
                  <p:pic>
                    <p:nvPicPr>
                      <p:cNvPr id="0"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5777" y="865481"/>
                        <a:ext cx="8382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4" name="Object 24"/>
          <p:cNvGraphicFramePr>
            <a:graphicFrameLocks noChangeAspect="1"/>
          </p:cNvGraphicFramePr>
          <p:nvPr>
            <p:extLst>
              <p:ext uri="{D42A27DB-BD31-4B8C-83A1-F6EECF244321}">
                <p14:modId xmlns:p14="http://schemas.microsoft.com/office/powerpoint/2010/main" val="412188403"/>
              </p:ext>
            </p:extLst>
          </p:nvPr>
        </p:nvGraphicFramePr>
        <p:xfrm>
          <a:off x="926489" y="1786817"/>
          <a:ext cx="482600" cy="342900"/>
        </p:xfrm>
        <a:graphic>
          <a:graphicData uri="http://schemas.openxmlformats.org/presentationml/2006/ole">
            <mc:AlternateContent xmlns:mc="http://schemas.openxmlformats.org/markup-compatibility/2006">
              <mc:Choice xmlns:v="urn:schemas-microsoft-com:vml" Requires="v">
                <p:oleObj spid="_x0000_s21386" name="Equation" r:id="rId8" imgW="482400" imgH="342720" progId="Equation.DSMT4">
                  <p:embed/>
                </p:oleObj>
              </mc:Choice>
              <mc:Fallback>
                <p:oleObj name="Equation" r:id="rId8" imgW="482400" imgH="342720" progId="Equation.DSMT4">
                  <p:embed/>
                  <p:pic>
                    <p:nvPicPr>
                      <p:cNvPr id="0"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6489" y="1786817"/>
                        <a:ext cx="482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5" name="Object 25"/>
          <p:cNvGraphicFramePr>
            <a:graphicFrameLocks noChangeAspect="1"/>
          </p:cNvGraphicFramePr>
          <p:nvPr>
            <p:extLst>
              <p:ext uri="{D42A27DB-BD31-4B8C-83A1-F6EECF244321}">
                <p14:modId xmlns:p14="http://schemas.microsoft.com/office/powerpoint/2010/main" val="1119842208"/>
              </p:ext>
            </p:extLst>
          </p:nvPr>
        </p:nvGraphicFramePr>
        <p:xfrm>
          <a:off x="1590308" y="1556166"/>
          <a:ext cx="3263900" cy="774700"/>
        </p:xfrm>
        <a:graphic>
          <a:graphicData uri="http://schemas.openxmlformats.org/presentationml/2006/ole">
            <mc:AlternateContent xmlns:mc="http://schemas.openxmlformats.org/markup-compatibility/2006">
              <mc:Choice xmlns:v="urn:schemas-microsoft-com:vml" Requires="v">
                <p:oleObj spid="_x0000_s21387" name="Equation" r:id="rId10" imgW="3263760" imgH="774360" progId="Equation.DSMT4">
                  <p:embed/>
                </p:oleObj>
              </mc:Choice>
              <mc:Fallback>
                <p:oleObj name="Equation" r:id="rId10" imgW="3263760" imgH="774360" progId="Equation.DSMT4">
                  <p:embed/>
                  <p:pic>
                    <p:nvPicPr>
                      <p:cNvPr id="0" name="Picture 25"/>
                      <p:cNvPicPr>
                        <a:picLocks noChangeAspect="1" noChangeArrowheads="1"/>
                      </p:cNvPicPr>
                      <p:nvPr/>
                    </p:nvPicPr>
                    <p:blipFill>
                      <a:blip r:embed="rId11"/>
                      <a:srcRect/>
                      <a:stretch>
                        <a:fillRect/>
                      </a:stretch>
                    </p:blipFill>
                    <p:spPr bwMode="auto">
                      <a:xfrm>
                        <a:off x="1590308" y="1556166"/>
                        <a:ext cx="32639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6" name="Object 26"/>
          <p:cNvGraphicFramePr>
            <a:graphicFrameLocks noChangeAspect="1"/>
          </p:cNvGraphicFramePr>
          <p:nvPr>
            <p:extLst>
              <p:ext uri="{D42A27DB-BD31-4B8C-83A1-F6EECF244321}">
                <p14:modId xmlns:p14="http://schemas.microsoft.com/office/powerpoint/2010/main" val="2433964715"/>
              </p:ext>
            </p:extLst>
          </p:nvPr>
        </p:nvGraphicFramePr>
        <p:xfrm>
          <a:off x="926489" y="2444677"/>
          <a:ext cx="3365500" cy="406400"/>
        </p:xfrm>
        <a:graphic>
          <a:graphicData uri="http://schemas.openxmlformats.org/presentationml/2006/ole">
            <mc:AlternateContent xmlns:mc="http://schemas.openxmlformats.org/markup-compatibility/2006">
              <mc:Choice xmlns:v="urn:schemas-microsoft-com:vml" Requires="v">
                <p:oleObj spid="_x0000_s21388" name="Equation" r:id="rId12" imgW="3365280" imgH="406080" progId="Equation.DSMT4">
                  <p:embed/>
                </p:oleObj>
              </mc:Choice>
              <mc:Fallback>
                <p:oleObj name="Equation" r:id="rId12" imgW="3365280" imgH="406080" progId="Equation.DSMT4">
                  <p:embed/>
                  <p:pic>
                    <p:nvPicPr>
                      <p:cNvPr id="0" name="Picture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6489" y="2444677"/>
                        <a:ext cx="33655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7" name="Object 27"/>
          <p:cNvGraphicFramePr>
            <a:graphicFrameLocks noChangeAspect="1"/>
          </p:cNvGraphicFramePr>
          <p:nvPr>
            <p:extLst>
              <p:ext uri="{D42A27DB-BD31-4B8C-83A1-F6EECF244321}">
                <p14:modId xmlns:p14="http://schemas.microsoft.com/office/powerpoint/2010/main" val="2067168511"/>
              </p:ext>
            </p:extLst>
          </p:nvPr>
        </p:nvGraphicFramePr>
        <p:xfrm>
          <a:off x="4333264" y="2443090"/>
          <a:ext cx="1358900" cy="406400"/>
        </p:xfrm>
        <a:graphic>
          <a:graphicData uri="http://schemas.openxmlformats.org/presentationml/2006/ole">
            <mc:AlternateContent xmlns:mc="http://schemas.openxmlformats.org/markup-compatibility/2006">
              <mc:Choice xmlns:v="urn:schemas-microsoft-com:vml" Requires="v">
                <p:oleObj spid="_x0000_s21389" name="Equation" r:id="rId14" imgW="1358640" imgH="406080" progId="Equation.DSMT4">
                  <p:embed/>
                </p:oleObj>
              </mc:Choice>
              <mc:Fallback>
                <p:oleObj name="Equation" r:id="rId14" imgW="1358640" imgH="406080" progId="Equation.DSMT4">
                  <p:embed/>
                  <p:pic>
                    <p:nvPicPr>
                      <p:cNvPr id="0" name="Picture 27"/>
                      <p:cNvPicPr>
                        <a:picLocks noChangeAspect="1" noChangeArrowheads="1"/>
                      </p:cNvPicPr>
                      <p:nvPr/>
                    </p:nvPicPr>
                    <p:blipFill>
                      <a:blip r:embed="rId15"/>
                      <a:srcRect/>
                      <a:stretch>
                        <a:fillRect/>
                      </a:stretch>
                    </p:blipFill>
                    <p:spPr bwMode="auto">
                      <a:xfrm>
                        <a:off x="4333264" y="2443090"/>
                        <a:ext cx="13589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8" name="Object 28"/>
          <p:cNvGraphicFramePr>
            <a:graphicFrameLocks noChangeAspect="1"/>
          </p:cNvGraphicFramePr>
          <p:nvPr>
            <p:extLst>
              <p:ext uri="{D42A27DB-BD31-4B8C-83A1-F6EECF244321}">
                <p14:modId xmlns:p14="http://schemas.microsoft.com/office/powerpoint/2010/main" val="2899221286"/>
              </p:ext>
            </p:extLst>
          </p:nvPr>
        </p:nvGraphicFramePr>
        <p:xfrm>
          <a:off x="5928213" y="2488687"/>
          <a:ext cx="330200" cy="342900"/>
        </p:xfrm>
        <a:graphic>
          <a:graphicData uri="http://schemas.openxmlformats.org/presentationml/2006/ole">
            <mc:AlternateContent xmlns:mc="http://schemas.openxmlformats.org/markup-compatibility/2006">
              <mc:Choice xmlns:v="urn:schemas-microsoft-com:vml" Requires="v">
                <p:oleObj spid="_x0000_s21390" name="Equation" r:id="rId16" imgW="330120" imgH="342720" progId="Equation.DSMT4">
                  <p:embed/>
                </p:oleObj>
              </mc:Choice>
              <mc:Fallback>
                <p:oleObj name="Equation" r:id="rId16" imgW="330120" imgH="342720" progId="Equation.DSMT4">
                  <p:embed/>
                  <p:pic>
                    <p:nvPicPr>
                      <p:cNvPr id="0" name="Picture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28213" y="2488687"/>
                        <a:ext cx="3302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9" name="Object 29"/>
          <p:cNvGraphicFramePr>
            <a:graphicFrameLocks noChangeAspect="1"/>
          </p:cNvGraphicFramePr>
          <p:nvPr>
            <p:extLst>
              <p:ext uri="{D42A27DB-BD31-4B8C-83A1-F6EECF244321}">
                <p14:modId xmlns:p14="http://schemas.microsoft.com/office/powerpoint/2010/main" val="3720882315"/>
              </p:ext>
            </p:extLst>
          </p:nvPr>
        </p:nvGraphicFramePr>
        <p:xfrm>
          <a:off x="6337422" y="2529183"/>
          <a:ext cx="431800" cy="279400"/>
        </p:xfrm>
        <a:graphic>
          <a:graphicData uri="http://schemas.openxmlformats.org/presentationml/2006/ole">
            <mc:AlternateContent xmlns:mc="http://schemas.openxmlformats.org/markup-compatibility/2006">
              <mc:Choice xmlns:v="urn:schemas-microsoft-com:vml" Requires="v">
                <p:oleObj spid="_x0000_s21391" name="Equation" r:id="rId18" imgW="431640" imgH="279360" progId="Equation.DSMT4">
                  <p:embed/>
                </p:oleObj>
              </mc:Choice>
              <mc:Fallback>
                <p:oleObj name="Equation" r:id="rId18" imgW="431640" imgH="279360" progId="Equation.DSMT4">
                  <p:embed/>
                  <p:pic>
                    <p:nvPicPr>
                      <p:cNvPr id="0" name="Picture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37422" y="2529183"/>
                        <a:ext cx="431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0" name="Object 30"/>
          <p:cNvGraphicFramePr>
            <a:graphicFrameLocks noChangeAspect="1"/>
          </p:cNvGraphicFramePr>
          <p:nvPr>
            <p:extLst>
              <p:ext uri="{D42A27DB-BD31-4B8C-83A1-F6EECF244321}">
                <p14:modId xmlns:p14="http://schemas.microsoft.com/office/powerpoint/2010/main" val="2765465290"/>
              </p:ext>
            </p:extLst>
          </p:nvPr>
        </p:nvGraphicFramePr>
        <p:xfrm>
          <a:off x="6927509" y="2282461"/>
          <a:ext cx="1028700" cy="774700"/>
        </p:xfrm>
        <a:graphic>
          <a:graphicData uri="http://schemas.openxmlformats.org/presentationml/2006/ole">
            <mc:AlternateContent xmlns:mc="http://schemas.openxmlformats.org/markup-compatibility/2006">
              <mc:Choice xmlns:v="urn:schemas-microsoft-com:vml" Requires="v">
                <p:oleObj spid="_x0000_s21392" name="Equation" r:id="rId20" imgW="1028520" imgH="774360" progId="Equation.DSMT4">
                  <p:embed/>
                </p:oleObj>
              </mc:Choice>
              <mc:Fallback>
                <p:oleObj name="Equation" r:id="rId20" imgW="1028520" imgH="774360" progId="Equation.DSMT4">
                  <p:embed/>
                  <p:pic>
                    <p:nvPicPr>
                      <p:cNvPr id="0" name="Picture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27509" y="2282461"/>
                        <a:ext cx="10287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1" name="Object 31"/>
          <p:cNvGraphicFramePr>
            <a:graphicFrameLocks noChangeAspect="1"/>
          </p:cNvGraphicFramePr>
          <p:nvPr>
            <p:extLst>
              <p:ext uri="{D42A27DB-BD31-4B8C-83A1-F6EECF244321}">
                <p14:modId xmlns:p14="http://schemas.microsoft.com/office/powerpoint/2010/main" val="65287916"/>
              </p:ext>
            </p:extLst>
          </p:nvPr>
        </p:nvGraphicFramePr>
        <p:xfrm>
          <a:off x="7978287" y="2269517"/>
          <a:ext cx="1346200" cy="774700"/>
        </p:xfrm>
        <a:graphic>
          <a:graphicData uri="http://schemas.openxmlformats.org/presentationml/2006/ole">
            <mc:AlternateContent xmlns:mc="http://schemas.openxmlformats.org/markup-compatibility/2006">
              <mc:Choice xmlns:v="urn:schemas-microsoft-com:vml" Requires="v">
                <p:oleObj spid="_x0000_s21393" name="Equation" r:id="rId22" imgW="1346040" imgH="774360" progId="Equation.DSMT4">
                  <p:embed/>
                </p:oleObj>
              </mc:Choice>
              <mc:Fallback>
                <p:oleObj name="Equation" r:id="rId22" imgW="1346040" imgH="774360" progId="Equation.DSMT4">
                  <p:embed/>
                  <p:pic>
                    <p:nvPicPr>
                      <p:cNvPr id="0" name="Picture 3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978287" y="2269517"/>
                        <a:ext cx="13462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2" name="Object 32"/>
          <p:cNvGraphicFramePr>
            <a:graphicFrameLocks noChangeAspect="1"/>
          </p:cNvGraphicFramePr>
          <p:nvPr>
            <p:extLst>
              <p:ext uri="{D42A27DB-BD31-4B8C-83A1-F6EECF244321}">
                <p14:modId xmlns:p14="http://schemas.microsoft.com/office/powerpoint/2010/main" val="251760530"/>
              </p:ext>
            </p:extLst>
          </p:nvPr>
        </p:nvGraphicFramePr>
        <p:xfrm>
          <a:off x="926489" y="3114065"/>
          <a:ext cx="5092700" cy="774700"/>
        </p:xfrm>
        <a:graphic>
          <a:graphicData uri="http://schemas.openxmlformats.org/presentationml/2006/ole">
            <mc:AlternateContent xmlns:mc="http://schemas.openxmlformats.org/markup-compatibility/2006">
              <mc:Choice xmlns:v="urn:schemas-microsoft-com:vml" Requires="v">
                <p:oleObj spid="_x0000_s21394" name="Equation" r:id="rId24" imgW="5092560" imgH="774360" progId="Equation.DSMT4">
                  <p:embed/>
                </p:oleObj>
              </mc:Choice>
              <mc:Fallback>
                <p:oleObj name="Equation" r:id="rId24" imgW="5092560" imgH="774360" progId="Equation.DSMT4">
                  <p:embed/>
                  <p:pic>
                    <p:nvPicPr>
                      <p:cNvPr id="0" name="Picture 32"/>
                      <p:cNvPicPr>
                        <a:picLocks noChangeAspect="1" noChangeArrowheads="1"/>
                      </p:cNvPicPr>
                      <p:nvPr/>
                    </p:nvPicPr>
                    <p:blipFill>
                      <a:blip r:embed="rId25"/>
                      <a:srcRect/>
                      <a:stretch>
                        <a:fillRect/>
                      </a:stretch>
                    </p:blipFill>
                    <p:spPr bwMode="auto">
                      <a:xfrm>
                        <a:off x="926489" y="3114065"/>
                        <a:ext cx="50927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3" name="Object 33"/>
          <p:cNvGraphicFramePr>
            <a:graphicFrameLocks noChangeAspect="1"/>
          </p:cNvGraphicFramePr>
          <p:nvPr>
            <p:extLst>
              <p:ext uri="{D42A27DB-BD31-4B8C-83A1-F6EECF244321}">
                <p14:modId xmlns:p14="http://schemas.microsoft.com/office/powerpoint/2010/main" val="4008231030"/>
              </p:ext>
            </p:extLst>
          </p:nvPr>
        </p:nvGraphicFramePr>
        <p:xfrm>
          <a:off x="6096000" y="2997200"/>
          <a:ext cx="482600" cy="863600"/>
        </p:xfrm>
        <a:graphic>
          <a:graphicData uri="http://schemas.openxmlformats.org/presentationml/2006/ole">
            <mc:AlternateContent xmlns:mc="http://schemas.openxmlformats.org/markup-compatibility/2006">
              <mc:Choice xmlns:v="urn:schemas-microsoft-com:vml" Requires="v">
                <p:oleObj spid="_x0000_s21395" name="Equation" r:id="rId26" imgW="482400" imgH="863280" progId="Equation.DSMT4">
                  <p:embed/>
                </p:oleObj>
              </mc:Choice>
              <mc:Fallback>
                <p:oleObj name="Equation" r:id="rId26" imgW="482400" imgH="863280" progId="Equation.DSMT4">
                  <p:embed/>
                  <p:pic>
                    <p:nvPicPr>
                      <p:cNvPr id="0" name="Picture 3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096000" y="2997200"/>
                        <a:ext cx="482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4" name="Object 34"/>
          <p:cNvGraphicFramePr>
            <a:graphicFrameLocks noChangeAspect="1"/>
          </p:cNvGraphicFramePr>
          <p:nvPr>
            <p:extLst>
              <p:ext uri="{D42A27DB-BD31-4B8C-83A1-F6EECF244321}">
                <p14:modId xmlns:p14="http://schemas.microsoft.com/office/powerpoint/2010/main" val="3599512958"/>
              </p:ext>
            </p:extLst>
          </p:nvPr>
        </p:nvGraphicFramePr>
        <p:xfrm>
          <a:off x="6769222" y="3152165"/>
          <a:ext cx="990600" cy="736600"/>
        </p:xfrm>
        <a:graphic>
          <a:graphicData uri="http://schemas.openxmlformats.org/presentationml/2006/ole">
            <mc:AlternateContent xmlns:mc="http://schemas.openxmlformats.org/markup-compatibility/2006">
              <mc:Choice xmlns:v="urn:schemas-microsoft-com:vml" Requires="v">
                <p:oleObj spid="_x0000_s21396" name="Equation" r:id="rId28" imgW="990360" imgH="736560" progId="Equation.DSMT4">
                  <p:embed/>
                </p:oleObj>
              </mc:Choice>
              <mc:Fallback>
                <p:oleObj name="Equation" r:id="rId28" imgW="990360" imgH="736560" progId="Equation.DSMT4">
                  <p:embed/>
                  <p:pic>
                    <p:nvPicPr>
                      <p:cNvPr id="0" name="Picture 3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769222" y="3152165"/>
                        <a:ext cx="9906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5" name="Object 35"/>
          <p:cNvGraphicFramePr>
            <a:graphicFrameLocks noChangeAspect="1"/>
          </p:cNvGraphicFramePr>
          <p:nvPr>
            <p:extLst>
              <p:ext uri="{D42A27DB-BD31-4B8C-83A1-F6EECF244321}">
                <p14:modId xmlns:p14="http://schemas.microsoft.com/office/powerpoint/2010/main" val="2253211577"/>
              </p:ext>
            </p:extLst>
          </p:nvPr>
        </p:nvGraphicFramePr>
        <p:xfrm>
          <a:off x="7867772" y="3151848"/>
          <a:ext cx="1193800" cy="736600"/>
        </p:xfrm>
        <a:graphic>
          <a:graphicData uri="http://schemas.openxmlformats.org/presentationml/2006/ole">
            <mc:AlternateContent xmlns:mc="http://schemas.openxmlformats.org/markup-compatibility/2006">
              <mc:Choice xmlns:v="urn:schemas-microsoft-com:vml" Requires="v">
                <p:oleObj spid="_x0000_s21397" name="Equation" r:id="rId30" imgW="1193760" imgH="736560" progId="Equation.DSMT4">
                  <p:embed/>
                </p:oleObj>
              </mc:Choice>
              <mc:Fallback>
                <p:oleObj name="Equation" r:id="rId30" imgW="1193760" imgH="736560" progId="Equation.DSMT4">
                  <p:embed/>
                  <p:pic>
                    <p:nvPicPr>
                      <p:cNvPr id="0" name="Picture 3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867772" y="3151848"/>
                        <a:ext cx="11938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6" name="Object 36"/>
          <p:cNvGraphicFramePr>
            <a:graphicFrameLocks noChangeAspect="1"/>
          </p:cNvGraphicFramePr>
          <p:nvPr>
            <p:extLst>
              <p:ext uri="{D42A27DB-BD31-4B8C-83A1-F6EECF244321}">
                <p14:modId xmlns:p14="http://schemas.microsoft.com/office/powerpoint/2010/main" val="2963667332"/>
              </p:ext>
            </p:extLst>
          </p:nvPr>
        </p:nvGraphicFramePr>
        <p:xfrm>
          <a:off x="9186375" y="3332652"/>
          <a:ext cx="431800" cy="279400"/>
        </p:xfrm>
        <a:graphic>
          <a:graphicData uri="http://schemas.openxmlformats.org/presentationml/2006/ole">
            <mc:AlternateContent xmlns:mc="http://schemas.openxmlformats.org/markup-compatibility/2006">
              <mc:Choice xmlns:v="urn:schemas-microsoft-com:vml" Requires="v">
                <p:oleObj spid="_x0000_s21398" name="Equation" r:id="rId32" imgW="431640" imgH="279360" progId="Equation.DSMT4">
                  <p:embed/>
                </p:oleObj>
              </mc:Choice>
              <mc:Fallback>
                <p:oleObj name="Equation" r:id="rId32" imgW="431640" imgH="279360" progId="Equation.DSMT4">
                  <p:embed/>
                  <p:pic>
                    <p:nvPicPr>
                      <p:cNvPr id="0" name="Picture 3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186375" y="3332652"/>
                        <a:ext cx="431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7" name="Object 37"/>
          <p:cNvGraphicFramePr>
            <a:graphicFrameLocks noChangeAspect="1"/>
          </p:cNvGraphicFramePr>
          <p:nvPr>
            <p:extLst>
              <p:ext uri="{D42A27DB-BD31-4B8C-83A1-F6EECF244321}">
                <p14:modId xmlns:p14="http://schemas.microsoft.com/office/powerpoint/2010/main" val="2181950255"/>
              </p:ext>
            </p:extLst>
          </p:nvPr>
        </p:nvGraphicFramePr>
        <p:xfrm>
          <a:off x="913039" y="4177836"/>
          <a:ext cx="5397500" cy="546100"/>
        </p:xfrm>
        <a:graphic>
          <a:graphicData uri="http://schemas.openxmlformats.org/presentationml/2006/ole">
            <mc:AlternateContent xmlns:mc="http://schemas.openxmlformats.org/markup-compatibility/2006">
              <mc:Choice xmlns:v="urn:schemas-microsoft-com:vml" Requires="v">
                <p:oleObj spid="_x0000_s21399" name="Equation" r:id="rId34" imgW="5397480" imgH="545760" progId="Equation.DSMT4">
                  <p:embed/>
                </p:oleObj>
              </mc:Choice>
              <mc:Fallback>
                <p:oleObj name="Equation" r:id="rId34" imgW="5397480" imgH="545760" progId="Equation.DSMT4">
                  <p:embed/>
                  <p:pic>
                    <p:nvPicPr>
                      <p:cNvPr id="0" name="Picture 37"/>
                      <p:cNvPicPr>
                        <a:picLocks noChangeAspect="1" noChangeArrowheads="1"/>
                      </p:cNvPicPr>
                      <p:nvPr/>
                    </p:nvPicPr>
                    <p:blipFill>
                      <a:blip r:embed="rId35"/>
                      <a:srcRect/>
                      <a:stretch>
                        <a:fillRect/>
                      </a:stretch>
                    </p:blipFill>
                    <p:spPr bwMode="auto">
                      <a:xfrm>
                        <a:off x="913039" y="4177836"/>
                        <a:ext cx="53975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8" name="Object 38"/>
          <p:cNvGraphicFramePr>
            <a:graphicFrameLocks noChangeAspect="1"/>
          </p:cNvGraphicFramePr>
          <p:nvPr>
            <p:extLst>
              <p:ext uri="{D42A27DB-BD31-4B8C-83A1-F6EECF244321}">
                <p14:modId xmlns:p14="http://schemas.microsoft.com/office/powerpoint/2010/main" val="3893848866"/>
              </p:ext>
            </p:extLst>
          </p:nvPr>
        </p:nvGraphicFramePr>
        <p:xfrm>
          <a:off x="4932362" y="1317309"/>
          <a:ext cx="304800" cy="736600"/>
        </p:xfrm>
        <a:graphic>
          <a:graphicData uri="http://schemas.openxmlformats.org/presentationml/2006/ole">
            <mc:AlternateContent xmlns:mc="http://schemas.openxmlformats.org/markup-compatibility/2006">
              <mc:Choice xmlns:v="urn:schemas-microsoft-com:vml" Requires="v">
                <p:oleObj spid="_x0000_s21400" name="Equation" r:id="rId36" imgW="304560" imgH="736560" progId="Equation.DSMT4">
                  <p:embed/>
                </p:oleObj>
              </mc:Choice>
              <mc:Fallback>
                <p:oleObj name="Equation" r:id="rId36" imgW="304560" imgH="736560" progId="Equation.DSMT4">
                  <p:embed/>
                  <p:pic>
                    <p:nvPicPr>
                      <p:cNvPr id="0" name="Picture 3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932362" y="1317309"/>
                        <a:ext cx="3048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24"/>
          <p:cNvGraphicFramePr>
            <a:graphicFrameLocks noChangeAspect="1"/>
          </p:cNvGraphicFramePr>
          <p:nvPr>
            <p:extLst>
              <p:ext uri="{D42A27DB-BD31-4B8C-83A1-F6EECF244321}">
                <p14:modId xmlns:p14="http://schemas.microsoft.com/office/powerpoint/2010/main" val="978090176"/>
              </p:ext>
            </p:extLst>
          </p:nvPr>
        </p:nvGraphicFramePr>
        <p:xfrm>
          <a:off x="926489" y="5294217"/>
          <a:ext cx="774700" cy="342900"/>
        </p:xfrm>
        <a:graphic>
          <a:graphicData uri="http://schemas.openxmlformats.org/presentationml/2006/ole">
            <mc:AlternateContent xmlns:mc="http://schemas.openxmlformats.org/markup-compatibility/2006">
              <mc:Choice xmlns:v="urn:schemas-microsoft-com:vml" Requires="v">
                <p:oleObj spid="_x0000_s21401" name="Equation" r:id="rId38" imgW="774360" imgH="342720" progId="Equation.DSMT4">
                  <p:embed/>
                </p:oleObj>
              </mc:Choice>
              <mc:Fallback>
                <p:oleObj name="Equation" r:id="rId38" imgW="774360" imgH="342720" progId="Equation.DSMT4">
                  <p:embed/>
                  <p:pic>
                    <p:nvPicPr>
                      <p:cNvPr id="0" name="Object 24"/>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26489" y="5294217"/>
                        <a:ext cx="774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25"/>
          <p:cNvGraphicFramePr>
            <a:graphicFrameLocks noChangeAspect="1"/>
          </p:cNvGraphicFramePr>
          <p:nvPr>
            <p:extLst>
              <p:ext uri="{D42A27DB-BD31-4B8C-83A1-F6EECF244321}">
                <p14:modId xmlns:p14="http://schemas.microsoft.com/office/powerpoint/2010/main" val="883530839"/>
              </p:ext>
            </p:extLst>
          </p:nvPr>
        </p:nvGraphicFramePr>
        <p:xfrm>
          <a:off x="1876669" y="5074727"/>
          <a:ext cx="3263900" cy="774700"/>
        </p:xfrm>
        <a:graphic>
          <a:graphicData uri="http://schemas.openxmlformats.org/presentationml/2006/ole">
            <mc:AlternateContent xmlns:mc="http://schemas.openxmlformats.org/markup-compatibility/2006">
              <mc:Choice xmlns:v="urn:schemas-microsoft-com:vml" Requires="v">
                <p:oleObj spid="_x0000_s21402" name="Equation" r:id="rId40" imgW="3263760" imgH="774360" progId="Equation.DSMT4">
                  <p:embed/>
                </p:oleObj>
              </mc:Choice>
              <mc:Fallback>
                <p:oleObj name="Equation" r:id="rId40" imgW="3263760" imgH="774360" progId="Equation.DSMT4">
                  <p:embed/>
                  <p:pic>
                    <p:nvPicPr>
                      <p:cNvPr id="0" name="Object 25"/>
                      <p:cNvPicPr>
                        <a:picLocks noChangeAspect="1" noChangeArrowheads="1"/>
                      </p:cNvPicPr>
                      <p:nvPr/>
                    </p:nvPicPr>
                    <p:blipFill>
                      <a:blip r:embed="rId41"/>
                      <a:srcRect/>
                      <a:stretch>
                        <a:fillRect/>
                      </a:stretch>
                    </p:blipFill>
                    <p:spPr bwMode="auto">
                      <a:xfrm>
                        <a:off x="1876669" y="5074727"/>
                        <a:ext cx="32639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1" name="Object 41"/>
          <p:cNvGraphicFramePr>
            <a:graphicFrameLocks noChangeAspect="1"/>
          </p:cNvGraphicFramePr>
          <p:nvPr>
            <p:extLst>
              <p:ext uri="{D42A27DB-BD31-4B8C-83A1-F6EECF244321}">
                <p14:modId xmlns:p14="http://schemas.microsoft.com/office/powerpoint/2010/main" val="1308706641"/>
              </p:ext>
            </p:extLst>
          </p:nvPr>
        </p:nvGraphicFramePr>
        <p:xfrm>
          <a:off x="5219089" y="5132621"/>
          <a:ext cx="4927600" cy="774700"/>
        </p:xfrm>
        <a:graphic>
          <a:graphicData uri="http://schemas.openxmlformats.org/presentationml/2006/ole">
            <mc:AlternateContent xmlns:mc="http://schemas.openxmlformats.org/markup-compatibility/2006">
              <mc:Choice xmlns:v="urn:schemas-microsoft-com:vml" Requires="v">
                <p:oleObj spid="_x0000_s21403" name="Equation" r:id="rId42" imgW="4927320" imgH="774360" progId="Equation.DSMT4">
                  <p:embed/>
                </p:oleObj>
              </mc:Choice>
              <mc:Fallback>
                <p:oleObj name="Equation" r:id="rId42" imgW="4927320" imgH="774360" progId="Equation.DSMT4">
                  <p:embed/>
                  <p:pic>
                    <p:nvPicPr>
                      <p:cNvPr id="0" name="Picture 41"/>
                      <p:cNvPicPr>
                        <a:picLocks noChangeAspect="1" noChangeArrowheads="1"/>
                      </p:cNvPicPr>
                      <p:nvPr/>
                    </p:nvPicPr>
                    <p:blipFill>
                      <a:blip r:embed="rId43"/>
                      <a:srcRect/>
                      <a:stretch>
                        <a:fillRect/>
                      </a:stretch>
                    </p:blipFill>
                    <p:spPr bwMode="auto">
                      <a:xfrm>
                        <a:off x="5219089" y="5132621"/>
                        <a:ext cx="49276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36"/>
          <p:cNvGraphicFramePr>
            <a:graphicFrameLocks noChangeAspect="1"/>
          </p:cNvGraphicFramePr>
          <p:nvPr>
            <p:extLst>
              <p:ext uri="{D42A27DB-BD31-4B8C-83A1-F6EECF244321}">
                <p14:modId xmlns:p14="http://schemas.microsoft.com/office/powerpoint/2010/main" val="4273118799"/>
              </p:ext>
            </p:extLst>
          </p:nvPr>
        </p:nvGraphicFramePr>
        <p:xfrm>
          <a:off x="10227774" y="5416346"/>
          <a:ext cx="431800" cy="279400"/>
        </p:xfrm>
        <a:graphic>
          <a:graphicData uri="http://schemas.openxmlformats.org/presentationml/2006/ole">
            <mc:AlternateContent xmlns:mc="http://schemas.openxmlformats.org/markup-compatibility/2006">
              <mc:Choice xmlns:v="urn:schemas-microsoft-com:vml" Requires="v">
                <p:oleObj spid="_x0000_s21404" name="Equation" r:id="rId44" imgW="431640" imgH="279360" progId="Equation.DSMT4">
                  <p:embed/>
                </p:oleObj>
              </mc:Choice>
              <mc:Fallback>
                <p:oleObj name="Equation" r:id="rId44" imgW="431640" imgH="279360" progId="Equation.DSMT4">
                  <p:embed/>
                  <p:pic>
                    <p:nvPicPr>
                      <p:cNvPr id="0" name="Object 3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227774" y="5416346"/>
                        <a:ext cx="431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03"/>
                                        </p:tgtEl>
                                        <p:attrNameLst>
                                          <p:attrName>style.visibility</p:attrName>
                                        </p:attrNameLst>
                                      </p:cBhvr>
                                      <p:to>
                                        <p:strVal val="visible"/>
                                      </p:to>
                                    </p:set>
                                    <p:animEffect transition="in" filter="wipe(left)">
                                      <p:cBhvr>
                                        <p:cTn id="7" dur="500"/>
                                        <p:tgtEl>
                                          <p:spTgt spid="205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04"/>
                                        </p:tgtEl>
                                        <p:attrNameLst>
                                          <p:attrName>style.visibility</p:attrName>
                                        </p:attrNameLst>
                                      </p:cBhvr>
                                      <p:to>
                                        <p:strVal val="visible"/>
                                      </p:to>
                                    </p:set>
                                    <p:animEffect transition="in" filter="wipe(left)">
                                      <p:cBhvr>
                                        <p:cTn id="12" dur="500"/>
                                        <p:tgtEl>
                                          <p:spTgt spid="205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05"/>
                                        </p:tgtEl>
                                        <p:attrNameLst>
                                          <p:attrName>style.visibility</p:attrName>
                                        </p:attrNameLst>
                                      </p:cBhvr>
                                      <p:to>
                                        <p:strVal val="visible"/>
                                      </p:to>
                                    </p:set>
                                    <p:animEffect transition="in" filter="wipe(left)">
                                      <p:cBhvr>
                                        <p:cTn id="17" dur="500"/>
                                        <p:tgtEl>
                                          <p:spTgt spid="205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518"/>
                                        </p:tgtEl>
                                        <p:attrNameLst>
                                          <p:attrName>style.visibility</p:attrName>
                                        </p:attrNameLst>
                                      </p:cBhvr>
                                      <p:to>
                                        <p:strVal val="visible"/>
                                      </p:to>
                                    </p:set>
                                    <p:animEffect transition="in" filter="wipe(left)">
                                      <p:cBhvr>
                                        <p:cTn id="22" dur="500"/>
                                        <p:tgtEl>
                                          <p:spTgt spid="205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506"/>
                                        </p:tgtEl>
                                        <p:attrNameLst>
                                          <p:attrName>style.visibility</p:attrName>
                                        </p:attrNameLst>
                                      </p:cBhvr>
                                      <p:to>
                                        <p:strVal val="visible"/>
                                      </p:to>
                                    </p:set>
                                    <p:animEffect transition="in" filter="wipe(left)">
                                      <p:cBhvr>
                                        <p:cTn id="27" dur="500"/>
                                        <p:tgtEl>
                                          <p:spTgt spid="2050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507"/>
                                        </p:tgtEl>
                                        <p:attrNameLst>
                                          <p:attrName>style.visibility</p:attrName>
                                        </p:attrNameLst>
                                      </p:cBhvr>
                                      <p:to>
                                        <p:strVal val="visible"/>
                                      </p:to>
                                    </p:set>
                                    <p:animEffect transition="in" filter="wipe(left)">
                                      <p:cBhvr>
                                        <p:cTn id="32" dur="500"/>
                                        <p:tgtEl>
                                          <p:spTgt spid="2050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508"/>
                                        </p:tgtEl>
                                        <p:attrNameLst>
                                          <p:attrName>style.visibility</p:attrName>
                                        </p:attrNameLst>
                                      </p:cBhvr>
                                      <p:to>
                                        <p:strVal val="visible"/>
                                      </p:to>
                                    </p:set>
                                    <p:animEffect transition="in" filter="wipe(left)">
                                      <p:cBhvr>
                                        <p:cTn id="37" dur="500"/>
                                        <p:tgtEl>
                                          <p:spTgt spid="2050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510"/>
                                        </p:tgtEl>
                                        <p:attrNameLst>
                                          <p:attrName>style.visibility</p:attrName>
                                        </p:attrNameLst>
                                      </p:cBhvr>
                                      <p:to>
                                        <p:strVal val="visible"/>
                                      </p:to>
                                    </p:set>
                                    <p:animEffect transition="in" filter="wipe(left)">
                                      <p:cBhvr>
                                        <p:cTn id="42" dur="500"/>
                                        <p:tgtEl>
                                          <p:spTgt spid="205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509"/>
                                        </p:tgtEl>
                                        <p:attrNameLst>
                                          <p:attrName>style.visibility</p:attrName>
                                        </p:attrNameLst>
                                      </p:cBhvr>
                                      <p:to>
                                        <p:strVal val="visible"/>
                                      </p:to>
                                    </p:set>
                                    <p:animEffect transition="in" filter="wipe(left)">
                                      <p:cBhvr>
                                        <p:cTn id="47" dur="500"/>
                                        <p:tgtEl>
                                          <p:spTgt spid="2050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511"/>
                                        </p:tgtEl>
                                        <p:attrNameLst>
                                          <p:attrName>style.visibility</p:attrName>
                                        </p:attrNameLst>
                                      </p:cBhvr>
                                      <p:to>
                                        <p:strVal val="visible"/>
                                      </p:to>
                                    </p:set>
                                    <p:animEffect transition="in" filter="wipe(left)">
                                      <p:cBhvr>
                                        <p:cTn id="52" dur="500"/>
                                        <p:tgtEl>
                                          <p:spTgt spid="205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512"/>
                                        </p:tgtEl>
                                        <p:attrNameLst>
                                          <p:attrName>style.visibility</p:attrName>
                                        </p:attrNameLst>
                                      </p:cBhvr>
                                      <p:to>
                                        <p:strVal val="visible"/>
                                      </p:to>
                                    </p:set>
                                    <p:animEffect transition="in" filter="wipe(left)">
                                      <p:cBhvr>
                                        <p:cTn id="57" dur="500"/>
                                        <p:tgtEl>
                                          <p:spTgt spid="205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513"/>
                                        </p:tgtEl>
                                        <p:attrNameLst>
                                          <p:attrName>style.visibility</p:attrName>
                                        </p:attrNameLst>
                                      </p:cBhvr>
                                      <p:to>
                                        <p:strVal val="visible"/>
                                      </p:to>
                                    </p:set>
                                    <p:animEffect transition="in" filter="wipe(left)">
                                      <p:cBhvr>
                                        <p:cTn id="62" dur="500"/>
                                        <p:tgtEl>
                                          <p:spTgt spid="205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0514"/>
                                        </p:tgtEl>
                                        <p:attrNameLst>
                                          <p:attrName>style.visibility</p:attrName>
                                        </p:attrNameLst>
                                      </p:cBhvr>
                                      <p:to>
                                        <p:strVal val="visible"/>
                                      </p:to>
                                    </p:set>
                                    <p:animEffect transition="in" filter="wipe(left)">
                                      <p:cBhvr>
                                        <p:cTn id="67" dur="500"/>
                                        <p:tgtEl>
                                          <p:spTgt spid="205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0515"/>
                                        </p:tgtEl>
                                        <p:attrNameLst>
                                          <p:attrName>style.visibility</p:attrName>
                                        </p:attrNameLst>
                                      </p:cBhvr>
                                      <p:to>
                                        <p:strVal val="visible"/>
                                      </p:to>
                                    </p:set>
                                    <p:animEffect transition="in" filter="wipe(left)">
                                      <p:cBhvr>
                                        <p:cTn id="72" dur="500"/>
                                        <p:tgtEl>
                                          <p:spTgt spid="205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0516"/>
                                        </p:tgtEl>
                                        <p:attrNameLst>
                                          <p:attrName>style.visibility</p:attrName>
                                        </p:attrNameLst>
                                      </p:cBhvr>
                                      <p:to>
                                        <p:strVal val="visible"/>
                                      </p:to>
                                    </p:set>
                                    <p:animEffect transition="in" filter="wipe(left)">
                                      <p:cBhvr>
                                        <p:cTn id="77" dur="500"/>
                                        <p:tgtEl>
                                          <p:spTgt spid="205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0517"/>
                                        </p:tgtEl>
                                        <p:attrNameLst>
                                          <p:attrName>style.visibility</p:attrName>
                                        </p:attrNameLst>
                                      </p:cBhvr>
                                      <p:to>
                                        <p:strVal val="visible"/>
                                      </p:to>
                                    </p:set>
                                    <p:animEffect transition="in" filter="wipe(left)">
                                      <p:cBhvr>
                                        <p:cTn id="82" dur="500"/>
                                        <p:tgtEl>
                                          <p:spTgt spid="2051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wipe(left)">
                                      <p:cBhvr>
                                        <p:cTn id="87" dur="500"/>
                                        <p:tgtEl>
                                          <p:spTgt spid="3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wipe(left)">
                                      <p:cBhvr>
                                        <p:cTn id="92" dur="500"/>
                                        <p:tgtEl>
                                          <p:spTgt spid="4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0521"/>
                                        </p:tgtEl>
                                        <p:attrNameLst>
                                          <p:attrName>style.visibility</p:attrName>
                                        </p:attrNameLst>
                                      </p:cBhvr>
                                      <p:to>
                                        <p:strVal val="visible"/>
                                      </p:to>
                                    </p:set>
                                    <p:animEffect transition="in" filter="wipe(left)">
                                      <p:cBhvr>
                                        <p:cTn id="97" dur="500"/>
                                        <p:tgtEl>
                                          <p:spTgt spid="2052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wipe(left)">
                                      <p:cBhvr>
                                        <p:cTn id="10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 name="Object 14"/>
          <p:cNvGraphicFramePr>
            <a:graphicFrameLocks noChangeAspect="1"/>
          </p:cNvGraphicFramePr>
          <p:nvPr>
            <p:extLst>
              <p:ext uri="{D42A27DB-BD31-4B8C-83A1-F6EECF244321}">
                <p14:modId xmlns:p14="http://schemas.microsoft.com/office/powerpoint/2010/main" val="1618024000"/>
              </p:ext>
            </p:extLst>
          </p:nvPr>
        </p:nvGraphicFramePr>
        <p:xfrm>
          <a:off x="1430338" y="1117600"/>
          <a:ext cx="5461000" cy="2159000"/>
        </p:xfrm>
        <a:graphic>
          <a:graphicData uri="http://schemas.openxmlformats.org/presentationml/2006/ole">
            <mc:AlternateContent xmlns:mc="http://schemas.openxmlformats.org/markup-compatibility/2006">
              <mc:Choice xmlns:v="urn:schemas-microsoft-com:vml" Requires="v">
                <p:oleObj spid="_x0000_s134160" name="Equation" r:id="rId4" imgW="5460840" imgH="2158920" progId="Equation.DSMT4">
                  <p:embed/>
                </p:oleObj>
              </mc:Choice>
              <mc:Fallback>
                <p:oleObj name="Equation" r:id="rId4" imgW="5460840" imgH="2158920" progId="Equation.DSMT4">
                  <p:embed/>
                  <p:pic>
                    <p:nvPicPr>
                      <p:cNvPr id="61" name="Object 14"/>
                      <p:cNvPicPr>
                        <a:picLocks noChangeAspect="1" noChangeArrowheads="1"/>
                      </p:cNvPicPr>
                      <p:nvPr/>
                    </p:nvPicPr>
                    <p:blipFill>
                      <a:blip r:embed="rId5"/>
                      <a:srcRect/>
                      <a:stretch>
                        <a:fillRect/>
                      </a:stretch>
                    </p:blipFill>
                    <p:spPr bwMode="auto">
                      <a:xfrm>
                        <a:off x="1430338" y="1117600"/>
                        <a:ext cx="5461000"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66864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 name="Object 14"/>
          <p:cNvGraphicFramePr>
            <a:graphicFrameLocks noChangeAspect="1"/>
          </p:cNvGraphicFramePr>
          <p:nvPr/>
        </p:nvGraphicFramePr>
        <p:xfrm>
          <a:off x="1226241" y="5185366"/>
          <a:ext cx="4978400" cy="1193800"/>
        </p:xfrm>
        <a:graphic>
          <a:graphicData uri="http://schemas.openxmlformats.org/presentationml/2006/ole">
            <mc:AlternateContent xmlns:mc="http://schemas.openxmlformats.org/markup-compatibility/2006">
              <mc:Choice xmlns:v="urn:schemas-microsoft-com:vml" Requires="v">
                <p:oleObj spid="_x0000_s135198" name="Equation" r:id="rId4" imgW="4978080" imgH="1193760" progId="Equation.DSMT4">
                  <p:embed/>
                </p:oleObj>
              </mc:Choice>
              <mc:Fallback>
                <p:oleObj name="Equation" r:id="rId4" imgW="4978080" imgH="1193760" progId="Equation.DSMT4">
                  <p:embed/>
                  <p:pic>
                    <p:nvPicPr>
                      <p:cNvPr id="61" name="Object 14"/>
                      <p:cNvPicPr>
                        <a:picLocks noChangeAspect="1" noChangeArrowheads="1"/>
                      </p:cNvPicPr>
                      <p:nvPr/>
                    </p:nvPicPr>
                    <p:blipFill>
                      <a:blip r:embed="rId5"/>
                      <a:srcRect/>
                      <a:stretch>
                        <a:fillRect/>
                      </a:stretch>
                    </p:blipFill>
                    <p:spPr bwMode="auto">
                      <a:xfrm>
                        <a:off x="1226241" y="5185366"/>
                        <a:ext cx="4978400"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a:extLst>
              <a:ext uri="{FF2B5EF4-FFF2-40B4-BE49-F238E27FC236}">
                <a16:creationId xmlns:a16="http://schemas.microsoft.com/office/drawing/2014/main" id="{77BFF59D-636B-4A41-9322-C348CDACB498}"/>
              </a:ext>
            </a:extLst>
          </p:cNvPr>
          <p:cNvPicPr>
            <a:picLocks noChangeAspect="1"/>
          </p:cNvPicPr>
          <p:nvPr/>
        </p:nvPicPr>
        <p:blipFill>
          <a:blip r:embed="rId6"/>
          <a:stretch>
            <a:fillRect/>
          </a:stretch>
        </p:blipFill>
        <p:spPr>
          <a:xfrm>
            <a:off x="1206508" y="1713482"/>
            <a:ext cx="533169" cy="393529"/>
          </a:xfrm>
          <a:prstGeom prst="rect">
            <a:avLst/>
          </a:prstGeom>
        </p:spPr>
      </p:pic>
      <p:pic>
        <p:nvPicPr>
          <p:cNvPr id="3" name="图片 2">
            <a:extLst>
              <a:ext uri="{FF2B5EF4-FFF2-40B4-BE49-F238E27FC236}">
                <a16:creationId xmlns:a16="http://schemas.microsoft.com/office/drawing/2014/main" id="{A63229F1-E408-4885-BDA2-2D7A45542A66}"/>
              </a:ext>
            </a:extLst>
          </p:cNvPr>
          <p:cNvPicPr>
            <a:picLocks noChangeAspect="1"/>
          </p:cNvPicPr>
          <p:nvPr/>
        </p:nvPicPr>
        <p:blipFill>
          <a:blip r:embed="rId7"/>
          <a:stretch>
            <a:fillRect/>
          </a:stretch>
        </p:blipFill>
        <p:spPr>
          <a:xfrm>
            <a:off x="1895247" y="1713482"/>
            <a:ext cx="825142" cy="406224"/>
          </a:xfrm>
          <a:prstGeom prst="rect">
            <a:avLst/>
          </a:prstGeom>
        </p:spPr>
      </p:pic>
      <p:pic>
        <p:nvPicPr>
          <p:cNvPr id="4" name="图片 3">
            <a:extLst>
              <a:ext uri="{FF2B5EF4-FFF2-40B4-BE49-F238E27FC236}">
                <a16:creationId xmlns:a16="http://schemas.microsoft.com/office/drawing/2014/main" id="{B8A2AA17-6CAB-4A6C-98E7-4B132CA2E878}"/>
              </a:ext>
            </a:extLst>
          </p:cNvPr>
          <p:cNvPicPr>
            <a:picLocks noChangeAspect="1"/>
          </p:cNvPicPr>
          <p:nvPr/>
        </p:nvPicPr>
        <p:blipFill>
          <a:blip r:embed="rId8"/>
          <a:stretch>
            <a:fillRect/>
          </a:stretch>
        </p:blipFill>
        <p:spPr>
          <a:xfrm>
            <a:off x="2940984" y="1351446"/>
            <a:ext cx="1778000" cy="1117600"/>
          </a:xfrm>
          <a:prstGeom prst="rect">
            <a:avLst/>
          </a:prstGeom>
        </p:spPr>
      </p:pic>
      <p:pic>
        <p:nvPicPr>
          <p:cNvPr id="5" name="图片 4">
            <a:extLst>
              <a:ext uri="{FF2B5EF4-FFF2-40B4-BE49-F238E27FC236}">
                <a16:creationId xmlns:a16="http://schemas.microsoft.com/office/drawing/2014/main" id="{3F24B0C6-4FED-4D34-AE12-FE53129AFA51}"/>
              </a:ext>
            </a:extLst>
          </p:cNvPr>
          <p:cNvPicPr>
            <a:picLocks noChangeAspect="1"/>
          </p:cNvPicPr>
          <p:nvPr/>
        </p:nvPicPr>
        <p:blipFill>
          <a:blip r:embed="rId9"/>
          <a:stretch>
            <a:fillRect/>
          </a:stretch>
        </p:blipFill>
        <p:spPr>
          <a:xfrm>
            <a:off x="4718984" y="1802481"/>
            <a:ext cx="494870" cy="317225"/>
          </a:xfrm>
          <a:prstGeom prst="rect">
            <a:avLst/>
          </a:prstGeom>
        </p:spPr>
      </p:pic>
      <p:pic>
        <p:nvPicPr>
          <p:cNvPr id="6" name="图片 5">
            <a:extLst>
              <a:ext uri="{FF2B5EF4-FFF2-40B4-BE49-F238E27FC236}">
                <a16:creationId xmlns:a16="http://schemas.microsoft.com/office/drawing/2014/main" id="{755D74D0-AF29-4940-BEF2-86F190BA737C}"/>
              </a:ext>
            </a:extLst>
          </p:cNvPr>
          <p:cNvPicPr>
            <a:picLocks noChangeAspect="1"/>
          </p:cNvPicPr>
          <p:nvPr/>
        </p:nvPicPr>
        <p:blipFill>
          <a:blip r:embed="rId10"/>
          <a:stretch>
            <a:fillRect/>
          </a:stretch>
        </p:blipFill>
        <p:spPr>
          <a:xfrm>
            <a:off x="5354986" y="1351446"/>
            <a:ext cx="3530600" cy="1193800"/>
          </a:xfrm>
          <a:prstGeom prst="rect">
            <a:avLst/>
          </a:prstGeom>
        </p:spPr>
      </p:pic>
      <p:pic>
        <p:nvPicPr>
          <p:cNvPr id="7" name="图片 6">
            <a:extLst>
              <a:ext uri="{FF2B5EF4-FFF2-40B4-BE49-F238E27FC236}">
                <a16:creationId xmlns:a16="http://schemas.microsoft.com/office/drawing/2014/main" id="{0061ED7E-4ED4-4DA7-8B7D-4E0F57580E5F}"/>
              </a:ext>
            </a:extLst>
          </p:cNvPr>
          <p:cNvPicPr>
            <a:picLocks noChangeAspect="1"/>
          </p:cNvPicPr>
          <p:nvPr/>
        </p:nvPicPr>
        <p:blipFill>
          <a:blip r:embed="rId11"/>
          <a:stretch>
            <a:fillRect/>
          </a:stretch>
        </p:blipFill>
        <p:spPr>
          <a:xfrm>
            <a:off x="1206508" y="2649007"/>
            <a:ext cx="4660900" cy="838200"/>
          </a:xfrm>
          <a:prstGeom prst="rect">
            <a:avLst/>
          </a:prstGeom>
        </p:spPr>
      </p:pic>
      <p:pic>
        <p:nvPicPr>
          <p:cNvPr id="8" name="图片 7">
            <a:extLst>
              <a:ext uri="{FF2B5EF4-FFF2-40B4-BE49-F238E27FC236}">
                <a16:creationId xmlns:a16="http://schemas.microsoft.com/office/drawing/2014/main" id="{1F5B0813-B1C7-4FC9-8DCA-2EFF7BCE829D}"/>
              </a:ext>
            </a:extLst>
          </p:cNvPr>
          <p:cNvPicPr>
            <a:picLocks noChangeAspect="1"/>
          </p:cNvPicPr>
          <p:nvPr/>
        </p:nvPicPr>
        <p:blipFill>
          <a:blip r:embed="rId12"/>
          <a:stretch>
            <a:fillRect/>
          </a:stretch>
        </p:blipFill>
        <p:spPr>
          <a:xfrm>
            <a:off x="6015386" y="2649007"/>
            <a:ext cx="2209800" cy="914400"/>
          </a:xfrm>
          <a:prstGeom prst="rect">
            <a:avLst/>
          </a:prstGeom>
        </p:spPr>
      </p:pic>
      <p:pic>
        <p:nvPicPr>
          <p:cNvPr id="9" name="图片 8">
            <a:extLst>
              <a:ext uri="{FF2B5EF4-FFF2-40B4-BE49-F238E27FC236}">
                <a16:creationId xmlns:a16="http://schemas.microsoft.com/office/drawing/2014/main" id="{7EF33EE9-FD0F-439F-AFDA-E19F8E5646C1}"/>
              </a:ext>
            </a:extLst>
          </p:cNvPr>
          <p:cNvPicPr>
            <a:picLocks noChangeAspect="1"/>
          </p:cNvPicPr>
          <p:nvPr/>
        </p:nvPicPr>
        <p:blipFill>
          <a:blip r:embed="rId13"/>
          <a:stretch>
            <a:fillRect/>
          </a:stretch>
        </p:blipFill>
        <p:spPr>
          <a:xfrm>
            <a:off x="1213784" y="3651534"/>
            <a:ext cx="3454400" cy="1117600"/>
          </a:xfrm>
          <a:prstGeom prst="rect">
            <a:avLst/>
          </a:prstGeom>
        </p:spPr>
      </p:pic>
      <p:pic>
        <p:nvPicPr>
          <p:cNvPr id="10" name="图片 9">
            <a:extLst>
              <a:ext uri="{FF2B5EF4-FFF2-40B4-BE49-F238E27FC236}">
                <a16:creationId xmlns:a16="http://schemas.microsoft.com/office/drawing/2014/main" id="{F4BF325C-F15E-42C6-8EBC-A76B64A35DB1}"/>
              </a:ext>
            </a:extLst>
          </p:cNvPr>
          <p:cNvPicPr>
            <a:picLocks noChangeAspect="1"/>
          </p:cNvPicPr>
          <p:nvPr/>
        </p:nvPicPr>
        <p:blipFill>
          <a:blip r:embed="rId14"/>
          <a:stretch>
            <a:fillRect/>
          </a:stretch>
        </p:blipFill>
        <p:spPr>
          <a:xfrm>
            <a:off x="4732686" y="3674072"/>
            <a:ext cx="4775200" cy="1193800"/>
          </a:xfrm>
          <a:prstGeom prst="rect">
            <a:avLst/>
          </a:prstGeom>
        </p:spPr>
      </p:pic>
      <p:pic>
        <p:nvPicPr>
          <p:cNvPr id="11" name="图片 10">
            <a:extLst>
              <a:ext uri="{FF2B5EF4-FFF2-40B4-BE49-F238E27FC236}">
                <a16:creationId xmlns:a16="http://schemas.microsoft.com/office/drawing/2014/main" id="{6F2EC983-9A87-4B41-BFDE-D6F8338E82D8}"/>
              </a:ext>
            </a:extLst>
          </p:cNvPr>
          <p:cNvPicPr>
            <a:picLocks noChangeAspect="1"/>
          </p:cNvPicPr>
          <p:nvPr/>
        </p:nvPicPr>
        <p:blipFill>
          <a:blip r:embed="rId15"/>
          <a:stretch>
            <a:fillRect/>
          </a:stretch>
        </p:blipFill>
        <p:spPr>
          <a:xfrm>
            <a:off x="9694351" y="4112359"/>
            <a:ext cx="494870" cy="317225"/>
          </a:xfrm>
          <a:prstGeom prst="rect">
            <a:avLst/>
          </a:prstGeom>
        </p:spPr>
      </p:pic>
      <p:graphicFrame>
        <p:nvGraphicFramePr>
          <p:cNvPr id="12" name="对象 11">
            <a:extLst>
              <a:ext uri="{FF2B5EF4-FFF2-40B4-BE49-F238E27FC236}">
                <a16:creationId xmlns:a16="http://schemas.microsoft.com/office/drawing/2014/main" id="{B4FD690C-0E3F-46C6-9C5B-51806750ED2B}"/>
              </a:ext>
            </a:extLst>
          </p:cNvPr>
          <p:cNvGraphicFramePr>
            <a:graphicFrameLocks noChangeAspect="1"/>
          </p:cNvGraphicFramePr>
          <p:nvPr>
            <p:extLst>
              <p:ext uri="{D42A27DB-BD31-4B8C-83A1-F6EECF244321}">
                <p14:modId xmlns:p14="http://schemas.microsoft.com/office/powerpoint/2010/main" val="717823913"/>
              </p:ext>
            </p:extLst>
          </p:nvPr>
        </p:nvGraphicFramePr>
        <p:xfrm>
          <a:off x="1206508" y="157646"/>
          <a:ext cx="4965700" cy="1193800"/>
        </p:xfrm>
        <a:graphic>
          <a:graphicData uri="http://schemas.openxmlformats.org/presentationml/2006/ole">
            <mc:AlternateContent xmlns:mc="http://schemas.openxmlformats.org/markup-compatibility/2006">
              <mc:Choice xmlns:v="urn:schemas-microsoft-com:vml" Requires="v">
                <p:oleObj spid="_x0000_s135199" name="Equation" r:id="rId16" imgW="4965480" imgH="1193760" progId="Equation.DSMT4">
                  <p:embed/>
                </p:oleObj>
              </mc:Choice>
              <mc:Fallback>
                <p:oleObj name="Equation" r:id="rId16" imgW="4965480" imgH="1193760" progId="Equation.DSMT4">
                  <p:embed/>
                  <p:pic>
                    <p:nvPicPr>
                      <p:cNvPr id="12" name="对象 11">
                        <a:extLst>
                          <a:ext uri="{FF2B5EF4-FFF2-40B4-BE49-F238E27FC236}">
                            <a16:creationId xmlns:a16="http://schemas.microsoft.com/office/drawing/2014/main" id="{B4FD690C-0E3F-46C6-9C5B-51806750ED2B}"/>
                          </a:ext>
                        </a:extLst>
                      </p:cNvPr>
                      <p:cNvPicPr/>
                      <p:nvPr/>
                    </p:nvPicPr>
                    <p:blipFill>
                      <a:blip r:embed="rId17"/>
                      <a:stretch>
                        <a:fillRect/>
                      </a:stretch>
                    </p:blipFill>
                    <p:spPr>
                      <a:xfrm>
                        <a:off x="1206508" y="157646"/>
                        <a:ext cx="4965700" cy="1193800"/>
                      </a:xfrm>
                      <a:prstGeom prst="rect">
                        <a:avLst/>
                      </a:prstGeom>
                    </p:spPr>
                  </p:pic>
                </p:oleObj>
              </mc:Fallback>
            </mc:AlternateContent>
          </a:graphicData>
        </a:graphic>
      </p:graphicFrame>
    </p:spTree>
    <p:extLst>
      <p:ext uri="{BB962C8B-B14F-4D97-AF65-F5344CB8AC3E}">
        <p14:creationId xmlns:p14="http://schemas.microsoft.com/office/powerpoint/2010/main" val="370967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wipe(left)">
                                      <p:cBhvr>
                                        <p:cTn id="5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 name="Object 14"/>
          <p:cNvGraphicFramePr>
            <a:graphicFrameLocks noChangeAspect="1"/>
          </p:cNvGraphicFramePr>
          <p:nvPr>
            <p:extLst>
              <p:ext uri="{D42A27DB-BD31-4B8C-83A1-F6EECF244321}">
                <p14:modId xmlns:p14="http://schemas.microsoft.com/office/powerpoint/2010/main" val="2075243834"/>
              </p:ext>
            </p:extLst>
          </p:nvPr>
        </p:nvGraphicFramePr>
        <p:xfrm>
          <a:off x="1304245" y="1330552"/>
          <a:ext cx="5092700" cy="1790700"/>
        </p:xfrm>
        <a:graphic>
          <a:graphicData uri="http://schemas.openxmlformats.org/presentationml/2006/ole">
            <mc:AlternateContent xmlns:mc="http://schemas.openxmlformats.org/markup-compatibility/2006">
              <mc:Choice xmlns:v="urn:schemas-microsoft-com:vml" Requires="v">
                <p:oleObj spid="_x0000_s136208" name="Equation" r:id="rId4" imgW="5092560" imgH="1790640" progId="Equation.DSMT4">
                  <p:embed/>
                </p:oleObj>
              </mc:Choice>
              <mc:Fallback>
                <p:oleObj name="Equation" r:id="rId4" imgW="5092560" imgH="1790640" progId="Equation.DSMT4">
                  <p:embed/>
                  <p:pic>
                    <p:nvPicPr>
                      <p:cNvPr id="61" name="Object 14"/>
                      <p:cNvPicPr>
                        <a:picLocks noChangeAspect="1" noChangeArrowheads="1"/>
                      </p:cNvPicPr>
                      <p:nvPr/>
                    </p:nvPicPr>
                    <p:blipFill>
                      <a:blip r:embed="rId5"/>
                      <a:srcRect/>
                      <a:stretch>
                        <a:fillRect/>
                      </a:stretch>
                    </p:blipFill>
                    <p:spPr bwMode="auto">
                      <a:xfrm>
                        <a:off x="1304245" y="1330552"/>
                        <a:ext cx="5092700"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43133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 name="Object 14"/>
          <p:cNvGraphicFramePr>
            <a:graphicFrameLocks noChangeAspect="1"/>
          </p:cNvGraphicFramePr>
          <p:nvPr/>
        </p:nvGraphicFramePr>
        <p:xfrm>
          <a:off x="7973395" y="5458309"/>
          <a:ext cx="2641600" cy="723900"/>
        </p:xfrm>
        <a:graphic>
          <a:graphicData uri="http://schemas.openxmlformats.org/presentationml/2006/ole">
            <mc:AlternateContent xmlns:mc="http://schemas.openxmlformats.org/markup-compatibility/2006">
              <mc:Choice xmlns:v="urn:schemas-microsoft-com:vml" Requires="v">
                <p:oleObj spid="_x0000_s137470" name="Equation" r:id="rId4" imgW="2641320" imgH="723600" progId="Equation.DSMT4">
                  <p:embed/>
                </p:oleObj>
              </mc:Choice>
              <mc:Fallback>
                <p:oleObj name="Equation" r:id="rId4" imgW="2641320" imgH="723600" progId="Equation.DSMT4">
                  <p:embed/>
                  <p:pic>
                    <p:nvPicPr>
                      <p:cNvPr id="61" name="Object 14"/>
                      <p:cNvPicPr>
                        <a:picLocks noChangeAspect="1" noChangeArrowheads="1"/>
                      </p:cNvPicPr>
                      <p:nvPr/>
                    </p:nvPicPr>
                    <p:blipFill>
                      <a:blip r:embed="rId5"/>
                      <a:srcRect/>
                      <a:stretch>
                        <a:fillRect/>
                      </a:stretch>
                    </p:blipFill>
                    <p:spPr bwMode="auto">
                      <a:xfrm>
                        <a:off x="7973395" y="5458309"/>
                        <a:ext cx="26416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a:extLst>
              <a:ext uri="{FF2B5EF4-FFF2-40B4-BE49-F238E27FC236}">
                <a16:creationId xmlns:a16="http://schemas.microsoft.com/office/drawing/2014/main" id="{DBD7D3B2-34EF-4F82-B9A4-5A17317C7FC1}"/>
              </a:ext>
            </a:extLst>
          </p:cNvPr>
          <p:cNvGraphicFramePr>
            <a:graphicFrameLocks noChangeAspect="1"/>
          </p:cNvGraphicFramePr>
          <p:nvPr/>
        </p:nvGraphicFramePr>
        <p:xfrm>
          <a:off x="1181888" y="1702397"/>
          <a:ext cx="482600" cy="342900"/>
        </p:xfrm>
        <a:graphic>
          <a:graphicData uri="http://schemas.openxmlformats.org/presentationml/2006/ole">
            <mc:AlternateContent xmlns:mc="http://schemas.openxmlformats.org/markup-compatibility/2006">
              <mc:Choice xmlns:v="urn:schemas-microsoft-com:vml" Requires="v">
                <p:oleObj spid="_x0000_s137471" name="Equation" r:id="rId6" imgW="482400" imgH="342720" progId="Equation.DSMT4">
                  <p:embed/>
                </p:oleObj>
              </mc:Choice>
              <mc:Fallback>
                <p:oleObj name="Equation" r:id="rId6" imgW="482400" imgH="342720" progId="Equation.DSMT4">
                  <p:embed/>
                  <p:pic>
                    <p:nvPicPr>
                      <p:cNvPr id="2" name="对象 1">
                        <a:extLst>
                          <a:ext uri="{FF2B5EF4-FFF2-40B4-BE49-F238E27FC236}">
                            <a16:creationId xmlns:a16="http://schemas.microsoft.com/office/drawing/2014/main" id="{DBD7D3B2-34EF-4F82-B9A4-5A17317C7FC1}"/>
                          </a:ext>
                        </a:extLst>
                      </p:cNvPr>
                      <p:cNvPicPr/>
                      <p:nvPr/>
                    </p:nvPicPr>
                    <p:blipFill>
                      <a:blip r:embed="rId7"/>
                      <a:stretch>
                        <a:fillRect/>
                      </a:stretch>
                    </p:blipFill>
                    <p:spPr>
                      <a:xfrm>
                        <a:off x="1181888" y="1702397"/>
                        <a:ext cx="482600" cy="3429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12242D33-2382-4D91-8A6A-5D61F41EAA2A}"/>
              </a:ext>
            </a:extLst>
          </p:cNvPr>
          <p:cNvGraphicFramePr>
            <a:graphicFrameLocks noChangeAspect="1"/>
          </p:cNvGraphicFramePr>
          <p:nvPr/>
        </p:nvGraphicFramePr>
        <p:xfrm>
          <a:off x="1848244" y="1676997"/>
          <a:ext cx="1930400" cy="393700"/>
        </p:xfrm>
        <a:graphic>
          <a:graphicData uri="http://schemas.openxmlformats.org/presentationml/2006/ole">
            <mc:AlternateContent xmlns:mc="http://schemas.openxmlformats.org/markup-compatibility/2006">
              <mc:Choice xmlns:v="urn:schemas-microsoft-com:vml" Requires="v">
                <p:oleObj spid="_x0000_s137472" name="Equation" r:id="rId8" imgW="1930320" imgH="393480" progId="Equation.DSMT4">
                  <p:embed/>
                </p:oleObj>
              </mc:Choice>
              <mc:Fallback>
                <p:oleObj name="Equation" r:id="rId8" imgW="1930320" imgH="393480" progId="Equation.DSMT4">
                  <p:embed/>
                  <p:pic>
                    <p:nvPicPr>
                      <p:cNvPr id="3" name="对象 2">
                        <a:extLst>
                          <a:ext uri="{FF2B5EF4-FFF2-40B4-BE49-F238E27FC236}">
                            <a16:creationId xmlns:a16="http://schemas.microsoft.com/office/drawing/2014/main" id="{12242D33-2382-4D91-8A6A-5D61F41EAA2A}"/>
                          </a:ext>
                        </a:extLst>
                      </p:cNvPr>
                      <p:cNvPicPr/>
                      <p:nvPr/>
                    </p:nvPicPr>
                    <p:blipFill>
                      <a:blip r:embed="rId9"/>
                      <a:stretch>
                        <a:fillRect/>
                      </a:stretch>
                    </p:blipFill>
                    <p:spPr>
                      <a:xfrm>
                        <a:off x="1848244" y="1676997"/>
                        <a:ext cx="1930400" cy="3937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FB6AC3BA-0155-44EA-8CD1-1F9ECB28E469}"/>
              </a:ext>
            </a:extLst>
          </p:cNvPr>
          <p:cNvGraphicFramePr>
            <a:graphicFrameLocks noChangeAspect="1"/>
          </p:cNvGraphicFramePr>
          <p:nvPr/>
        </p:nvGraphicFramePr>
        <p:xfrm>
          <a:off x="3962400" y="1676997"/>
          <a:ext cx="2133600" cy="723900"/>
        </p:xfrm>
        <a:graphic>
          <a:graphicData uri="http://schemas.openxmlformats.org/presentationml/2006/ole">
            <mc:AlternateContent xmlns:mc="http://schemas.openxmlformats.org/markup-compatibility/2006">
              <mc:Choice xmlns:v="urn:schemas-microsoft-com:vml" Requires="v">
                <p:oleObj spid="_x0000_s137473" name="Equation" r:id="rId10" imgW="2133360" imgH="723600" progId="Equation.DSMT4">
                  <p:embed/>
                </p:oleObj>
              </mc:Choice>
              <mc:Fallback>
                <p:oleObj name="Equation" r:id="rId10" imgW="2133360" imgH="723600" progId="Equation.DSMT4">
                  <p:embed/>
                  <p:pic>
                    <p:nvPicPr>
                      <p:cNvPr id="4" name="对象 3">
                        <a:extLst>
                          <a:ext uri="{FF2B5EF4-FFF2-40B4-BE49-F238E27FC236}">
                            <a16:creationId xmlns:a16="http://schemas.microsoft.com/office/drawing/2014/main" id="{FB6AC3BA-0155-44EA-8CD1-1F9ECB28E469}"/>
                          </a:ext>
                        </a:extLst>
                      </p:cNvPr>
                      <p:cNvPicPr/>
                      <p:nvPr/>
                    </p:nvPicPr>
                    <p:blipFill>
                      <a:blip r:embed="rId11"/>
                      <a:stretch>
                        <a:fillRect/>
                      </a:stretch>
                    </p:blipFill>
                    <p:spPr>
                      <a:xfrm>
                        <a:off x="3962400" y="1676997"/>
                        <a:ext cx="2133600" cy="7239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5247C36-FFFF-41BE-BDB2-649F845BB79B}"/>
              </a:ext>
            </a:extLst>
          </p:cNvPr>
          <p:cNvGraphicFramePr>
            <a:graphicFrameLocks noChangeAspect="1"/>
          </p:cNvGraphicFramePr>
          <p:nvPr/>
        </p:nvGraphicFramePr>
        <p:xfrm>
          <a:off x="6131447" y="1638897"/>
          <a:ext cx="1930400" cy="762000"/>
        </p:xfrm>
        <a:graphic>
          <a:graphicData uri="http://schemas.openxmlformats.org/presentationml/2006/ole">
            <mc:AlternateContent xmlns:mc="http://schemas.openxmlformats.org/markup-compatibility/2006">
              <mc:Choice xmlns:v="urn:schemas-microsoft-com:vml" Requires="v">
                <p:oleObj spid="_x0000_s137474" name="Equation" r:id="rId12" imgW="1930320" imgH="761760" progId="Equation.DSMT4">
                  <p:embed/>
                </p:oleObj>
              </mc:Choice>
              <mc:Fallback>
                <p:oleObj name="Equation" r:id="rId12" imgW="1930320" imgH="761760" progId="Equation.DSMT4">
                  <p:embed/>
                  <p:pic>
                    <p:nvPicPr>
                      <p:cNvPr id="5" name="对象 4">
                        <a:extLst>
                          <a:ext uri="{FF2B5EF4-FFF2-40B4-BE49-F238E27FC236}">
                            <a16:creationId xmlns:a16="http://schemas.microsoft.com/office/drawing/2014/main" id="{05247C36-FFFF-41BE-BDB2-649F845BB79B}"/>
                          </a:ext>
                        </a:extLst>
                      </p:cNvPr>
                      <p:cNvPicPr/>
                      <p:nvPr/>
                    </p:nvPicPr>
                    <p:blipFill>
                      <a:blip r:embed="rId13"/>
                      <a:stretch>
                        <a:fillRect/>
                      </a:stretch>
                    </p:blipFill>
                    <p:spPr>
                      <a:xfrm>
                        <a:off x="6131447" y="1638897"/>
                        <a:ext cx="1930400" cy="7620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5871AC49-E25C-4D14-93AF-7420FA0C7937}"/>
              </a:ext>
            </a:extLst>
          </p:cNvPr>
          <p:cNvGraphicFramePr>
            <a:graphicFrameLocks noChangeAspect="1"/>
          </p:cNvGraphicFramePr>
          <p:nvPr/>
        </p:nvGraphicFramePr>
        <p:xfrm>
          <a:off x="8289109" y="1384897"/>
          <a:ext cx="1866900" cy="635000"/>
        </p:xfrm>
        <a:graphic>
          <a:graphicData uri="http://schemas.openxmlformats.org/presentationml/2006/ole">
            <mc:AlternateContent xmlns:mc="http://schemas.openxmlformats.org/markup-compatibility/2006">
              <mc:Choice xmlns:v="urn:schemas-microsoft-com:vml" Requires="v">
                <p:oleObj spid="_x0000_s137475" name="Equation" r:id="rId14" imgW="1866600" imgH="634680" progId="Equation.DSMT4">
                  <p:embed/>
                </p:oleObj>
              </mc:Choice>
              <mc:Fallback>
                <p:oleObj name="Equation" r:id="rId14" imgW="1866600" imgH="634680" progId="Equation.DSMT4">
                  <p:embed/>
                  <p:pic>
                    <p:nvPicPr>
                      <p:cNvPr id="6" name="对象 5">
                        <a:extLst>
                          <a:ext uri="{FF2B5EF4-FFF2-40B4-BE49-F238E27FC236}">
                            <a16:creationId xmlns:a16="http://schemas.microsoft.com/office/drawing/2014/main" id="{5871AC49-E25C-4D14-93AF-7420FA0C7937}"/>
                          </a:ext>
                        </a:extLst>
                      </p:cNvPr>
                      <p:cNvPicPr/>
                      <p:nvPr/>
                    </p:nvPicPr>
                    <p:blipFill>
                      <a:blip r:embed="rId15"/>
                      <a:stretch>
                        <a:fillRect/>
                      </a:stretch>
                    </p:blipFill>
                    <p:spPr>
                      <a:xfrm>
                        <a:off x="8289109" y="1384897"/>
                        <a:ext cx="1866900" cy="6350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F011791-9D4D-441C-9899-E0D27DF4011B}"/>
              </a:ext>
            </a:extLst>
          </p:cNvPr>
          <p:cNvGraphicFramePr>
            <a:graphicFrameLocks noChangeAspect="1"/>
          </p:cNvGraphicFramePr>
          <p:nvPr/>
        </p:nvGraphicFramePr>
        <p:xfrm>
          <a:off x="1181888" y="2553705"/>
          <a:ext cx="4051300" cy="736600"/>
        </p:xfrm>
        <a:graphic>
          <a:graphicData uri="http://schemas.openxmlformats.org/presentationml/2006/ole">
            <mc:AlternateContent xmlns:mc="http://schemas.openxmlformats.org/markup-compatibility/2006">
              <mc:Choice xmlns:v="urn:schemas-microsoft-com:vml" Requires="v">
                <p:oleObj spid="_x0000_s137476" name="Equation" r:id="rId16" imgW="4051080" imgH="736560" progId="Equation.DSMT4">
                  <p:embed/>
                </p:oleObj>
              </mc:Choice>
              <mc:Fallback>
                <p:oleObj name="Equation" r:id="rId16" imgW="4051080" imgH="736560" progId="Equation.DSMT4">
                  <p:embed/>
                  <p:pic>
                    <p:nvPicPr>
                      <p:cNvPr id="7" name="对象 6">
                        <a:extLst>
                          <a:ext uri="{FF2B5EF4-FFF2-40B4-BE49-F238E27FC236}">
                            <a16:creationId xmlns:a16="http://schemas.microsoft.com/office/drawing/2014/main" id="{6F011791-9D4D-441C-9899-E0D27DF4011B}"/>
                          </a:ext>
                        </a:extLst>
                      </p:cNvPr>
                      <p:cNvPicPr/>
                      <p:nvPr/>
                    </p:nvPicPr>
                    <p:blipFill>
                      <a:blip r:embed="rId17"/>
                      <a:stretch>
                        <a:fillRect/>
                      </a:stretch>
                    </p:blipFill>
                    <p:spPr>
                      <a:xfrm>
                        <a:off x="1181888" y="2553705"/>
                        <a:ext cx="4051300" cy="736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85D8F0CA-49F6-49AB-8C8A-82704E31E826}"/>
              </a:ext>
            </a:extLst>
          </p:cNvPr>
          <p:cNvGraphicFramePr>
            <a:graphicFrameLocks noChangeAspect="1"/>
          </p:cNvGraphicFramePr>
          <p:nvPr/>
        </p:nvGraphicFramePr>
        <p:xfrm>
          <a:off x="5428889" y="2674355"/>
          <a:ext cx="4826000" cy="495300"/>
        </p:xfrm>
        <a:graphic>
          <a:graphicData uri="http://schemas.openxmlformats.org/presentationml/2006/ole">
            <mc:AlternateContent xmlns:mc="http://schemas.openxmlformats.org/markup-compatibility/2006">
              <mc:Choice xmlns:v="urn:schemas-microsoft-com:vml" Requires="v">
                <p:oleObj spid="_x0000_s137477" name="Equation" r:id="rId18" imgW="4825800" imgH="495000" progId="Equation.DSMT4">
                  <p:embed/>
                </p:oleObj>
              </mc:Choice>
              <mc:Fallback>
                <p:oleObj name="Equation" r:id="rId18" imgW="4825800" imgH="495000" progId="Equation.DSMT4">
                  <p:embed/>
                  <p:pic>
                    <p:nvPicPr>
                      <p:cNvPr id="8" name="对象 7">
                        <a:extLst>
                          <a:ext uri="{FF2B5EF4-FFF2-40B4-BE49-F238E27FC236}">
                            <a16:creationId xmlns:a16="http://schemas.microsoft.com/office/drawing/2014/main" id="{85D8F0CA-49F6-49AB-8C8A-82704E31E826}"/>
                          </a:ext>
                        </a:extLst>
                      </p:cNvPr>
                      <p:cNvPicPr/>
                      <p:nvPr/>
                    </p:nvPicPr>
                    <p:blipFill>
                      <a:blip r:embed="rId19"/>
                      <a:stretch>
                        <a:fillRect/>
                      </a:stretch>
                    </p:blipFill>
                    <p:spPr>
                      <a:xfrm>
                        <a:off x="5428889" y="2674355"/>
                        <a:ext cx="4826000" cy="4953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C4C7037-F8D1-44BC-931C-A55CEAEE3AEB}"/>
              </a:ext>
            </a:extLst>
          </p:cNvPr>
          <p:cNvGraphicFramePr>
            <a:graphicFrameLocks noChangeAspect="1"/>
          </p:cNvGraphicFramePr>
          <p:nvPr/>
        </p:nvGraphicFramePr>
        <p:xfrm>
          <a:off x="1181888" y="3405013"/>
          <a:ext cx="3289300" cy="736600"/>
        </p:xfrm>
        <a:graphic>
          <a:graphicData uri="http://schemas.openxmlformats.org/presentationml/2006/ole">
            <mc:AlternateContent xmlns:mc="http://schemas.openxmlformats.org/markup-compatibility/2006">
              <mc:Choice xmlns:v="urn:schemas-microsoft-com:vml" Requires="v">
                <p:oleObj spid="_x0000_s137478" name="Equation" r:id="rId20" imgW="3288960" imgH="736560" progId="Equation.DSMT4">
                  <p:embed/>
                </p:oleObj>
              </mc:Choice>
              <mc:Fallback>
                <p:oleObj name="Equation" r:id="rId20" imgW="3288960" imgH="736560" progId="Equation.DSMT4">
                  <p:embed/>
                  <p:pic>
                    <p:nvPicPr>
                      <p:cNvPr id="9" name="对象 8">
                        <a:extLst>
                          <a:ext uri="{FF2B5EF4-FFF2-40B4-BE49-F238E27FC236}">
                            <a16:creationId xmlns:a16="http://schemas.microsoft.com/office/drawing/2014/main" id="{5C4C7037-F8D1-44BC-931C-A55CEAEE3AEB}"/>
                          </a:ext>
                        </a:extLst>
                      </p:cNvPr>
                      <p:cNvPicPr/>
                      <p:nvPr/>
                    </p:nvPicPr>
                    <p:blipFill>
                      <a:blip r:embed="rId21"/>
                      <a:stretch>
                        <a:fillRect/>
                      </a:stretch>
                    </p:blipFill>
                    <p:spPr>
                      <a:xfrm>
                        <a:off x="1181888" y="3405013"/>
                        <a:ext cx="3289300" cy="736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F740AA3-2A57-442D-A52A-F130A4391F3D}"/>
              </a:ext>
            </a:extLst>
          </p:cNvPr>
          <p:cNvGraphicFramePr>
            <a:graphicFrameLocks noChangeAspect="1"/>
          </p:cNvGraphicFramePr>
          <p:nvPr/>
        </p:nvGraphicFramePr>
        <p:xfrm>
          <a:off x="1181888" y="4447184"/>
          <a:ext cx="1765300" cy="406400"/>
        </p:xfrm>
        <a:graphic>
          <a:graphicData uri="http://schemas.openxmlformats.org/presentationml/2006/ole">
            <mc:AlternateContent xmlns:mc="http://schemas.openxmlformats.org/markup-compatibility/2006">
              <mc:Choice xmlns:v="urn:schemas-microsoft-com:vml" Requires="v">
                <p:oleObj spid="_x0000_s137479" name="Equation" r:id="rId22" imgW="1765080" imgH="406080" progId="Equation.DSMT4">
                  <p:embed/>
                </p:oleObj>
              </mc:Choice>
              <mc:Fallback>
                <p:oleObj name="Equation" r:id="rId22" imgW="1765080" imgH="406080" progId="Equation.DSMT4">
                  <p:embed/>
                  <p:pic>
                    <p:nvPicPr>
                      <p:cNvPr id="10" name="对象 9">
                        <a:extLst>
                          <a:ext uri="{FF2B5EF4-FFF2-40B4-BE49-F238E27FC236}">
                            <a16:creationId xmlns:a16="http://schemas.microsoft.com/office/drawing/2014/main" id="{0F740AA3-2A57-442D-A52A-F130A4391F3D}"/>
                          </a:ext>
                        </a:extLst>
                      </p:cNvPr>
                      <p:cNvPicPr/>
                      <p:nvPr/>
                    </p:nvPicPr>
                    <p:blipFill>
                      <a:blip r:embed="rId23"/>
                      <a:stretch>
                        <a:fillRect/>
                      </a:stretch>
                    </p:blipFill>
                    <p:spPr>
                      <a:xfrm>
                        <a:off x="1181888" y="4447184"/>
                        <a:ext cx="1765300" cy="4064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1378F30-20B4-4B56-B561-7DA1586094D4}"/>
              </a:ext>
            </a:extLst>
          </p:cNvPr>
          <p:cNvGraphicFramePr>
            <a:graphicFrameLocks noChangeAspect="1"/>
          </p:cNvGraphicFramePr>
          <p:nvPr/>
        </p:nvGraphicFramePr>
        <p:xfrm>
          <a:off x="4584339" y="3405013"/>
          <a:ext cx="6515100" cy="889000"/>
        </p:xfrm>
        <a:graphic>
          <a:graphicData uri="http://schemas.openxmlformats.org/presentationml/2006/ole">
            <mc:AlternateContent xmlns:mc="http://schemas.openxmlformats.org/markup-compatibility/2006">
              <mc:Choice xmlns:v="urn:schemas-microsoft-com:vml" Requires="v">
                <p:oleObj spid="_x0000_s137480" name="Equation" r:id="rId24" imgW="6514920" imgH="888840" progId="Equation.DSMT4">
                  <p:embed/>
                </p:oleObj>
              </mc:Choice>
              <mc:Fallback>
                <p:oleObj name="Equation" r:id="rId24" imgW="6514920" imgH="888840" progId="Equation.DSMT4">
                  <p:embed/>
                  <p:pic>
                    <p:nvPicPr>
                      <p:cNvPr id="11" name="对象 10">
                        <a:extLst>
                          <a:ext uri="{FF2B5EF4-FFF2-40B4-BE49-F238E27FC236}">
                            <a16:creationId xmlns:a16="http://schemas.microsoft.com/office/drawing/2014/main" id="{B1378F30-20B4-4B56-B561-7DA1586094D4}"/>
                          </a:ext>
                        </a:extLst>
                      </p:cNvPr>
                      <p:cNvPicPr/>
                      <p:nvPr/>
                    </p:nvPicPr>
                    <p:blipFill>
                      <a:blip r:embed="rId25"/>
                      <a:stretch>
                        <a:fillRect/>
                      </a:stretch>
                    </p:blipFill>
                    <p:spPr>
                      <a:xfrm>
                        <a:off x="4584339" y="3405013"/>
                        <a:ext cx="6515100" cy="8890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B56AC6B1-E43E-4D61-95BB-8E34C3B739C4}"/>
              </a:ext>
            </a:extLst>
          </p:cNvPr>
          <p:cNvGraphicFramePr>
            <a:graphicFrameLocks noChangeAspect="1"/>
          </p:cNvGraphicFramePr>
          <p:nvPr/>
        </p:nvGraphicFramePr>
        <p:xfrm>
          <a:off x="3060339" y="4288641"/>
          <a:ext cx="3517900" cy="889000"/>
        </p:xfrm>
        <a:graphic>
          <a:graphicData uri="http://schemas.openxmlformats.org/presentationml/2006/ole">
            <mc:AlternateContent xmlns:mc="http://schemas.openxmlformats.org/markup-compatibility/2006">
              <mc:Choice xmlns:v="urn:schemas-microsoft-com:vml" Requires="v">
                <p:oleObj spid="_x0000_s137481" name="Equation" r:id="rId26" imgW="3517560" imgH="888840" progId="Equation.DSMT4">
                  <p:embed/>
                </p:oleObj>
              </mc:Choice>
              <mc:Fallback>
                <p:oleObj name="Equation" r:id="rId26" imgW="3517560" imgH="888840" progId="Equation.DSMT4">
                  <p:embed/>
                  <p:pic>
                    <p:nvPicPr>
                      <p:cNvPr id="12" name="对象 11">
                        <a:extLst>
                          <a:ext uri="{FF2B5EF4-FFF2-40B4-BE49-F238E27FC236}">
                            <a16:creationId xmlns:a16="http://schemas.microsoft.com/office/drawing/2014/main" id="{B56AC6B1-E43E-4D61-95BB-8E34C3B739C4}"/>
                          </a:ext>
                        </a:extLst>
                      </p:cNvPr>
                      <p:cNvPicPr/>
                      <p:nvPr/>
                    </p:nvPicPr>
                    <p:blipFill>
                      <a:blip r:embed="rId27"/>
                      <a:stretch>
                        <a:fillRect/>
                      </a:stretch>
                    </p:blipFill>
                    <p:spPr>
                      <a:xfrm>
                        <a:off x="3060339" y="4288641"/>
                        <a:ext cx="3517900" cy="88900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8F9743B0-E6A4-4944-8181-66A5F81CE00F}"/>
              </a:ext>
            </a:extLst>
          </p:cNvPr>
          <p:cNvGraphicFramePr>
            <a:graphicFrameLocks noChangeAspect="1"/>
          </p:cNvGraphicFramePr>
          <p:nvPr/>
        </p:nvGraphicFramePr>
        <p:xfrm>
          <a:off x="6691390" y="4289390"/>
          <a:ext cx="3822700" cy="736600"/>
        </p:xfrm>
        <a:graphic>
          <a:graphicData uri="http://schemas.openxmlformats.org/presentationml/2006/ole">
            <mc:AlternateContent xmlns:mc="http://schemas.openxmlformats.org/markup-compatibility/2006">
              <mc:Choice xmlns:v="urn:schemas-microsoft-com:vml" Requires="v">
                <p:oleObj spid="_x0000_s137482" name="Equation" r:id="rId28" imgW="3822480" imgH="736560" progId="Equation.DSMT4">
                  <p:embed/>
                </p:oleObj>
              </mc:Choice>
              <mc:Fallback>
                <p:oleObj name="Equation" r:id="rId28" imgW="3822480" imgH="736560" progId="Equation.DSMT4">
                  <p:embed/>
                  <p:pic>
                    <p:nvPicPr>
                      <p:cNvPr id="13" name="对象 12">
                        <a:extLst>
                          <a:ext uri="{FF2B5EF4-FFF2-40B4-BE49-F238E27FC236}">
                            <a16:creationId xmlns:a16="http://schemas.microsoft.com/office/drawing/2014/main" id="{8F9743B0-E6A4-4944-8181-66A5F81CE00F}"/>
                          </a:ext>
                        </a:extLst>
                      </p:cNvPr>
                      <p:cNvPicPr/>
                      <p:nvPr/>
                    </p:nvPicPr>
                    <p:blipFill>
                      <a:blip r:embed="rId29"/>
                      <a:stretch>
                        <a:fillRect/>
                      </a:stretch>
                    </p:blipFill>
                    <p:spPr>
                      <a:xfrm>
                        <a:off x="6691390" y="4289390"/>
                        <a:ext cx="3822700" cy="73660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AAA8D173-AF11-4447-B134-B47BA4D5C34E}"/>
              </a:ext>
            </a:extLst>
          </p:cNvPr>
          <p:cNvGraphicFramePr>
            <a:graphicFrameLocks noChangeAspect="1"/>
          </p:cNvGraphicFramePr>
          <p:nvPr/>
        </p:nvGraphicFramePr>
        <p:xfrm>
          <a:off x="1181888" y="5292349"/>
          <a:ext cx="1473200" cy="1117600"/>
        </p:xfrm>
        <a:graphic>
          <a:graphicData uri="http://schemas.openxmlformats.org/presentationml/2006/ole">
            <mc:AlternateContent xmlns:mc="http://schemas.openxmlformats.org/markup-compatibility/2006">
              <mc:Choice xmlns:v="urn:schemas-microsoft-com:vml" Requires="v">
                <p:oleObj spid="_x0000_s137483" name="Equation" r:id="rId30" imgW="1473120" imgH="1117440" progId="Equation.DSMT4">
                  <p:embed/>
                </p:oleObj>
              </mc:Choice>
              <mc:Fallback>
                <p:oleObj name="Equation" r:id="rId30" imgW="1473120" imgH="1117440" progId="Equation.DSMT4">
                  <p:embed/>
                  <p:pic>
                    <p:nvPicPr>
                      <p:cNvPr id="14" name="对象 13">
                        <a:extLst>
                          <a:ext uri="{FF2B5EF4-FFF2-40B4-BE49-F238E27FC236}">
                            <a16:creationId xmlns:a16="http://schemas.microsoft.com/office/drawing/2014/main" id="{AAA8D173-AF11-4447-B134-B47BA4D5C34E}"/>
                          </a:ext>
                        </a:extLst>
                      </p:cNvPr>
                      <p:cNvPicPr/>
                      <p:nvPr/>
                    </p:nvPicPr>
                    <p:blipFill>
                      <a:blip r:embed="rId31"/>
                      <a:stretch>
                        <a:fillRect/>
                      </a:stretch>
                    </p:blipFill>
                    <p:spPr>
                      <a:xfrm>
                        <a:off x="1181888" y="5292349"/>
                        <a:ext cx="1473200" cy="11176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341F77EA-658C-4E7D-8DEE-63561535C037}"/>
              </a:ext>
            </a:extLst>
          </p:cNvPr>
          <p:cNvGraphicFramePr>
            <a:graphicFrameLocks noChangeAspect="1"/>
          </p:cNvGraphicFramePr>
          <p:nvPr/>
        </p:nvGraphicFramePr>
        <p:xfrm>
          <a:off x="2768239" y="5292349"/>
          <a:ext cx="1346200" cy="736600"/>
        </p:xfrm>
        <a:graphic>
          <a:graphicData uri="http://schemas.openxmlformats.org/presentationml/2006/ole">
            <mc:AlternateContent xmlns:mc="http://schemas.openxmlformats.org/markup-compatibility/2006">
              <mc:Choice xmlns:v="urn:schemas-microsoft-com:vml" Requires="v">
                <p:oleObj spid="_x0000_s137484" name="Equation" r:id="rId32" imgW="1346040" imgH="736560" progId="Equation.DSMT4">
                  <p:embed/>
                </p:oleObj>
              </mc:Choice>
              <mc:Fallback>
                <p:oleObj name="Equation" r:id="rId32" imgW="1346040" imgH="736560" progId="Equation.DSMT4">
                  <p:embed/>
                  <p:pic>
                    <p:nvPicPr>
                      <p:cNvPr id="15" name="对象 14">
                        <a:extLst>
                          <a:ext uri="{FF2B5EF4-FFF2-40B4-BE49-F238E27FC236}">
                            <a16:creationId xmlns:a16="http://schemas.microsoft.com/office/drawing/2014/main" id="{341F77EA-658C-4E7D-8DEE-63561535C037}"/>
                          </a:ext>
                        </a:extLst>
                      </p:cNvPr>
                      <p:cNvPicPr/>
                      <p:nvPr/>
                    </p:nvPicPr>
                    <p:blipFill>
                      <a:blip r:embed="rId33"/>
                      <a:stretch>
                        <a:fillRect/>
                      </a:stretch>
                    </p:blipFill>
                    <p:spPr>
                      <a:xfrm>
                        <a:off x="2768239" y="5292349"/>
                        <a:ext cx="1346200" cy="7366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E5005DE2-B35C-4F27-9CBD-7494BF46971F}"/>
              </a:ext>
            </a:extLst>
          </p:cNvPr>
          <p:cNvGraphicFramePr>
            <a:graphicFrameLocks noChangeAspect="1"/>
          </p:cNvGraphicFramePr>
          <p:nvPr/>
        </p:nvGraphicFramePr>
        <p:xfrm>
          <a:off x="4227590" y="5520949"/>
          <a:ext cx="431800" cy="279400"/>
        </p:xfrm>
        <a:graphic>
          <a:graphicData uri="http://schemas.openxmlformats.org/presentationml/2006/ole">
            <mc:AlternateContent xmlns:mc="http://schemas.openxmlformats.org/markup-compatibility/2006">
              <mc:Choice xmlns:v="urn:schemas-microsoft-com:vml" Requires="v">
                <p:oleObj spid="_x0000_s137485" name="Equation" r:id="rId34" imgW="431640" imgH="279360" progId="Equation.DSMT4">
                  <p:embed/>
                </p:oleObj>
              </mc:Choice>
              <mc:Fallback>
                <p:oleObj name="Equation" r:id="rId34" imgW="431640" imgH="279360" progId="Equation.DSMT4">
                  <p:embed/>
                  <p:pic>
                    <p:nvPicPr>
                      <p:cNvPr id="16" name="对象 15">
                        <a:extLst>
                          <a:ext uri="{FF2B5EF4-FFF2-40B4-BE49-F238E27FC236}">
                            <a16:creationId xmlns:a16="http://schemas.microsoft.com/office/drawing/2014/main" id="{E5005DE2-B35C-4F27-9CBD-7494BF46971F}"/>
                          </a:ext>
                        </a:extLst>
                      </p:cNvPr>
                      <p:cNvPicPr/>
                      <p:nvPr/>
                    </p:nvPicPr>
                    <p:blipFill>
                      <a:blip r:embed="rId35"/>
                      <a:stretch>
                        <a:fillRect/>
                      </a:stretch>
                    </p:blipFill>
                    <p:spPr>
                      <a:xfrm>
                        <a:off x="4227590" y="5520949"/>
                        <a:ext cx="431800" cy="27940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8A424D0B-581C-4354-8F37-1E82A96548AE}"/>
              </a:ext>
            </a:extLst>
          </p:cNvPr>
          <p:cNvGraphicFramePr>
            <a:graphicFrameLocks noChangeAspect="1"/>
          </p:cNvGraphicFramePr>
          <p:nvPr/>
        </p:nvGraphicFramePr>
        <p:xfrm>
          <a:off x="4774144" y="5458309"/>
          <a:ext cx="3086100" cy="723900"/>
        </p:xfrm>
        <a:graphic>
          <a:graphicData uri="http://schemas.openxmlformats.org/presentationml/2006/ole">
            <mc:AlternateContent xmlns:mc="http://schemas.openxmlformats.org/markup-compatibility/2006">
              <mc:Choice xmlns:v="urn:schemas-microsoft-com:vml" Requires="v">
                <p:oleObj spid="_x0000_s137486" name="Equation" r:id="rId36" imgW="3085920" imgH="723600" progId="Equation.DSMT4">
                  <p:embed/>
                </p:oleObj>
              </mc:Choice>
              <mc:Fallback>
                <p:oleObj name="Equation" r:id="rId36" imgW="3085920" imgH="723600" progId="Equation.DSMT4">
                  <p:embed/>
                  <p:pic>
                    <p:nvPicPr>
                      <p:cNvPr id="17" name="对象 16">
                        <a:extLst>
                          <a:ext uri="{FF2B5EF4-FFF2-40B4-BE49-F238E27FC236}">
                            <a16:creationId xmlns:a16="http://schemas.microsoft.com/office/drawing/2014/main" id="{8A424D0B-581C-4354-8F37-1E82A96548AE}"/>
                          </a:ext>
                        </a:extLst>
                      </p:cNvPr>
                      <p:cNvPicPr/>
                      <p:nvPr/>
                    </p:nvPicPr>
                    <p:blipFill>
                      <a:blip r:embed="rId37"/>
                      <a:stretch>
                        <a:fillRect/>
                      </a:stretch>
                    </p:blipFill>
                    <p:spPr>
                      <a:xfrm>
                        <a:off x="4774144" y="5458309"/>
                        <a:ext cx="3086100" cy="72390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B5DD0957-2561-4C67-B7AC-99A657D75DB7}"/>
              </a:ext>
            </a:extLst>
          </p:cNvPr>
          <p:cNvGraphicFramePr>
            <a:graphicFrameLocks noChangeAspect="1"/>
          </p:cNvGraphicFramePr>
          <p:nvPr>
            <p:extLst>
              <p:ext uri="{D42A27DB-BD31-4B8C-83A1-F6EECF244321}">
                <p14:modId xmlns:p14="http://schemas.microsoft.com/office/powerpoint/2010/main" val="2658379748"/>
              </p:ext>
            </p:extLst>
          </p:nvPr>
        </p:nvGraphicFramePr>
        <p:xfrm>
          <a:off x="1181888" y="697829"/>
          <a:ext cx="3962400" cy="723900"/>
        </p:xfrm>
        <a:graphic>
          <a:graphicData uri="http://schemas.openxmlformats.org/presentationml/2006/ole">
            <mc:AlternateContent xmlns:mc="http://schemas.openxmlformats.org/markup-compatibility/2006">
              <mc:Choice xmlns:v="urn:schemas-microsoft-com:vml" Requires="v">
                <p:oleObj spid="_x0000_s137487" name="Equation" r:id="rId38" imgW="3962160" imgH="723600" progId="Equation.DSMT4">
                  <p:embed/>
                </p:oleObj>
              </mc:Choice>
              <mc:Fallback>
                <p:oleObj name="Equation" r:id="rId38" imgW="3962160" imgH="723600" progId="Equation.DSMT4">
                  <p:embed/>
                  <p:pic>
                    <p:nvPicPr>
                      <p:cNvPr id="18" name="对象 17">
                        <a:extLst>
                          <a:ext uri="{FF2B5EF4-FFF2-40B4-BE49-F238E27FC236}">
                            <a16:creationId xmlns:a16="http://schemas.microsoft.com/office/drawing/2014/main" id="{B5DD0957-2561-4C67-B7AC-99A657D75DB7}"/>
                          </a:ext>
                        </a:extLst>
                      </p:cNvPr>
                      <p:cNvPicPr/>
                      <p:nvPr/>
                    </p:nvPicPr>
                    <p:blipFill>
                      <a:blip r:embed="rId39"/>
                      <a:stretch>
                        <a:fillRect/>
                      </a:stretch>
                    </p:blipFill>
                    <p:spPr>
                      <a:xfrm>
                        <a:off x="1181888" y="697829"/>
                        <a:ext cx="3962400" cy="723900"/>
                      </a:xfrm>
                      <a:prstGeom prst="rect">
                        <a:avLst/>
                      </a:prstGeom>
                    </p:spPr>
                  </p:pic>
                </p:oleObj>
              </mc:Fallback>
            </mc:AlternateContent>
          </a:graphicData>
        </a:graphic>
      </p:graphicFrame>
    </p:spTree>
    <p:extLst>
      <p:ext uri="{BB962C8B-B14F-4D97-AF65-F5344CB8AC3E}">
        <p14:creationId xmlns:p14="http://schemas.microsoft.com/office/powerpoint/2010/main" val="74240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left)">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lef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50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61"/>
                                        </p:tgtEl>
                                        <p:attrNameLst>
                                          <p:attrName>style.visibility</p:attrName>
                                        </p:attrNameLst>
                                      </p:cBhvr>
                                      <p:to>
                                        <p:strVal val="visible"/>
                                      </p:to>
                                    </p:set>
                                    <p:animEffect transition="in" filter="wipe(left)">
                                      <p:cBhvr>
                                        <p:cTn id="8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a:extLst>
              <a:ext uri="{FF2B5EF4-FFF2-40B4-BE49-F238E27FC236}">
                <a16:creationId xmlns:a16="http://schemas.microsoft.com/office/drawing/2014/main" id="{BE191513-88B6-4DB2-8BAF-DA932EDF705E}"/>
              </a:ext>
            </a:extLst>
          </p:cNvPr>
          <p:cNvGraphicFramePr>
            <a:graphicFrameLocks noChangeAspect="1"/>
          </p:cNvGraphicFramePr>
          <p:nvPr>
            <p:extLst>
              <p:ext uri="{D42A27DB-BD31-4B8C-83A1-F6EECF244321}">
                <p14:modId xmlns:p14="http://schemas.microsoft.com/office/powerpoint/2010/main" val="1077187824"/>
              </p:ext>
            </p:extLst>
          </p:nvPr>
        </p:nvGraphicFramePr>
        <p:xfrm>
          <a:off x="1927644" y="314016"/>
          <a:ext cx="3632200" cy="393700"/>
        </p:xfrm>
        <a:graphic>
          <a:graphicData uri="http://schemas.openxmlformats.org/presentationml/2006/ole">
            <mc:AlternateContent xmlns:mc="http://schemas.openxmlformats.org/markup-compatibility/2006">
              <mc:Choice xmlns:v="urn:schemas-microsoft-com:vml" Requires="v">
                <p:oleObj spid="_x0000_s22891" name="Equation" r:id="rId4" imgW="3632040" imgH="393480" progId="Equation.DSMT4">
                  <p:embed/>
                </p:oleObj>
              </mc:Choice>
              <mc:Fallback>
                <p:oleObj name="Equation" r:id="rId4" imgW="3632040" imgH="393480" progId="Equation.DSMT4">
                  <p:embed/>
                  <p:pic>
                    <p:nvPicPr>
                      <p:cNvPr id="2" name="对象 1"/>
                      <p:cNvPicPr>
                        <a:picLocks noChangeAspect="1" noChangeArrowheads="1"/>
                      </p:cNvPicPr>
                      <p:nvPr/>
                    </p:nvPicPr>
                    <p:blipFill>
                      <a:blip r:embed="rId5"/>
                      <a:srcRect/>
                      <a:stretch>
                        <a:fillRect/>
                      </a:stretch>
                    </p:blipFill>
                    <p:spPr bwMode="auto">
                      <a:xfrm>
                        <a:off x="1927644" y="314016"/>
                        <a:ext cx="36322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784591588"/>
              </p:ext>
            </p:extLst>
          </p:nvPr>
        </p:nvGraphicFramePr>
        <p:xfrm>
          <a:off x="1897795" y="284163"/>
          <a:ext cx="3632200" cy="393700"/>
        </p:xfrm>
        <a:graphic>
          <a:graphicData uri="http://schemas.openxmlformats.org/presentationml/2006/ole">
            <mc:AlternateContent xmlns:mc="http://schemas.openxmlformats.org/markup-compatibility/2006">
              <mc:Choice xmlns:v="urn:schemas-microsoft-com:vml" Requires="v">
                <p:oleObj spid="_x0000_s22892" name="Equation" r:id="rId6" imgW="3632040" imgH="393480" progId="Equation.DSMT4">
                  <p:embed/>
                </p:oleObj>
              </mc:Choice>
              <mc:Fallback>
                <p:oleObj name="Equation" r:id="rId6" imgW="3632040" imgH="393480" progId="Equation.DSMT4">
                  <p:embed/>
                  <p:pic>
                    <p:nvPicPr>
                      <p:cNvPr id="0" name="Object 46"/>
                      <p:cNvPicPr>
                        <a:picLocks noChangeAspect="1" noChangeArrowheads="1"/>
                      </p:cNvPicPr>
                      <p:nvPr/>
                    </p:nvPicPr>
                    <p:blipFill>
                      <a:blip r:embed="rId7"/>
                      <a:srcRect/>
                      <a:stretch>
                        <a:fillRect/>
                      </a:stretch>
                    </p:blipFill>
                    <p:spPr bwMode="auto">
                      <a:xfrm>
                        <a:off x="1897795" y="284163"/>
                        <a:ext cx="36322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76547666"/>
              </p:ext>
            </p:extLst>
          </p:nvPr>
        </p:nvGraphicFramePr>
        <p:xfrm>
          <a:off x="1897795" y="803886"/>
          <a:ext cx="8394700" cy="431800"/>
        </p:xfrm>
        <a:graphic>
          <a:graphicData uri="http://schemas.openxmlformats.org/presentationml/2006/ole">
            <mc:AlternateContent xmlns:mc="http://schemas.openxmlformats.org/markup-compatibility/2006">
              <mc:Choice xmlns:v="urn:schemas-microsoft-com:vml" Requires="v">
                <p:oleObj spid="_x0000_s22893" name="Equation" r:id="rId8" imgW="8394480" imgH="431640" progId="Equation.DSMT4">
                  <p:embed/>
                </p:oleObj>
              </mc:Choice>
              <mc:Fallback>
                <p:oleObj name="Equation" r:id="rId8" imgW="8394480" imgH="431640" progId="Equation.DSMT4">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97795" y="803886"/>
                        <a:ext cx="8394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646775471"/>
              </p:ext>
            </p:extLst>
          </p:nvPr>
        </p:nvGraphicFramePr>
        <p:xfrm>
          <a:off x="1897795" y="1327761"/>
          <a:ext cx="7645400" cy="533400"/>
        </p:xfrm>
        <a:graphic>
          <a:graphicData uri="http://schemas.openxmlformats.org/presentationml/2006/ole">
            <mc:AlternateContent xmlns:mc="http://schemas.openxmlformats.org/markup-compatibility/2006">
              <mc:Choice xmlns:v="urn:schemas-microsoft-com:vml" Requires="v">
                <p:oleObj spid="_x0000_s22894" name="Equation" r:id="rId10" imgW="7645320" imgH="533160" progId="Equation.DSMT4">
                  <p:embed/>
                </p:oleObj>
              </mc:Choice>
              <mc:Fallback>
                <p:oleObj name="Equation" r:id="rId10" imgW="7645320" imgH="533160" progId="Equation.DSMT4">
                  <p:embed/>
                  <p:pic>
                    <p:nvPicPr>
                      <p:cNvPr id="0" name="Object 48"/>
                      <p:cNvPicPr>
                        <a:picLocks noChangeAspect="1" noChangeArrowheads="1"/>
                      </p:cNvPicPr>
                      <p:nvPr/>
                    </p:nvPicPr>
                    <p:blipFill>
                      <a:blip r:embed="rId11"/>
                      <a:srcRect/>
                      <a:stretch>
                        <a:fillRect/>
                      </a:stretch>
                    </p:blipFill>
                    <p:spPr bwMode="auto">
                      <a:xfrm>
                        <a:off x="1897795" y="1327761"/>
                        <a:ext cx="7645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38318029"/>
              </p:ext>
            </p:extLst>
          </p:nvPr>
        </p:nvGraphicFramePr>
        <p:xfrm>
          <a:off x="1897795" y="1900848"/>
          <a:ext cx="2247900" cy="393700"/>
        </p:xfrm>
        <a:graphic>
          <a:graphicData uri="http://schemas.openxmlformats.org/presentationml/2006/ole">
            <mc:AlternateContent xmlns:mc="http://schemas.openxmlformats.org/markup-compatibility/2006">
              <mc:Choice xmlns:v="urn:schemas-microsoft-com:vml" Requires="v">
                <p:oleObj spid="_x0000_s22895" name="Equation" r:id="rId12" imgW="2247840" imgH="393480" progId="Equation.DSMT4">
                  <p:embed/>
                </p:oleObj>
              </mc:Choice>
              <mc:Fallback>
                <p:oleObj name="Equation" r:id="rId12" imgW="2247840" imgH="393480" progId="Equation.DSMT4">
                  <p:embed/>
                  <p:pic>
                    <p:nvPicPr>
                      <p:cNvPr id="0"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97795" y="1900848"/>
                        <a:ext cx="22479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724807990"/>
              </p:ext>
            </p:extLst>
          </p:nvPr>
        </p:nvGraphicFramePr>
        <p:xfrm>
          <a:off x="1897795" y="2396148"/>
          <a:ext cx="2946400" cy="342900"/>
        </p:xfrm>
        <a:graphic>
          <a:graphicData uri="http://schemas.openxmlformats.org/presentationml/2006/ole">
            <mc:AlternateContent xmlns:mc="http://schemas.openxmlformats.org/markup-compatibility/2006">
              <mc:Choice xmlns:v="urn:schemas-microsoft-com:vml" Requires="v">
                <p:oleObj spid="_x0000_s22896" name="Equation" r:id="rId14" imgW="2946240" imgH="342720" progId="Equation.DSMT4">
                  <p:embed/>
                </p:oleObj>
              </mc:Choice>
              <mc:Fallback>
                <p:oleObj name="Equation" r:id="rId14" imgW="2946240" imgH="342720" progId="Equation.DSMT4">
                  <p:embed/>
                  <p:pic>
                    <p:nvPicPr>
                      <p:cNvPr id="0" name="Object 50"/>
                      <p:cNvPicPr>
                        <a:picLocks noChangeAspect="1" noChangeArrowheads="1"/>
                      </p:cNvPicPr>
                      <p:nvPr/>
                    </p:nvPicPr>
                    <p:blipFill>
                      <a:blip r:embed="rId15"/>
                      <a:srcRect/>
                      <a:stretch>
                        <a:fillRect/>
                      </a:stretch>
                    </p:blipFill>
                    <p:spPr bwMode="auto">
                      <a:xfrm>
                        <a:off x="1897795" y="2396148"/>
                        <a:ext cx="2946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881733405"/>
              </p:ext>
            </p:extLst>
          </p:nvPr>
        </p:nvGraphicFramePr>
        <p:xfrm>
          <a:off x="1897795" y="2864461"/>
          <a:ext cx="6172200" cy="508000"/>
        </p:xfrm>
        <a:graphic>
          <a:graphicData uri="http://schemas.openxmlformats.org/presentationml/2006/ole">
            <mc:AlternateContent xmlns:mc="http://schemas.openxmlformats.org/markup-compatibility/2006">
              <mc:Choice xmlns:v="urn:schemas-microsoft-com:vml" Requires="v">
                <p:oleObj spid="_x0000_s22897" name="Equation" r:id="rId16" imgW="6172200" imgH="507960" progId="Equation.DSMT4">
                  <p:embed/>
                </p:oleObj>
              </mc:Choice>
              <mc:Fallback>
                <p:oleObj name="Equation" r:id="rId16" imgW="6172200" imgH="507960" progId="Equation.DSMT4">
                  <p:embed/>
                  <p:pic>
                    <p:nvPicPr>
                      <p:cNvPr id="0"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97795" y="2864461"/>
                        <a:ext cx="61722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10800096"/>
              </p:ext>
            </p:extLst>
          </p:nvPr>
        </p:nvGraphicFramePr>
        <p:xfrm>
          <a:off x="3314700" y="3523273"/>
          <a:ext cx="3124200" cy="431800"/>
        </p:xfrm>
        <a:graphic>
          <a:graphicData uri="http://schemas.openxmlformats.org/presentationml/2006/ole">
            <mc:AlternateContent xmlns:mc="http://schemas.openxmlformats.org/markup-compatibility/2006">
              <mc:Choice xmlns:v="urn:schemas-microsoft-com:vml" Requires="v">
                <p:oleObj spid="_x0000_s22898" name="Equation" r:id="rId18" imgW="3124080" imgH="431640" progId="Equation.DSMT4">
                  <p:embed/>
                </p:oleObj>
              </mc:Choice>
              <mc:Fallback>
                <p:oleObj name="Equation" r:id="rId18" imgW="3124080" imgH="431640" progId="Equation.DSMT4">
                  <p:embed/>
                  <p:pic>
                    <p:nvPicPr>
                      <p:cNvPr id="0" name="Object 5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4700" y="3523273"/>
                        <a:ext cx="31242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694089021"/>
              </p:ext>
            </p:extLst>
          </p:nvPr>
        </p:nvGraphicFramePr>
        <p:xfrm>
          <a:off x="1897795" y="4139467"/>
          <a:ext cx="8420100" cy="1028700"/>
        </p:xfrm>
        <a:graphic>
          <a:graphicData uri="http://schemas.openxmlformats.org/presentationml/2006/ole">
            <mc:AlternateContent xmlns:mc="http://schemas.openxmlformats.org/markup-compatibility/2006">
              <mc:Choice xmlns:v="urn:schemas-microsoft-com:vml" Requires="v">
                <p:oleObj spid="_x0000_s22899" name="Equation" r:id="rId20" imgW="8420040" imgH="1028520" progId="Equation.DSMT4">
                  <p:embed/>
                </p:oleObj>
              </mc:Choice>
              <mc:Fallback>
                <p:oleObj name="Equation" r:id="rId20" imgW="8420040" imgH="1028520" progId="Equation.DSMT4">
                  <p:embed/>
                  <p:pic>
                    <p:nvPicPr>
                      <p:cNvPr id="0" name="Object 5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97795" y="4139467"/>
                        <a:ext cx="84201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36091834"/>
              </p:ext>
            </p:extLst>
          </p:nvPr>
        </p:nvGraphicFramePr>
        <p:xfrm>
          <a:off x="1897795" y="5340961"/>
          <a:ext cx="8115300" cy="876300"/>
        </p:xfrm>
        <a:graphic>
          <a:graphicData uri="http://schemas.openxmlformats.org/presentationml/2006/ole">
            <mc:AlternateContent xmlns:mc="http://schemas.openxmlformats.org/markup-compatibility/2006">
              <mc:Choice xmlns:v="urn:schemas-microsoft-com:vml" Requires="v">
                <p:oleObj spid="_x0000_s22900" name="Equation" r:id="rId22" imgW="8115120" imgH="876240" progId="Equation.DSMT4">
                  <p:embed/>
                </p:oleObj>
              </mc:Choice>
              <mc:Fallback>
                <p:oleObj name="Equation" r:id="rId22" imgW="8115120" imgH="876240" progId="Equation.DSMT4">
                  <p:embed/>
                  <p:pic>
                    <p:nvPicPr>
                      <p:cNvPr id="0" name="Object 5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97795" y="5340961"/>
                        <a:ext cx="81153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35934831"/>
              </p:ext>
            </p:extLst>
          </p:nvPr>
        </p:nvGraphicFramePr>
        <p:xfrm>
          <a:off x="1997075" y="682012"/>
          <a:ext cx="7886700" cy="1333500"/>
        </p:xfrm>
        <a:graphic>
          <a:graphicData uri="http://schemas.openxmlformats.org/presentationml/2006/ole">
            <mc:AlternateContent xmlns:mc="http://schemas.openxmlformats.org/markup-compatibility/2006">
              <mc:Choice xmlns:v="urn:schemas-microsoft-com:vml" Requires="v">
                <p:oleObj spid="_x0000_s25029" name="Equation" r:id="rId4" imgW="7886520" imgH="1333440" progId="Equation.DSMT4">
                  <p:embed/>
                </p:oleObj>
              </mc:Choice>
              <mc:Fallback>
                <p:oleObj name="Equation" r:id="rId4" imgW="7886520" imgH="1333440" progId="Equation.DSMT4">
                  <p:embed/>
                  <p:pic>
                    <p:nvPicPr>
                      <p:cNvPr id="0"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7075" y="682012"/>
                        <a:ext cx="78867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915944280"/>
              </p:ext>
            </p:extLst>
          </p:nvPr>
        </p:nvGraphicFramePr>
        <p:xfrm>
          <a:off x="1997075" y="2302849"/>
          <a:ext cx="342900" cy="342900"/>
        </p:xfrm>
        <a:graphic>
          <a:graphicData uri="http://schemas.openxmlformats.org/presentationml/2006/ole">
            <mc:AlternateContent xmlns:mc="http://schemas.openxmlformats.org/markup-compatibility/2006">
              <mc:Choice xmlns:v="urn:schemas-microsoft-com:vml" Requires="v">
                <p:oleObj spid="_x0000_s25030" name="Equation" r:id="rId6" imgW="342720" imgH="342720" progId="Equation.DSMT4">
                  <p:embed/>
                </p:oleObj>
              </mc:Choice>
              <mc:Fallback>
                <p:oleObj name="Equation" r:id="rId6" imgW="342720" imgH="342720" progId="Equation.DSMT4">
                  <p:embed/>
                  <p:pic>
                    <p:nvPicPr>
                      <p:cNvPr id="0" name="Object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7075" y="2302849"/>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899806151"/>
              </p:ext>
            </p:extLst>
          </p:nvPr>
        </p:nvGraphicFramePr>
        <p:xfrm>
          <a:off x="2498115" y="2300895"/>
          <a:ext cx="1193800" cy="368300"/>
        </p:xfrm>
        <a:graphic>
          <a:graphicData uri="http://schemas.openxmlformats.org/presentationml/2006/ole">
            <mc:AlternateContent xmlns:mc="http://schemas.openxmlformats.org/markup-compatibility/2006">
              <mc:Choice xmlns:v="urn:schemas-microsoft-com:vml" Requires="v">
                <p:oleObj spid="_x0000_s25031" name="Equation" r:id="rId8" imgW="1193760" imgH="368280" progId="Equation.DSMT4">
                  <p:embed/>
                </p:oleObj>
              </mc:Choice>
              <mc:Fallback>
                <p:oleObj name="Equation" r:id="rId8" imgW="1193760" imgH="368280" progId="Equation.DSMT4">
                  <p:embed/>
                  <p:pic>
                    <p:nvPicPr>
                      <p:cNvPr id="0" name="Object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8115" y="2300895"/>
                        <a:ext cx="11938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261412936"/>
              </p:ext>
            </p:extLst>
          </p:nvPr>
        </p:nvGraphicFramePr>
        <p:xfrm>
          <a:off x="3784600" y="2097451"/>
          <a:ext cx="2044700" cy="800100"/>
        </p:xfrm>
        <a:graphic>
          <a:graphicData uri="http://schemas.openxmlformats.org/presentationml/2006/ole">
            <mc:AlternateContent xmlns:mc="http://schemas.openxmlformats.org/markup-compatibility/2006">
              <mc:Choice xmlns:v="urn:schemas-microsoft-com:vml" Requires="v">
                <p:oleObj spid="_x0000_s25032" name="Equation" r:id="rId10" imgW="2044440" imgH="799920" progId="Equation.DSMT4">
                  <p:embed/>
                </p:oleObj>
              </mc:Choice>
              <mc:Fallback>
                <p:oleObj name="Equation" r:id="rId10" imgW="2044440" imgH="799920" progId="Equation.DSMT4">
                  <p:embed/>
                  <p:pic>
                    <p:nvPicPr>
                      <p:cNvPr id="0" name="Object 6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84600" y="2097451"/>
                        <a:ext cx="20447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475788226"/>
              </p:ext>
            </p:extLst>
          </p:nvPr>
        </p:nvGraphicFramePr>
        <p:xfrm>
          <a:off x="5830888" y="2073761"/>
          <a:ext cx="2006600" cy="774700"/>
        </p:xfrm>
        <a:graphic>
          <a:graphicData uri="http://schemas.openxmlformats.org/presentationml/2006/ole">
            <mc:AlternateContent xmlns:mc="http://schemas.openxmlformats.org/markup-compatibility/2006">
              <mc:Choice xmlns:v="urn:schemas-microsoft-com:vml" Requires="v">
                <p:oleObj spid="_x0000_s25033" name="Equation" r:id="rId12" imgW="2006280" imgH="774360" progId="Equation.DSMT4">
                  <p:embed/>
                </p:oleObj>
              </mc:Choice>
              <mc:Fallback>
                <p:oleObj name="Equation" r:id="rId12" imgW="2006280" imgH="774360" progId="Equation.DSMT4">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30888" y="2073761"/>
                        <a:ext cx="20066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609523322"/>
              </p:ext>
            </p:extLst>
          </p:nvPr>
        </p:nvGraphicFramePr>
        <p:xfrm>
          <a:off x="7920038" y="2094276"/>
          <a:ext cx="1041400" cy="736600"/>
        </p:xfrm>
        <a:graphic>
          <a:graphicData uri="http://schemas.openxmlformats.org/presentationml/2006/ole">
            <mc:AlternateContent xmlns:mc="http://schemas.openxmlformats.org/markup-compatibility/2006">
              <mc:Choice xmlns:v="urn:schemas-microsoft-com:vml" Requires="v">
                <p:oleObj spid="_x0000_s25034" name="Equation" r:id="rId14" imgW="1041120" imgH="736560" progId="Equation.DSMT4">
                  <p:embed/>
                </p:oleObj>
              </mc:Choice>
              <mc:Fallback>
                <p:oleObj name="Equation" r:id="rId14" imgW="1041120" imgH="736560" progId="Equation.DSMT4">
                  <p:embed/>
                  <p:pic>
                    <p:nvPicPr>
                      <p:cNvPr id="0" name="Object 6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20038" y="2094276"/>
                        <a:ext cx="10414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1397025"/>
              </p:ext>
            </p:extLst>
          </p:nvPr>
        </p:nvGraphicFramePr>
        <p:xfrm>
          <a:off x="1997075" y="3028337"/>
          <a:ext cx="4686300" cy="368300"/>
        </p:xfrm>
        <a:graphic>
          <a:graphicData uri="http://schemas.openxmlformats.org/presentationml/2006/ole">
            <mc:AlternateContent xmlns:mc="http://schemas.openxmlformats.org/markup-compatibility/2006">
              <mc:Choice xmlns:v="urn:schemas-microsoft-com:vml" Requires="v">
                <p:oleObj spid="_x0000_s25035" name="Equation" r:id="rId16" imgW="4686120" imgH="368280" progId="Equation.DSMT4">
                  <p:embed/>
                </p:oleObj>
              </mc:Choice>
              <mc:Fallback>
                <p:oleObj name="Equation" r:id="rId16" imgW="4686120" imgH="368280" progId="Equation.DSMT4">
                  <p:embed/>
                  <p:pic>
                    <p:nvPicPr>
                      <p:cNvPr id="0" name="Object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97075" y="3028337"/>
                        <a:ext cx="46863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98773239"/>
              </p:ext>
            </p:extLst>
          </p:nvPr>
        </p:nvGraphicFramePr>
        <p:xfrm>
          <a:off x="6823075" y="3022231"/>
          <a:ext cx="3187700" cy="381000"/>
        </p:xfrm>
        <a:graphic>
          <a:graphicData uri="http://schemas.openxmlformats.org/presentationml/2006/ole">
            <mc:AlternateContent xmlns:mc="http://schemas.openxmlformats.org/markup-compatibility/2006">
              <mc:Choice xmlns:v="urn:schemas-microsoft-com:vml" Requires="v">
                <p:oleObj spid="_x0000_s25036" name="Equation" r:id="rId18" imgW="3187440" imgH="380880" progId="Equation.DSMT4">
                  <p:embed/>
                </p:oleObj>
              </mc:Choice>
              <mc:Fallback>
                <p:oleObj name="Equation" r:id="rId18" imgW="3187440" imgH="380880" progId="Equation.DSMT4">
                  <p:embed/>
                  <p:pic>
                    <p:nvPicPr>
                      <p:cNvPr id="0" name="Object 6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23075" y="3022231"/>
                        <a:ext cx="31877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67395336"/>
              </p:ext>
            </p:extLst>
          </p:nvPr>
        </p:nvGraphicFramePr>
        <p:xfrm>
          <a:off x="1997075" y="3520095"/>
          <a:ext cx="8064500" cy="812800"/>
        </p:xfrm>
        <a:graphic>
          <a:graphicData uri="http://schemas.openxmlformats.org/presentationml/2006/ole">
            <mc:AlternateContent xmlns:mc="http://schemas.openxmlformats.org/markup-compatibility/2006">
              <mc:Choice xmlns:v="urn:schemas-microsoft-com:vml" Requires="v">
                <p:oleObj spid="_x0000_s25037" name="Equation" r:id="rId20" imgW="8064360" imgH="812520" progId="Equation.DSMT4">
                  <p:embed/>
                </p:oleObj>
              </mc:Choice>
              <mc:Fallback>
                <p:oleObj name="Equation" r:id="rId20" imgW="8064360" imgH="812520" progId="Equation.DSMT4">
                  <p:embed/>
                  <p:pic>
                    <p:nvPicPr>
                      <p:cNvPr id="0" name="Object 65"/>
                      <p:cNvPicPr>
                        <a:picLocks noChangeAspect="1" noChangeArrowheads="1"/>
                      </p:cNvPicPr>
                      <p:nvPr/>
                    </p:nvPicPr>
                    <p:blipFill>
                      <a:blip r:embed="rId21"/>
                      <a:srcRect/>
                      <a:stretch>
                        <a:fillRect/>
                      </a:stretch>
                    </p:blipFill>
                    <p:spPr bwMode="auto">
                      <a:xfrm>
                        <a:off x="1997075" y="3520095"/>
                        <a:ext cx="80645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583905914"/>
              </p:ext>
            </p:extLst>
          </p:nvPr>
        </p:nvGraphicFramePr>
        <p:xfrm>
          <a:off x="1997075" y="4488105"/>
          <a:ext cx="2857500" cy="800100"/>
        </p:xfrm>
        <a:graphic>
          <a:graphicData uri="http://schemas.openxmlformats.org/presentationml/2006/ole">
            <mc:AlternateContent xmlns:mc="http://schemas.openxmlformats.org/markup-compatibility/2006">
              <mc:Choice xmlns:v="urn:schemas-microsoft-com:vml" Requires="v">
                <p:oleObj spid="_x0000_s25038" name="Equation" r:id="rId22" imgW="2857320" imgH="799920" progId="Equation.DSMT4">
                  <p:embed/>
                </p:oleObj>
              </mc:Choice>
              <mc:Fallback>
                <p:oleObj name="Equation" r:id="rId22" imgW="2857320" imgH="799920" progId="Equation.DSMT4">
                  <p:embed/>
                  <p:pic>
                    <p:nvPicPr>
                      <p:cNvPr id="0" name="Object 6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97075" y="4488105"/>
                        <a:ext cx="28575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57894833"/>
              </p:ext>
            </p:extLst>
          </p:nvPr>
        </p:nvGraphicFramePr>
        <p:xfrm>
          <a:off x="5030788" y="4685076"/>
          <a:ext cx="4216400" cy="406400"/>
        </p:xfrm>
        <a:graphic>
          <a:graphicData uri="http://schemas.openxmlformats.org/presentationml/2006/ole">
            <mc:AlternateContent xmlns:mc="http://schemas.openxmlformats.org/markup-compatibility/2006">
              <mc:Choice xmlns:v="urn:schemas-microsoft-com:vml" Requires="v">
                <p:oleObj spid="_x0000_s25039" name="Equation" r:id="rId24" imgW="4216320" imgH="406080" progId="Equation.DSMT4">
                  <p:embed/>
                </p:oleObj>
              </mc:Choice>
              <mc:Fallback>
                <p:oleObj name="Equation" r:id="rId24" imgW="4216320" imgH="406080" progId="Equation.DSMT4">
                  <p:embed/>
                  <p:pic>
                    <p:nvPicPr>
                      <p:cNvPr id="0" name="Object 6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030788" y="4685076"/>
                        <a:ext cx="42164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157448401"/>
              </p:ext>
            </p:extLst>
          </p:nvPr>
        </p:nvGraphicFramePr>
        <p:xfrm>
          <a:off x="1997075" y="5401649"/>
          <a:ext cx="8242300" cy="850900"/>
        </p:xfrm>
        <a:graphic>
          <a:graphicData uri="http://schemas.openxmlformats.org/presentationml/2006/ole">
            <mc:AlternateContent xmlns:mc="http://schemas.openxmlformats.org/markup-compatibility/2006">
              <mc:Choice xmlns:v="urn:schemas-microsoft-com:vml" Requires="v">
                <p:oleObj spid="_x0000_s25040" name="Equation" r:id="rId26" imgW="8242200" imgH="850680" progId="Equation.DSMT4">
                  <p:embed/>
                </p:oleObj>
              </mc:Choice>
              <mc:Fallback>
                <p:oleObj name="Equation" r:id="rId26" imgW="8242200" imgH="850680" progId="Equation.DSMT4">
                  <p:embed/>
                  <p:pic>
                    <p:nvPicPr>
                      <p:cNvPr id="0" name="Object 6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997075" y="5401649"/>
                        <a:ext cx="82423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3" name="Text Box 3"/>
          <p:cNvSpPr txBox="1">
            <a:spLocks noChangeArrowheads="1"/>
          </p:cNvSpPr>
          <p:nvPr/>
        </p:nvSpPr>
        <p:spPr bwMode="auto">
          <a:xfrm>
            <a:off x="2203937" y="791308"/>
            <a:ext cx="8100647" cy="1384995"/>
          </a:xfrm>
          <a:prstGeom prst="rect">
            <a:avLst/>
          </a:prstGeom>
          <a:noFill/>
          <a:ln w="9525">
            <a:noFill/>
            <a:miter lim="800000"/>
            <a:headEnd/>
            <a:tailEnd/>
          </a:ln>
        </p:spPr>
        <p:txBody>
          <a:bodyPr wrap="square">
            <a:spAutoFit/>
          </a:bodyPr>
          <a:lstStyle/>
          <a:p>
            <a:pPr marL="457200" indent="-457200">
              <a:buClr>
                <a:srgbClr val="0000FF"/>
              </a:buClr>
              <a:buSzPct val="85000"/>
              <a:buFont typeface="Wingdings" pitchFamily="2" charset="2"/>
              <a:buChar char="l"/>
            </a:pPr>
            <a:r>
              <a:rPr lang="zh-CN" altLang="en-US" sz="2400" dirty="0">
                <a:solidFill>
                  <a:srgbClr val="0000FF"/>
                </a:solidFill>
              </a:rPr>
              <a:t>多元函数的连续性及运算法则与一元函数有类似的结果</a:t>
            </a:r>
            <a:r>
              <a:rPr lang="en-US" altLang="zh-CN" sz="2400" dirty="0">
                <a:solidFill>
                  <a:srgbClr val="0000FF"/>
                </a:solidFill>
              </a:rPr>
              <a:t>.</a:t>
            </a:r>
          </a:p>
          <a:p>
            <a:pPr marL="457200" indent="-457200">
              <a:buClr>
                <a:srgbClr val="0000FF"/>
              </a:buClr>
              <a:buSzPct val="85000"/>
              <a:buFont typeface="Wingdings" pitchFamily="2" charset="2"/>
              <a:buChar char="l"/>
            </a:pPr>
            <a:r>
              <a:rPr lang="zh-CN" altLang="en-US" sz="2400" dirty="0">
                <a:solidFill>
                  <a:srgbClr val="0000FF"/>
                </a:solidFill>
              </a:rPr>
              <a:t>多元初等函数：由常数及基本初等函数经过有限次的四则运算与复合且用一个式子表示的函数</a:t>
            </a:r>
            <a:r>
              <a:rPr lang="en-US" altLang="zh-CN" sz="2400" dirty="0">
                <a:solidFill>
                  <a:srgbClr val="0000FF"/>
                </a:solidFill>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3491860760"/>
              </p:ext>
            </p:extLst>
          </p:nvPr>
        </p:nvGraphicFramePr>
        <p:xfrm>
          <a:off x="2707174" y="2222134"/>
          <a:ext cx="6083300" cy="736600"/>
        </p:xfrm>
        <a:graphic>
          <a:graphicData uri="http://schemas.openxmlformats.org/presentationml/2006/ole">
            <mc:AlternateContent xmlns:mc="http://schemas.openxmlformats.org/markup-compatibility/2006">
              <mc:Choice xmlns:v="urn:schemas-microsoft-com:vml" Requires="v">
                <p:oleObj spid="_x0000_s26798" name="Equation" r:id="rId4" imgW="6083280" imgH="736560" progId="Equation.DSMT4">
                  <p:embed/>
                </p:oleObj>
              </mc:Choice>
              <mc:Fallback>
                <p:oleObj name="Equation" r:id="rId4" imgW="6083280" imgH="736560"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7174" y="2222134"/>
                        <a:ext cx="60833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 Box 3"/>
          <p:cNvSpPr txBox="1">
            <a:spLocks noChangeArrowheads="1"/>
          </p:cNvSpPr>
          <p:nvPr/>
        </p:nvSpPr>
        <p:spPr bwMode="auto">
          <a:xfrm>
            <a:off x="2203936" y="3060396"/>
            <a:ext cx="8077200" cy="830997"/>
          </a:xfrm>
          <a:prstGeom prst="rect">
            <a:avLst/>
          </a:prstGeom>
          <a:noFill/>
          <a:ln w="9525">
            <a:noFill/>
            <a:miter lim="800000"/>
            <a:headEnd/>
            <a:tailEnd/>
          </a:ln>
        </p:spPr>
        <p:txBody>
          <a:bodyPr wrap="square">
            <a:spAutoFit/>
          </a:bodyPr>
          <a:lstStyle/>
          <a:p>
            <a:pPr marL="342900" indent="-342900">
              <a:buClr>
                <a:srgbClr val="0000FF"/>
              </a:buClr>
              <a:buSzPct val="85000"/>
              <a:buFont typeface="Wingdings" pitchFamily="2" charset="2"/>
              <a:buChar char="l"/>
            </a:pPr>
            <a:r>
              <a:rPr lang="zh-CN" altLang="en-US" sz="2400" dirty="0">
                <a:solidFill>
                  <a:srgbClr val="0000FF"/>
                </a:solidFill>
              </a:rPr>
              <a:t>一切多元初等函数在其定义区域内都是连续的</a:t>
            </a:r>
            <a:r>
              <a:rPr lang="en-US" altLang="zh-CN" sz="2400" dirty="0">
                <a:solidFill>
                  <a:srgbClr val="0000FF"/>
                </a:solidFill>
              </a:rPr>
              <a:t>. (</a:t>
            </a:r>
            <a:r>
              <a:rPr lang="zh-CN" altLang="en-US" sz="2400" dirty="0">
                <a:solidFill>
                  <a:srgbClr val="0000FF"/>
                </a:solidFill>
              </a:rPr>
              <a:t>定义区域是指包含在定义域内的区域或闭区域</a:t>
            </a:r>
            <a:r>
              <a:rPr lang="en-US" altLang="zh-CN" sz="2400" dirty="0">
                <a:solidFill>
                  <a:srgbClr val="0000FF"/>
                </a:solidFill>
              </a:rPr>
              <a:t>)</a:t>
            </a:r>
          </a:p>
        </p:txBody>
      </p:sp>
      <p:sp>
        <p:nvSpPr>
          <p:cNvPr id="12" name="Text Box 8"/>
          <p:cNvSpPr txBox="1">
            <a:spLocks noChangeArrowheads="1"/>
          </p:cNvSpPr>
          <p:nvPr/>
        </p:nvSpPr>
        <p:spPr bwMode="auto">
          <a:xfrm>
            <a:off x="2203936" y="5186911"/>
            <a:ext cx="8077200" cy="461665"/>
          </a:xfrm>
          <a:prstGeom prst="rect">
            <a:avLst/>
          </a:prstGeom>
          <a:noFill/>
          <a:ln w="9525">
            <a:noFill/>
            <a:miter lim="800000"/>
            <a:headEnd/>
            <a:tailEnd/>
          </a:ln>
        </p:spPr>
        <p:txBody>
          <a:bodyPr wrap="square">
            <a:spAutoFit/>
          </a:bodyPr>
          <a:lstStyle/>
          <a:p>
            <a:pPr marL="342900" indent="-342900">
              <a:buClr>
                <a:srgbClr val="0000FF"/>
              </a:buClr>
              <a:buSzPct val="85000"/>
              <a:buFont typeface="Wingdings" pitchFamily="2" charset="2"/>
              <a:buChar char="l"/>
            </a:pPr>
            <a:r>
              <a:rPr lang="zh-CN" altLang="en-US" sz="2400" dirty="0">
                <a:solidFill>
                  <a:srgbClr val="0000FF"/>
                </a:solidFill>
              </a:rPr>
              <a:t>初等函数在其定义区域上求极限</a:t>
            </a:r>
            <a:r>
              <a:rPr lang="en-US" altLang="zh-CN" sz="2400" dirty="0">
                <a:solidFill>
                  <a:srgbClr val="0000FF"/>
                </a:solidFill>
              </a:rPr>
              <a:t>, </a:t>
            </a:r>
            <a:r>
              <a:rPr lang="zh-CN" altLang="en-US" sz="2400" dirty="0">
                <a:solidFill>
                  <a:srgbClr val="0000FF"/>
                </a:solidFill>
              </a:rPr>
              <a:t>其极限值就等于函数值</a:t>
            </a:r>
            <a:r>
              <a:rPr lang="en-US" altLang="zh-CN" sz="2400" dirty="0">
                <a:solidFill>
                  <a:srgbClr val="0000FF"/>
                </a:solidFill>
              </a:rPr>
              <a:t>.</a:t>
            </a:r>
          </a:p>
        </p:txBody>
      </p:sp>
      <p:graphicFrame>
        <p:nvGraphicFramePr>
          <p:cNvPr id="13" name="对象 12"/>
          <p:cNvGraphicFramePr>
            <a:graphicFrameLocks noChangeAspect="1"/>
          </p:cNvGraphicFramePr>
          <p:nvPr>
            <p:extLst>
              <p:ext uri="{D42A27DB-BD31-4B8C-83A1-F6EECF244321}">
                <p14:modId xmlns:p14="http://schemas.microsoft.com/office/powerpoint/2010/main" val="176201152"/>
              </p:ext>
            </p:extLst>
          </p:nvPr>
        </p:nvGraphicFramePr>
        <p:xfrm>
          <a:off x="3930159" y="5683744"/>
          <a:ext cx="2324100" cy="520700"/>
        </p:xfrm>
        <a:graphic>
          <a:graphicData uri="http://schemas.openxmlformats.org/presentationml/2006/ole">
            <mc:AlternateContent xmlns:mc="http://schemas.openxmlformats.org/markup-compatibility/2006">
              <mc:Choice xmlns:v="urn:schemas-microsoft-com:vml" Requires="v">
                <p:oleObj spid="_x0000_s26799" name="Equation" r:id="rId6" imgW="2323800" imgH="520560" progId="Equation.DSMT4">
                  <p:embed/>
                </p:oleObj>
              </mc:Choice>
              <mc:Fallback>
                <p:oleObj name="Equation" r:id="rId6" imgW="2323800" imgH="52056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0159" y="5683744"/>
                        <a:ext cx="23241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582430516"/>
              </p:ext>
            </p:extLst>
          </p:nvPr>
        </p:nvGraphicFramePr>
        <p:xfrm>
          <a:off x="2707174" y="4093857"/>
          <a:ext cx="635000" cy="342900"/>
        </p:xfrm>
        <a:graphic>
          <a:graphicData uri="http://schemas.openxmlformats.org/presentationml/2006/ole">
            <mc:AlternateContent xmlns:mc="http://schemas.openxmlformats.org/markup-compatibility/2006">
              <mc:Choice xmlns:v="urn:schemas-microsoft-com:vml" Requires="v">
                <p:oleObj spid="_x0000_s26800" name="Equation" r:id="rId8" imgW="634680" imgH="342720" progId="Equation.DSMT4">
                  <p:embed/>
                </p:oleObj>
              </mc:Choice>
              <mc:Fallback>
                <p:oleObj name="Equation" r:id="rId8" imgW="634680" imgH="34272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7174" y="4093857"/>
                        <a:ext cx="63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276782004"/>
              </p:ext>
            </p:extLst>
          </p:nvPr>
        </p:nvGraphicFramePr>
        <p:xfrm>
          <a:off x="3460626" y="4038051"/>
          <a:ext cx="5829300" cy="406400"/>
        </p:xfrm>
        <a:graphic>
          <a:graphicData uri="http://schemas.openxmlformats.org/presentationml/2006/ole">
            <mc:AlternateContent xmlns:mc="http://schemas.openxmlformats.org/markup-compatibility/2006">
              <mc:Choice xmlns:v="urn:schemas-microsoft-com:vml" Requires="v">
                <p:oleObj spid="_x0000_s26801" name="Equation" r:id="rId10" imgW="5829120" imgH="406080" progId="Equation.DSMT4">
                  <p:embed/>
                </p:oleObj>
              </mc:Choice>
              <mc:Fallback>
                <p:oleObj name="Equation" r:id="rId10" imgW="5829120" imgH="4060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60626" y="4038051"/>
                        <a:ext cx="58293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302624056"/>
              </p:ext>
            </p:extLst>
          </p:nvPr>
        </p:nvGraphicFramePr>
        <p:xfrm>
          <a:off x="3460626" y="4580609"/>
          <a:ext cx="5575300" cy="495300"/>
        </p:xfrm>
        <a:graphic>
          <a:graphicData uri="http://schemas.openxmlformats.org/presentationml/2006/ole">
            <mc:AlternateContent xmlns:mc="http://schemas.openxmlformats.org/markup-compatibility/2006">
              <mc:Choice xmlns:v="urn:schemas-microsoft-com:vml" Requires="v">
                <p:oleObj spid="_x0000_s26802" name="Equation" r:id="rId12" imgW="5574960" imgH="495000" progId="Equation.DSMT4">
                  <p:embed/>
                </p:oleObj>
              </mc:Choice>
              <mc:Fallback>
                <p:oleObj name="Equation" r:id="rId12" imgW="5574960" imgH="4950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60626" y="4580609"/>
                        <a:ext cx="55753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68003">
                                            <p:txEl>
                                              <p:pRg st="1" end="1"/>
                                            </p:txEl>
                                          </p:spTgt>
                                        </p:tgtEl>
                                        <p:attrNameLst>
                                          <p:attrName>style.visibility</p:attrName>
                                        </p:attrNameLst>
                                      </p:cBhvr>
                                      <p:to>
                                        <p:strVal val="visible"/>
                                      </p:to>
                                    </p:set>
                                    <p:animEffect transition="in" filter="wipe(left)">
                                      <p:cBhvr>
                                        <p:cTn id="7" dur="500"/>
                                        <p:tgtEl>
                                          <p:spTgt spid="7680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06348636"/>
              </p:ext>
            </p:extLst>
          </p:nvPr>
        </p:nvGraphicFramePr>
        <p:xfrm>
          <a:off x="2009775" y="788988"/>
          <a:ext cx="7950200" cy="533400"/>
        </p:xfrm>
        <a:graphic>
          <a:graphicData uri="http://schemas.openxmlformats.org/presentationml/2006/ole">
            <mc:AlternateContent xmlns:mc="http://schemas.openxmlformats.org/markup-compatibility/2006">
              <mc:Choice xmlns:v="urn:schemas-microsoft-com:vml" Requires="v">
                <p:oleObj spid="_x0000_s28971" name="Equation" r:id="rId4" imgW="7949880" imgH="533160" progId="Equation.DSMT4">
                  <p:embed/>
                </p:oleObj>
              </mc:Choice>
              <mc:Fallback>
                <p:oleObj name="Equation" r:id="rId4" imgW="7949880" imgH="533160" progId="Equation.DSMT4">
                  <p:embed/>
                  <p:pic>
                    <p:nvPicPr>
                      <p:cNvPr id="0" name="Object 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9775" y="788988"/>
                        <a:ext cx="7950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819965938"/>
              </p:ext>
            </p:extLst>
          </p:nvPr>
        </p:nvGraphicFramePr>
        <p:xfrm>
          <a:off x="2009775" y="1492250"/>
          <a:ext cx="7962900" cy="533400"/>
        </p:xfrm>
        <a:graphic>
          <a:graphicData uri="http://schemas.openxmlformats.org/presentationml/2006/ole">
            <mc:AlternateContent xmlns:mc="http://schemas.openxmlformats.org/markup-compatibility/2006">
              <mc:Choice xmlns:v="urn:schemas-microsoft-com:vml" Requires="v">
                <p:oleObj spid="_x0000_s28972" name="Equation" r:id="rId6" imgW="7962840" imgH="533160" progId="Equation.DSMT4">
                  <p:embed/>
                </p:oleObj>
              </mc:Choice>
              <mc:Fallback>
                <p:oleObj name="Equation" r:id="rId6" imgW="7962840" imgH="533160" progId="Equation.DSMT4">
                  <p:embed/>
                  <p:pic>
                    <p:nvPicPr>
                      <p:cNvPr id="0" name="Object 69"/>
                      <p:cNvPicPr>
                        <a:picLocks noChangeAspect="1" noChangeArrowheads="1"/>
                      </p:cNvPicPr>
                      <p:nvPr/>
                    </p:nvPicPr>
                    <p:blipFill>
                      <a:blip r:embed="rId7"/>
                      <a:srcRect/>
                      <a:stretch>
                        <a:fillRect/>
                      </a:stretch>
                    </p:blipFill>
                    <p:spPr bwMode="auto">
                      <a:xfrm>
                        <a:off x="2009775" y="1492250"/>
                        <a:ext cx="79629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18874277"/>
              </p:ext>
            </p:extLst>
          </p:nvPr>
        </p:nvGraphicFramePr>
        <p:xfrm>
          <a:off x="2009775" y="2284413"/>
          <a:ext cx="3962400" cy="495300"/>
        </p:xfrm>
        <a:graphic>
          <a:graphicData uri="http://schemas.openxmlformats.org/presentationml/2006/ole">
            <mc:AlternateContent xmlns:mc="http://schemas.openxmlformats.org/markup-compatibility/2006">
              <mc:Choice xmlns:v="urn:schemas-microsoft-com:vml" Requires="v">
                <p:oleObj spid="_x0000_s28973" name="Equation" r:id="rId8" imgW="3962160" imgH="495000" progId="Equation.DSMT4">
                  <p:embed/>
                </p:oleObj>
              </mc:Choice>
              <mc:Fallback>
                <p:oleObj name="Equation" r:id="rId8" imgW="3962160" imgH="495000" progId="Equation.DSMT4">
                  <p:embed/>
                  <p:pic>
                    <p:nvPicPr>
                      <p:cNvPr id="0" name="Object 7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09775" y="2284413"/>
                        <a:ext cx="39624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94294862"/>
              </p:ext>
            </p:extLst>
          </p:nvPr>
        </p:nvGraphicFramePr>
        <p:xfrm>
          <a:off x="6073775" y="2376732"/>
          <a:ext cx="3492500" cy="381000"/>
        </p:xfrm>
        <a:graphic>
          <a:graphicData uri="http://schemas.openxmlformats.org/presentationml/2006/ole">
            <mc:AlternateContent xmlns:mc="http://schemas.openxmlformats.org/markup-compatibility/2006">
              <mc:Choice xmlns:v="urn:schemas-microsoft-com:vml" Requires="v">
                <p:oleObj spid="_x0000_s28974" name="Equation" r:id="rId10" imgW="3492360" imgH="380880" progId="Equation.DSMT4">
                  <p:embed/>
                </p:oleObj>
              </mc:Choice>
              <mc:Fallback>
                <p:oleObj name="Equation" r:id="rId10" imgW="3492360" imgH="380880" progId="Equation.DSMT4">
                  <p:embed/>
                  <p:pic>
                    <p:nvPicPr>
                      <p:cNvPr id="0" name="Object 7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73775" y="2376732"/>
                        <a:ext cx="3492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26054305"/>
              </p:ext>
            </p:extLst>
          </p:nvPr>
        </p:nvGraphicFramePr>
        <p:xfrm>
          <a:off x="2009775" y="3082925"/>
          <a:ext cx="2882900" cy="609600"/>
        </p:xfrm>
        <a:graphic>
          <a:graphicData uri="http://schemas.openxmlformats.org/presentationml/2006/ole">
            <mc:AlternateContent xmlns:mc="http://schemas.openxmlformats.org/markup-compatibility/2006">
              <mc:Choice xmlns:v="urn:schemas-microsoft-com:vml" Requires="v">
                <p:oleObj spid="_x0000_s28975" name="Equation" r:id="rId12" imgW="2882880" imgH="609480" progId="Equation.DSMT4">
                  <p:embed/>
                </p:oleObj>
              </mc:Choice>
              <mc:Fallback>
                <p:oleObj name="Equation" r:id="rId12" imgW="2882880" imgH="609480" progId="Equation.DSMT4">
                  <p:embed/>
                  <p:pic>
                    <p:nvPicPr>
                      <p:cNvPr id="0" name="Object 7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09775" y="3082925"/>
                        <a:ext cx="2882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373987420"/>
              </p:ext>
            </p:extLst>
          </p:nvPr>
        </p:nvGraphicFramePr>
        <p:xfrm>
          <a:off x="5002335" y="3101975"/>
          <a:ext cx="1600200" cy="431800"/>
        </p:xfrm>
        <a:graphic>
          <a:graphicData uri="http://schemas.openxmlformats.org/presentationml/2006/ole">
            <mc:AlternateContent xmlns:mc="http://schemas.openxmlformats.org/markup-compatibility/2006">
              <mc:Choice xmlns:v="urn:schemas-microsoft-com:vml" Requires="v">
                <p:oleObj spid="_x0000_s28976" name="Equation" r:id="rId14" imgW="1600200" imgH="431640" progId="Equation.DSMT4">
                  <p:embed/>
                </p:oleObj>
              </mc:Choice>
              <mc:Fallback>
                <p:oleObj name="Equation" r:id="rId14" imgW="1600200" imgH="431640" progId="Equation.DSMT4">
                  <p:embed/>
                  <p:pic>
                    <p:nvPicPr>
                      <p:cNvPr id="0" name="Object 7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02335" y="3101975"/>
                        <a:ext cx="16002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95924058"/>
              </p:ext>
            </p:extLst>
          </p:nvPr>
        </p:nvGraphicFramePr>
        <p:xfrm>
          <a:off x="6683498" y="3151188"/>
          <a:ext cx="863600" cy="381000"/>
        </p:xfrm>
        <a:graphic>
          <a:graphicData uri="http://schemas.openxmlformats.org/presentationml/2006/ole">
            <mc:AlternateContent xmlns:mc="http://schemas.openxmlformats.org/markup-compatibility/2006">
              <mc:Choice xmlns:v="urn:schemas-microsoft-com:vml" Requires="v">
                <p:oleObj spid="_x0000_s28977" name="Equation" r:id="rId16" imgW="863280" imgH="380880" progId="Equation.DSMT4">
                  <p:embed/>
                </p:oleObj>
              </mc:Choice>
              <mc:Fallback>
                <p:oleObj name="Equation" r:id="rId16" imgW="863280" imgH="380880" progId="Equation.DSMT4">
                  <p:embed/>
                  <p:pic>
                    <p:nvPicPr>
                      <p:cNvPr id="0" name="Object 7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83498" y="3151188"/>
                        <a:ext cx="863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a:extLst>
              <a:ext uri="{FF2B5EF4-FFF2-40B4-BE49-F238E27FC236}">
                <a16:creationId xmlns:a16="http://schemas.microsoft.com/office/drawing/2014/main" id="{86605018-3897-4DC7-9DCD-4C86FB63DD84}"/>
              </a:ext>
            </a:extLst>
          </p:cNvPr>
          <p:cNvGraphicFramePr>
            <a:graphicFrameLocks noChangeAspect="1"/>
          </p:cNvGraphicFramePr>
          <p:nvPr>
            <p:extLst>
              <p:ext uri="{D42A27DB-BD31-4B8C-83A1-F6EECF244321}">
                <p14:modId xmlns:p14="http://schemas.microsoft.com/office/powerpoint/2010/main" val="1512880615"/>
              </p:ext>
            </p:extLst>
          </p:nvPr>
        </p:nvGraphicFramePr>
        <p:xfrm>
          <a:off x="1989120" y="286512"/>
          <a:ext cx="5435600" cy="406400"/>
        </p:xfrm>
        <a:graphic>
          <a:graphicData uri="http://schemas.openxmlformats.org/presentationml/2006/ole">
            <mc:AlternateContent xmlns:mc="http://schemas.openxmlformats.org/markup-compatibility/2006">
              <mc:Choice xmlns:v="urn:schemas-microsoft-com:vml" Requires="v">
                <p:oleObj spid="_x0000_s29997" name="Equation" r:id="rId4" imgW="5435280" imgH="406080" progId="Equation.DSMT4">
                  <p:embed/>
                </p:oleObj>
              </mc:Choice>
              <mc:Fallback>
                <p:oleObj name="Equation" r:id="rId4" imgW="5435280" imgH="406080" progId="Equation.DSMT4">
                  <p:embed/>
                  <p:pic>
                    <p:nvPicPr>
                      <p:cNvPr id="3" name="对象 2"/>
                      <p:cNvPicPr>
                        <a:picLocks noChangeAspect="1" noChangeArrowheads="1"/>
                      </p:cNvPicPr>
                      <p:nvPr/>
                    </p:nvPicPr>
                    <p:blipFill>
                      <a:blip r:embed="rId5"/>
                      <a:srcRect/>
                      <a:stretch>
                        <a:fillRect/>
                      </a:stretch>
                    </p:blipFill>
                    <p:spPr bwMode="auto">
                      <a:xfrm>
                        <a:off x="1989120" y="286512"/>
                        <a:ext cx="54356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14031879"/>
              </p:ext>
            </p:extLst>
          </p:nvPr>
        </p:nvGraphicFramePr>
        <p:xfrm>
          <a:off x="1987550" y="266090"/>
          <a:ext cx="5435600" cy="406400"/>
        </p:xfrm>
        <a:graphic>
          <a:graphicData uri="http://schemas.openxmlformats.org/presentationml/2006/ole">
            <mc:AlternateContent xmlns:mc="http://schemas.openxmlformats.org/markup-compatibility/2006">
              <mc:Choice xmlns:v="urn:schemas-microsoft-com:vml" Requires="v">
                <p:oleObj spid="_x0000_s29998" name="Equation" r:id="rId6" imgW="5435280" imgH="406080" progId="Equation.DSMT4">
                  <p:embed/>
                </p:oleObj>
              </mc:Choice>
              <mc:Fallback>
                <p:oleObj name="Equation" r:id="rId6" imgW="5435280" imgH="406080" progId="Equation.DSMT4">
                  <p:embed/>
                  <p:pic>
                    <p:nvPicPr>
                      <p:cNvPr id="0" name="Object 34"/>
                      <p:cNvPicPr>
                        <a:picLocks noChangeAspect="1" noChangeArrowheads="1"/>
                      </p:cNvPicPr>
                      <p:nvPr/>
                    </p:nvPicPr>
                    <p:blipFill>
                      <a:blip r:embed="rId7"/>
                      <a:srcRect/>
                      <a:stretch>
                        <a:fillRect/>
                      </a:stretch>
                    </p:blipFill>
                    <p:spPr bwMode="auto">
                      <a:xfrm>
                        <a:off x="1987550" y="266090"/>
                        <a:ext cx="54356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39012771"/>
              </p:ext>
            </p:extLst>
          </p:nvPr>
        </p:nvGraphicFramePr>
        <p:xfrm>
          <a:off x="1987550" y="977900"/>
          <a:ext cx="3035300" cy="342900"/>
        </p:xfrm>
        <a:graphic>
          <a:graphicData uri="http://schemas.openxmlformats.org/presentationml/2006/ole">
            <mc:AlternateContent xmlns:mc="http://schemas.openxmlformats.org/markup-compatibility/2006">
              <mc:Choice xmlns:v="urn:schemas-microsoft-com:vml" Requires="v">
                <p:oleObj spid="_x0000_s29999" name="Equation" r:id="rId8" imgW="3035160" imgH="342720" progId="Equation.DSMT4">
                  <p:embed/>
                </p:oleObj>
              </mc:Choice>
              <mc:Fallback>
                <p:oleObj name="Equation" r:id="rId8" imgW="3035160" imgH="342720" progId="Equation.DSMT4">
                  <p:embed/>
                  <p:pic>
                    <p:nvPicPr>
                      <p:cNvPr id="0" name="Object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7550" y="977900"/>
                        <a:ext cx="3035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46797079"/>
              </p:ext>
            </p:extLst>
          </p:nvPr>
        </p:nvGraphicFramePr>
        <p:xfrm>
          <a:off x="1987550" y="1457325"/>
          <a:ext cx="7962900" cy="812800"/>
        </p:xfrm>
        <a:graphic>
          <a:graphicData uri="http://schemas.openxmlformats.org/presentationml/2006/ole">
            <mc:AlternateContent xmlns:mc="http://schemas.openxmlformats.org/markup-compatibility/2006">
              <mc:Choice xmlns:v="urn:schemas-microsoft-com:vml" Requires="v">
                <p:oleObj spid="_x0000_s30000" name="Equation" r:id="rId10" imgW="7962840" imgH="812520" progId="Equation.DSMT4">
                  <p:embed/>
                </p:oleObj>
              </mc:Choice>
              <mc:Fallback>
                <p:oleObj name="Equation" r:id="rId10" imgW="7962840" imgH="812520" progId="Equation.DSMT4">
                  <p:embed/>
                  <p:pic>
                    <p:nvPicPr>
                      <p:cNvPr id="0"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7550" y="1457325"/>
                        <a:ext cx="79629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74892053"/>
              </p:ext>
            </p:extLst>
          </p:nvPr>
        </p:nvGraphicFramePr>
        <p:xfrm>
          <a:off x="1987550" y="2559294"/>
          <a:ext cx="1511300" cy="342900"/>
        </p:xfrm>
        <a:graphic>
          <a:graphicData uri="http://schemas.openxmlformats.org/presentationml/2006/ole">
            <mc:AlternateContent xmlns:mc="http://schemas.openxmlformats.org/markup-compatibility/2006">
              <mc:Choice xmlns:v="urn:schemas-microsoft-com:vml" Requires="v">
                <p:oleObj spid="_x0000_s30001" name="Equation" r:id="rId12" imgW="1511280" imgH="342720" progId="Equation.DSMT4">
                  <p:embed/>
                </p:oleObj>
              </mc:Choice>
              <mc:Fallback>
                <p:oleObj name="Equation" r:id="rId12" imgW="1511280" imgH="342720" progId="Equation.DSMT4">
                  <p:embed/>
                  <p:pic>
                    <p:nvPicPr>
                      <p:cNvPr id="0"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7550" y="2559294"/>
                        <a:ext cx="1511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64866849"/>
              </p:ext>
            </p:extLst>
          </p:nvPr>
        </p:nvGraphicFramePr>
        <p:xfrm>
          <a:off x="1987550" y="3062532"/>
          <a:ext cx="7632700" cy="368300"/>
        </p:xfrm>
        <a:graphic>
          <a:graphicData uri="http://schemas.openxmlformats.org/presentationml/2006/ole">
            <mc:AlternateContent xmlns:mc="http://schemas.openxmlformats.org/markup-compatibility/2006">
              <mc:Choice xmlns:v="urn:schemas-microsoft-com:vml" Requires="v">
                <p:oleObj spid="_x0000_s30002" name="Equation" r:id="rId14" imgW="7632360" imgH="368280" progId="Equation.DSMT4">
                  <p:embed/>
                </p:oleObj>
              </mc:Choice>
              <mc:Fallback>
                <p:oleObj name="Equation" r:id="rId14" imgW="7632360" imgH="368280" progId="Equation.DSMT4">
                  <p:embed/>
                  <p:pic>
                    <p:nvPicPr>
                      <p:cNvPr id="0" name="Object 3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87550" y="3062532"/>
                        <a:ext cx="76327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01944371"/>
              </p:ext>
            </p:extLst>
          </p:nvPr>
        </p:nvGraphicFramePr>
        <p:xfrm>
          <a:off x="1987550" y="3572852"/>
          <a:ext cx="7950200" cy="381000"/>
        </p:xfrm>
        <a:graphic>
          <a:graphicData uri="http://schemas.openxmlformats.org/presentationml/2006/ole">
            <mc:AlternateContent xmlns:mc="http://schemas.openxmlformats.org/markup-compatibility/2006">
              <mc:Choice xmlns:v="urn:schemas-microsoft-com:vml" Requires="v">
                <p:oleObj spid="_x0000_s30003" name="Equation" r:id="rId16" imgW="7949880" imgH="380880" progId="Equation.DSMT4">
                  <p:embed/>
                </p:oleObj>
              </mc:Choice>
              <mc:Fallback>
                <p:oleObj name="Equation" r:id="rId16" imgW="7949880" imgH="380880" progId="Equation.DSMT4">
                  <p:embed/>
                  <p:pic>
                    <p:nvPicPr>
                      <p:cNvPr id="0" name="Object 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87550" y="3572852"/>
                        <a:ext cx="7950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70134659"/>
              </p:ext>
            </p:extLst>
          </p:nvPr>
        </p:nvGraphicFramePr>
        <p:xfrm>
          <a:off x="1987550" y="4100879"/>
          <a:ext cx="4940300" cy="381000"/>
        </p:xfrm>
        <a:graphic>
          <a:graphicData uri="http://schemas.openxmlformats.org/presentationml/2006/ole">
            <mc:AlternateContent xmlns:mc="http://schemas.openxmlformats.org/markup-compatibility/2006">
              <mc:Choice xmlns:v="urn:schemas-microsoft-com:vml" Requires="v">
                <p:oleObj spid="_x0000_s30004" name="Equation" r:id="rId18" imgW="4940280" imgH="380880" progId="Equation.DSMT4">
                  <p:embed/>
                </p:oleObj>
              </mc:Choice>
              <mc:Fallback>
                <p:oleObj name="Equation" r:id="rId18" imgW="4940280" imgH="380880" progId="Equation.DSMT4">
                  <p:embed/>
                  <p:pic>
                    <p:nvPicPr>
                      <p:cNvPr id="0" name="Object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87550" y="4100879"/>
                        <a:ext cx="49403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016015614"/>
              </p:ext>
            </p:extLst>
          </p:nvPr>
        </p:nvGraphicFramePr>
        <p:xfrm>
          <a:off x="1987550" y="4873625"/>
          <a:ext cx="8051800" cy="850900"/>
        </p:xfrm>
        <a:graphic>
          <a:graphicData uri="http://schemas.openxmlformats.org/presentationml/2006/ole">
            <mc:AlternateContent xmlns:mc="http://schemas.openxmlformats.org/markup-compatibility/2006">
              <mc:Choice xmlns:v="urn:schemas-microsoft-com:vml" Requires="v">
                <p:oleObj spid="_x0000_s30005" name="Equation" r:id="rId20" imgW="8051760" imgH="850680" progId="Equation.DSMT4">
                  <p:embed/>
                </p:oleObj>
              </mc:Choice>
              <mc:Fallback>
                <p:oleObj name="Equation" r:id="rId20" imgW="8051760" imgH="850680" progId="Equation.DSMT4">
                  <p:embed/>
                  <p:pic>
                    <p:nvPicPr>
                      <p:cNvPr id="0"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87550" y="4873625"/>
                        <a:ext cx="80518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51TGp_global_light_v2">
  <a:themeElements>
    <a:clrScheme name="251TGp_global_light_v2 3">
      <a:dk1>
        <a:srgbClr val="000000"/>
      </a:dk1>
      <a:lt1>
        <a:srgbClr val="FFFFFF"/>
      </a:lt1>
      <a:dk2>
        <a:srgbClr val="000066"/>
      </a:dk2>
      <a:lt2>
        <a:srgbClr val="969696"/>
      </a:lt2>
      <a:accent1>
        <a:srgbClr val="8BE3AF"/>
      </a:accent1>
      <a:accent2>
        <a:srgbClr val="8DC6FF"/>
      </a:accent2>
      <a:accent3>
        <a:srgbClr val="FFFFFF"/>
      </a:accent3>
      <a:accent4>
        <a:srgbClr val="000000"/>
      </a:accent4>
      <a:accent5>
        <a:srgbClr val="C4EFD4"/>
      </a:accent5>
      <a:accent6>
        <a:srgbClr val="7FB3E7"/>
      </a:accent6>
      <a:hlink>
        <a:srgbClr val="0066CC"/>
      </a:hlink>
      <a:folHlink>
        <a:srgbClr val="25ADBB"/>
      </a:folHlink>
    </a:clrScheme>
    <a:fontScheme name="251TGp_global_light_v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000"/>
        </a:solidFill>
        <a:ln w="9525" cap="flat" cmpd="sng" algn="ctr">
          <a:noFill/>
          <a:prstDash val="solid"/>
          <a:round/>
          <a:headEnd type="none" w="med" len="med"/>
          <a:tailEnd type="none" w="med" len="med"/>
        </a:ln>
        <a:effectLst/>
        <a:scene3d>
          <a:camera prst="orthographicFront"/>
          <a:lightRig rig="threePt" dir="t"/>
        </a:scene3d>
        <a:sp3d>
          <a:bevelT/>
        </a:sp3d>
      </a:spPr>
      <a:bodyPr vert="horz" wrap="square" lIns="91440" tIns="45720" rIns="91440" bIns="45720" numCol="1" rtlCol="0"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2800" b="1" i="0" u="none" strike="noStrike" cap="none" normalizeH="0" baseline="0" smtClean="0">
            <a:ln>
              <a:noFill/>
            </a:ln>
            <a:solidFill>
              <a:schemeClr val="tx1"/>
            </a:solidFill>
            <a:effectLst/>
            <a:latin typeface="Times New Roman" pitchFamily="18" charset="0"/>
            <a:ea typeface="黑体" pitchFamily="49" charset="-122"/>
          </a:defRPr>
        </a:defPPr>
      </a:lstStyle>
    </a:spDef>
    <a:lnDef>
      <a:spPr bwMode="auto">
        <a:noFill/>
        <a:ln w="19050" cap="flat" cmpd="sng" algn="ctr">
          <a:solidFill>
            <a:schemeClr val="tx1"/>
          </a:solidFill>
          <a:prstDash val="solid"/>
          <a:round/>
          <a:headEnd type="none" w="med" len="med"/>
          <a:tailEnd type="arrow"/>
        </a:ln>
        <a:effectLst/>
      </a:spPr>
      <a:bodyPr/>
      <a:lstStyle/>
    </a:lnDef>
  </a:objectDefaults>
  <a:extraClrSchemeLst>
    <a:extraClrScheme>
      <a:clrScheme name="251TGp_global_light_v2 1">
        <a:dk1>
          <a:srgbClr val="000000"/>
        </a:dk1>
        <a:lt1>
          <a:srgbClr val="FFFFFF"/>
        </a:lt1>
        <a:dk2>
          <a:srgbClr val="004162"/>
        </a:dk2>
        <a:lt2>
          <a:srgbClr val="777777"/>
        </a:lt2>
        <a:accent1>
          <a:srgbClr val="F2E678"/>
        </a:accent1>
        <a:accent2>
          <a:srgbClr val="33CCCC"/>
        </a:accent2>
        <a:accent3>
          <a:srgbClr val="FFFFFF"/>
        </a:accent3>
        <a:accent4>
          <a:srgbClr val="000000"/>
        </a:accent4>
        <a:accent5>
          <a:srgbClr val="F7F0BE"/>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51TGp_global_light_v2 2">
        <a:dk1>
          <a:srgbClr val="000000"/>
        </a:dk1>
        <a:lt1>
          <a:srgbClr val="FFFFFF"/>
        </a:lt1>
        <a:dk2>
          <a:srgbClr val="333399"/>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6199EB"/>
        </a:folHlink>
      </a:clrScheme>
      <a:clrMap bg1="lt1" tx1="dk1" bg2="lt2" tx2="dk2" accent1="accent1" accent2="accent2" accent3="accent3" accent4="accent4" accent5="accent5" accent6="accent6" hlink="hlink" folHlink="folHlink"/>
    </a:extraClrScheme>
    <a:extraClrScheme>
      <a:clrScheme name="251TGp_global_light_v2 3">
        <a:dk1>
          <a:srgbClr val="000000"/>
        </a:dk1>
        <a:lt1>
          <a:srgbClr val="FFFFFF"/>
        </a:lt1>
        <a:dk2>
          <a:srgbClr val="000066"/>
        </a:dk2>
        <a:lt2>
          <a:srgbClr val="969696"/>
        </a:lt2>
        <a:accent1>
          <a:srgbClr val="8BE3AF"/>
        </a:accent1>
        <a:accent2>
          <a:srgbClr val="8DC6FF"/>
        </a:accent2>
        <a:accent3>
          <a:srgbClr val="FFFFFF"/>
        </a:accent3>
        <a:accent4>
          <a:srgbClr val="000000"/>
        </a:accent4>
        <a:accent5>
          <a:srgbClr val="C4EFD4"/>
        </a:accent5>
        <a:accent6>
          <a:srgbClr val="7FB3E7"/>
        </a:accent6>
        <a:hlink>
          <a:srgbClr val="0066CC"/>
        </a:hlink>
        <a:folHlink>
          <a:srgbClr val="25ADB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rnd"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rnd"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6983</TotalTime>
  <Words>448</Words>
  <Application>Microsoft Office PowerPoint</Application>
  <PresentationFormat>宽屏</PresentationFormat>
  <Paragraphs>114</Paragraphs>
  <Slides>28</Slides>
  <Notes>23</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2</vt:i4>
      </vt:variant>
      <vt:variant>
        <vt:lpstr>幻灯片标题</vt:lpstr>
      </vt:variant>
      <vt:variant>
        <vt:i4>28</vt:i4>
      </vt:variant>
    </vt:vector>
  </HeadingPairs>
  <TitlesOfParts>
    <vt:vector size="39" baseType="lpstr">
      <vt:lpstr>黑体</vt:lpstr>
      <vt:lpstr>华文新魏</vt:lpstr>
      <vt:lpstr>华文行楷</vt:lpstr>
      <vt:lpstr>Arial</vt:lpstr>
      <vt:lpstr>Calibri</vt:lpstr>
      <vt:lpstr>Times New Roman</vt:lpstr>
      <vt:lpstr>Wingdings</vt:lpstr>
      <vt:lpstr>251TGp_global_light_v2</vt:lpstr>
      <vt:lpstr>2_Soaring</vt:lpstr>
      <vt:lpstr>Equation</vt:lpstr>
      <vt:lpstr>位图图像</vt:lpstr>
      <vt:lpstr>微     积     分   电子科技大学  刘碧森  主讲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Billgates</dc:creator>
  <cp:lastModifiedBy>admin</cp:lastModifiedBy>
  <cp:revision>277</cp:revision>
  <dcterms:created xsi:type="dcterms:W3CDTF">2005-02-18T10:20:39Z</dcterms:created>
  <dcterms:modified xsi:type="dcterms:W3CDTF">2026-03-01T12:57:55Z</dcterms:modified>
</cp:coreProperties>
</file>