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50" r:id="rId1"/>
  </p:sldMasterIdLst>
  <p:notesMasterIdLst>
    <p:notesMasterId r:id="rId23"/>
  </p:notesMasterIdLst>
  <p:handoutMasterIdLst>
    <p:handoutMasterId r:id="rId24"/>
  </p:handoutMasterIdLst>
  <p:sldIdLst>
    <p:sldId id="280" r:id="rId2"/>
    <p:sldId id="281" r:id="rId3"/>
    <p:sldId id="265" r:id="rId4"/>
    <p:sldId id="266" r:id="rId5"/>
    <p:sldId id="267" r:id="rId6"/>
    <p:sldId id="268" r:id="rId7"/>
    <p:sldId id="269" r:id="rId8"/>
    <p:sldId id="270" r:id="rId9"/>
    <p:sldId id="271" r:id="rId10"/>
    <p:sldId id="273" r:id="rId11"/>
    <p:sldId id="274" r:id="rId12"/>
    <p:sldId id="275" r:id="rId13"/>
    <p:sldId id="298" r:id="rId14"/>
    <p:sldId id="277" r:id="rId15"/>
    <p:sldId id="278" r:id="rId16"/>
    <p:sldId id="279" r:id="rId17"/>
    <p:sldId id="294" r:id="rId18"/>
    <p:sldId id="295" r:id="rId19"/>
    <p:sldId id="296" r:id="rId20"/>
    <p:sldId id="300" r:id="rId21"/>
    <p:sldId id="299" r:id="rId22"/>
  </p:sldIdLst>
  <p:sldSz cx="12192000" cy="6858000"/>
  <p:notesSz cx="6797675" cy="9928225"/>
  <p:defaultTex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3126" userDrawn="1">
          <p15:clr>
            <a:srgbClr val="A4A3A4"/>
          </p15:clr>
        </p15:guide>
        <p15:guide id="2" pos="2141"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showAnimation="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66"/>
    <a:srgbClr val="990033"/>
    <a:srgbClr val="660033"/>
    <a:srgbClr val="006600"/>
    <a:srgbClr val="C6A02E"/>
    <a:srgbClr val="B82F25"/>
    <a:srgbClr val="6DBFAB"/>
    <a:srgbClr val="FF7706"/>
    <a:srgbClr val="FFAB0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24" autoAdjust="0"/>
    <p:restoredTop sz="94660"/>
  </p:normalViewPr>
  <p:slideViewPr>
    <p:cSldViewPr>
      <p:cViewPr varScale="1">
        <p:scale>
          <a:sx n="85" d="100"/>
          <a:sy n="85" d="100"/>
        </p:scale>
        <p:origin x="542" y="58"/>
      </p:cViewPr>
      <p:guideLst>
        <p:guide orient="horz" pos="2160"/>
        <p:guide pos="3840"/>
      </p:guideLst>
    </p:cSldViewPr>
  </p:slideViewPr>
  <p:notesTextViewPr>
    <p:cViewPr>
      <p:scale>
        <a:sx n="100" d="100"/>
        <a:sy n="100" d="100"/>
      </p:scale>
      <p:origin x="0" y="0"/>
    </p:cViewPr>
  </p:notesTextViewPr>
  <p:sorterViewPr>
    <p:cViewPr>
      <p:scale>
        <a:sx n="66" d="100"/>
        <a:sy n="66" d="100"/>
      </p:scale>
      <p:origin x="0" y="546"/>
    </p:cViewPr>
  </p:sorterViewPr>
  <p:notesViewPr>
    <p:cSldViewPr>
      <p:cViewPr varScale="1">
        <p:scale>
          <a:sx n="39" d="100"/>
          <a:sy n="39" d="100"/>
        </p:scale>
        <p:origin x="2386" y="62"/>
      </p:cViewPr>
      <p:guideLst>
        <p:guide orient="horz" pos="3126"/>
        <p:guide pos="2141"/>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238F26BC-7BC4-4E81-856A-C803AC3A2F6A}"/>
              </a:ext>
            </a:extLst>
          </p:cNvPr>
          <p:cNvSpPr>
            <a:spLocks noGrp="1"/>
          </p:cNvSpPr>
          <p:nvPr>
            <p:ph type="hdr" sz="quarter"/>
          </p:nvPr>
        </p:nvSpPr>
        <p:spPr>
          <a:xfrm>
            <a:off x="0" y="0"/>
            <a:ext cx="2946122" cy="497430"/>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id="{5D66C85D-8214-4E69-93B1-C7927D703D59}"/>
              </a:ext>
            </a:extLst>
          </p:cNvPr>
          <p:cNvSpPr>
            <a:spLocks noGrp="1"/>
          </p:cNvSpPr>
          <p:nvPr>
            <p:ph type="dt" sz="quarter" idx="1"/>
          </p:nvPr>
        </p:nvSpPr>
        <p:spPr>
          <a:xfrm>
            <a:off x="3850011" y="0"/>
            <a:ext cx="2946122" cy="497430"/>
          </a:xfrm>
          <a:prstGeom prst="rect">
            <a:avLst/>
          </a:prstGeom>
        </p:spPr>
        <p:txBody>
          <a:bodyPr vert="horz" lIns="91440" tIns="45720" rIns="91440" bIns="45720" rtlCol="0"/>
          <a:lstStyle>
            <a:lvl1pPr algn="r">
              <a:defRPr sz="1200"/>
            </a:lvl1pPr>
          </a:lstStyle>
          <a:p>
            <a:fld id="{0C16664E-1BF0-46AE-AAC0-8104A4986E05}" type="datetimeFigureOut">
              <a:rPr lang="zh-CN" altLang="en-US" smtClean="0"/>
              <a:t>2026/3/4</a:t>
            </a:fld>
            <a:endParaRPr lang="zh-CN" altLang="en-US"/>
          </a:p>
        </p:txBody>
      </p:sp>
      <p:sp>
        <p:nvSpPr>
          <p:cNvPr id="4" name="页脚占位符 3">
            <a:extLst>
              <a:ext uri="{FF2B5EF4-FFF2-40B4-BE49-F238E27FC236}">
                <a16:creationId xmlns:a16="http://schemas.microsoft.com/office/drawing/2014/main" id="{A6825ABF-C6A2-43A4-994B-70B5FF6833CC}"/>
              </a:ext>
            </a:extLst>
          </p:cNvPr>
          <p:cNvSpPr>
            <a:spLocks noGrp="1"/>
          </p:cNvSpPr>
          <p:nvPr>
            <p:ph type="ftr" sz="quarter" idx="2"/>
          </p:nvPr>
        </p:nvSpPr>
        <p:spPr>
          <a:xfrm>
            <a:off x="0" y="9430796"/>
            <a:ext cx="2946122" cy="497429"/>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id="{77813771-266C-4568-83F5-7D86B4D52A17}"/>
              </a:ext>
            </a:extLst>
          </p:cNvPr>
          <p:cNvSpPr>
            <a:spLocks noGrp="1"/>
          </p:cNvSpPr>
          <p:nvPr>
            <p:ph type="sldNum" sz="quarter" idx="3"/>
          </p:nvPr>
        </p:nvSpPr>
        <p:spPr>
          <a:xfrm>
            <a:off x="3850011" y="9430796"/>
            <a:ext cx="2946122" cy="497429"/>
          </a:xfrm>
          <a:prstGeom prst="rect">
            <a:avLst/>
          </a:prstGeom>
        </p:spPr>
        <p:txBody>
          <a:bodyPr vert="horz" lIns="91440" tIns="45720" rIns="91440" bIns="45720" rtlCol="0" anchor="b"/>
          <a:lstStyle>
            <a:lvl1pPr algn="r">
              <a:defRPr sz="1200"/>
            </a:lvl1pPr>
          </a:lstStyle>
          <a:p>
            <a:fld id="{7E3C5DD2-4AED-427E-8312-F2C1EDAA2E79}" type="slidenum">
              <a:rPr lang="zh-CN" altLang="en-US" smtClean="0"/>
              <a:t>‹#›</a:t>
            </a:fld>
            <a:endParaRPr lang="zh-CN" altLang="en-US"/>
          </a:p>
        </p:txBody>
      </p:sp>
    </p:spTree>
    <p:extLst>
      <p:ext uri="{BB962C8B-B14F-4D97-AF65-F5344CB8AC3E}">
        <p14:creationId xmlns:p14="http://schemas.microsoft.com/office/powerpoint/2010/main" val="178812772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290" name="Rectangle 2"/>
          <p:cNvSpPr>
            <a:spLocks noGrp="1" noChangeArrowheads="1"/>
          </p:cNvSpPr>
          <p:nvPr>
            <p:ph type="hdr" sz="quarter"/>
          </p:nvPr>
        </p:nvSpPr>
        <p:spPr bwMode="auto">
          <a:xfrm>
            <a:off x="0" y="0"/>
            <a:ext cx="2946122" cy="495732"/>
          </a:xfrm>
          <a:prstGeom prst="rect">
            <a:avLst/>
          </a:prstGeom>
          <a:noFill/>
          <a:ln w="12700">
            <a:noFill/>
            <a:miter lim="800000"/>
            <a:headEnd type="none" w="sm" len="sm"/>
            <a:tailEnd type="none" w="sm" len="sm"/>
          </a:ln>
          <a:effectLst/>
        </p:spPr>
        <p:txBody>
          <a:bodyPr vert="horz" wrap="square" lIns="93013" tIns="46506" rIns="93013" bIns="46506" numCol="1" anchor="t" anchorCtr="0" compatLnSpc="1">
            <a:prstTxWarp prst="textNoShape">
              <a:avLst/>
            </a:prstTxWarp>
          </a:bodyPr>
          <a:lstStyle>
            <a:lvl1pPr defTabSz="930275">
              <a:defRPr sz="1200"/>
            </a:lvl1pPr>
          </a:lstStyle>
          <a:p>
            <a:pPr>
              <a:defRPr/>
            </a:pPr>
            <a:endParaRPr lang="zh-CN" altLang="en-US"/>
          </a:p>
        </p:txBody>
      </p:sp>
      <p:sp>
        <p:nvSpPr>
          <p:cNvPr id="12291" name="Rectangle 3"/>
          <p:cNvSpPr>
            <a:spLocks noGrp="1" noChangeArrowheads="1"/>
          </p:cNvSpPr>
          <p:nvPr>
            <p:ph type="dt" idx="1"/>
          </p:nvPr>
        </p:nvSpPr>
        <p:spPr bwMode="auto">
          <a:xfrm>
            <a:off x="3851554" y="0"/>
            <a:ext cx="2946122" cy="495732"/>
          </a:xfrm>
          <a:prstGeom prst="rect">
            <a:avLst/>
          </a:prstGeom>
          <a:noFill/>
          <a:ln w="12700">
            <a:noFill/>
            <a:miter lim="800000"/>
            <a:headEnd type="none" w="sm" len="sm"/>
            <a:tailEnd type="none" w="sm" len="sm"/>
          </a:ln>
          <a:effectLst/>
        </p:spPr>
        <p:txBody>
          <a:bodyPr vert="horz" wrap="square" lIns="93013" tIns="46506" rIns="93013" bIns="46506" numCol="1" anchor="t" anchorCtr="0" compatLnSpc="1">
            <a:prstTxWarp prst="textNoShape">
              <a:avLst/>
            </a:prstTxWarp>
          </a:bodyPr>
          <a:lstStyle>
            <a:lvl1pPr algn="r" defTabSz="930275">
              <a:defRPr sz="1200"/>
            </a:lvl1pPr>
          </a:lstStyle>
          <a:p>
            <a:pPr>
              <a:defRPr/>
            </a:pPr>
            <a:endParaRPr lang="zh-CN" altLang="en-US"/>
          </a:p>
        </p:txBody>
      </p:sp>
      <p:sp>
        <p:nvSpPr>
          <p:cNvPr id="37892" name="Rectangle 4"/>
          <p:cNvSpPr>
            <a:spLocks noGrp="1" noRot="1" noChangeAspect="1" noChangeArrowheads="1" noTextEdit="1"/>
          </p:cNvSpPr>
          <p:nvPr>
            <p:ph type="sldImg" idx="2"/>
          </p:nvPr>
        </p:nvSpPr>
        <p:spPr bwMode="auto">
          <a:xfrm>
            <a:off x="92075" y="744538"/>
            <a:ext cx="6616700" cy="372268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3" name="Rectangle 5"/>
          <p:cNvSpPr>
            <a:spLocks noGrp="1" noChangeArrowheads="1"/>
          </p:cNvSpPr>
          <p:nvPr>
            <p:ph type="body" sz="quarter" idx="3"/>
          </p:nvPr>
        </p:nvSpPr>
        <p:spPr bwMode="auto">
          <a:xfrm>
            <a:off x="906974" y="4714549"/>
            <a:ext cx="4983728" cy="4468380"/>
          </a:xfrm>
          <a:prstGeom prst="rect">
            <a:avLst/>
          </a:prstGeom>
          <a:noFill/>
          <a:ln w="12700">
            <a:noFill/>
            <a:miter lim="800000"/>
            <a:headEnd type="none" w="sm" len="sm"/>
            <a:tailEnd type="none" w="sm" len="sm"/>
          </a:ln>
          <a:effectLst/>
        </p:spPr>
        <p:txBody>
          <a:bodyPr vert="horz" wrap="square" lIns="93013" tIns="46506" rIns="93013" bIns="46506" numCol="1" anchor="t" anchorCtr="0" compatLnSpc="1">
            <a:prstTxWarp prst="textNoShape">
              <a:avLst/>
            </a:prstTxWarp>
          </a:bodyPr>
          <a:lstStyle/>
          <a:p>
            <a:pPr lvl="0"/>
            <a:r>
              <a:rPr lang="en-US" noProof="0"/>
              <a:t>Click to edit Master text styles</a:t>
            </a:r>
          </a:p>
          <a:p>
            <a:pPr lvl="0"/>
            <a:r>
              <a:rPr lang="en-US" noProof="0"/>
              <a:t>Second level</a:t>
            </a:r>
          </a:p>
          <a:p>
            <a:pPr lvl="0"/>
            <a:r>
              <a:rPr lang="en-US" noProof="0"/>
              <a:t>Third level</a:t>
            </a:r>
          </a:p>
          <a:p>
            <a:pPr lvl="0"/>
            <a:r>
              <a:rPr lang="en-US" noProof="0"/>
              <a:t>Fourth level</a:t>
            </a:r>
          </a:p>
          <a:p>
            <a:pPr lvl="0"/>
            <a:r>
              <a:rPr lang="en-US" noProof="0"/>
              <a:t>Fifth level</a:t>
            </a:r>
          </a:p>
        </p:txBody>
      </p:sp>
      <p:sp>
        <p:nvSpPr>
          <p:cNvPr id="12294" name="Rectangle 6"/>
          <p:cNvSpPr>
            <a:spLocks noGrp="1" noChangeArrowheads="1"/>
          </p:cNvSpPr>
          <p:nvPr>
            <p:ph type="ftr" sz="quarter" idx="4"/>
          </p:nvPr>
        </p:nvSpPr>
        <p:spPr bwMode="auto">
          <a:xfrm>
            <a:off x="0" y="9432493"/>
            <a:ext cx="2946122" cy="495732"/>
          </a:xfrm>
          <a:prstGeom prst="rect">
            <a:avLst/>
          </a:prstGeom>
          <a:noFill/>
          <a:ln w="12700">
            <a:noFill/>
            <a:miter lim="800000"/>
            <a:headEnd type="none" w="sm" len="sm"/>
            <a:tailEnd type="none" w="sm" len="sm"/>
          </a:ln>
          <a:effectLst/>
        </p:spPr>
        <p:txBody>
          <a:bodyPr vert="horz" wrap="square" lIns="93013" tIns="46506" rIns="93013" bIns="46506" numCol="1" anchor="b" anchorCtr="0" compatLnSpc="1">
            <a:prstTxWarp prst="textNoShape">
              <a:avLst/>
            </a:prstTxWarp>
          </a:bodyPr>
          <a:lstStyle>
            <a:lvl1pPr defTabSz="930275">
              <a:defRPr sz="1200"/>
            </a:lvl1pPr>
          </a:lstStyle>
          <a:p>
            <a:pPr>
              <a:defRPr/>
            </a:pPr>
            <a:endParaRPr lang="zh-CN" altLang="en-US"/>
          </a:p>
        </p:txBody>
      </p:sp>
      <p:sp>
        <p:nvSpPr>
          <p:cNvPr id="12295" name="Rectangle 7"/>
          <p:cNvSpPr>
            <a:spLocks noGrp="1" noChangeArrowheads="1"/>
          </p:cNvSpPr>
          <p:nvPr>
            <p:ph type="sldNum" sz="quarter" idx="5"/>
          </p:nvPr>
        </p:nvSpPr>
        <p:spPr bwMode="auto">
          <a:xfrm>
            <a:off x="3851554" y="9432493"/>
            <a:ext cx="2946122" cy="495732"/>
          </a:xfrm>
          <a:prstGeom prst="rect">
            <a:avLst/>
          </a:prstGeom>
          <a:noFill/>
          <a:ln w="12700">
            <a:noFill/>
            <a:miter lim="800000"/>
            <a:headEnd type="none" w="sm" len="sm"/>
            <a:tailEnd type="none" w="sm" len="sm"/>
          </a:ln>
          <a:effectLst/>
        </p:spPr>
        <p:txBody>
          <a:bodyPr vert="horz" wrap="square" lIns="93013" tIns="46506" rIns="93013" bIns="46506" numCol="1" anchor="b" anchorCtr="0" compatLnSpc="1">
            <a:prstTxWarp prst="textNoShape">
              <a:avLst/>
            </a:prstTxWarp>
          </a:bodyPr>
          <a:lstStyle>
            <a:lvl1pPr algn="r" defTabSz="930275">
              <a:defRPr sz="1200"/>
            </a:lvl1pPr>
          </a:lstStyle>
          <a:p>
            <a:fld id="{B90D6BE3-42E0-4DA5-B156-66EF77FDC710}" type="slidenum">
              <a:rPr lang="zh-CN" altLang="en-US"/>
              <a:pPr/>
              <a:t>‹#›</a:t>
            </a:fld>
            <a:endParaRPr lang="en-US" altLang="zh-CN"/>
          </a:p>
        </p:txBody>
      </p:sp>
    </p:spTree>
    <p:extLst>
      <p:ext uri="{BB962C8B-B14F-4D97-AF65-F5344CB8AC3E}">
        <p14:creationId xmlns:p14="http://schemas.microsoft.com/office/powerpoint/2010/main" val="241905675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742950" indent="-28575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1143000" indent="-2286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600200" indent="-228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2057400" indent="-2286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87756" cy="6858000"/>
          </a:xfrm>
          <a:prstGeom prst="rect">
            <a:avLst/>
          </a:prstGeom>
        </p:spPr>
      </p:pic>
      <p:sp>
        <p:nvSpPr>
          <p:cNvPr id="2" name="Title 1"/>
          <p:cNvSpPr>
            <a:spLocks noGrp="1"/>
          </p:cNvSpPr>
          <p:nvPr>
            <p:ph type="ctrTitle"/>
          </p:nvPr>
        </p:nvSpPr>
        <p:spPr>
          <a:xfrm>
            <a:off x="914400" y="2130426"/>
            <a:ext cx="10363200" cy="1470025"/>
          </a:xfrm>
        </p:spPr>
        <p:txBody>
          <a:bodyPr/>
          <a:lstStyle>
            <a:lvl1pPr>
              <a:defRPr sz="6000" b="1">
                <a:solidFill>
                  <a:srgbClr val="000066"/>
                </a:solidFill>
                <a:latin typeface="微软雅黑" panose="020B0503020204020204" pitchFamily="34" charset="-122"/>
                <a:ea typeface="微软雅黑" panose="020B0503020204020204" pitchFamily="34" charset="-122"/>
              </a:defRPr>
            </a:lvl1pPr>
          </a:lstStyle>
          <a:p>
            <a:r>
              <a:rPr lang="en-US" dirty="0"/>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sz="4400">
                <a:solidFill>
                  <a:schemeClr val="tx1"/>
                </a:solidFill>
                <a:latin typeface="微软雅黑" panose="020B0503020204020204" pitchFamily="34" charset="-122"/>
                <a:ea typeface="微软雅黑" panose="020B0503020204020204" pitchFamily="34" charset="-122"/>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dirty="0"/>
              <a:t>Click to edit Master subtitle style</a:t>
            </a:r>
          </a:p>
        </p:txBody>
      </p:sp>
    </p:spTree>
    <p:extLst>
      <p:ext uri="{BB962C8B-B14F-4D97-AF65-F5344CB8AC3E}">
        <p14:creationId xmlns:p14="http://schemas.microsoft.com/office/powerpoint/2010/main" val="28853305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and Content">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60388"/>
          </a:xfrm>
          <a:prstGeom prst="rect">
            <a:avLst/>
          </a:prstGeom>
        </p:spPr>
      </p:pic>
      <p:sp>
        <p:nvSpPr>
          <p:cNvPr id="2" name="Title 1"/>
          <p:cNvSpPr>
            <a:spLocks noGrp="1"/>
          </p:cNvSpPr>
          <p:nvPr>
            <p:ph type="title"/>
          </p:nvPr>
        </p:nvSpPr>
        <p:spPr/>
        <p:txBody>
          <a:bodyPr/>
          <a:lstStyle>
            <a:lvl1pPr>
              <a:defRPr sz="4400" b="1">
                <a:solidFill>
                  <a:srgbClr val="000066"/>
                </a:solidFill>
                <a:latin typeface="微软雅黑" panose="020B0503020204020204" pitchFamily="34" charset="-122"/>
                <a:ea typeface="微软雅黑" panose="020B0503020204020204" pitchFamily="34" charset="-122"/>
              </a:defRPr>
            </a:lvl1pPr>
          </a:lstStyle>
          <a:p>
            <a:r>
              <a:rPr lang="en-US" dirty="0"/>
              <a:t>Click to edit Master title style</a:t>
            </a:r>
          </a:p>
        </p:txBody>
      </p:sp>
      <p:sp>
        <p:nvSpPr>
          <p:cNvPr id="3" name="Content Placeholder 2"/>
          <p:cNvSpPr>
            <a:spLocks noGrp="1"/>
          </p:cNvSpPr>
          <p:nvPr>
            <p:ph idx="1" hasCustomPrompt="1"/>
          </p:nvPr>
        </p:nvSpPr>
        <p:spPr>
          <a:xfrm>
            <a:off x="304800" y="1371600"/>
            <a:ext cx="11582400" cy="5181600"/>
          </a:xfrm>
        </p:spPr>
        <p:txBody>
          <a:bodyPr/>
          <a:lstStyle>
            <a:lvl1pPr marL="342900" indent="-342900">
              <a:lnSpc>
                <a:spcPct val="150000"/>
              </a:lnSpc>
              <a:spcBef>
                <a:spcPts val="0"/>
              </a:spcBef>
              <a:buClr>
                <a:schemeClr val="accent2">
                  <a:lumMod val="75000"/>
                </a:schemeClr>
              </a:buClr>
              <a:buFont typeface="Wingdings" panose="05000000000000000000" pitchFamily="2" charset="2"/>
              <a:buChar char="n"/>
              <a:defRPr sz="3200" b="1">
                <a:solidFill>
                  <a:schemeClr val="tx1"/>
                </a:solidFill>
                <a:latin typeface="微软雅黑" panose="020B0503020204020204" pitchFamily="34" charset="-122"/>
                <a:ea typeface="微软雅黑" panose="020B0503020204020204" pitchFamily="34" charset="-122"/>
              </a:defRPr>
            </a:lvl1pPr>
            <a:lvl2pPr marL="742950" indent="-285750">
              <a:lnSpc>
                <a:spcPct val="125000"/>
              </a:lnSpc>
              <a:spcBef>
                <a:spcPts val="0"/>
              </a:spcBef>
              <a:buSzPct val="60000"/>
              <a:buFont typeface="Wingdings" panose="05000000000000000000" pitchFamily="2" charset="2"/>
              <a:buChar char="u"/>
              <a:defRPr sz="3200" b="0">
                <a:solidFill>
                  <a:schemeClr val="tx1"/>
                </a:solidFill>
                <a:latin typeface="微软雅黑" panose="020B0503020204020204" pitchFamily="34" charset="-122"/>
                <a:ea typeface="微软雅黑" panose="020B0503020204020204" pitchFamily="34" charset="-122"/>
              </a:defRPr>
            </a:lvl2pPr>
            <a:lvl3pPr marL="1314450" indent="-457200">
              <a:lnSpc>
                <a:spcPct val="150000"/>
              </a:lnSpc>
              <a:spcBef>
                <a:spcPts val="0"/>
              </a:spcBef>
              <a:buClr>
                <a:schemeClr val="accent2">
                  <a:lumMod val="75000"/>
                </a:schemeClr>
              </a:buClr>
              <a:buFont typeface="Wingdings" panose="05000000000000000000" pitchFamily="2" charset="2"/>
              <a:buChar char="Ø"/>
              <a:defRPr sz="3200" b="1">
                <a:solidFill>
                  <a:schemeClr val="tx1"/>
                </a:solidFill>
                <a:latin typeface="等线" panose="02010600030101010101" pitchFamily="2" charset="-122"/>
                <a:ea typeface="等线" panose="02010600030101010101" pitchFamily="2" charset="-122"/>
              </a:defRPr>
            </a:lvl3pPr>
            <a:lvl4pPr>
              <a:lnSpc>
                <a:spcPct val="150000"/>
              </a:lnSpc>
              <a:spcBef>
                <a:spcPts val="600"/>
              </a:spcBef>
              <a:defRPr b="1">
                <a:solidFill>
                  <a:schemeClr val="accent6">
                    <a:lumMod val="75000"/>
                  </a:schemeClr>
                </a:solidFill>
              </a:defRPr>
            </a:lvl4pPr>
            <a:lvl5pPr>
              <a:lnSpc>
                <a:spcPct val="150000"/>
              </a:lnSpc>
              <a:spcBef>
                <a:spcPts val="600"/>
              </a:spcBef>
              <a:defRPr b="1">
                <a:solidFill>
                  <a:schemeClr val="accent6">
                    <a:lumMod val="75000"/>
                  </a:schemeClr>
                </a:solidFill>
              </a:defRPr>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693321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down)">
                                      <p:cBhvr>
                                        <p:cTn id="15"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2">
        <p:tmplLst>
          <p:tmpl lvl="1">
            <p:tnLst>
              <p:par>
                <p:cTn presetID="22" presetClass="entr" presetSubtype="4"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down)">
                      <p:cBhvr>
                        <p:cTn dur="500"/>
                        <p:tgtEl>
                          <p:spTgt spid="3"/>
                        </p:tgtEl>
                      </p:cBhvr>
                    </p:animEffect>
                  </p:childTnLst>
                </p:cTn>
              </p:par>
            </p:tnLst>
          </p:tmpl>
          <p:tmpl lvl="2">
            <p:tnLst>
              <p:par>
                <p:cTn presetID="22" presetClass="entr" presetSubtype="4"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down)">
                      <p:cBhvr>
                        <p:cTn dur="500"/>
                        <p:tgtEl>
                          <p:spTgt spid="3"/>
                        </p:tgtEl>
                      </p:cBhvr>
                    </p:animEffect>
                  </p:childTnLst>
                </p:cTn>
              </p:par>
            </p:tnLst>
          </p:tmpl>
          <p:tmpl lvl="3">
            <p:tnLst>
              <p:par>
                <p:cTn presetID="22" presetClass="entr" presetSubtype="4"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down)">
                      <p:cBhvr>
                        <p:cTn dur="500"/>
                        <p:tgtEl>
                          <p:spTgt spid="3"/>
                        </p:tgtEl>
                      </p:cBhvr>
                    </p:animEffect>
                  </p:childTnLst>
                </p:cTn>
              </p:par>
            </p:tnLst>
          </p:tmpl>
        </p:tmplLst>
      </p:bldP>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400" b="1">
                <a:solidFill>
                  <a:srgbClr val="000066"/>
                </a:solidFill>
                <a:latin typeface="微软雅黑" panose="020B0503020204020204" pitchFamily="34" charset="-122"/>
                <a:ea typeface="微软雅黑" panose="020B0503020204020204" pitchFamily="34" charset="-122"/>
              </a:defRPr>
            </a:lvl1pPr>
          </a:lstStyle>
          <a:p>
            <a:r>
              <a:rPr lang="en-US" dirty="0"/>
              <a:t>Click to edit Master title style</a:t>
            </a:r>
          </a:p>
        </p:txBody>
      </p:sp>
      <p:sp>
        <p:nvSpPr>
          <p:cNvPr id="3" name="Content Placeholder 2"/>
          <p:cNvSpPr>
            <a:spLocks noGrp="1"/>
          </p:cNvSpPr>
          <p:nvPr>
            <p:ph sz="half" idx="1" hasCustomPrompt="1"/>
          </p:nvPr>
        </p:nvSpPr>
        <p:spPr>
          <a:xfrm>
            <a:off x="304800" y="1524000"/>
            <a:ext cx="5689600" cy="4800600"/>
          </a:xfrm>
        </p:spPr>
        <p:txBody>
          <a:bodyPr/>
          <a:lstStyle>
            <a:lvl1pPr marL="342900" indent="-342900">
              <a:lnSpc>
                <a:spcPct val="150000"/>
              </a:lnSpc>
              <a:spcBef>
                <a:spcPts val="600"/>
              </a:spcBef>
              <a:buClr>
                <a:schemeClr val="accent2">
                  <a:lumMod val="75000"/>
                </a:schemeClr>
              </a:buClr>
              <a:buFont typeface="Wingdings" panose="05000000000000000000" pitchFamily="2" charset="2"/>
              <a:buChar char="n"/>
              <a:defRPr sz="3200" b="1">
                <a:solidFill>
                  <a:schemeClr val="tx1"/>
                </a:solidFill>
                <a:latin typeface="微软雅黑" panose="020B0503020204020204" pitchFamily="34" charset="-122"/>
                <a:ea typeface="微软雅黑" panose="020B0503020204020204" pitchFamily="34" charset="-122"/>
              </a:defRPr>
            </a:lvl1pPr>
            <a:lvl2pPr marL="742950" indent="-285750">
              <a:lnSpc>
                <a:spcPct val="125000"/>
              </a:lnSpc>
              <a:spcBef>
                <a:spcPts val="0"/>
              </a:spcBef>
              <a:buSzPct val="60000"/>
              <a:buFont typeface="Wingdings" panose="05000000000000000000" pitchFamily="2" charset="2"/>
              <a:buChar char="u"/>
              <a:defRPr sz="3200" b="0">
                <a:solidFill>
                  <a:schemeClr val="tx1"/>
                </a:solidFill>
                <a:latin typeface="微软雅黑" panose="020B0503020204020204" pitchFamily="34" charset="-122"/>
                <a:ea typeface="微软雅黑" panose="020B0503020204020204" pitchFamily="34" charset="-122"/>
              </a:defRPr>
            </a:lvl2pPr>
            <a:lvl3pPr>
              <a:lnSpc>
                <a:spcPct val="150000"/>
              </a:lnSpc>
              <a:spcBef>
                <a:spcPts val="600"/>
              </a:spcBef>
              <a:defRPr sz="2000" b="1">
                <a:solidFill>
                  <a:srgbClr val="000066"/>
                </a:solidFill>
              </a:defRPr>
            </a:lvl3pPr>
            <a:lvl4pPr>
              <a:lnSpc>
                <a:spcPct val="150000"/>
              </a:lnSpc>
              <a:spcBef>
                <a:spcPts val="600"/>
              </a:spcBef>
              <a:defRPr sz="1800" b="1">
                <a:solidFill>
                  <a:schemeClr val="accent6">
                    <a:lumMod val="75000"/>
                  </a:schemeClr>
                </a:solidFill>
              </a:defRPr>
            </a:lvl4pPr>
            <a:lvl5pPr>
              <a:lnSpc>
                <a:spcPct val="150000"/>
              </a:lnSpc>
              <a:spcBef>
                <a:spcPts val="600"/>
              </a:spcBef>
              <a:defRPr sz="1800" b="1">
                <a:solidFill>
                  <a:schemeClr val="accent6">
                    <a:lumMod val="75000"/>
                  </a:schemeClr>
                </a:solidFill>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p:txBody>
      </p:sp>
      <p:sp>
        <p:nvSpPr>
          <p:cNvPr id="4" name="Content Placeholder 3"/>
          <p:cNvSpPr>
            <a:spLocks noGrp="1"/>
          </p:cNvSpPr>
          <p:nvPr>
            <p:ph sz="half" idx="2" hasCustomPrompt="1"/>
          </p:nvPr>
        </p:nvSpPr>
        <p:spPr>
          <a:xfrm>
            <a:off x="6197600" y="1524000"/>
            <a:ext cx="5689600" cy="4800600"/>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lvl1pPr marL="342900" indent="-342900">
              <a:buClr>
                <a:schemeClr val="accent2">
                  <a:lumMod val="75000"/>
                </a:schemeClr>
              </a:buClr>
              <a:buFont typeface="Wingdings" panose="05000000000000000000" pitchFamily="2" charset="2"/>
              <a:buChar char="n"/>
              <a:defRPr lang="en-US" sz="3200" b="1" smtClean="0">
                <a:solidFill>
                  <a:schemeClr val="tx1"/>
                </a:solidFill>
                <a:latin typeface="微软雅黑" panose="020B0503020204020204" pitchFamily="34" charset="-122"/>
                <a:ea typeface="微软雅黑" panose="020B0503020204020204" pitchFamily="34" charset="-122"/>
              </a:defRPr>
            </a:lvl1pPr>
            <a:lvl2pPr marL="742950" indent="-285750">
              <a:lnSpc>
                <a:spcPct val="125000"/>
              </a:lnSpc>
              <a:spcBef>
                <a:spcPts val="0"/>
              </a:spcBef>
              <a:buSzPct val="60000"/>
              <a:buFont typeface="Wingdings" panose="05000000000000000000" pitchFamily="2" charset="2"/>
              <a:buChar char="u"/>
              <a:defRPr lang="en-US" sz="3200" b="0" smtClean="0">
                <a:solidFill>
                  <a:schemeClr val="tx1"/>
                </a:solidFill>
                <a:latin typeface="微软雅黑" panose="020B0503020204020204" pitchFamily="34" charset="-122"/>
                <a:ea typeface="微软雅黑" panose="020B0503020204020204" pitchFamily="34" charset="-122"/>
              </a:defRPr>
            </a:lvl2pPr>
            <a:lvl3pPr>
              <a:defRPr lang="en-US" b="1" smtClean="0">
                <a:solidFill>
                  <a:srgbClr val="000066"/>
                </a:solidFill>
              </a:defRPr>
            </a:lvl3pPr>
            <a:lvl4pPr>
              <a:defRPr lang="en-US" sz="1800" b="1" smtClean="0">
                <a:solidFill>
                  <a:schemeClr val="accent6">
                    <a:lumMod val="75000"/>
                  </a:schemeClr>
                </a:solidFill>
              </a:defRPr>
            </a:lvl4pPr>
            <a:lvl5pPr>
              <a:defRPr lang="en-US" sz="1800" b="1">
                <a:solidFill>
                  <a:schemeClr val="accent6">
                    <a:lumMod val="75000"/>
                  </a:schemeClr>
                </a:solidFill>
              </a:defRPr>
            </a:lvl5pPr>
          </a:lstStyle>
          <a:p>
            <a:pPr lvl="0">
              <a:lnSpc>
                <a:spcPct val="150000"/>
              </a:lnSpc>
              <a:spcBef>
                <a:spcPts val="600"/>
              </a:spcBef>
            </a:pPr>
            <a:r>
              <a:rPr lang="en-US" dirty="0"/>
              <a:t>Click to edit Master text styles</a:t>
            </a:r>
          </a:p>
          <a:p>
            <a:pPr lvl="1">
              <a:lnSpc>
                <a:spcPct val="150000"/>
              </a:lnSpc>
              <a:spcBef>
                <a:spcPts val="600"/>
              </a:spcBef>
            </a:pPr>
            <a:r>
              <a:rPr lang="en-US" dirty="0"/>
              <a:t>Second level</a:t>
            </a:r>
          </a:p>
          <a:p>
            <a:pPr lvl="2">
              <a:lnSpc>
                <a:spcPct val="150000"/>
              </a:lnSpc>
              <a:spcBef>
                <a:spcPts val="600"/>
              </a:spcBef>
            </a:pPr>
            <a:r>
              <a:rPr lang="en-US" dirty="0"/>
              <a:t>Third level</a:t>
            </a:r>
          </a:p>
        </p:txBody>
      </p:sp>
    </p:spTree>
    <p:extLst>
      <p:ext uri="{BB962C8B-B14F-4D97-AF65-F5344CB8AC3E}">
        <p14:creationId xmlns:p14="http://schemas.microsoft.com/office/powerpoint/2010/main" val="7241652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xEl>
                                              <p:pRg st="1" end="1"/>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2">
        <p:tmplLst>
          <p:tmpl lvl="1">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2">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3">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Lst>
      </p:bldP>
      <p:bldP spid="4" grpId="0" build="p" bldLvl="2">
        <p:tmplLst>
          <p:tmpl lvl="1">
            <p:tnLst>
              <p:par>
                <p:cTn presetID="1" presetClass="entr" presetSubtype="0" fill="hold" nodeType="clickEffect">
                  <p:stCondLst>
                    <p:cond delay="0"/>
                  </p:stCondLst>
                  <p:childTnLst>
                    <p:set>
                      <p:cBhvr>
                        <p:cTn dur="1" fill="hold">
                          <p:stCondLst>
                            <p:cond delay="0"/>
                          </p:stCondLst>
                        </p:cTn>
                        <p:tgtEl>
                          <p:spTgt spid="4"/>
                        </p:tgtEl>
                        <p:attrNameLst>
                          <p:attrName>style.visibility</p:attrName>
                        </p:attrNameLst>
                      </p:cBhvr>
                      <p:to>
                        <p:strVal val="visible"/>
                      </p:to>
                    </p:set>
                  </p:childTnLst>
                </p:cTn>
              </p:par>
            </p:tnLst>
          </p:tmpl>
          <p:tmpl lvl="2">
            <p:tnLst>
              <p:par>
                <p:cTn presetID="1" presetClass="entr" presetSubtype="0" fill="hold" nodeType="clickEffect">
                  <p:stCondLst>
                    <p:cond delay="0"/>
                  </p:stCondLst>
                  <p:childTnLst>
                    <p:set>
                      <p:cBhvr>
                        <p:cTn dur="1" fill="hold">
                          <p:stCondLst>
                            <p:cond delay="0"/>
                          </p:stCondLst>
                        </p:cTn>
                        <p:tgtEl>
                          <p:spTgt spid="4"/>
                        </p:tgtEl>
                        <p:attrNameLst>
                          <p:attrName>style.visibility</p:attrName>
                        </p:attrNameLst>
                      </p:cBhvr>
                      <p:to>
                        <p:strVal val="visible"/>
                      </p:to>
                    </p:set>
                  </p:childTnLst>
                </p:cTn>
              </p:par>
            </p:tnLst>
          </p:tmpl>
          <p:tmpl lvl="3">
            <p:tnLst>
              <p:par>
                <p:cTn presetID="1" presetClass="entr" presetSubtype="0" fill="hold" nodeType="withEffect">
                  <p:stCondLst>
                    <p:cond delay="0"/>
                  </p:stCondLst>
                  <p:childTnLst>
                    <p:set>
                      <p:cBhvr>
                        <p:cTn dur="1" fill="hold">
                          <p:stCondLst>
                            <p:cond delay="0"/>
                          </p:stCondLst>
                        </p:cTn>
                        <p:tgtEl>
                          <p:spTgt spid="4"/>
                        </p:tgtEl>
                        <p:attrNameLst>
                          <p:attrName>style.visibility</p:attrName>
                        </p:attrNameLst>
                      </p:cBhvr>
                      <p:to>
                        <p:strVal val="visible"/>
                      </p:to>
                    </p:set>
                  </p:childTnLst>
                </p:cTn>
              </p:par>
            </p:tnLst>
          </p:tmpl>
        </p:tmplLst>
      </p:bldP>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8762599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6800" y="762000"/>
            <a:ext cx="2590800" cy="5562600"/>
          </a:xfrm>
        </p:spPr>
        <p:txBody>
          <a:bodyPr vert="eaVert"/>
          <a:lstStyle>
            <a:lvl1pPr>
              <a:defRPr>
                <a:solidFill>
                  <a:srgbClr val="990033"/>
                </a:solidFill>
              </a:defRPr>
            </a:lvl1pPr>
          </a:lstStyle>
          <a:p>
            <a:r>
              <a:rPr lang="en-US" dirty="0"/>
              <a:t>Click to edit Master title style</a:t>
            </a:r>
          </a:p>
        </p:txBody>
      </p:sp>
      <p:sp>
        <p:nvSpPr>
          <p:cNvPr id="3" name="Vertical Text Placeholder 2"/>
          <p:cNvSpPr>
            <a:spLocks noGrp="1"/>
          </p:cNvSpPr>
          <p:nvPr>
            <p:ph type="body" orient="vert" idx="1" hasCustomPrompt="1"/>
          </p:nvPr>
        </p:nvSpPr>
        <p:spPr>
          <a:xfrm>
            <a:off x="914400" y="762000"/>
            <a:ext cx="7569200" cy="5562600"/>
          </a:xfrm>
        </p:spPr>
        <p:txBody>
          <a:bodyPr vert="eaVert"/>
          <a:lstStyle>
            <a:lvl1pPr>
              <a:defRPr>
                <a:solidFill>
                  <a:srgbClr val="000066"/>
                </a:solidFill>
              </a:defRPr>
            </a:lvl1pPr>
            <a:lvl2pPr>
              <a:defRPr>
                <a:solidFill>
                  <a:srgbClr val="000066"/>
                </a:solidFill>
              </a:defRPr>
            </a:lvl2pPr>
            <a:lvl3pPr>
              <a:defRPr>
                <a:solidFill>
                  <a:srgbClr val="000066"/>
                </a:solidFill>
              </a:defRPr>
            </a:lvl3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24013906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2">
        <p:tmplLst>
          <p:tmpl lvl="1">
            <p:tnLst>
              <p:par>
                <p:cTn presetID="2" presetClass="entr" presetSubtype="4" fill="hold" nodeType="click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2">
            <p:tnLst>
              <p:par>
                <p:cTn presetID="2" presetClass="entr" presetSubtype="4" fill="hold" nodeType="click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3">
            <p:tnLst>
              <p:par>
                <p:cTn presetID="2" presetClass="entr" presetSubtype="4" fill="hold" nodeType="with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Lst>
      </p:bldP>
    </p:bld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0" y="-1"/>
            <a:ext cx="12200238" cy="6865023"/>
          </a:xfrm>
          <a:prstGeom prst="rect">
            <a:avLst/>
          </a:prstGeom>
        </p:spPr>
      </p:pic>
      <p:sp>
        <p:nvSpPr>
          <p:cNvPr id="1028" name="Rectangle 2"/>
          <p:cNvSpPr>
            <a:spLocks noGrp="1" noChangeArrowheads="1"/>
          </p:cNvSpPr>
          <p:nvPr userDrawn="1">
            <p:ph type="title"/>
          </p:nvPr>
        </p:nvSpPr>
        <p:spPr bwMode="auto">
          <a:xfrm>
            <a:off x="914400" y="533400"/>
            <a:ext cx="103632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ctr" anchorCtr="0" compatLnSpc="1">
            <a:prstTxWarp prst="textNoShape">
              <a:avLst/>
            </a:prstTxWarp>
          </a:bodyPr>
          <a:lstStyle/>
          <a:p>
            <a:pPr lvl="0"/>
            <a:r>
              <a:rPr lang="en-US" altLang="zh-CN" dirty="0"/>
              <a:t>Click to edit Master title style</a:t>
            </a:r>
          </a:p>
        </p:txBody>
      </p:sp>
      <p:sp>
        <p:nvSpPr>
          <p:cNvPr id="1029" name="Rectangle 3"/>
          <p:cNvSpPr>
            <a:spLocks noGrp="1" noChangeArrowheads="1"/>
          </p:cNvSpPr>
          <p:nvPr userDrawn="1">
            <p:ph type="body" idx="1"/>
          </p:nvPr>
        </p:nvSpPr>
        <p:spPr bwMode="auto">
          <a:xfrm>
            <a:off x="304800" y="1371600"/>
            <a:ext cx="11480800" cy="518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lvl="0">
              <a:lnSpc>
                <a:spcPct val="150000"/>
              </a:lnSpc>
              <a:spcBef>
                <a:spcPts val="600"/>
              </a:spcBef>
            </a:pPr>
            <a:r>
              <a:rPr lang="en-US" altLang="zh-CN" dirty="0"/>
              <a:t> Click to edit Master text styles</a:t>
            </a:r>
          </a:p>
          <a:p>
            <a:pPr lvl="1">
              <a:lnSpc>
                <a:spcPct val="150000"/>
              </a:lnSpc>
              <a:spcBef>
                <a:spcPts val="600"/>
              </a:spcBef>
            </a:pPr>
            <a:r>
              <a:rPr lang="en-US" altLang="zh-CN" dirty="0"/>
              <a:t>Second level</a:t>
            </a:r>
          </a:p>
          <a:p>
            <a:pPr lvl="2">
              <a:lnSpc>
                <a:spcPct val="150000"/>
              </a:lnSpc>
              <a:spcBef>
                <a:spcPts val="600"/>
              </a:spcBef>
            </a:pPr>
            <a:r>
              <a:rPr lang="en-US" altLang="zh-CN" dirty="0"/>
              <a:t>Third level</a:t>
            </a:r>
          </a:p>
        </p:txBody>
      </p:sp>
    </p:spTree>
  </p:cSld>
  <p:clrMap bg1="lt1" tx1="dk1" bg2="lt2" tx2="dk2" accent1="accent1" accent2="accent2" accent3="accent3" accent4="accent4" accent5="accent5" accent6="accent6" hlink="hlink" folHlink="folHlink"/>
  <p:sldLayoutIdLst>
    <p:sldLayoutId id="2147484047" r:id="rId1"/>
    <p:sldLayoutId id="2147484048" r:id="rId2"/>
    <p:sldLayoutId id="2147484050" r:id="rId3"/>
    <p:sldLayoutId id="2147484053" r:id="rId4"/>
    <p:sldLayoutId id="2147484057" r:id="rId5"/>
  </p:sldLayoutIdLst>
  <p:hf hdr="0" dt="0"/>
  <p:txStyles>
    <p:titleStyle>
      <a:lvl1pPr algn="ctr" rtl="0" eaLnBrk="0" fontAlgn="base" hangingPunct="0">
        <a:spcBef>
          <a:spcPct val="0"/>
        </a:spcBef>
        <a:spcAft>
          <a:spcPct val="0"/>
        </a:spcAft>
        <a:defRPr sz="3600">
          <a:solidFill>
            <a:srgbClr val="990033"/>
          </a:solidFill>
          <a:latin typeface="+mj-lt"/>
          <a:ea typeface="+mj-ea"/>
          <a:cs typeface="+mj-cs"/>
        </a:defRPr>
      </a:lvl1pPr>
      <a:lvl2pPr algn="ctr" rtl="0" eaLnBrk="0" fontAlgn="base" hangingPunct="0">
        <a:spcBef>
          <a:spcPct val="0"/>
        </a:spcBef>
        <a:spcAft>
          <a:spcPct val="0"/>
        </a:spcAft>
        <a:defRPr sz="3200">
          <a:solidFill>
            <a:srgbClr val="B82F25"/>
          </a:solidFill>
          <a:latin typeface="Arial" charset="0"/>
        </a:defRPr>
      </a:lvl2pPr>
      <a:lvl3pPr algn="ctr" rtl="0" eaLnBrk="0" fontAlgn="base" hangingPunct="0">
        <a:spcBef>
          <a:spcPct val="0"/>
        </a:spcBef>
        <a:spcAft>
          <a:spcPct val="0"/>
        </a:spcAft>
        <a:defRPr sz="3200">
          <a:solidFill>
            <a:srgbClr val="B82F25"/>
          </a:solidFill>
          <a:latin typeface="Arial" charset="0"/>
        </a:defRPr>
      </a:lvl3pPr>
      <a:lvl4pPr algn="ctr" rtl="0" eaLnBrk="0" fontAlgn="base" hangingPunct="0">
        <a:spcBef>
          <a:spcPct val="0"/>
        </a:spcBef>
        <a:spcAft>
          <a:spcPct val="0"/>
        </a:spcAft>
        <a:defRPr sz="3200">
          <a:solidFill>
            <a:srgbClr val="B82F25"/>
          </a:solidFill>
          <a:latin typeface="Arial" charset="0"/>
        </a:defRPr>
      </a:lvl4pPr>
      <a:lvl5pPr algn="ctr" rtl="0" eaLnBrk="0" fontAlgn="base" hangingPunct="0">
        <a:spcBef>
          <a:spcPct val="0"/>
        </a:spcBef>
        <a:spcAft>
          <a:spcPct val="0"/>
        </a:spcAft>
        <a:defRPr sz="3200">
          <a:solidFill>
            <a:srgbClr val="B82F25"/>
          </a:solidFill>
          <a:latin typeface="Arial" charset="0"/>
        </a:defRPr>
      </a:lvl5pPr>
      <a:lvl6pPr marL="457200" algn="ctr" rtl="0" eaLnBrk="0" fontAlgn="base" hangingPunct="0">
        <a:spcBef>
          <a:spcPct val="0"/>
        </a:spcBef>
        <a:spcAft>
          <a:spcPct val="0"/>
        </a:spcAft>
        <a:defRPr sz="3200">
          <a:solidFill>
            <a:srgbClr val="FF7706"/>
          </a:solidFill>
          <a:latin typeface="Arial" charset="0"/>
        </a:defRPr>
      </a:lvl6pPr>
      <a:lvl7pPr marL="914400" algn="ctr" rtl="0" eaLnBrk="0" fontAlgn="base" hangingPunct="0">
        <a:spcBef>
          <a:spcPct val="0"/>
        </a:spcBef>
        <a:spcAft>
          <a:spcPct val="0"/>
        </a:spcAft>
        <a:defRPr sz="3200">
          <a:solidFill>
            <a:srgbClr val="FF7706"/>
          </a:solidFill>
          <a:latin typeface="Arial" charset="0"/>
        </a:defRPr>
      </a:lvl7pPr>
      <a:lvl8pPr marL="1371600" algn="ctr" rtl="0" eaLnBrk="0" fontAlgn="base" hangingPunct="0">
        <a:spcBef>
          <a:spcPct val="0"/>
        </a:spcBef>
        <a:spcAft>
          <a:spcPct val="0"/>
        </a:spcAft>
        <a:defRPr sz="3200">
          <a:solidFill>
            <a:srgbClr val="FF7706"/>
          </a:solidFill>
          <a:latin typeface="Arial" charset="0"/>
        </a:defRPr>
      </a:lvl8pPr>
      <a:lvl9pPr marL="1828800" algn="ctr" rtl="0" eaLnBrk="0" fontAlgn="base" hangingPunct="0">
        <a:spcBef>
          <a:spcPct val="0"/>
        </a:spcBef>
        <a:spcAft>
          <a:spcPct val="0"/>
        </a:spcAft>
        <a:defRPr sz="3200">
          <a:solidFill>
            <a:srgbClr val="FF7706"/>
          </a:solidFill>
          <a:latin typeface="Arial" charset="0"/>
        </a:defRPr>
      </a:lvl9pPr>
    </p:titleStyle>
    <p:bodyStyle>
      <a:lvl1pPr marL="342900" indent="-342900" algn="l" rtl="0" eaLnBrk="0" fontAlgn="base" hangingPunct="0">
        <a:spcBef>
          <a:spcPct val="20000"/>
        </a:spcBef>
        <a:spcAft>
          <a:spcPct val="0"/>
        </a:spcAft>
        <a:buClr>
          <a:srgbClr val="FF0000"/>
        </a:buClr>
        <a:buSzPct val="80000"/>
        <a:buFont typeface="Times New Roman" panose="02020603050405020304" pitchFamily="18" charset="0"/>
        <a:buChar char="☺"/>
        <a:defRPr lang="en-US" altLang="zh-CN" sz="2600" b="1" baseline="0" dirty="0" smtClean="0">
          <a:solidFill>
            <a:srgbClr val="000066"/>
          </a:solidFill>
          <a:latin typeface="+mn-ea"/>
          <a:ea typeface="+mn-ea"/>
          <a:cs typeface="+mn-cs"/>
        </a:defRPr>
      </a:lvl1pPr>
      <a:lvl2pPr marL="742950" indent="-285750" algn="l" rtl="0" eaLnBrk="0" fontAlgn="base" hangingPunct="0">
        <a:spcBef>
          <a:spcPct val="20000"/>
        </a:spcBef>
        <a:spcAft>
          <a:spcPct val="0"/>
        </a:spcAft>
        <a:buClr>
          <a:srgbClr val="FF0000"/>
        </a:buClr>
        <a:buSzPct val="80000"/>
        <a:buFont typeface="Times New Roman" panose="02020603050405020304" pitchFamily="18" charset="0"/>
        <a:buChar char="♫"/>
        <a:defRPr lang="en-US" altLang="zh-CN" sz="2400" b="1" dirty="0" smtClean="0">
          <a:solidFill>
            <a:srgbClr val="000066"/>
          </a:solidFill>
          <a:latin typeface="+mn-ea"/>
          <a:ea typeface="+mn-ea"/>
        </a:defRPr>
      </a:lvl2pPr>
      <a:lvl3pPr marL="1085850" indent="-228600" algn="l" rtl="0" eaLnBrk="0" fontAlgn="base" hangingPunct="0">
        <a:spcBef>
          <a:spcPct val="20000"/>
        </a:spcBef>
        <a:spcAft>
          <a:spcPct val="0"/>
        </a:spcAft>
        <a:buClr>
          <a:srgbClr val="FF0000"/>
        </a:buClr>
        <a:buSzPct val="80000"/>
        <a:buFont typeface="Wingdings" panose="05000000000000000000" pitchFamily="2" charset="2"/>
        <a:buChar char="Ø"/>
        <a:defRPr lang="en-US" altLang="zh-CN" sz="2200" b="1" dirty="0" smtClean="0">
          <a:solidFill>
            <a:srgbClr val="000066"/>
          </a:solidFill>
          <a:latin typeface="+mn-lt"/>
        </a:defRPr>
      </a:lvl3pPr>
      <a:lvl4pPr marL="1428750" indent="-228600" algn="l" rtl="0" eaLnBrk="0" fontAlgn="base" hangingPunct="0">
        <a:spcBef>
          <a:spcPct val="20000"/>
        </a:spcBef>
        <a:spcAft>
          <a:spcPct val="0"/>
        </a:spcAft>
        <a:buChar char="–"/>
        <a:defRPr lang="en-US" altLang="zh-CN" sz="2000" b="1" dirty="0" smtClean="0">
          <a:solidFill>
            <a:schemeClr val="accent6">
              <a:lumMod val="75000"/>
            </a:schemeClr>
          </a:solidFill>
          <a:latin typeface="+mn-lt"/>
        </a:defRPr>
      </a:lvl4pPr>
      <a:lvl5pPr marL="1771650" indent="-228600" algn="l" rtl="0" eaLnBrk="0" fontAlgn="base" hangingPunct="0">
        <a:spcBef>
          <a:spcPct val="20000"/>
        </a:spcBef>
        <a:spcAft>
          <a:spcPct val="0"/>
        </a:spcAft>
        <a:buChar char="•"/>
        <a:defRPr lang="en-US" altLang="zh-CN" sz="1600" b="1" dirty="0" smtClean="0">
          <a:solidFill>
            <a:schemeClr val="accent6">
              <a:lumMod val="75000"/>
            </a:schemeClr>
          </a:solidFill>
          <a:latin typeface="+mn-lt"/>
        </a:defRPr>
      </a:lvl5pPr>
      <a:lvl6pPr marL="2228850" indent="-228600" algn="l" rtl="0" eaLnBrk="0" fontAlgn="base" hangingPunct="0">
        <a:spcBef>
          <a:spcPct val="20000"/>
        </a:spcBef>
        <a:spcAft>
          <a:spcPct val="0"/>
        </a:spcAft>
        <a:buChar char="•"/>
        <a:defRPr sz="1600">
          <a:solidFill>
            <a:schemeClr val="tx1"/>
          </a:solidFill>
          <a:latin typeface="+mn-lt"/>
        </a:defRPr>
      </a:lvl6pPr>
      <a:lvl7pPr marL="2686050" indent="-228600" algn="l" rtl="0" eaLnBrk="0" fontAlgn="base" hangingPunct="0">
        <a:spcBef>
          <a:spcPct val="20000"/>
        </a:spcBef>
        <a:spcAft>
          <a:spcPct val="0"/>
        </a:spcAft>
        <a:buChar char="•"/>
        <a:defRPr sz="1600">
          <a:solidFill>
            <a:schemeClr val="tx1"/>
          </a:solidFill>
          <a:latin typeface="+mn-lt"/>
        </a:defRPr>
      </a:lvl7pPr>
      <a:lvl8pPr marL="3143250" indent="-228600" algn="l" rtl="0" eaLnBrk="0" fontAlgn="base" hangingPunct="0">
        <a:spcBef>
          <a:spcPct val="20000"/>
        </a:spcBef>
        <a:spcAft>
          <a:spcPct val="0"/>
        </a:spcAft>
        <a:buChar char="•"/>
        <a:defRPr sz="1600">
          <a:solidFill>
            <a:schemeClr val="tx1"/>
          </a:solidFill>
          <a:latin typeface="+mn-lt"/>
        </a:defRPr>
      </a:lvl8pPr>
      <a:lvl9pPr marL="3600450" indent="-228600" algn="l" rtl="0" eaLnBrk="0" fontAlgn="base" hangingPunct="0">
        <a:spcBef>
          <a:spcPct val="20000"/>
        </a:spcBef>
        <a:spcAft>
          <a:spcPct val="0"/>
        </a:spcAft>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jpg"/></Relationships>
</file>

<file path=ppt/slides/_rels/slide5.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D71FFD2-C759-4331-B2C5-BD27D3F87082}"/>
              </a:ext>
            </a:extLst>
          </p:cNvPr>
          <p:cNvSpPr>
            <a:spLocks noGrp="1"/>
          </p:cNvSpPr>
          <p:nvPr>
            <p:ph type="ctrTitle"/>
          </p:nvPr>
        </p:nvSpPr>
        <p:spPr/>
        <p:txBody>
          <a:bodyPr/>
          <a:lstStyle/>
          <a:p>
            <a:r>
              <a:rPr lang="zh-CN" altLang="en-US" dirty="0"/>
              <a:t>第一章  基本概念</a:t>
            </a:r>
          </a:p>
        </p:txBody>
      </p:sp>
      <p:sp>
        <p:nvSpPr>
          <p:cNvPr id="3" name="副标题 2">
            <a:extLst>
              <a:ext uri="{FF2B5EF4-FFF2-40B4-BE49-F238E27FC236}">
                <a16:creationId xmlns:a16="http://schemas.microsoft.com/office/drawing/2014/main" id="{F118536A-F4C9-408B-A1C2-8B253B477A1D}"/>
              </a:ext>
            </a:extLst>
          </p:cNvPr>
          <p:cNvSpPr>
            <a:spLocks noGrp="1"/>
          </p:cNvSpPr>
          <p:nvPr>
            <p:ph type="subTitle" idx="1"/>
          </p:nvPr>
        </p:nvSpPr>
        <p:spPr/>
        <p:txBody>
          <a:bodyPr/>
          <a:lstStyle/>
          <a:p>
            <a:r>
              <a:rPr lang="zh-CN" altLang="en-US" dirty="0"/>
              <a:t>张  学</a:t>
            </a:r>
            <a:endParaRPr lang="en-US" altLang="zh-CN" dirty="0"/>
          </a:p>
          <a:p>
            <a:r>
              <a:rPr lang="en-US" altLang="zh-CN" dirty="0"/>
              <a:t>zhangxue@uestc.edu.cn</a:t>
            </a:r>
            <a:endParaRPr lang="zh-CN" altLang="en-US" dirty="0"/>
          </a:p>
        </p:txBody>
      </p:sp>
    </p:spTree>
    <p:extLst>
      <p:ext uri="{BB962C8B-B14F-4D97-AF65-F5344CB8AC3E}">
        <p14:creationId xmlns:p14="http://schemas.microsoft.com/office/powerpoint/2010/main" val="6349168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4D0562-A880-4680-A5C4-BF029A611DCA}"/>
              </a:ext>
            </a:extLst>
          </p:cNvPr>
          <p:cNvSpPr>
            <a:spLocks noGrp="1"/>
          </p:cNvSpPr>
          <p:nvPr>
            <p:ph type="title"/>
          </p:nvPr>
        </p:nvSpPr>
        <p:spPr/>
        <p:txBody>
          <a:bodyPr/>
          <a:lstStyle/>
          <a:p>
            <a:r>
              <a:rPr lang="zh-CN" altLang="en-US" dirty="0"/>
              <a:t>数据和信息</a:t>
            </a:r>
          </a:p>
        </p:txBody>
      </p:sp>
      <p:sp>
        <p:nvSpPr>
          <p:cNvPr id="3" name="内容占位符 2">
            <a:extLst>
              <a:ext uri="{FF2B5EF4-FFF2-40B4-BE49-F238E27FC236}">
                <a16:creationId xmlns:a16="http://schemas.microsoft.com/office/drawing/2014/main" id="{F2F4106D-2FE3-416F-8E8D-F7F18119142A}"/>
              </a:ext>
            </a:extLst>
          </p:cNvPr>
          <p:cNvSpPr>
            <a:spLocks noGrp="1"/>
          </p:cNvSpPr>
          <p:nvPr>
            <p:ph idx="1"/>
          </p:nvPr>
        </p:nvSpPr>
        <p:spPr/>
        <p:txBody>
          <a:bodyPr/>
          <a:lstStyle/>
          <a:p>
            <a:r>
              <a:rPr lang="zh-CN" altLang="en-US" dirty="0"/>
              <a:t>数据</a:t>
            </a:r>
            <a:endParaRPr lang="en-US" altLang="zh-CN" dirty="0"/>
          </a:p>
          <a:p>
            <a:pPr lvl="1"/>
            <a:r>
              <a:rPr lang="zh-CN" altLang="en-US" dirty="0"/>
              <a:t>数据是表示客观事物的符号。</a:t>
            </a:r>
            <a:endParaRPr lang="en-US" altLang="zh-CN" dirty="0"/>
          </a:p>
          <a:p>
            <a:pPr lvl="1"/>
            <a:r>
              <a:rPr lang="zh-CN" altLang="en-US" dirty="0"/>
              <a:t>从广义上讲，计算机中的一切都是数据。而我们常说的数据是指被计算机所处理的东西。</a:t>
            </a:r>
            <a:endParaRPr lang="en-US" altLang="zh-CN" dirty="0"/>
          </a:p>
          <a:p>
            <a:r>
              <a:rPr lang="zh-CN" altLang="en-US" dirty="0"/>
              <a:t>信息</a:t>
            </a:r>
            <a:endParaRPr lang="en-US" altLang="zh-CN" dirty="0"/>
          </a:p>
          <a:p>
            <a:pPr lvl="1"/>
            <a:r>
              <a:rPr lang="zh-CN" altLang="en-US" dirty="0"/>
              <a:t>信息是对不确定性的消除。</a:t>
            </a:r>
            <a:endParaRPr lang="en-US" altLang="zh-CN" dirty="0"/>
          </a:p>
          <a:p>
            <a:pPr lvl="1"/>
            <a:r>
              <a:rPr lang="zh-CN" altLang="en-US" dirty="0"/>
              <a:t>例如，用</a:t>
            </a:r>
            <a:r>
              <a:rPr lang="en-US" altLang="zh-CN" dirty="0"/>
              <a:t>1</a:t>
            </a:r>
            <a:r>
              <a:rPr lang="zh-CN" altLang="en-US" dirty="0"/>
              <a:t>表示男，也可以用</a:t>
            </a:r>
            <a:r>
              <a:rPr lang="en-US" altLang="zh-CN" dirty="0"/>
              <a:t>Male</a:t>
            </a:r>
            <a:r>
              <a:rPr lang="zh-CN" altLang="en-US" dirty="0"/>
              <a:t>表示男，</a:t>
            </a:r>
            <a:r>
              <a:rPr lang="en-US" altLang="zh-CN" dirty="0"/>
              <a:t>1</a:t>
            </a:r>
            <a:r>
              <a:rPr lang="zh-CN" altLang="en-US" dirty="0"/>
              <a:t>和</a:t>
            </a:r>
            <a:r>
              <a:rPr lang="en-US" altLang="zh-CN" dirty="0"/>
              <a:t>Male</a:t>
            </a:r>
            <a:r>
              <a:rPr lang="zh-CN" altLang="en-US" dirty="0"/>
              <a:t>都是数据，它们含有相同的信息。</a:t>
            </a:r>
          </a:p>
        </p:txBody>
      </p:sp>
    </p:spTree>
    <p:extLst>
      <p:ext uri="{BB962C8B-B14F-4D97-AF65-F5344CB8AC3E}">
        <p14:creationId xmlns:p14="http://schemas.microsoft.com/office/powerpoint/2010/main" val="33988648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EFA9D2A-CCA2-48A8-A8C2-17B5BA9EC0C1}"/>
              </a:ext>
            </a:extLst>
          </p:cNvPr>
          <p:cNvSpPr>
            <a:spLocks noGrp="1"/>
          </p:cNvSpPr>
          <p:nvPr>
            <p:ph type="title"/>
          </p:nvPr>
        </p:nvSpPr>
        <p:spPr/>
        <p:txBody>
          <a:bodyPr/>
          <a:lstStyle/>
          <a:p>
            <a:r>
              <a:rPr lang="zh-CN" altLang="en-US" dirty="0"/>
              <a:t>数据元素和数据项</a:t>
            </a:r>
          </a:p>
        </p:txBody>
      </p:sp>
      <p:sp>
        <p:nvSpPr>
          <p:cNvPr id="3" name="内容占位符 2">
            <a:extLst>
              <a:ext uri="{FF2B5EF4-FFF2-40B4-BE49-F238E27FC236}">
                <a16:creationId xmlns:a16="http://schemas.microsoft.com/office/drawing/2014/main" id="{546F8180-E520-4E7C-8404-2C70F08EDEAA}"/>
              </a:ext>
            </a:extLst>
          </p:cNvPr>
          <p:cNvSpPr>
            <a:spLocks noGrp="1"/>
          </p:cNvSpPr>
          <p:nvPr>
            <p:ph idx="1"/>
          </p:nvPr>
        </p:nvSpPr>
        <p:spPr>
          <a:xfrm>
            <a:off x="304800" y="1143000"/>
            <a:ext cx="11582400" cy="5181600"/>
          </a:xfrm>
        </p:spPr>
        <p:txBody>
          <a:bodyPr/>
          <a:lstStyle/>
          <a:p>
            <a:r>
              <a:rPr lang="zh-CN" altLang="en-US" dirty="0"/>
              <a:t>数据元素和数据项的概念</a:t>
            </a:r>
            <a:endParaRPr lang="en-US" altLang="zh-CN" dirty="0"/>
          </a:p>
          <a:p>
            <a:pPr lvl="1"/>
            <a:r>
              <a:rPr lang="zh-CN" altLang="en-US" dirty="0"/>
              <a:t>数据元素是指被当作一个整体进行考虑和处理的数据。</a:t>
            </a:r>
            <a:endParaRPr lang="en-US" altLang="zh-CN" dirty="0"/>
          </a:p>
          <a:p>
            <a:pPr lvl="1"/>
            <a:r>
              <a:rPr lang="zh-CN" altLang="en-US" dirty="0"/>
              <a:t>一个数据元素又可以包含若干个数据项。</a:t>
            </a:r>
            <a:endParaRPr lang="en-US" altLang="zh-CN" dirty="0"/>
          </a:p>
          <a:p>
            <a:endParaRPr lang="en-US" altLang="zh-CN" dirty="0"/>
          </a:p>
          <a:p>
            <a:pPr marL="0" indent="0">
              <a:buNone/>
            </a:pPr>
            <a:endParaRPr lang="en-US" altLang="zh-CN" dirty="0"/>
          </a:p>
          <a:p>
            <a:r>
              <a:rPr lang="zh-CN" altLang="en-US" dirty="0"/>
              <a:t>两点注意</a:t>
            </a:r>
            <a:endParaRPr lang="en-US" altLang="zh-CN" dirty="0"/>
          </a:p>
          <a:p>
            <a:pPr lvl="1"/>
            <a:r>
              <a:rPr lang="zh-CN" altLang="en-US" dirty="0"/>
              <a:t>数据元素和数据项都是相对的概念。</a:t>
            </a:r>
            <a:endParaRPr lang="en-US" altLang="zh-CN" dirty="0"/>
          </a:p>
          <a:p>
            <a:pPr lvl="1"/>
            <a:r>
              <a:rPr lang="zh-CN" altLang="en-US" dirty="0"/>
              <a:t>这些概念没有严格定义，不同的教材有不同的解释。</a:t>
            </a:r>
          </a:p>
        </p:txBody>
      </p:sp>
      <p:graphicFrame>
        <p:nvGraphicFramePr>
          <p:cNvPr id="38" name="表格 38">
            <a:extLst>
              <a:ext uri="{FF2B5EF4-FFF2-40B4-BE49-F238E27FC236}">
                <a16:creationId xmlns:a16="http://schemas.microsoft.com/office/drawing/2014/main" id="{6B629B88-275D-4DB0-B2A6-7997BB06FAEC}"/>
              </a:ext>
            </a:extLst>
          </p:cNvPr>
          <p:cNvGraphicFramePr>
            <a:graphicFrameLocks noGrp="1"/>
          </p:cNvGraphicFramePr>
          <p:nvPr>
            <p:extLst>
              <p:ext uri="{D42A27DB-BD31-4B8C-83A1-F6EECF244321}">
                <p14:modId xmlns:p14="http://schemas.microsoft.com/office/powerpoint/2010/main" val="1806375537"/>
              </p:ext>
            </p:extLst>
          </p:nvPr>
        </p:nvGraphicFramePr>
        <p:xfrm>
          <a:off x="938980" y="3429000"/>
          <a:ext cx="8052620" cy="1219200"/>
        </p:xfrm>
        <a:graphic>
          <a:graphicData uri="http://schemas.openxmlformats.org/drawingml/2006/table">
            <a:tbl>
              <a:tblPr firstRow="1" bandRow="1">
                <a:tableStyleId>{2D5ABB26-0587-4C30-8999-92F81FD0307C}</a:tableStyleId>
              </a:tblPr>
              <a:tblGrid>
                <a:gridCol w="1610524">
                  <a:extLst>
                    <a:ext uri="{9D8B030D-6E8A-4147-A177-3AD203B41FA5}">
                      <a16:colId xmlns:a16="http://schemas.microsoft.com/office/drawing/2014/main" val="2476267704"/>
                    </a:ext>
                  </a:extLst>
                </a:gridCol>
                <a:gridCol w="1610524">
                  <a:extLst>
                    <a:ext uri="{9D8B030D-6E8A-4147-A177-3AD203B41FA5}">
                      <a16:colId xmlns:a16="http://schemas.microsoft.com/office/drawing/2014/main" val="74905242"/>
                    </a:ext>
                  </a:extLst>
                </a:gridCol>
                <a:gridCol w="1610524">
                  <a:extLst>
                    <a:ext uri="{9D8B030D-6E8A-4147-A177-3AD203B41FA5}">
                      <a16:colId xmlns:a16="http://schemas.microsoft.com/office/drawing/2014/main" val="2504030181"/>
                    </a:ext>
                  </a:extLst>
                </a:gridCol>
                <a:gridCol w="1610524">
                  <a:extLst>
                    <a:ext uri="{9D8B030D-6E8A-4147-A177-3AD203B41FA5}">
                      <a16:colId xmlns:a16="http://schemas.microsoft.com/office/drawing/2014/main" val="1731159029"/>
                    </a:ext>
                  </a:extLst>
                </a:gridCol>
                <a:gridCol w="1610524">
                  <a:extLst>
                    <a:ext uri="{9D8B030D-6E8A-4147-A177-3AD203B41FA5}">
                      <a16:colId xmlns:a16="http://schemas.microsoft.com/office/drawing/2014/main" val="1920503272"/>
                    </a:ext>
                  </a:extLst>
                </a:gridCol>
              </a:tblGrid>
              <a:tr h="609600">
                <a:tc>
                  <a:txBody>
                    <a:bodyPr/>
                    <a:lstStyle/>
                    <a:p>
                      <a:pPr algn="ctr"/>
                      <a:r>
                        <a:rPr lang="zh-CN" altLang="en-US" sz="3200" dirty="0"/>
                        <a:t>学号</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3200" dirty="0"/>
                        <a:t>姓名</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3200" dirty="0"/>
                        <a:t>语文</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3200" dirty="0"/>
                        <a:t>数学</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3200" dirty="0"/>
                        <a:t>总分</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04935889"/>
                  </a:ext>
                </a:extLst>
              </a:tr>
              <a:tr h="609600">
                <a:tc>
                  <a:txBody>
                    <a:bodyPr/>
                    <a:lstStyle/>
                    <a:p>
                      <a:pPr algn="ctr"/>
                      <a:r>
                        <a:rPr lang="en-US" altLang="zh-CN" sz="3200" dirty="0"/>
                        <a:t>001</a:t>
                      </a:r>
                      <a:endParaRPr lang="zh-CN" altLang="en-US"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3200" dirty="0"/>
                        <a:t>张三</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3200" dirty="0"/>
                        <a:t>89</a:t>
                      </a:r>
                      <a:endParaRPr lang="zh-CN" altLang="en-US"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3200" dirty="0"/>
                        <a:t>98</a:t>
                      </a:r>
                      <a:endParaRPr lang="zh-CN" altLang="en-US"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3200" dirty="0"/>
                        <a:t>187</a:t>
                      </a:r>
                      <a:endParaRPr lang="zh-CN" altLang="en-US"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53208617"/>
                  </a:ext>
                </a:extLst>
              </a:tr>
            </a:tbl>
          </a:graphicData>
        </a:graphic>
      </p:graphicFrame>
      <p:sp>
        <p:nvSpPr>
          <p:cNvPr id="40" name="文本框 39">
            <a:extLst>
              <a:ext uri="{FF2B5EF4-FFF2-40B4-BE49-F238E27FC236}">
                <a16:creationId xmlns:a16="http://schemas.microsoft.com/office/drawing/2014/main" id="{B642BD0D-08B0-4ED4-A02F-9242EE36592D}"/>
              </a:ext>
            </a:extLst>
          </p:cNvPr>
          <p:cNvSpPr txBox="1"/>
          <p:nvPr/>
        </p:nvSpPr>
        <p:spPr>
          <a:xfrm>
            <a:off x="9220200" y="4104382"/>
            <a:ext cx="2362200" cy="1077218"/>
          </a:xfrm>
          <a:prstGeom prst="rect">
            <a:avLst/>
          </a:prstGeom>
          <a:noFill/>
        </p:spPr>
        <p:txBody>
          <a:bodyPr wrap="square" rtlCol="0">
            <a:spAutoFit/>
          </a:bodyPr>
          <a:lstStyle/>
          <a:p>
            <a:r>
              <a:rPr lang="zh-CN" altLang="en-US" sz="3200" dirty="0">
                <a:latin typeface="华文新魏" panose="02010800040101010101" pitchFamily="2" charset="-122"/>
                <a:ea typeface="华文新魏" panose="02010800040101010101" pitchFamily="2" charset="-122"/>
              </a:rPr>
              <a:t>一行是一个</a:t>
            </a:r>
            <a:endParaRPr lang="en-US" altLang="zh-CN" sz="3200" dirty="0">
              <a:latin typeface="华文新魏" panose="02010800040101010101" pitchFamily="2" charset="-122"/>
              <a:ea typeface="华文新魏" panose="02010800040101010101" pitchFamily="2" charset="-122"/>
            </a:endParaRPr>
          </a:p>
          <a:p>
            <a:r>
              <a:rPr lang="zh-CN" altLang="en-US" sz="3200" dirty="0">
                <a:latin typeface="华文新魏" panose="02010800040101010101" pitchFamily="2" charset="-122"/>
                <a:ea typeface="华文新魏" panose="02010800040101010101" pitchFamily="2" charset="-122"/>
              </a:rPr>
              <a:t>数据元素</a:t>
            </a:r>
          </a:p>
        </p:txBody>
      </p:sp>
    </p:spTree>
    <p:extLst>
      <p:ext uri="{BB962C8B-B14F-4D97-AF65-F5344CB8AC3E}">
        <p14:creationId xmlns:p14="http://schemas.microsoft.com/office/powerpoint/2010/main" val="25776762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58D7E3-6BF3-4A3D-9E6D-C994DA0C1750}"/>
              </a:ext>
            </a:extLst>
          </p:cNvPr>
          <p:cNvSpPr>
            <a:spLocks noGrp="1"/>
          </p:cNvSpPr>
          <p:nvPr>
            <p:ph type="title"/>
          </p:nvPr>
        </p:nvSpPr>
        <p:spPr/>
        <p:txBody>
          <a:bodyPr/>
          <a:lstStyle/>
          <a:p>
            <a:r>
              <a:rPr lang="zh-CN" altLang="en-US" dirty="0"/>
              <a:t>数据结构</a:t>
            </a:r>
          </a:p>
        </p:txBody>
      </p:sp>
      <p:sp>
        <p:nvSpPr>
          <p:cNvPr id="3" name="内容占位符 2">
            <a:extLst>
              <a:ext uri="{FF2B5EF4-FFF2-40B4-BE49-F238E27FC236}">
                <a16:creationId xmlns:a16="http://schemas.microsoft.com/office/drawing/2014/main" id="{6C2EC568-56CE-494C-BC67-02C653D0EF75}"/>
              </a:ext>
            </a:extLst>
          </p:cNvPr>
          <p:cNvSpPr>
            <a:spLocks noGrp="1"/>
          </p:cNvSpPr>
          <p:nvPr>
            <p:ph idx="1"/>
          </p:nvPr>
        </p:nvSpPr>
        <p:spPr>
          <a:xfrm>
            <a:off x="304800" y="1371600"/>
            <a:ext cx="11734800" cy="5181600"/>
          </a:xfrm>
        </p:spPr>
        <p:txBody>
          <a:bodyPr/>
          <a:lstStyle/>
          <a:p>
            <a:r>
              <a:rPr lang="zh-CN" altLang="en-US" dirty="0"/>
              <a:t>数据结构：</a:t>
            </a:r>
            <a:r>
              <a:rPr lang="zh-CN" altLang="en-US" b="0" dirty="0"/>
              <a:t>指数据的逻辑结构，是对数据元素之间的逻辑关系的描述。</a:t>
            </a:r>
            <a:endParaRPr lang="en-US" altLang="zh-CN" b="0" dirty="0"/>
          </a:p>
          <a:p>
            <a:r>
              <a:rPr lang="zh-CN" altLang="en-US" dirty="0"/>
              <a:t>四类逻辑结构：</a:t>
            </a:r>
            <a:r>
              <a:rPr lang="zh-CN" altLang="en-US" b="0" dirty="0"/>
              <a:t>集合、线性结构、树状结构和网</a:t>
            </a:r>
            <a:r>
              <a:rPr lang="en-US" altLang="zh-CN" b="0" dirty="0"/>
              <a:t>(</a:t>
            </a:r>
            <a:r>
              <a:rPr lang="zh-CN" altLang="en-US" b="0" dirty="0"/>
              <a:t>图</a:t>
            </a:r>
            <a:r>
              <a:rPr lang="en-US" altLang="zh-CN" b="0" dirty="0"/>
              <a:t>)</a:t>
            </a:r>
            <a:r>
              <a:rPr lang="zh-CN" altLang="en-US" b="0" dirty="0"/>
              <a:t>状结构。</a:t>
            </a:r>
            <a:endParaRPr lang="en-US" altLang="zh-CN" b="0" dirty="0"/>
          </a:p>
        </p:txBody>
      </p:sp>
      <p:pic>
        <p:nvPicPr>
          <p:cNvPr id="6" name="图片 5">
            <a:extLst>
              <a:ext uri="{FF2B5EF4-FFF2-40B4-BE49-F238E27FC236}">
                <a16:creationId xmlns:a16="http://schemas.microsoft.com/office/drawing/2014/main" id="{7068050D-13FD-416A-875B-DE60775E796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00268" y="4135122"/>
            <a:ext cx="2739332" cy="1713170"/>
          </a:xfrm>
          <a:prstGeom prst="rect">
            <a:avLst/>
          </a:prstGeom>
        </p:spPr>
      </p:pic>
      <p:pic>
        <p:nvPicPr>
          <p:cNvPr id="8" name="图片 7">
            <a:extLst>
              <a:ext uri="{FF2B5EF4-FFF2-40B4-BE49-F238E27FC236}">
                <a16:creationId xmlns:a16="http://schemas.microsoft.com/office/drawing/2014/main" id="{A0B43DA8-6F41-413A-A8E6-43D7EC939D74}"/>
              </a:ext>
            </a:extLst>
          </p:cNvPr>
          <p:cNvPicPr>
            <a:picLocks noChangeAspect="1"/>
          </p:cNvPicPr>
          <p:nvPr/>
        </p:nvPicPr>
        <p:blipFill rotWithShape="1">
          <a:blip r:embed="rId3">
            <a:extLst>
              <a:ext uri="{28A0092B-C50C-407E-A947-70E740481C1C}">
                <a14:useLocalDpi xmlns:a14="http://schemas.microsoft.com/office/drawing/2010/main" val="0"/>
              </a:ext>
            </a:extLst>
          </a:blip>
          <a:srcRect b="48016"/>
          <a:stretch/>
        </p:blipFill>
        <p:spPr>
          <a:xfrm>
            <a:off x="3250650" y="4770614"/>
            <a:ext cx="2616750" cy="563386"/>
          </a:xfrm>
          <a:prstGeom prst="rect">
            <a:avLst/>
          </a:prstGeom>
        </p:spPr>
      </p:pic>
      <p:pic>
        <p:nvPicPr>
          <p:cNvPr id="10" name="图片 9">
            <a:extLst>
              <a:ext uri="{FF2B5EF4-FFF2-40B4-BE49-F238E27FC236}">
                <a16:creationId xmlns:a16="http://schemas.microsoft.com/office/drawing/2014/main" id="{240ADD87-E918-4774-8F8F-1609BB609AE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4800" y="4198738"/>
            <a:ext cx="2556605" cy="1592462"/>
          </a:xfrm>
          <a:prstGeom prst="rect">
            <a:avLst/>
          </a:prstGeom>
        </p:spPr>
      </p:pic>
      <p:pic>
        <p:nvPicPr>
          <p:cNvPr id="12" name="图片 11">
            <a:extLst>
              <a:ext uri="{FF2B5EF4-FFF2-40B4-BE49-F238E27FC236}">
                <a16:creationId xmlns:a16="http://schemas.microsoft.com/office/drawing/2014/main" id="{A25A7B46-E8A0-4A32-80CF-331F06453AF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176067" y="4135122"/>
            <a:ext cx="2739333" cy="1713170"/>
          </a:xfrm>
          <a:prstGeom prst="rect">
            <a:avLst/>
          </a:prstGeom>
        </p:spPr>
      </p:pic>
    </p:spTree>
    <p:extLst>
      <p:ext uri="{BB962C8B-B14F-4D97-AF65-F5344CB8AC3E}">
        <p14:creationId xmlns:p14="http://schemas.microsoft.com/office/powerpoint/2010/main" val="40702198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58D7E3-6BF3-4A3D-9E6D-C994DA0C1750}"/>
              </a:ext>
            </a:extLst>
          </p:cNvPr>
          <p:cNvSpPr>
            <a:spLocks noGrp="1"/>
          </p:cNvSpPr>
          <p:nvPr>
            <p:ph type="title"/>
          </p:nvPr>
        </p:nvSpPr>
        <p:spPr/>
        <p:txBody>
          <a:bodyPr/>
          <a:lstStyle/>
          <a:p>
            <a:r>
              <a:rPr lang="zh-CN" altLang="en-US" dirty="0"/>
              <a:t>数据的物理结构</a:t>
            </a:r>
          </a:p>
        </p:txBody>
      </p:sp>
      <p:sp>
        <p:nvSpPr>
          <p:cNvPr id="3" name="内容占位符 2">
            <a:extLst>
              <a:ext uri="{FF2B5EF4-FFF2-40B4-BE49-F238E27FC236}">
                <a16:creationId xmlns:a16="http://schemas.microsoft.com/office/drawing/2014/main" id="{6C2EC568-56CE-494C-BC67-02C653D0EF75}"/>
              </a:ext>
            </a:extLst>
          </p:cNvPr>
          <p:cNvSpPr>
            <a:spLocks noGrp="1"/>
          </p:cNvSpPr>
          <p:nvPr>
            <p:ph idx="1"/>
          </p:nvPr>
        </p:nvSpPr>
        <p:spPr/>
        <p:txBody>
          <a:bodyPr/>
          <a:lstStyle/>
          <a:p>
            <a:r>
              <a:rPr lang="zh-CN" altLang="en-US" dirty="0"/>
              <a:t>数据的物理结构</a:t>
            </a:r>
            <a:r>
              <a:rPr lang="zh-CN" altLang="en-US" b="0" dirty="0"/>
              <a:t>是指数据在物理内存中的存储结构，因此又称存储结构。</a:t>
            </a:r>
            <a:endParaRPr lang="en-US" altLang="zh-CN" b="0" dirty="0"/>
          </a:p>
          <a:p>
            <a:r>
              <a:rPr lang="zh-CN" altLang="en-US" dirty="0"/>
              <a:t>两类存储结构</a:t>
            </a:r>
            <a:endParaRPr lang="en-US" altLang="zh-CN" dirty="0"/>
          </a:p>
          <a:p>
            <a:pPr lvl="1">
              <a:lnSpc>
                <a:spcPct val="200000"/>
              </a:lnSpc>
            </a:pPr>
            <a:r>
              <a:rPr lang="zh-CN" altLang="en-US" b="0" dirty="0"/>
              <a:t>顺序存储</a:t>
            </a:r>
            <a:endParaRPr lang="en-US" altLang="zh-CN" b="0" dirty="0"/>
          </a:p>
          <a:p>
            <a:pPr lvl="1">
              <a:lnSpc>
                <a:spcPct val="200000"/>
              </a:lnSpc>
            </a:pPr>
            <a:r>
              <a:rPr lang="zh-CN" altLang="en-US" b="0" dirty="0"/>
              <a:t>链式存储</a:t>
            </a:r>
          </a:p>
        </p:txBody>
      </p:sp>
      <p:pic>
        <p:nvPicPr>
          <p:cNvPr id="5" name="图片 4">
            <a:extLst>
              <a:ext uri="{FF2B5EF4-FFF2-40B4-BE49-F238E27FC236}">
                <a16:creationId xmlns:a16="http://schemas.microsoft.com/office/drawing/2014/main" id="{E8A14BCD-A7E7-425A-832E-4D2B14E6A6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0" y="3801221"/>
            <a:ext cx="5395452" cy="770779"/>
          </a:xfrm>
          <a:prstGeom prst="rect">
            <a:avLst/>
          </a:prstGeom>
        </p:spPr>
      </p:pic>
      <p:pic>
        <p:nvPicPr>
          <p:cNvPr id="7" name="图片 6">
            <a:extLst>
              <a:ext uri="{FF2B5EF4-FFF2-40B4-BE49-F238E27FC236}">
                <a16:creationId xmlns:a16="http://schemas.microsoft.com/office/drawing/2014/main" id="{E3684CDE-B3E4-40AC-B657-55484D2F708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27631" y="4868021"/>
            <a:ext cx="8478569" cy="770779"/>
          </a:xfrm>
          <a:prstGeom prst="rect">
            <a:avLst/>
          </a:prstGeom>
        </p:spPr>
      </p:pic>
    </p:spTree>
    <p:extLst>
      <p:ext uri="{BB962C8B-B14F-4D97-AF65-F5344CB8AC3E}">
        <p14:creationId xmlns:p14="http://schemas.microsoft.com/office/powerpoint/2010/main" val="29597595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5BC2CD-336C-4267-8FDD-E05CF8170304}"/>
              </a:ext>
            </a:extLst>
          </p:cNvPr>
          <p:cNvSpPr>
            <a:spLocks noGrp="1"/>
          </p:cNvSpPr>
          <p:nvPr>
            <p:ph type="title"/>
          </p:nvPr>
        </p:nvSpPr>
        <p:spPr/>
        <p:txBody>
          <a:bodyPr/>
          <a:lstStyle/>
          <a:p>
            <a:r>
              <a:rPr lang="zh-CN" altLang="en-US" dirty="0"/>
              <a:t>数据类型</a:t>
            </a:r>
          </a:p>
        </p:txBody>
      </p:sp>
      <p:sp>
        <p:nvSpPr>
          <p:cNvPr id="3" name="内容占位符 2">
            <a:extLst>
              <a:ext uri="{FF2B5EF4-FFF2-40B4-BE49-F238E27FC236}">
                <a16:creationId xmlns:a16="http://schemas.microsoft.com/office/drawing/2014/main" id="{C1BD800D-4B94-4852-8065-BBAC1237A7B2}"/>
              </a:ext>
            </a:extLst>
          </p:cNvPr>
          <p:cNvSpPr>
            <a:spLocks noGrp="1"/>
          </p:cNvSpPr>
          <p:nvPr>
            <p:ph idx="1"/>
          </p:nvPr>
        </p:nvSpPr>
        <p:spPr>
          <a:xfrm>
            <a:off x="304800" y="1371600"/>
            <a:ext cx="11811000" cy="5181600"/>
          </a:xfrm>
        </p:spPr>
        <p:txBody>
          <a:bodyPr/>
          <a:lstStyle/>
          <a:p>
            <a:r>
              <a:rPr lang="zh-CN" altLang="en-US" dirty="0"/>
              <a:t>数据类型</a:t>
            </a:r>
            <a:r>
              <a:rPr lang="zh-CN" altLang="en-US" b="0" dirty="0"/>
              <a:t>是具有相同性质的数据元素的集合和定义在这个集合上的一组操作的总称。</a:t>
            </a:r>
            <a:endParaRPr lang="en-US" altLang="zh-CN" b="0" dirty="0"/>
          </a:p>
          <a:p>
            <a:pPr lvl="1"/>
            <a:r>
              <a:rPr lang="zh-CN" altLang="en-US" dirty="0"/>
              <a:t>数据元素的格式</a:t>
            </a:r>
            <a:endParaRPr lang="en-US" altLang="zh-CN" dirty="0"/>
          </a:p>
          <a:p>
            <a:pPr lvl="1"/>
            <a:r>
              <a:rPr lang="zh-CN" altLang="en-US" dirty="0"/>
              <a:t>对这种格式的数据元素的操作</a:t>
            </a:r>
            <a:endParaRPr lang="en-US" altLang="zh-CN" dirty="0"/>
          </a:p>
          <a:p>
            <a:r>
              <a:rPr lang="zh-CN" altLang="en-US" dirty="0"/>
              <a:t>两类数据类型</a:t>
            </a:r>
            <a:endParaRPr lang="en-US" altLang="zh-CN" dirty="0"/>
          </a:p>
          <a:p>
            <a:pPr lvl="1"/>
            <a:r>
              <a:rPr lang="zh-CN" altLang="en-US" dirty="0"/>
              <a:t>基本类型：由语言本身提供，如 </a:t>
            </a:r>
            <a:r>
              <a:rPr lang="en-US" altLang="zh-CN" dirty="0"/>
              <a:t>int</a:t>
            </a:r>
            <a:r>
              <a:rPr lang="zh-CN" altLang="en-US" dirty="0"/>
              <a:t>，</a:t>
            </a:r>
            <a:r>
              <a:rPr lang="en-US" altLang="zh-CN" dirty="0"/>
              <a:t>char</a:t>
            </a:r>
            <a:r>
              <a:rPr lang="zh-CN" altLang="en-US" dirty="0"/>
              <a:t>，</a:t>
            </a:r>
            <a:r>
              <a:rPr lang="en-US" altLang="zh-CN" dirty="0"/>
              <a:t>float </a:t>
            </a:r>
            <a:r>
              <a:rPr lang="zh-CN" altLang="en-US" dirty="0"/>
              <a:t>等。</a:t>
            </a:r>
            <a:endParaRPr lang="en-US" altLang="zh-CN" dirty="0"/>
          </a:p>
          <a:p>
            <a:pPr lvl="1"/>
            <a:r>
              <a:rPr lang="zh-CN" altLang="en-US" dirty="0"/>
              <a:t>自定义类型：用</a:t>
            </a:r>
            <a:r>
              <a:rPr lang="en-US" altLang="zh-CN" dirty="0"/>
              <a:t>typedef</a:t>
            </a:r>
            <a:r>
              <a:rPr lang="zh-CN" altLang="en-US" dirty="0"/>
              <a:t>定义，如枚举类型和结构类型等。</a:t>
            </a:r>
          </a:p>
        </p:txBody>
      </p:sp>
    </p:spTree>
    <p:extLst>
      <p:ext uri="{BB962C8B-B14F-4D97-AF65-F5344CB8AC3E}">
        <p14:creationId xmlns:p14="http://schemas.microsoft.com/office/powerpoint/2010/main" val="38493763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CA5382E-8866-481D-93EA-82015EC224A7}"/>
              </a:ext>
            </a:extLst>
          </p:cNvPr>
          <p:cNvSpPr>
            <a:spLocks noGrp="1"/>
          </p:cNvSpPr>
          <p:nvPr>
            <p:ph type="title"/>
          </p:nvPr>
        </p:nvSpPr>
        <p:spPr/>
        <p:txBody>
          <a:bodyPr/>
          <a:lstStyle/>
          <a:p>
            <a:r>
              <a:rPr lang="zh-CN" altLang="en-US" dirty="0"/>
              <a:t>抽象数据类型</a:t>
            </a:r>
          </a:p>
        </p:txBody>
      </p:sp>
      <p:sp>
        <p:nvSpPr>
          <p:cNvPr id="3" name="内容占位符 2">
            <a:extLst>
              <a:ext uri="{FF2B5EF4-FFF2-40B4-BE49-F238E27FC236}">
                <a16:creationId xmlns:a16="http://schemas.microsoft.com/office/drawing/2014/main" id="{3B049688-EF27-4C40-BA4D-F0D40DBE773F}"/>
              </a:ext>
            </a:extLst>
          </p:cNvPr>
          <p:cNvSpPr>
            <a:spLocks noGrp="1"/>
          </p:cNvSpPr>
          <p:nvPr>
            <p:ph idx="1"/>
          </p:nvPr>
        </p:nvSpPr>
        <p:spPr/>
        <p:txBody>
          <a:bodyPr/>
          <a:lstStyle/>
          <a:p>
            <a:r>
              <a:rPr lang="zh-CN" altLang="en-US" dirty="0"/>
              <a:t>抽象数据类型</a:t>
            </a:r>
            <a:r>
              <a:rPr lang="en-US" altLang="zh-CN" dirty="0"/>
              <a:t>(ADT: Abstract Data Type)</a:t>
            </a:r>
            <a:r>
              <a:rPr lang="zh-CN" altLang="en-US" b="0" dirty="0"/>
              <a:t>就是数据类型，数据类型都是抽象的。</a:t>
            </a:r>
            <a:endParaRPr lang="en-US" altLang="zh-CN" b="0" dirty="0"/>
          </a:p>
          <a:p>
            <a:r>
              <a:rPr lang="zh-CN" altLang="en-US" dirty="0"/>
              <a:t>抽象</a:t>
            </a:r>
            <a:r>
              <a:rPr lang="zh-CN" altLang="en-US" b="0" dirty="0"/>
              <a:t>有不同的层次，抽象的层次越高，代码的可复用性越强。</a:t>
            </a:r>
            <a:endParaRPr lang="en-US" altLang="zh-CN" b="0" dirty="0"/>
          </a:p>
          <a:p>
            <a:r>
              <a:rPr lang="zh-CN" altLang="en-US" dirty="0"/>
              <a:t>抽象</a:t>
            </a:r>
            <a:r>
              <a:rPr lang="zh-CN" altLang="en-US" b="0" dirty="0"/>
              <a:t>是一种程序设计方法，即</a:t>
            </a:r>
            <a:r>
              <a:rPr lang="zh-CN" altLang="en-US" dirty="0"/>
              <a:t>面向对象</a:t>
            </a:r>
            <a:r>
              <a:rPr lang="zh-CN" altLang="en-US" b="0" dirty="0"/>
              <a:t>。</a:t>
            </a:r>
          </a:p>
        </p:txBody>
      </p:sp>
    </p:spTree>
    <p:extLst>
      <p:ext uri="{BB962C8B-B14F-4D97-AF65-F5344CB8AC3E}">
        <p14:creationId xmlns:p14="http://schemas.microsoft.com/office/powerpoint/2010/main" val="11666849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68A2A7-6920-46D7-9C8A-F9DFEDAD6094}"/>
              </a:ext>
            </a:extLst>
          </p:cNvPr>
          <p:cNvSpPr>
            <a:spLocks noGrp="1"/>
          </p:cNvSpPr>
          <p:nvPr>
            <p:ph type="title"/>
          </p:nvPr>
        </p:nvSpPr>
        <p:spPr/>
        <p:txBody>
          <a:bodyPr/>
          <a:lstStyle/>
          <a:p>
            <a:r>
              <a:rPr lang="zh-CN" altLang="en-US" dirty="0"/>
              <a:t>面向对象</a:t>
            </a:r>
          </a:p>
        </p:txBody>
      </p:sp>
      <p:sp>
        <p:nvSpPr>
          <p:cNvPr id="3" name="内容占位符 2">
            <a:extLst>
              <a:ext uri="{FF2B5EF4-FFF2-40B4-BE49-F238E27FC236}">
                <a16:creationId xmlns:a16="http://schemas.microsoft.com/office/drawing/2014/main" id="{79BB3FCB-F0C7-44B5-B87A-23898EFB01BE}"/>
              </a:ext>
            </a:extLst>
          </p:cNvPr>
          <p:cNvSpPr>
            <a:spLocks noGrp="1"/>
          </p:cNvSpPr>
          <p:nvPr>
            <p:ph idx="1"/>
          </p:nvPr>
        </p:nvSpPr>
        <p:spPr>
          <a:xfrm>
            <a:off x="304800" y="1143000"/>
            <a:ext cx="11582400" cy="5181600"/>
          </a:xfrm>
        </p:spPr>
        <p:txBody>
          <a:bodyPr/>
          <a:lstStyle/>
          <a:p>
            <a:r>
              <a:rPr lang="zh-CN" altLang="en-US" dirty="0"/>
              <a:t>面向对象：</a:t>
            </a:r>
            <a:r>
              <a:rPr lang="zh-CN" altLang="en-US" b="0" dirty="0"/>
              <a:t>是对现实事物进行抽象的一种程序设计方法，与面向过程相对而言。</a:t>
            </a:r>
            <a:endParaRPr lang="en-US" altLang="zh-CN" b="0" dirty="0"/>
          </a:p>
          <a:p>
            <a:r>
              <a:rPr lang="zh-CN" altLang="en-US" dirty="0"/>
              <a:t>抽象：</a:t>
            </a:r>
            <a:r>
              <a:rPr lang="zh-CN" altLang="en-US" b="0" dirty="0"/>
              <a:t>把同类事物的共性抽象出来得到自定义的数据类型。</a:t>
            </a:r>
            <a:endParaRPr lang="en-US" altLang="zh-CN" b="0" dirty="0"/>
          </a:p>
          <a:p>
            <a:r>
              <a:rPr lang="zh-CN" altLang="en-US" dirty="0"/>
              <a:t>面向对象的相关概念</a:t>
            </a:r>
            <a:endParaRPr lang="en-US" altLang="zh-CN" dirty="0"/>
          </a:p>
          <a:p>
            <a:pPr lvl="1"/>
            <a:r>
              <a:rPr lang="zh-CN" altLang="en-US" dirty="0"/>
              <a:t>类：即数据类型（抽象对象）。</a:t>
            </a:r>
            <a:endParaRPr lang="en-US" altLang="zh-CN" dirty="0"/>
          </a:p>
          <a:p>
            <a:pPr lvl="1"/>
            <a:r>
              <a:rPr lang="zh-CN" altLang="en-US" dirty="0"/>
              <a:t>对象：即数据元素，通常指用</a:t>
            </a:r>
            <a:r>
              <a:rPr lang="zh-CN" altLang="en-US" b="1" dirty="0"/>
              <a:t>类</a:t>
            </a:r>
            <a:r>
              <a:rPr lang="zh-CN" altLang="en-US" dirty="0"/>
              <a:t>定义的变量（具体对象或对象实例）。</a:t>
            </a:r>
            <a:endParaRPr lang="en-US" altLang="zh-CN" dirty="0"/>
          </a:p>
          <a:p>
            <a:pPr lvl="1"/>
            <a:r>
              <a:rPr lang="zh-CN" altLang="en-US" dirty="0"/>
              <a:t>例如：</a:t>
            </a:r>
            <a:r>
              <a:rPr lang="en-US" altLang="zh-CN" dirty="0"/>
              <a:t>Integer </a:t>
            </a:r>
            <a:r>
              <a:rPr lang="en-US" altLang="zh-CN" dirty="0" err="1"/>
              <a:t>i</a:t>
            </a:r>
            <a:r>
              <a:rPr lang="zh-CN" altLang="en-US" dirty="0"/>
              <a:t>；</a:t>
            </a:r>
            <a:r>
              <a:rPr lang="en-US" altLang="zh-CN" dirty="0"/>
              <a:t>// Integer</a:t>
            </a:r>
            <a:r>
              <a:rPr lang="zh-CN" altLang="en-US" dirty="0"/>
              <a:t>是整型类，</a:t>
            </a:r>
            <a:r>
              <a:rPr lang="en-US" altLang="zh-CN" dirty="0" err="1"/>
              <a:t>i</a:t>
            </a:r>
            <a:r>
              <a:rPr lang="en-US" altLang="zh-CN" dirty="0"/>
              <a:t> </a:t>
            </a:r>
            <a:r>
              <a:rPr lang="zh-CN" altLang="en-US" dirty="0"/>
              <a:t>是一个整型对象。</a:t>
            </a:r>
            <a:endParaRPr lang="en-US" altLang="zh-CN" dirty="0"/>
          </a:p>
        </p:txBody>
      </p:sp>
    </p:spTree>
    <p:extLst>
      <p:ext uri="{BB962C8B-B14F-4D97-AF65-F5344CB8AC3E}">
        <p14:creationId xmlns:p14="http://schemas.microsoft.com/office/powerpoint/2010/main" val="13567765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D540D25-8CE9-4F14-A2E8-F4609D051AA8}"/>
              </a:ext>
            </a:extLst>
          </p:cNvPr>
          <p:cNvSpPr>
            <a:spLocks noGrp="1"/>
          </p:cNvSpPr>
          <p:nvPr>
            <p:ph type="title"/>
          </p:nvPr>
        </p:nvSpPr>
        <p:spPr/>
        <p:txBody>
          <a:bodyPr/>
          <a:lstStyle/>
          <a:p>
            <a:r>
              <a:rPr lang="zh-CN" altLang="en-US" dirty="0"/>
              <a:t>实体关系模型</a:t>
            </a:r>
          </a:p>
        </p:txBody>
      </p:sp>
      <p:sp>
        <p:nvSpPr>
          <p:cNvPr id="3" name="内容占位符 2">
            <a:extLst>
              <a:ext uri="{FF2B5EF4-FFF2-40B4-BE49-F238E27FC236}">
                <a16:creationId xmlns:a16="http://schemas.microsoft.com/office/drawing/2014/main" id="{E4914FD0-31A3-4F16-9E75-E90618201A64}"/>
              </a:ext>
            </a:extLst>
          </p:cNvPr>
          <p:cNvSpPr>
            <a:spLocks noGrp="1"/>
          </p:cNvSpPr>
          <p:nvPr>
            <p:ph idx="1"/>
          </p:nvPr>
        </p:nvSpPr>
        <p:spPr/>
        <p:txBody>
          <a:bodyPr/>
          <a:lstStyle/>
          <a:p>
            <a:r>
              <a:rPr lang="zh-CN" altLang="en-US" dirty="0"/>
              <a:t>基本思想：</a:t>
            </a:r>
            <a:r>
              <a:rPr lang="zh-CN" altLang="en-US" b="0" dirty="0"/>
              <a:t>现实世界是由一个个的实体组成的，实体之间又具有各种各样的关系。</a:t>
            </a:r>
            <a:endParaRPr lang="en-US" altLang="zh-CN" b="0" dirty="0"/>
          </a:p>
          <a:p>
            <a:r>
              <a:rPr lang="zh-CN" altLang="en-US" dirty="0"/>
              <a:t>模型实例：</a:t>
            </a:r>
            <a:r>
              <a:rPr lang="zh-CN" altLang="en-US" b="0" dirty="0"/>
              <a:t>学生实体关系模型</a:t>
            </a:r>
            <a:endParaRPr lang="en-US" altLang="zh-CN" b="0" dirty="0"/>
          </a:p>
          <a:p>
            <a:pPr lvl="1">
              <a:lnSpc>
                <a:spcPct val="200000"/>
              </a:lnSpc>
            </a:pPr>
            <a:r>
              <a:rPr lang="zh-CN" altLang="en-US" dirty="0"/>
              <a:t>学生实体：</a:t>
            </a:r>
            <a:r>
              <a:rPr lang="en-US" altLang="zh-CN" dirty="0"/>
              <a:t>(</a:t>
            </a:r>
            <a:r>
              <a:rPr lang="zh-CN" altLang="en-US" dirty="0"/>
              <a:t>学号、姓名、语文、数学、英语</a:t>
            </a:r>
            <a:r>
              <a:rPr lang="en-US" altLang="zh-CN" dirty="0"/>
              <a:t>)</a:t>
            </a:r>
          </a:p>
          <a:p>
            <a:pPr lvl="1">
              <a:lnSpc>
                <a:spcPct val="200000"/>
              </a:lnSpc>
            </a:pPr>
            <a:r>
              <a:rPr lang="zh-CN" altLang="en-US" dirty="0"/>
              <a:t>学生关系：线性关系</a:t>
            </a:r>
          </a:p>
        </p:txBody>
      </p:sp>
      <p:pic>
        <p:nvPicPr>
          <p:cNvPr id="5" name="图片 4">
            <a:extLst>
              <a:ext uri="{FF2B5EF4-FFF2-40B4-BE49-F238E27FC236}">
                <a16:creationId xmlns:a16="http://schemas.microsoft.com/office/drawing/2014/main" id="{12F4855F-B209-48CC-8158-42EF43FEC3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34000" y="5114925"/>
            <a:ext cx="3000375" cy="1057275"/>
          </a:xfrm>
          <a:prstGeom prst="rect">
            <a:avLst/>
          </a:prstGeom>
        </p:spPr>
      </p:pic>
    </p:spTree>
    <p:extLst>
      <p:ext uri="{BB962C8B-B14F-4D97-AF65-F5344CB8AC3E}">
        <p14:creationId xmlns:p14="http://schemas.microsoft.com/office/powerpoint/2010/main" val="14574619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ADAD755-FD00-4903-9ED1-A4D44D9D189D}"/>
              </a:ext>
            </a:extLst>
          </p:cNvPr>
          <p:cNvSpPr>
            <a:spLocks noGrp="1"/>
          </p:cNvSpPr>
          <p:nvPr>
            <p:ph type="title"/>
          </p:nvPr>
        </p:nvSpPr>
        <p:spPr/>
        <p:txBody>
          <a:bodyPr/>
          <a:lstStyle/>
          <a:p>
            <a:r>
              <a:rPr lang="zh-CN" altLang="en-US" dirty="0"/>
              <a:t>对学生实体的抽象</a:t>
            </a:r>
          </a:p>
        </p:txBody>
      </p:sp>
      <p:sp>
        <p:nvSpPr>
          <p:cNvPr id="3" name="内容占位符 2">
            <a:extLst>
              <a:ext uri="{FF2B5EF4-FFF2-40B4-BE49-F238E27FC236}">
                <a16:creationId xmlns:a16="http://schemas.microsoft.com/office/drawing/2014/main" id="{C0EF6BEE-1160-4C48-9966-DFEA9A783CB0}"/>
              </a:ext>
            </a:extLst>
          </p:cNvPr>
          <p:cNvSpPr>
            <a:spLocks noGrp="1"/>
          </p:cNvSpPr>
          <p:nvPr>
            <p:ph idx="1"/>
          </p:nvPr>
        </p:nvSpPr>
        <p:spPr/>
        <p:txBody>
          <a:bodyPr/>
          <a:lstStyle/>
          <a:p>
            <a:r>
              <a:rPr lang="zh-CN" altLang="en-US" dirty="0"/>
              <a:t>把学生实体的共性抽象为</a:t>
            </a:r>
            <a:r>
              <a:rPr lang="en-US" altLang="zh-CN" dirty="0"/>
              <a:t>Student</a:t>
            </a:r>
            <a:r>
              <a:rPr lang="zh-CN" altLang="en-US" dirty="0"/>
              <a:t>类型</a:t>
            </a:r>
            <a:endParaRPr lang="en-US" altLang="zh-CN" dirty="0"/>
          </a:p>
          <a:p>
            <a:pPr marL="457200" lvl="1" indent="0">
              <a:lnSpc>
                <a:spcPct val="100000"/>
              </a:lnSpc>
              <a:buNone/>
            </a:pPr>
            <a:r>
              <a:rPr lang="en-US" altLang="zh-CN" dirty="0"/>
              <a:t>typedef struct {</a:t>
            </a:r>
          </a:p>
          <a:p>
            <a:pPr marL="457200" lvl="1" indent="0">
              <a:lnSpc>
                <a:spcPct val="100000"/>
              </a:lnSpc>
              <a:buNone/>
            </a:pPr>
            <a:r>
              <a:rPr lang="en-US" altLang="zh-CN" dirty="0"/>
              <a:t>    char number[LENGTH_OF_STUDENT_NUMBER+1];</a:t>
            </a:r>
          </a:p>
          <a:p>
            <a:pPr marL="457200" lvl="1" indent="0">
              <a:lnSpc>
                <a:spcPct val="100000"/>
              </a:lnSpc>
              <a:buNone/>
            </a:pPr>
            <a:r>
              <a:rPr lang="en-US" altLang="zh-CN" dirty="0"/>
              <a:t>    char name[MAX_LENGTH_OF_STUDENT_NAME+1];</a:t>
            </a:r>
          </a:p>
          <a:p>
            <a:pPr marL="457200" lvl="1" indent="0">
              <a:lnSpc>
                <a:spcPct val="100000"/>
              </a:lnSpc>
              <a:buNone/>
            </a:pPr>
            <a:r>
              <a:rPr lang="en-US" altLang="zh-CN" dirty="0"/>
              <a:t>    unsigned int </a:t>
            </a:r>
            <a:r>
              <a:rPr lang="en-US" altLang="zh-CN" dirty="0" err="1"/>
              <a:t>chinese</a:t>
            </a:r>
            <a:r>
              <a:rPr lang="en-US" altLang="zh-CN" dirty="0"/>
              <a:t>;</a:t>
            </a:r>
          </a:p>
          <a:p>
            <a:pPr marL="457200" lvl="1" indent="0">
              <a:lnSpc>
                <a:spcPct val="100000"/>
              </a:lnSpc>
              <a:buNone/>
            </a:pPr>
            <a:r>
              <a:rPr lang="en-US" altLang="zh-CN" dirty="0"/>
              <a:t>    unsigned int math;</a:t>
            </a:r>
          </a:p>
          <a:p>
            <a:pPr marL="457200" lvl="1" indent="0">
              <a:lnSpc>
                <a:spcPct val="100000"/>
              </a:lnSpc>
              <a:buNone/>
            </a:pPr>
            <a:r>
              <a:rPr lang="en-US" altLang="zh-CN" dirty="0"/>
              <a:t>    unsigned int </a:t>
            </a:r>
            <a:r>
              <a:rPr lang="en-US" altLang="zh-CN" dirty="0" err="1"/>
              <a:t>english</a:t>
            </a:r>
            <a:r>
              <a:rPr lang="en-US" altLang="zh-CN" dirty="0"/>
              <a:t>;</a:t>
            </a:r>
          </a:p>
          <a:p>
            <a:pPr marL="457200" lvl="1" indent="0">
              <a:lnSpc>
                <a:spcPct val="100000"/>
              </a:lnSpc>
              <a:buNone/>
            </a:pPr>
            <a:r>
              <a:rPr lang="en-US" altLang="zh-CN" dirty="0"/>
              <a:t>} Student;</a:t>
            </a:r>
          </a:p>
          <a:p>
            <a:r>
              <a:rPr lang="en-US" altLang="zh-CN" dirty="0"/>
              <a:t>Student s;</a:t>
            </a:r>
            <a:r>
              <a:rPr lang="zh-CN" altLang="en-US" dirty="0"/>
              <a:t>  </a:t>
            </a:r>
            <a:r>
              <a:rPr lang="en-US" altLang="zh-CN" b="0" dirty="0"/>
              <a:t>//</a:t>
            </a:r>
            <a:r>
              <a:rPr lang="zh-CN" altLang="en-US" b="0" dirty="0"/>
              <a:t> </a:t>
            </a:r>
            <a:r>
              <a:rPr lang="en-US" altLang="zh-CN" b="0" dirty="0"/>
              <a:t>s </a:t>
            </a:r>
            <a:r>
              <a:rPr lang="zh-CN" altLang="en-US" b="0" dirty="0"/>
              <a:t>是 </a:t>
            </a:r>
            <a:r>
              <a:rPr lang="en-US" altLang="zh-CN" b="0" dirty="0"/>
              <a:t>Student </a:t>
            </a:r>
            <a:r>
              <a:rPr lang="zh-CN" altLang="en-US" b="0" dirty="0"/>
              <a:t>的一个实例或对象</a:t>
            </a:r>
            <a:endParaRPr lang="en-US" altLang="zh-CN" b="0" dirty="0"/>
          </a:p>
        </p:txBody>
      </p:sp>
    </p:spTree>
    <p:extLst>
      <p:ext uri="{BB962C8B-B14F-4D97-AF65-F5344CB8AC3E}">
        <p14:creationId xmlns:p14="http://schemas.microsoft.com/office/powerpoint/2010/main" val="5637476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E2B1F9-1F2C-442A-9AFF-A5E062F8EF88}"/>
              </a:ext>
            </a:extLst>
          </p:cNvPr>
          <p:cNvSpPr>
            <a:spLocks noGrp="1"/>
          </p:cNvSpPr>
          <p:nvPr>
            <p:ph type="title"/>
          </p:nvPr>
        </p:nvSpPr>
        <p:spPr/>
        <p:txBody>
          <a:bodyPr/>
          <a:lstStyle/>
          <a:p>
            <a:r>
              <a:rPr lang="zh-CN" altLang="en-US" dirty="0"/>
              <a:t>对学生关系的抽象</a:t>
            </a:r>
          </a:p>
        </p:txBody>
      </p:sp>
      <p:sp>
        <p:nvSpPr>
          <p:cNvPr id="3" name="内容占位符 2">
            <a:extLst>
              <a:ext uri="{FF2B5EF4-FFF2-40B4-BE49-F238E27FC236}">
                <a16:creationId xmlns:a16="http://schemas.microsoft.com/office/drawing/2014/main" id="{B94C5B90-CEE1-4FF4-B21E-0BC7FDA3E013}"/>
              </a:ext>
            </a:extLst>
          </p:cNvPr>
          <p:cNvSpPr>
            <a:spLocks noGrp="1"/>
          </p:cNvSpPr>
          <p:nvPr>
            <p:ph idx="1"/>
          </p:nvPr>
        </p:nvSpPr>
        <p:spPr/>
        <p:txBody>
          <a:bodyPr/>
          <a:lstStyle/>
          <a:p>
            <a:pPr marL="0" indent="0">
              <a:lnSpc>
                <a:spcPct val="125000"/>
              </a:lnSpc>
              <a:buNone/>
            </a:pPr>
            <a:r>
              <a:rPr lang="en-US" altLang="zh-CN" b="0" dirty="0"/>
              <a:t>ADT (</a:t>
            </a:r>
            <a:r>
              <a:rPr lang="en-US" altLang="zh-CN" b="0" dirty="0" err="1"/>
              <a:t>AbstractDataType</a:t>
            </a:r>
            <a:r>
              <a:rPr lang="en-US" altLang="zh-CN" b="0" dirty="0"/>
              <a:t>) </a:t>
            </a:r>
            <a:r>
              <a:rPr lang="en-US" altLang="zh-CN" b="0" dirty="0" err="1"/>
              <a:t>StudentList</a:t>
            </a:r>
            <a:r>
              <a:rPr lang="en-US" altLang="zh-CN" b="0" dirty="0"/>
              <a:t> {</a:t>
            </a:r>
          </a:p>
          <a:p>
            <a:pPr marL="0" indent="0">
              <a:lnSpc>
                <a:spcPct val="125000"/>
              </a:lnSpc>
              <a:buNone/>
            </a:pPr>
            <a:r>
              <a:rPr lang="zh-CN" altLang="en-US" b="0" dirty="0"/>
              <a:t>    数据集合：学生集合</a:t>
            </a:r>
            <a:endParaRPr lang="en-US" altLang="zh-CN" b="0" dirty="0"/>
          </a:p>
          <a:p>
            <a:pPr marL="0" indent="0">
              <a:lnSpc>
                <a:spcPct val="125000"/>
              </a:lnSpc>
              <a:buNone/>
            </a:pPr>
            <a:r>
              <a:rPr lang="zh-CN" altLang="en-US" b="0" dirty="0"/>
              <a:t>    逻辑关系：线性关系</a:t>
            </a:r>
            <a:endParaRPr lang="en-US" altLang="zh-CN" b="0" dirty="0"/>
          </a:p>
          <a:p>
            <a:pPr marL="0" indent="0">
              <a:lnSpc>
                <a:spcPct val="125000"/>
              </a:lnSpc>
              <a:buNone/>
            </a:pPr>
            <a:r>
              <a:rPr lang="zh-CN" altLang="en-US" b="0" dirty="0"/>
              <a:t>    基本操作：</a:t>
            </a:r>
            <a:endParaRPr lang="en-US" altLang="zh-CN" b="0" dirty="0"/>
          </a:p>
          <a:p>
            <a:pPr marL="0" indent="0">
              <a:lnSpc>
                <a:spcPct val="100000"/>
              </a:lnSpc>
              <a:buNone/>
            </a:pPr>
            <a:r>
              <a:rPr lang="en-US" altLang="zh-CN" b="0" dirty="0"/>
              <a:t>        void </a:t>
            </a:r>
            <a:r>
              <a:rPr lang="en-US" altLang="zh-CN" b="0" dirty="0" err="1"/>
              <a:t>InitStudentList</a:t>
            </a:r>
            <a:r>
              <a:rPr lang="en-US" altLang="zh-CN" b="0" dirty="0"/>
              <a:t>(</a:t>
            </a:r>
            <a:r>
              <a:rPr lang="en-US" altLang="zh-CN" b="0" dirty="0" err="1"/>
              <a:t>StudentList</a:t>
            </a:r>
            <a:r>
              <a:rPr lang="en-US" altLang="zh-CN" b="0" dirty="0"/>
              <a:t>*);</a:t>
            </a:r>
          </a:p>
          <a:p>
            <a:pPr marL="0" indent="0">
              <a:lnSpc>
                <a:spcPct val="100000"/>
              </a:lnSpc>
              <a:buNone/>
            </a:pPr>
            <a:r>
              <a:rPr lang="en-US" altLang="zh-CN" b="0" dirty="0"/>
              <a:t>        void </a:t>
            </a:r>
            <a:r>
              <a:rPr lang="en-US" altLang="zh-CN" b="0" dirty="0" err="1"/>
              <a:t>DestroyStudentList</a:t>
            </a:r>
            <a:r>
              <a:rPr lang="en-US" altLang="zh-CN" b="0" dirty="0"/>
              <a:t>(</a:t>
            </a:r>
            <a:r>
              <a:rPr lang="en-US" altLang="zh-CN" b="0" dirty="0" err="1"/>
              <a:t>StudentList</a:t>
            </a:r>
            <a:r>
              <a:rPr lang="en-US" altLang="zh-CN" b="0" dirty="0"/>
              <a:t>*);</a:t>
            </a:r>
          </a:p>
          <a:p>
            <a:pPr marL="0" indent="0">
              <a:lnSpc>
                <a:spcPct val="100000"/>
              </a:lnSpc>
              <a:buNone/>
            </a:pPr>
            <a:r>
              <a:rPr lang="en-US" altLang="zh-CN" b="0" dirty="0"/>
              <a:t>        ……</a:t>
            </a:r>
          </a:p>
          <a:p>
            <a:pPr marL="0" indent="0">
              <a:lnSpc>
                <a:spcPct val="125000"/>
              </a:lnSpc>
              <a:buNone/>
            </a:pPr>
            <a:r>
              <a:rPr lang="en-US" altLang="zh-CN" b="0" dirty="0"/>
              <a:t>}</a:t>
            </a:r>
            <a:endParaRPr lang="zh-CN" altLang="en-US" b="0" dirty="0"/>
          </a:p>
        </p:txBody>
      </p:sp>
    </p:spTree>
    <p:extLst>
      <p:ext uri="{BB962C8B-B14F-4D97-AF65-F5344CB8AC3E}">
        <p14:creationId xmlns:p14="http://schemas.microsoft.com/office/powerpoint/2010/main" val="21010591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E2B1F9-1F2C-442A-9AFF-A5E062F8EF88}"/>
              </a:ext>
            </a:extLst>
          </p:cNvPr>
          <p:cNvSpPr>
            <a:spLocks noGrp="1"/>
          </p:cNvSpPr>
          <p:nvPr>
            <p:ph type="title"/>
          </p:nvPr>
        </p:nvSpPr>
        <p:spPr/>
        <p:txBody>
          <a:bodyPr/>
          <a:lstStyle/>
          <a:p>
            <a:r>
              <a:rPr lang="zh-CN" altLang="en-US" dirty="0"/>
              <a:t>对线性关系的抽象</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B94C5B90-CEE1-4FF4-B21E-0BC7FDA3E013}"/>
                  </a:ext>
                </a:extLst>
              </p:cNvPr>
              <p:cNvSpPr>
                <a:spLocks noGrp="1"/>
              </p:cNvSpPr>
              <p:nvPr>
                <p:ph idx="1"/>
              </p:nvPr>
            </p:nvSpPr>
            <p:spPr/>
            <p:txBody>
              <a:bodyPr/>
              <a:lstStyle/>
              <a:p>
                <a:pPr marL="0" indent="0">
                  <a:lnSpc>
                    <a:spcPct val="125000"/>
                  </a:lnSpc>
                  <a:buNone/>
                </a:pPr>
                <a:r>
                  <a:rPr lang="en-US" altLang="zh-CN" b="0" dirty="0"/>
                  <a:t>ADT List {</a:t>
                </a:r>
              </a:p>
              <a:p>
                <a:pPr marL="0" indent="0">
                  <a:lnSpc>
                    <a:spcPct val="125000"/>
                  </a:lnSpc>
                  <a:buNone/>
                </a:pPr>
                <a:r>
                  <a:rPr lang="zh-CN" altLang="en-US" b="0" dirty="0"/>
                  <a:t>    数据集合：</a:t>
                </a:r>
                <a:r>
                  <a:rPr lang="en-US" altLang="zh-CN" b="0" dirty="0" err="1"/>
                  <a:t>DataSet</a:t>
                </a:r>
                <a:r>
                  <a:rPr lang="en-US" altLang="zh-CN" b="0" dirty="0"/>
                  <a:t>= </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m:t>
                        </m:r>
                        <m:r>
                          <a:rPr lang="en-US" altLang="zh-CN" b="0" i="1" smtClean="0">
                            <a:latin typeface="Cambria Math" panose="02040503050406030204" pitchFamily="18" charset="0"/>
                          </a:rPr>
                          <m:t>𝑎</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 </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𝐸𝑙𝑒𝑚𝑆𝑒𝑡</m:t>
                    </m:r>
                    <m:r>
                      <a:rPr lang="en-US" altLang="zh-CN" b="0" i="1" smtClean="0">
                        <a:latin typeface="Cambria Math" panose="02040503050406030204" pitchFamily="18" charset="0"/>
                        <a:ea typeface="Cambria Math" panose="02040503050406030204" pitchFamily="18" charset="0"/>
                      </a:rPr>
                      <m:t>, </m:t>
                    </m:r>
                    <m:r>
                      <a:rPr lang="en-US" altLang="zh-CN" b="0" i="1" smtClean="0">
                        <a:latin typeface="Cambria Math" panose="02040503050406030204" pitchFamily="18" charset="0"/>
                        <a:ea typeface="Cambria Math" panose="02040503050406030204" pitchFamily="18" charset="0"/>
                      </a:rPr>
                      <m:t>𝑖</m:t>
                    </m:r>
                    <m:r>
                      <a:rPr lang="en-US" altLang="zh-CN" b="0" i="1" smtClean="0">
                        <a:latin typeface="Cambria Math" panose="02040503050406030204" pitchFamily="18" charset="0"/>
                        <a:ea typeface="Cambria Math" panose="02040503050406030204" pitchFamily="18" charset="0"/>
                      </a:rPr>
                      <m:t>=1⋯</m:t>
                    </m:r>
                    <m:r>
                      <a:rPr lang="en-US" altLang="zh-CN" b="0" i="1" smtClean="0">
                        <a:latin typeface="Cambria Math" panose="02040503050406030204" pitchFamily="18" charset="0"/>
                        <a:ea typeface="Cambria Math" panose="02040503050406030204" pitchFamily="18" charset="0"/>
                      </a:rPr>
                      <m:t>𝑛</m:t>
                    </m:r>
                    <m:r>
                      <a:rPr lang="en-US" altLang="zh-CN" b="0" i="1" smtClean="0">
                        <a:latin typeface="Cambria Math" panose="02040503050406030204" pitchFamily="18" charset="0"/>
                        <a:ea typeface="Cambria Math" panose="02040503050406030204" pitchFamily="18" charset="0"/>
                      </a:rPr>
                      <m:t>}</m:t>
                    </m:r>
                  </m:oMath>
                </a14:m>
                <a:endParaRPr lang="en-US" altLang="zh-CN" b="0" dirty="0"/>
              </a:p>
              <a:p>
                <a:pPr marL="0" indent="0">
                  <a:lnSpc>
                    <a:spcPct val="125000"/>
                  </a:lnSpc>
                  <a:buNone/>
                </a:pPr>
                <a:r>
                  <a:rPr lang="zh-CN" altLang="en-US" b="0" dirty="0"/>
                  <a:t>    逻辑关系：</a:t>
                </a:r>
                <a:r>
                  <a:rPr lang="en-US" altLang="zh-CN" b="0" dirty="0"/>
                  <a:t>Relation=</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{&lt;</m:t>
                        </m:r>
                        <m:r>
                          <a:rPr lang="en-US" altLang="zh-CN" b="0" i="1" smtClean="0">
                            <a:latin typeface="Cambria Math" panose="02040503050406030204" pitchFamily="18" charset="0"/>
                          </a:rPr>
                          <m:t>𝑎</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𝑖</m:t>
                        </m:r>
                        <m:r>
                          <a:rPr lang="en-US" altLang="zh-CN" b="0" i="1" smtClean="0">
                            <a:latin typeface="Cambria Math" panose="02040503050406030204" pitchFamily="18" charset="0"/>
                          </a:rPr>
                          <m:t>+1</m:t>
                        </m:r>
                      </m:sub>
                    </m:sSub>
                    <m:r>
                      <a:rPr lang="en-US" altLang="zh-CN" b="0" i="1" smtClean="0">
                        <a:latin typeface="Cambria Math" panose="02040503050406030204" pitchFamily="18" charset="0"/>
                      </a:rPr>
                      <m:t>&gt;|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m:t>
                    </m:r>
                    <m:sSub>
                      <m:sSubPr>
                        <m:ctrlPr>
                          <a:rPr lang="en-US" altLang="zh-CN" b="0" i="1">
                            <a:latin typeface="Cambria Math" panose="02040503050406030204" pitchFamily="18" charset="0"/>
                          </a:rPr>
                        </m:ctrlPr>
                      </m:sSubPr>
                      <m:e>
                        <m:r>
                          <a:rPr lang="en-US" altLang="zh-CN" b="0" i="1">
                            <a:latin typeface="Cambria Math" panose="02040503050406030204" pitchFamily="18" charset="0"/>
                          </a:rPr>
                          <m:t>𝑎</m:t>
                        </m:r>
                      </m:e>
                      <m:sub>
                        <m:r>
                          <a:rPr lang="en-US" altLang="zh-CN" b="0" i="1">
                            <a:latin typeface="Cambria Math" panose="02040503050406030204" pitchFamily="18" charset="0"/>
                          </a:rPr>
                          <m:t>𝑖</m:t>
                        </m:r>
                        <m:r>
                          <a:rPr lang="en-US" altLang="zh-CN" b="0" i="1" smtClean="0">
                            <a:latin typeface="Cambria Math" panose="02040503050406030204" pitchFamily="18" charset="0"/>
                          </a:rPr>
                          <m:t>+1</m:t>
                        </m:r>
                      </m:sub>
                    </m:sSub>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𝐷𝑎𝑡𝑎𝑆𝑒𝑡</m:t>
                    </m:r>
                    <m:r>
                      <a:rPr lang="en-US" altLang="zh-CN" b="0" i="1" smtClean="0">
                        <a:latin typeface="Cambria Math" panose="02040503050406030204" pitchFamily="18" charset="0"/>
                        <a:ea typeface="Cambria Math" panose="02040503050406030204" pitchFamily="18" charset="0"/>
                      </a:rPr>
                      <m:t>, </m:t>
                    </m:r>
                  </m:oMath>
                </a14:m>
                <a:endParaRPr lang="en-US" altLang="zh-CN" b="0" i="1" dirty="0">
                  <a:latin typeface="Cambria Math" panose="02040503050406030204" pitchFamily="18" charset="0"/>
                  <a:ea typeface="Cambria Math" panose="02040503050406030204" pitchFamily="18" charset="0"/>
                </a:endParaRPr>
              </a:p>
              <a:p>
                <a:pPr marL="0" indent="0">
                  <a:lnSpc>
                    <a:spcPct val="125000"/>
                  </a:lnSpc>
                  <a:buNone/>
                </a:pPr>
                <a:r>
                  <a:rPr lang="en-US" altLang="zh-CN" b="0" dirty="0">
                    <a:ea typeface="Cambria Math" panose="02040503050406030204" pitchFamily="18" charset="0"/>
                  </a:rPr>
                  <a:t>                                      </a:t>
                </a:r>
                <a14:m>
                  <m:oMath xmlns:m="http://schemas.openxmlformats.org/officeDocument/2006/math">
                    <m:r>
                      <a:rPr lang="en-US" altLang="zh-CN" b="0" i="1" smtClean="0">
                        <a:latin typeface="Cambria Math" panose="02040503050406030204" pitchFamily="18" charset="0"/>
                        <a:ea typeface="Cambria Math" panose="02040503050406030204" pitchFamily="18" charset="0"/>
                      </a:rPr>
                      <m:t>𝑖</m:t>
                    </m:r>
                    <m:r>
                      <a:rPr lang="en-US" altLang="zh-CN" b="0" i="1" smtClean="0">
                        <a:latin typeface="Cambria Math" panose="02040503050406030204" pitchFamily="18" charset="0"/>
                        <a:ea typeface="Cambria Math" panose="02040503050406030204" pitchFamily="18" charset="0"/>
                      </a:rPr>
                      <m:t>=1⋯(</m:t>
                    </m:r>
                    <m:r>
                      <a:rPr lang="en-US" altLang="zh-CN" b="0" i="1" smtClean="0">
                        <a:latin typeface="Cambria Math" panose="02040503050406030204" pitchFamily="18" charset="0"/>
                        <a:ea typeface="Cambria Math" panose="02040503050406030204" pitchFamily="18" charset="0"/>
                      </a:rPr>
                      <m:t>𝑛</m:t>
                    </m:r>
                    <m:r>
                      <a:rPr lang="en-US" altLang="zh-CN" b="0" i="1" smtClean="0">
                        <a:latin typeface="Cambria Math" panose="02040503050406030204" pitchFamily="18" charset="0"/>
                        <a:ea typeface="Cambria Math" panose="02040503050406030204" pitchFamily="18" charset="0"/>
                      </a:rPr>
                      <m:t>−1)</m:t>
                    </m:r>
                  </m:oMath>
                </a14:m>
                <a:r>
                  <a:rPr lang="en-US" altLang="zh-CN" b="0" dirty="0"/>
                  <a:t>, </a:t>
                </a:r>
                <a14:m>
                  <m:oMath xmlns:m="http://schemas.openxmlformats.org/officeDocument/2006/math">
                    <m:sSub>
                      <m:sSubPr>
                        <m:ctrlPr>
                          <a:rPr lang="en-US" altLang="zh-CN" b="0" i="1">
                            <a:latin typeface="Cambria Math" panose="02040503050406030204" pitchFamily="18" charset="0"/>
                            <a:ea typeface="Cambria Math" panose="02040503050406030204" pitchFamily="18" charset="0"/>
                          </a:rPr>
                        </m:ctrlPr>
                      </m:sSubPr>
                      <m:e>
                        <m:r>
                          <a:rPr lang="en-US" altLang="zh-CN" b="0" i="1">
                            <a:latin typeface="Cambria Math" panose="02040503050406030204" pitchFamily="18" charset="0"/>
                            <a:ea typeface="Cambria Math" panose="02040503050406030204" pitchFamily="18" charset="0"/>
                          </a:rPr>
                          <m:t>𝑎</m:t>
                        </m:r>
                      </m:e>
                      <m:sub>
                        <m:r>
                          <a:rPr lang="en-US" altLang="zh-CN" b="0" i="1">
                            <a:latin typeface="Cambria Math" panose="02040503050406030204" pitchFamily="18" charset="0"/>
                            <a:ea typeface="Cambria Math" panose="02040503050406030204" pitchFamily="18" charset="0"/>
                          </a:rPr>
                          <m:t>1</m:t>
                        </m:r>
                      </m:sub>
                    </m:sSub>
                    <m:r>
                      <a:rPr lang="zh-CN" altLang="en-US" b="0" i="1">
                        <a:latin typeface="Cambria Math" panose="02040503050406030204" pitchFamily="18" charset="0"/>
                        <a:ea typeface="Cambria Math" panose="02040503050406030204" pitchFamily="18" charset="0"/>
                      </a:rPr>
                      <m:t>无前驱，</m:t>
                    </m:r>
                    <m:sSub>
                      <m:sSubPr>
                        <m:ctrlPr>
                          <a:rPr lang="en-US" altLang="zh-CN" b="0" i="1">
                            <a:latin typeface="Cambria Math" panose="02040503050406030204" pitchFamily="18" charset="0"/>
                            <a:ea typeface="Cambria Math" panose="02040503050406030204" pitchFamily="18" charset="0"/>
                          </a:rPr>
                        </m:ctrlPr>
                      </m:sSubPr>
                      <m:e>
                        <m:r>
                          <a:rPr lang="en-US" altLang="zh-CN" b="0" i="1">
                            <a:latin typeface="Cambria Math" panose="02040503050406030204" pitchFamily="18" charset="0"/>
                            <a:ea typeface="Cambria Math" panose="02040503050406030204" pitchFamily="18" charset="0"/>
                          </a:rPr>
                          <m:t>𝑎</m:t>
                        </m:r>
                      </m:e>
                      <m:sub>
                        <m:r>
                          <a:rPr lang="en-US" altLang="zh-CN" b="0" i="1">
                            <a:latin typeface="Cambria Math" panose="02040503050406030204" pitchFamily="18" charset="0"/>
                            <a:ea typeface="Cambria Math" panose="02040503050406030204" pitchFamily="18" charset="0"/>
                          </a:rPr>
                          <m:t>𝑛</m:t>
                        </m:r>
                      </m:sub>
                    </m:sSub>
                    <m:r>
                      <a:rPr lang="zh-CN" altLang="en-US" b="0" i="1">
                        <a:latin typeface="Cambria Math" panose="02040503050406030204" pitchFamily="18" charset="0"/>
                        <a:ea typeface="Cambria Math" panose="02040503050406030204" pitchFamily="18" charset="0"/>
                      </a:rPr>
                      <m:t>无后继</m:t>
                    </m:r>
                    <m:r>
                      <a:rPr lang="en-US" altLang="zh-CN" b="0" i="1" smtClean="0">
                        <a:latin typeface="Cambria Math" panose="02040503050406030204" pitchFamily="18" charset="0"/>
                        <a:ea typeface="Cambria Math" panose="02040503050406030204" pitchFamily="18" charset="0"/>
                      </a:rPr>
                      <m:t>}</m:t>
                    </m:r>
                  </m:oMath>
                </a14:m>
                <a:endParaRPr lang="en-US" altLang="zh-CN" b="0" dirty="0"/>
              </a:p>
              <a:p>
                <a:pPr marL="0" indent="0">
                  <a:lnSpc>
                    <a:spcPct val="125000"/>
                  </a:lnSpc>
                  <a:buNone/>
                </a:pPr>
                <a:r>
                  <a:rPr lang="zh-CN" altLang="en-US" b="0" dirty="0"/>
                  <a:t>    基本操作：</a:t>
                </a:r>
                <a:endParaRPr lang="en-US" altLang="zh-CN" b="0" dirty="0"/>
              </a:p>
              <a:p>
                <a:pPr marL="0" indent="0">
                  <a:lnSpc>
                    <a:spcPct val="100000"/>
                  </a:lnSpc>
                  <a:buNone/>
                </a:pPr>
                <a:r>
                  <a:rPr lang="en-US" altLang="zh-CN" b="0" dirty="0"/>
                  <a:t>        void </a:t>
                </a:r>
                <a:r>
                  <a:rPr lang="en-US" altLang="zh-CN" b="0" dirty="0" err="1"/>
                  <a:t>InitList</a:t>
                </a:r>
                <a:r>
                  <a:rPr lang="en-US" altLang="zh-CN" b="0" dirty="0"/>
                  <a:t>(List*);</a:t>
                </a:r>
              </a:p>
              <a:p>
                <a:pPr marL="0" indent="0">
                  <a:lnSpc>
                    <a:spcPct val="100000"/>
                  </a:lnSpc>
                  <a:buNone/>
                </a:pPr>
                <a:r>
                  <a:rPr lang="en-US" altLang="zh-CN" b="0" dirty="0"/>
                  <a:t>        void </a:t>
                </a:r>
                <a:r>
                  <a:rPr lang="en-US" altLang="zh-CN" b="0" dirty="0" err="1"/>
                  <a:t>DestroyList</a:t>
                </a:r>
                <a:r>
                  <a:rPr lang="en-US" altLang="zh-CN" b="0" dirty="0"/>
                  <a:t>(List*);</a:t>
                </a:r>
              </a:p>
              <a:p>
                <a:pPr marL="0" indent="0">
                  <a:lnSpc>
                    <a:spcPct val="100000"/>
                  </a:lnSpc>
                  <a:buNone/>
                </a:pPr>
                <a:r>
                  <a:rPr lang="en-US" altLang="zh-CN" b="0" dirty="0"/>
                  <a:t>        ……</a:t>
                </a:r>
              </a:p>
              <a:p>
                <a:pPr marL="0" indent="0">
                  <a:lnSpc>
                    <a:spcPct val="125000"/>
                  </a:lnSpc>
                  <a:buNone/>
                </a:pPr>
                <a:r>
                  <a:rPr lang="en-US" altLang="zh-CN" b="0" dirty="0"/>
                  <a:t>}</a:t>
                </a:r>
                <a:endParaRPr lang="zh-CN" altLang="en-US" b="0" dirty="0"/>
              </a:p>
            </p:txBody>
          </p:sp>
        </mc:Choice>
        <mc:Fallback xmlns="">
          <p:sp>
            <p:nvSpPr>
              <p:cNvPr id="3" name="内容占位符 2">
                <a:extLst>
                  <a:ext uri="{FF2B5EF4-FFF2-40B4-BE49-F238E27FC236}">
                    <a16:creationId xmlns:a16="http://schemas.microsoft.com/office/drawing/2014/main" id="{B94C5B90-CEE1-4FF4-B21E-0BC7FDA3E013}"/>
                  </a:ext>
                </a:extLst>
              </p:cNvPr>
              <p:cNvSpPr>
                <a:spLocks noGrp="1" noRot="1" noChangeAspect="1" noMove="1" noResize="1" noEditPoints="1" noAdjustHandles="1" noChangeArrowheads="1" noChangeShapeType="1" noTextEdit="1"/>
              </p:cNvSpPr>
              <p:nvPr>
                <p:ph idx="1"/>
              </p:nvPr>
            </p:nvSpPr>
            <p:spPr>
              <a:blipFill>
                <a:blip r:embed="rId2"/>
                <a:stretch>
                  <a:fillRect l="-1316" t="-235" b="-341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9819769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1618B52-CE91-4630-935B-0A604431D25B}"/>
              </a:ext>
            </a:extLst>
          </p:cNvPr>
          <p:cNvSpPr>
            <a:spLocks noGrp="1"/>
          </p:cNvSpPr>
          <p:nvPr>
            <p:ph type="title"/>
          </p:nvPr>
        </p:nvSpPr>
        <p:spPr/>
        <p:txBody>
          <a:bodyPr/>
          <a:lstStyle/>
          <a:p>
            <a:r>
              <a:rPr lang="zh-CN" altLang="en-US" dirty="0"/>
              <a:t>面向对象的程序设计</a:t>
            </a:r>
          </a:p>
        </p:txBody>
      </p:sp>
      <p:pic>
        <p:nvPicPr>
          <p:cNvPr id="8" name="图片 7">
            <a:extLst>
              <a:ext uri="{FF2B5EF4-FFF2-40B4-BE49-F238E27FC236}">
                <a16:creationId xmlns:a16="http://schemas.microsoft.com/office/drawing/2014/main" id="{899BA90A-93B2-4513-BB6E-8645BA7A74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2920" y="1752600"/>
            <a:ext cx="11079480" cy="3276600"/>
          </a:xfrm>
          <a:prstGeom prst="rect">
            <a:avLst/>
          </a:prstGeom>
        </p:spPr>
      </p:pic>
    </p:spTree>
    <p:extLst>
      <p:ext uri="{BB962C8B-B14F-4D97-AF65-F5344CB8AC3E}">
        <p14:creationId xmlns:p14="http://schemas.microsoft.com/office/powerpoint/2010/main" val="4344047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5983C1-7140-409E-9F6C-B826DD400428}"/>
              </a:ext>
            </a:extLst>
          </p:cNvPr>
          <p:cNvSpPr>
            <a:spLocks noGrp="1"/>
          </p:cNvSpPr>
          <p:nvPr>
            <p:ph type="title"/>
          </p:nvPr>
        </p:nvSpPr>
        <p:spPr/>
        <p:txBody>
          <a:bodyPr/>
          <a:lstStyle/>
          <a:p>
            <a:r>
              <a:rPr lang="zh-CN" altLang="en-US" dirty="0"/>
              <a:t>面向对象和面向过程</a:t>
            </a:r>
          </a:p>
        </p:txBody>
      </p:sp>
      <p:sp>
        <p:nvSpPr>
          <p:cNvPr id="3" name="内容占位符 2">
            <a:extLst>
              <a:ext uri="{FF2B5EF4-FFF2-40B4-BE49-F238E27FC236}">
                <a16:creationId xmlns:a16="http://schemas.microsoft.com/office/drawing/2014/main" id="{91C91D0E-2D46-487C-A77E-87FD99D321B0}"/>
              </a:ext>
            </a:extLst>
          </p:cNvPr>
          <p:cNvSpPr>
            <a:spLocks noGrp="1"/>
          </p:cNvSpPr>
          <p:nvPr>
            <p:ph idx="1"/>
          </p:nvPr>
        </p:nvSpPr>
        <p:spPr>
          <a:xfrm>
            <a:off x="304800" y="1219200"/>
            <a:ext cx="11582400" cy="5181600"/>
          </a:xfrm>
        </p:spPr>
        <p:txBody>
          <a:bodyPr/>
          <a:lstStyle/>
          <a:p>
            <a:r>
              <a:rPr lang="zh-CN" altLang="en-US" dirty="0"/>
              <a:t>面向对象</a:t>
            </a:r>
            <a:endParaRPr lang="en-US" altLang="zh-CN" dirty="0"/>
          </a:p>
          <a:p>
            <a:pPr lvl="1"/>
            <a:r>
              <a:rPr lang="zh-CN" altLang="en-US" dirty="0"/>
              <a:t>世界是由对象组成的。</a:t>
            </a:r>
            <a:endParaRPr lang="en-US" altLang="zh-CN" dirty="0"/>
          </a:p>
          <a:p>
            <a:pPr lvl="1"/>
            <a:r>
              <a:rPr lang="zh-CN" altLang="en-US" dirty="0"/>
              <a:t>程序设计着眼于对象和对象之间的联系。</a:t>
            </a:r>
            <a:endParaRPr lang="en-US" altLang="zh-CN" dirty="0"/>
          </a:p>
          <a:p>
            <a:r>
              <a:rPr lang="zh-CN" altLang="en-US" dirty="0"/>
              <a:t>面向过程</a:t>
            </a:r>
            <a:endParaRPr lang="en-US" altLang="zh-CN" dirty="0"/>
          </a:p>
          <a:p>
            <a:pPr lvl="1"/>
            <a:r>
              <a:rPr lang="zh-CN" altLang="en-US" dirty="0"/>
              <a:t>程序本身是一种过程。</a:t>
            </a:r>
            <a:endParaRPr lang="en-US" altLang="zh-CN" dirty="0"/>
          </a:p>
          <a:p>
            <a:pPr lvl="1"/>
            <a:r>
              <a:rPr lang="zh-CN" altLang="en-US" dirty="0"/>
              <a:t>程序设计着眼于过程和过程中的事件。</a:t>
            </a:r>
            <a:endParaRPr lang="en-US" altLang="zh-CN" dirty="0"/>
          </a:p>
          <a:p>
            <a:r>
              <a:rPr lang="zh-CN" altLang="en-US" dirty="0"/>
              <a:t>二者联系：</a:t>
            </a:r>
            <a:r>
              <a:rPr lang="zh-CN" altLang="en-US" b="0" dirty="0"/>
              <a:t>二者相互补充，并不矛盾</a:t>
            </a:r>
            <a:endParaRPr lang="en-US" altLang="zh-CN" b="0" dirty="0"/>
          </a:p>
          <a:p>
            <a:r>
              <a:rPr lang="zh-CN" altLang="en-US" dirty="0"/>
              <a:t>程序设计方法与编程语言无关</a:t>
            </a:r>
          </a:p>
        </p:txBody>
      </p:sp>
    </p:spTree>
    <p:extLst>
      <p:ext uri="{BB962C8B-B14F-4D97-AF65-F5344CB8AC3E}">
        <p14:creationId xmlns:p14="http://schemas.microsoft.com/office/powerpoint/2010/main" val="39345629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F64388A-FE4C-40C5-872F-C843EF1D8BF4}"/>
              </a:ext>
            </a:extLst>
          </p:cNvPr>
          <p:cNvSpPr>
            <a:spLocks noGrp="1"/>
          </p:cNvSpPr>
          <p:nvPr>
            <p:ph type="title"/>
          </p:nvPr>
        </p:nvSpPr>
        <p:spPr/>
        <p:txBody>
          <a:bodyPr/>
          <a:lstStyle/>
          <a:p>
            <a:r>
              <a:rPr lang="zh-CN" altLang="en-US" u="sng" dirty="0"/>
              <a:t>程序</a:t>
            </a:r>
            <a:r>
              <a:rPr lang="en-US" altLang="zh-CN" u="sng" dirty="0"/>
              <a:t>=</a:t>
            </a:r>
            <a:r>
              <a:rPr lang="zh-CN" altLang="en-US" u="sng" dirty="0"/>
              <a:t>算法</a:t>
            </a:r>
            <a:r>
              <a:rPr lang="en-US" altLang="zh-CN" u="sng" dirty="0"/>
              <a:t>+</a:t>
            </a:r>
            <a:r>
              <a:rPr lang="zh-CN" altLang="en-US" u="sng" dirty="0"/>
              <a:t>数据结构</a:t>
            </a:r>
            <a:r>
              <a:rPr lang="en-US" altLang="zh-CN" dirty="0">
                <a:solidFill>
                  <a:srgbClr val="FF0000"/>
                </a:solidFill>
              </a:rPr>
              <a:t>+</a:t>
            </a:r>
            <a:r>
              <a:rPr lang="zh-CN" altLang="en-US" dirty="0">
                <a:solidFill>
                  <a:srgbClr val="FF0000"/>
                </a:solidFill>
              </a:rPr>
              <a:t>结构化设计</a:t>
            </a:r>
          </a:p>
        </p:txBody>
      </p:sp>
      <p:sp>
        <p:nvSpPr>
          <p:cNvPr id="3" name="内容占位符 2">
            <a:extLst>
              <a:ext uri="{FF2B5EF4-FFF2-40B4-BE49-F238E27FC236}">
                <a16:creationId xmlns:a16="http://schemas.microsoft.com/office/drawing/2014/main" id="{00B17F3E-AEAF-4D1A-8BA4-72C7354ED6D7}"/>
              </a:ext>
            </a:extLst>
          </p:cNvPr>
          <p:cNvSpPr>
            <a:spLocks noGrp="1"/>
          </p:cNvSpPr>
          <p:nvPr>
            <p:ph idx="1"/>
          </p:nvPr>
        </p:nvSpPr>
        <p:spPr/>
        <p:txBody>
          <a:bodyPr/>
          <a:lstStyle/>
          <a:p>
            <a:r>
              <a:rPr lang="zh-CN" altLang="en-US" dirty="0"/>
              <a:t>算法</a:t>
            </a:r>
            <a:endParaRPr lang="en-US" altLang="zh-CN" dirty="0"/>
          </a:p>
          <a:p>
            <a:pPr lvl="1"/>
            <a:r>
              <a:rPr lang="zh-CN" altLang="en-US" dirty="0"/>
              <a:t>算法是对计算过程的描述。</a:t>
            </a:r>
            <a:endParaRPr lang="en-US" altLang="zh-CN" dirty="0"/>
          </a:p>
          <a:p>
            <a:pPr lvl="1"/>
            <a:r>
              <a:rPr lang="zh-CN" altLang="en-US" dirty="0"/>
              <a:t>设计算法是一种面向过程的设计。</a:t>
            </a:r>
            <a:endParaRPr lang="en-US" altLang="zh-CN" dirty="0"/>
          </a:p>
          <a:p>
            <a:r>
              <a:rPr lang="zh-CN" altLang="en-US" dirty="0"/>
              <a:t>数据结构</a:t>
            </a:r>
            <a:endParaRPr lang="en-US" altLang="zh-CN" dirty="0"/>
          </a:p>
          <a:p>
            <a:pPr lvl="1"/>
            <a:r>
              <a:rPr lang="zh-CN" altLang="en-US" dirty="0"/>
              <a:t>数据结构是对数据关系的描述。</a:t>
            </a:r>
            <a:endParaRPr lang="en-US" altLang="zh-CN" dirty="0"/>
          </a:p>
          <a:p>
            <a:pPr lvl="1"/>
            <a:r>
              <a:rPr lang="zh-CN" altLang="en-US" dirty="0"/>
              <a:t>设计数据结构是一种面向对象的设计。</a:t>
            </a:r>
          </a:p>
        </p:txBody>
      </p:sp>
    </p:spTree>
    <p:extLst>
      <p:ext uri="{BB962C8B-B14F-4D97-AF65-F5344CB8AC3E}">
        <p14:creationId xmlns:p14="http://schemas.microsoft.com/office/powerpoint/2010/main" val="40561501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21578B7-2E2B-4829-A5C4-E9ABE80FCC9A}"/>
              </a:ext>
            </a:extLst>
          </p:cNvPr>
          <p:cNvSpPr>
            <a:spLocks noGrp="1"/>
          </p:cNvSpPr>
          <p:nvPr>
            <p:ph type="title"/>
          </p:nvPr>
        </p:nvSpPr>
        <p:spPr/>
        <p:txBody>
          <a:bodyPr/>
          <a:lstStyle/>
          <a:p>
            <a:r>
              <a:rPr lang="zh-CN" altLang="en-US" dirty="0"/>
              <a:t>结构化设计</a:t>
            </a:r>
          </a:p>
        </p:txBody>
      </p:sp>
      <p:sp>
        <p:nvSpPr>
          <p:cNvPr id="3" name="内容占位符 2">
            <a:extLst>
              <a:ext uri="{FF2B5EF4-FFF2-40B4-BE49-F238E27FC236}">
                <a16:creationId xmlns:a16="http://schemas.microsoft.com/office/drawing/2014/main" id="{183E84B4-EEAF-4D82-9586-C5D59F20B060}"/>
              </a:ext>
            </a:extLst>
          </p:cNvPr>
          <p:cNvSpPr>
            <a:spLocks noGrp="1"/>
          </p:cNvSpPr>
          <p:nvPr>
            <p:ph idx="1"/>
          </p:nvPr>
        </p:nvSpPr>
        <p:spPr/>
        <p:txBody>
          <a:bodyPr/>
          <a:lstStyle/>
          <a:p>
            <a:r>
              <a:rPr lang="zh-CN" altLang="en-US" dirty="0"/>
              <a:t>什么是结构化设计？</a:t>
            </a:r>
            <a:endParaRPr lang="en-US" altLang="zh-CN" dirty="0"/>
          </a:p>
          <a:p>
            <a:pPr lvl="1"/>
            <a:r>
              <a:rPr lang="zh-CN" altLang="en-US" dirty="0"/>
              <a:t>基本思想：分而治之</a:t>
            </a:r>
            <a:endParaRPr lang="en-US" altLang="zh-CN" dirty="0"/>
          </a:p>
          <a:p>
            <a:pPr lvl="1"/>
            <a:r>
              <a:rPr lang="zh-CN" altLang="en-US" dirty="0"/>
              <a:t>设计原则：高内聚、松耦合</a:t>
            </a:r>
            <a:endParaRPr lang="en-US" altLang="zh-CN" dirty="0"/>
          </a:p>
          <a:p>
            <a:pPr lvl="1"/>
            <a:r>
              <a:rPr lang="zh-CN" altLang="en-US" dirty="0"/>
              <a:t>设计内容：程序结构化、数据结构化</a:t>
            </a:r>
            <a:endParaRPr lang="en-US" altLang="zh-CN" dirty="0"/>
          </a:p>
          <a:p>
            <a:pPr lvl="1"/>
            <a:r>
              <a:rPr lang="zh-CN" altLang="en-US" dirty="0"/>
              <a:t>表现形式：层次化、过程化、对象化</a:t>
            </a:r>
            <a:endParaRPr lang="en-US" altLang="zh-CN" dirty="0"/>
          </a:p>
          <a:p>
            <a:r>
              <a:rPr lang="zh-CN" altLang="en-US" dirty="0"/>
              <a:t>特别说明</a:t>
            </a:r>
            <a:endParaRPr lang="en-US" altLang="zh-CN" dirty="0"/>
          </a:p>
          <a:p>
            <a:pPr lvl="1"/>
            <a:r>
              <a:rPr lang="zh-CN" altLang="en-US" dirty="0"/>
              <a:t>很多教材仍然采用</a:t>
            </a:r>
            <a:r>
              <a:rPr lang="en-US" altLang="zh-CN" dirty="0"/>
              <a:t>1969</a:t>
            </a:r>
            <a:r>
              <a:rPr lang="zh-CN" altLang="en-US" dirty="0"/>
              <a:t>年</a:t>
            </a:r>
            <a:r>
              <a:rPr lang="en-US" altLang="zh-CN" dirty="0"/>
              <a:t>Dijkstra</a:t>
            </a:r>
            <a:r>
              <a:rPr lang="zh-CN" altLang="en-US" dirty="0"/>
              <a:t>对结构化设计的解释。</a:t>
            </a:r>
            <a:endParaRPr lang="en-US" altLang="zh-CN" dirty="0"/>
          </a:p>
          <a:p>
            <a:pPr lvl="1"/>
            <a:r>
              <a:rPr lang="zh-CN" altLang="en-US" dirty="0"/>
              <a:t>这里阐述的是本人观点。</a:t>
            </a:r>
          </a:p>
        </p:txBody>
      </p:sp>
    </p:spTree>
    <p:extLst>
      <p:ext uri="{BB962C8B-B14F-4D97-AF65-F5344CB8AC3E}">
        <p14:creationId xmlns:p14="http://schemas.microsoft.com/office/powerpoint/2010/main" val="42138828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7B487CF-ED24-4FAC-BBE7-C851E2FAC2D1}"/>
              </a:ext>
            </a:extLst>
          </p:cNvPr>
          <p:cNvSpPr>
            <a:spLocks noGrp="1"/>
          </p:cNvSpPr>
          <p:nvPr>
            <p:ph type="title"/>
          </p:nvPr>
        </p:nvSpPr>
        <p:spPr/>
        <p:txBody>
          <a:bodyPr/>
          <a:lstStyle/>
          <a:p>
            <a:r>
              <a:rPr lang="zh-CN" altLang="en-US" dirty="0"/>
              <a:t>本章概念</a:t>
            </a:r>
          </a:p>
        </p:txBody>
      </p:sp>
      <p:sp>
        <p:nvSpPr>
          <p:cNvPr id="3" name="内容占位符 2">
            <a:extLst>
              <a:ext uri="{FF2B5EF4-FFF2-40B4-BE49-F238E27FC236}">
                <a16:creationId xmlns:a16="http://schemas.microsoft.com/office/drawing/2014/main" id="{52F818D9-38CA-43B3-86CF-EF7352DD7893}"/>
              </a:ext>
            </a:extLst>
          </p:cNvPr>
          <p:cNvSpPr>
            <a:spLocks noGrp="1"/>
          </p:cNvSpPr>
          <p:nvPr>
            <p:ph idx="1"/>
          </p:nvPr>
        </p:nvSpPr>
        <p:spPr>
          <a:xfrm>
            <a:off x="304800" y="990600"/>
            <a:ext cx="11582400" cy="5181600"/>
          </a:xfrm>
        </p:spPr>
        <p:txBody>
          <a:bodyPr/>
          <a:lstStyle/>
          <a:p>
            <a:r>
              <a:rPr lang="zh-CN" altLang="en-US" dirty="0"/>
              <a:t>数据相关概念</a:t>
            </a:r>
            <a:endParaRPr lang="en-US" altLang="zh-CN" dirty="0"/>
          </a:p>
          <a:p>
            <a:pPr lvl="1"/>
            <a:r>
              <a:rPr lang="zh-CN" altLang="en-US" dirty="0"/>
              <a:t>什么是数据？</a:t>
            </a:r>
            <a:endParaRPr lang="en-US" altLang="zh-CN" dirty="0"/>
          </a:p>
          <a:p>
            <a:pPr lvl="1"/>
            <a:r>
              <a:rPr lang="zh-CN" altLang="en-US" dirty="0"/>
              <a:t>什么是信息？</a:t>
            </a:r>
            <a:endParaRPr lang="en-US" altLang="zh-CN" dirty="0"/>
          </a:p>
          <a:p>
            <a:pPr lvl="1"/>
            <a:r>
              <a:rPr lang="zh-CN" altLang="en-US" dirty="0"/>
              <a:t>什么是数据元素？</a:t>
            </a:r>
            <a:endParaRPr lang="en-US" altLang="zh-CN" dirty="0"/>
          </a:p>
          <a:p>
            <a:pPr lvl="1"/>
            <a:r>
              <a:rPr lang="zh-CN" altLang="en-US" dirty="0"/>
              <a:t>什么是数据项？</a:t>
            </a:r>
            <a:endParaRPr lang="en-US" altLang="zh-CN" dirty="0"/>
          </a:p>
          <a:p>
            <a:pPr lvl="1"/>
            <a:r>
              <a:rPr lang="zh-CN" altLang="en-US" dirty="0"/>
              <a:t>什么是数据结构？</a:t>
            </a:r>
            <a:endParaRPr lang="en-US" altLang="zh-CN" dirty="0"/>
          </a:p>
          <a:p>
            <a:pPr lvl="1"/>
            <a:r>
              <a:rPr lang="zh-CN" altLang="en-US" dirty="0"/>
              <a:t>数据的逻辑结构有哪四大类？</a:t>
            </a:r>
            <a:endParaRPr lang="en-US" altLang="zh-CN" dirty="0"/>
          </a:p>
          <a:p>
            <a:pPr lvl="1"/>
            <a:r>
              <a:rPr lang="zh-CN" altLang="en-US" dirty="0"/>
              <a:t>什么是数据类型？</a:t>
            </a:r>
            <a:endParaRPr lang="en-US" altLang="zh-CN" dirty="0"/>
          </a:p>
          <a:p>
            <a:pPr lvl="1"/>
            <a:r>
              <a:rPr lang="zh-CN" altLang="en-US" dirty="0"/>
              <a:t>什么是抽象数据类型？</a:t>
            </a:r>
          </a:p>
        </p:txBody>
      </p:sp>
    </p:spTree>
    <p:extLst>
      <p:ext uri="{BB962C8B-B14F-4D97-AF65-F5344CB8AC3E}">
        <p14:creationId xmlns:p14="http://schemas.microsoft.com/office/powerpoint/2010/main" val="11296784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7B487CF-ED24-4FAC-BBE7-C851E2FAC2D1}"/>
              </a:ext>
            </a:extLst>
          </p:cNvPr>
          <p:cNvSpPr>
            <a:spLocks noGrp="1"/>
          </p:cNvSpPr>
          <p:nvPr>
            <p:ph type="title"/>
          </p:nvPr>
        </p:nvSpPr>
        <p:spPr/>
        <p:txBody>
          <a:bodyPr/>
          <a:lstStyle/>
          <a:p>
            <a:r>
              <a:rPr lang="zh-CN" altLang="en-US" dirty="0"/>
              <a:t>本章概念</a:t>
            </a:r>
          </a:p>
        </p:txBody>
      </p:sp>
      <p:sp>
        <p:nvSpPr>
          <p:cNvPr id="3" name="内容占位符 2">
            <a:extLst>
              <a:ext uri="{FF2B5EF4-FFF2-40B4-BE49-F238E27FC236}">
                <a16:creationId xmlns:a16="http://schemas.microsoft.com/office/drawing/2014/main" id="{52F818D9-38CA-43B3-86CF-EF7352DD7893}"/>
              </a:ext>
            </a:extLst>
          </p:cNvPr>
          <p:cNvSpPr>
            <a:spLocks noGrp="1"/>
          </p:cNvSpPr>
          <p:nvPr>
            <p:ph idx="1"/>
          </p:nvPr>
        </p:nvSpPr>
        <p:spPr>
          <a:xfrm>
            <a:off x="304800" y="990600"/>
            <a:ext cx="11582400" cy="5181600"/>
          </a:xfrm>
        </p:spPr>
        <p:txBody>
          <a:bodyPr/>
          <a:lstStyle/>
          <a:p>
            <a:r>
              <a:rPr lang="zh-CN" altLang="en-US" dirty="0"/>
              <a:t>程序设计方法相关概念</a:t>
            </a:r>
            <a:endParaRPr lang="en-US" altLang="zh-CN" dirty="0"/>
          </a:p>
          <a:p>
            <a:pPr lvl="1"/>
            <a:r>
              <a:rPr lang="zh-CN" altLang="en-US" dirty="0"/>
              <a:t>什么是实体关系模型？</a:t>
            </a:r>
            <a:endParaRPr lang="en-US" altLang="zh-CN" dirty="0"/>
          </a:p>
          <a:p>
            <a:pPr lvl="1"/>
            <a:r>
              <a:rPr lang="zh-CN" altLang="en-US" dirty="0"/>
              <a:t>什么是面向对象的程序设计方法？</a:t>
            </a:r>
            <a:endParaRPr lang="en-US" altLang="zh-CN" dirty="0"/>
          </a:p>
          <a:p>
            <a:pPr lvl="1"/>
            <a:r>
              <a:rPr lang="zh-CN" altLang="en-US" dirty="0"/>
              <a:t>什么是面向过程的程序设计方法？</a:t>
            </a:r>
            <a:endParaRPr lang="en-US" altLang="zh-CN" dirty="0"/>
          </a:p>
          <a:p>
            <a:pPr lvl="1"/>
            <a:r>
              <a:rPr lang="zh-CN" altLang="en-US" dirty="0"/>
              <a:t>程序设计方法和程序设计语言的关系。</a:t>
            </a:r>
            <a:endParaRPr lang="en-US" altLang="zh-CN" dirty="0"/>
          </a:p>
          <a:p>
            <a:pPr lvl="1"/>
            <a:r>
              <a:rPr lang="zh-CN" altLang="en-US" dirty="0"/>
              <a:t>什么是算法？什么是数据结构？</a:t>
            </a:r>
            <a:endParaRPr lang="en-US" altLang="zh-CN" dirty="0"/>
          </a:p>
          <a:p>
            <a:pPr lvl="1"/>
            <a:r>
              <a:rPr lang="zh-CN" altLang="en-US" dirty="0"/>
              <a:t>什么是结构化设计？</a:t>
            </a:r>
            <a:endParaRPr lang="en-US" altLang="zh-CN" dirty="0"/>
          </a:p>
          <a:p>
            <a:pPr lvl="1"/>
            <a:r>
              <a:rPr lang="zh-CN" altLang="en-US" dirty="0"/>
              <a:t>怎样理解</a:t>
            </a:r>
            <a:r>
              <a:rPr lang="en-US" altLang="zh-CN" dirty="0"/>
              <a:t>   </a:t>
            </a:r>
            <a:r>
              <a:rPr lang="zh-CN" altLang="en-US" dirty="0"/>
              <a:t>程序</a:t>
            </a:r>
            <a:r>
              <a:rPr lang="en-US" altLang="zh-CN" dirty="0"/>
              <a:t>=</a:t>
            </a:r>
            <a:r>
              <a:rPr lang="zh-CN" altLang="en-US" dirty="0"/>
              <a:t>算法</a:t>
            </a:r>
            <a:r>
              <a:rPr lang="en-US" altLang="zh-CN" dirty="0"/>
              <a:t>+</a:t>
            </a:r>
            <a:r>
              <a:rPr lang="zh-CN" altLang="en-US" dirty="0"/>
              <a:t>数据结构</a:t>
            </a:r>
            <a:r>
              <a:rPr lang="en-US" altLang="zh-CN" dirty="0"/>
              <a:t>+</a:t>
            </a:r>
            <a:r>
              <a:rPr lang="zh-CN" altLang="en-US" dirty="0"/>
              <a:t>结构化设计</a:t>
            </a:r>
          </a:p>
        </p:txBody>
      </p:sp>
    </p:spTree>
    <p:extLst>
      <p:ext uri="{BB962C8B-B14F-4D97-AF65-F5344CB8AC3E}">
        <p14:creationId xmlns:p14="http://schemas.microsoft.com/office/powerpoint/2010/main" val="31017947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1575766-5191-4E6D-BC05-80EC6BE0A2C0}"/>
              </a:ext>
            </a:extLst>
          </p:cNvPr>
          <p:cNvSpPr>
            <a:spLocks noGrp="1"/>
          </p:cNvSpPr>
          <p:nvPr>
            <p:ph type="title"/>
          </p:nvPr>
        </p:nvSpPr>
        <p:spPr/>
        <p:txBody>
          <a:bodyPr/>
          <a:lstStyle/>
          <a:p>
            <a:r>
              <a:rPr lang="zh-CN" altLang="en-US" dirty="0"/>
              <a:t>编程练习</a:t>
            </a:r>
          </a:p>
        </p:txBody>
      </p:sp>
      <p:sp>
        <p:nvSpPr>
          <p:cNvPr id="3" name="内容占位符 2">
            <a:extLst>
              <a:ext uri="{FF2B5EF4-FFF2-40B4-BE49-F238E27FC236}">
                <a16:creationId xmlns:a16="http://schemas.microsoft.com/office/drawing/2014/main" id="{A4FBAAB6-ABCE-49CD-966B-F3D65557D36B}"/>
              </a:ext>
            </a:extLst>
          </p:cNvPr>
          <p:cNvSpPr>
            <a:spLocks noGrp="1"/>
          </p:cNvSpPr>
          <p:nvPr>
            <p:ph idx="1"/>
          </p:nvPr>
        </p:nvSpPr>
        <p:spPr/>
        <p:txBody>
          <a:bodyPr/>
          <a:lstStyle/>
          <a:p>
            <a:r>
              <a:rPr lang="zh-CN" altLang="en-US" dirty="0"/>
              <a:t>面向过程</a:t>
            </a:r>
            <a:endParaRPr lang="en-US" altLang="zh-CN" dirty="0"/>
          </a:p>
          <a:p>
            <a:pPr lvl="1"/>
            <a:r>
              <a:rPr lang="zh-CN" altLang="en-US" dirty="0"/>
              <a:t>编写一个函数，求整型数组中的最大值。</a:t>
            </a:r>
            <a:endParaRPr lang="en-US" altLang="zh-CN" dirty="0"/>
          </a:p>
          <a:p>
            <a:pPr lvl="1"/>
            <a:r>
              <a:rPr lang="zh-CN" altLang="en-US" dirty="0"/>
              <a:t>编写一个函数，求一个字符串的长度。</a:t>
            </a:r>
            <a:endParaRPr lang="en-US" altLang="zh-CN" dirty="0"/>
          </a:p>
          <a:p>
            <a:pPr lvl="1"/>
            <a:r>
              <a:rPr lang="zh-CN" altLang="en-US" dirty="0"/>
              <a:t>编写一个函数，用来求两个正整数的最大公约数。</a:t>
            </a:r>
            <a:endParaRPr lang="en-US" altLang="zh-CN" dirty="0"/>
          </a:p>
          <a:p>
            <a:pPr lvl="1"/>
            <a:r>
              <a:rPr lang="zh-CN" altLang="en-US" dirty="0"/>
              <a:t>编写一个函数，求一元二次方程的实数根。</a:t>
            </a:r>
            <a:endParaRPr lang="en-US" altLang="zh-CN" dirty="0"/>
          </a:p>
          <a:p>
            <a:pPr lvl="1"/>
            <a:r>
              <a:rPr lang="zh-CN" altLang="en-US" dirty="0"/>
              <a:t>编写一个函数，将整型数组里的数从小到大排序。</a:t>
            </a:r>
            <a:endParaRPr lang="en-US" altLang="zh-CN" dirty="0"/>
          </a:p>
          <a:p>
            <a:endParaRPr lang="zh-CN" altLang="en-US" dirty="0"/>
          </a:p>
        </p:txBody>
      </p:sp>
    </p:spTree>
    <p:extLst>
      <p:ext uri="{BB962C8B-B14F-4D97-AF65-F5344CB8AC3E}">
        <p14:creationId xmlns:p14="http://schemas.microsoft.com/office/powerpoint/2010/main" val="14256368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D1B5033-065C-011C-8D63-B28199163BE4}"/>
              </a:ext>
            </a:extLst>
          </p:cNvPr>
          <p:cNvSpPr>
            <a:spLocks noGrp="1"/>
          </p:cNvSpPr>
          <p:nvPr>
            <p:ph type="title"/>
          </p:nvPr>
        </p:nvSpPr>
        <p:spPr/>
        <p:txBody>
          <a:bodyPr/>
          <a:lstStyle/>
          <a:p>
            <a:r>
              <a:rPr lang="zh-CN" altLang="en-US" dirty="0"/>
              <a:t>遵守</a:t>
            </a:r>
            <a:r>
              <a:rPr lang="en-US" altLang="zh-CN" dirty="0"/>
              <a:t>C24</a:t>
            </a:r>
            <a:r>
              <a:rPr lang="zh-CN" altLang="en-US" dirty="0"/>
              <a:t>标准</a:t>
            </a:r>
          </a:p>
        </p:txBody>
      </p:sp>
      <p:pic>
        <p:nvPicPr>
          <p:cNvPr id="7" name="图片 6">
            <a:extLst>
              <a:ext uri="{FF2B5EF4-FFF2-40B4-BE49-F238E27FC236}">
                <a16:creationId xmlns:a16="http://schemas.microsoft.com/office/drawing/2014/main" id="{6FBB8A0E-7952-1CAA-D89C-28CF42DDA7B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2049" y="1371600"/>
            <a:ext cx="11587901" cy="4953000"/>
          </a:xfrm>
          <a:prstGeom prst="rect">
            <a:avLst/>
          </a:prstGeom>
        </p:spPr>
      </p:pic>
    </p:spTree>
    <p:extLst>
      <p:ext uri="{BB962C8B-B14F-4D97-AF65-F5344CB8AC3E}">
        <p14:creationId xmlns:p14="http://schemas.microsoft.com/office/powerpoint/2010/main" val="2169912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C462D8-EBAB-770A-35E6-48464FBCDB2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6676707-B516-1390-A7E6-7B37E4251237}"/>
              </a:ext>
            </a:extLst>
          </p:cNvPr>
          <p:cNvSpPr>
            <a:spLocks noGrp="1"/>
          </p:cNvSpPr>
          <p:nvPr>
            <p:ph type="title"/>
          </p:nvPr>
        </p:nvSpPr>
        <p:spPr/>
        <p:txBody>
          <a:bodyPr/>
          <a:lstStyle/>
          <a:p>
            <a:r>
              <a:rPr lang="zh-CN" altLang="en-US" dirty="0"/>
              <a:t>编程练习</a:t>
            </a:r>
          </a:p>
        </p:txBody>
      </p:sp>
      <p:sp>
        <p:nvSpPr>
          <p:cNvPr id="3" name="内容占位符 2">
            <a:extLst>
              <a:ext uri="{FF2B5EF4-FFF2-40B4-BE49-F238E27FC236}">
                <a16:creationId xmlns:a16="http://schemas.microsoft.com/office/drawing/2014/main" id="{F3E67C22-A4A4-A875-932F-E875BB49B6F9}"/>
              </a:ext>
            </a:extLst>
          </p:cNvPr>
          <p:cNvSpPr>
            <a:spLocks noGrp="1"/>
          </p:cNvSpPr>
          <p:nvPr>
            <p:ph idx="1"/>
          </p:nvPr>
        </p:nvSpPr>
        <p:spPr/>
        <p:txBody>
          <a:bodyPr/>
          <a:lstStyle/>
          <a:p>
            <a:r>
              <a:rPr lang="zh-CN" altLang="en-US" dirty="0"/>
              <a:t>面向对象</a:t>
            </a:r>
            <a:endParaRPr lang="en-US" altLang="zh-CN" dirty="0"/>
          </a:p>
          <a:p>
            <a:pPr lvl="1"/>
            <a:r>
              <a:rPr lang="zh-CN" altLang="en-US" dirty="0"/>
              <a:t>定义一个向量类型（对象），然后实现向量对象的构造、析构、数乘、加减等操作。</a:t>
            </a:r>
            <a:endParaRPr lang="en-US" altLang="zh-CN" dirty="0"/>
          </a:p>
          <a:p>
            <a:pPr lvl="1"/>
            <a:r>
              <a:rPr lang="zh-CN" altLang="en-US" dirty="0"/>
              <a:t>定义一个矩阵对象类型，然后实现矩阵对象的构造、析构、加、减、乘、转置、初始化、打印等操作。</a:t>
            </a:r>
            <a:endParaRPr lang="en-US" altLang="zh-CN" dirty="0"/>
          </a:p>
          <a:p>
            <a:endParaRPr lang="zh-CN" altLang="en-US" dirty="0"/>
          </a:p>
        </p:txBody>
      </p:sp>
    </p:spTree>
    <p:extLst>
      <p:ext uri="{BB962C8B-B14F-4D97-AF65-F5344CB8AC3E}">
        <p14:creationId xmlns:p14="http://schemas.microsoft.com/office/powerpoint/2010/main" val="2272123077"/>
      </p:ext>
    </p:extLst>
  </p:cSld>
  <p:clrMapOvr>
    <a:masterClrMapping/>
  </p:clrMapOvr>
</p:sld>
</file>

<file path=ppt/theme/theme1.xml><?xml version="1.0" encoding="utf-8"?>
<a:theme xmlns:a="http://schemas.openxmlformats.org/drawingml/2006/main" name="tm2">
  <a:themeElements>
    <a:clrScheme name="tm2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fontScheme name="tm2">
      <a:majorFont>
        <a:latin typeface="Arial"/>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tm2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tm2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tm2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tm2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tm2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tm2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tm2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Slipstream</Template>
  <TotalTime>8057</TotalTime>
  <Words>1069</Words>
  <Application>Microsoft Office PowerPoint</Application>
  <PresentationFormat>宽屏</PresentationFormat>
  <Paragraphs>148</Paragraphs>
  <Slides>21</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21</vt:i4>
      </vt:variant>
    </vt:vector>
  </HeadingPairs>
  <TitlesOfParts>
    <vt:vector size="29" baseType="lpstr">
      <vt:lpstr>等线</vt:lpstr>
      <vt:lpstr>华文新魏</vt:lpstr>
      <vt:lpstr>微软雅黑</vt:lpstr>
      <vt:lpstr>Arial</vt:lpstr>
      <vt:lpstr>Cambria Math</vt:lpstr>
      <vt:lpstr>Times New Roman</vt:lpstr>
      <vt:lpstr>Wingdings</vt:lpstr>
      <vt:lpstr>tm2</vt:lpstr>
      <vt:lpstr>第一章  基本概念</vt:lpstr>
      <vt:lpstr>数据和信息</vt:lpstr>
      <vt:lpstr>数据元素和数据项</vt:lpstr>
      <vt:lpstr>数据结构</vt:lpstr>
      <vt:lpstr>数据的物理结构</vt:lpstr>
      <vt:lpstr>数据类型</vt:lpstr>
      <vt:lpstr>抽象数据类型</vt:lpstr>
      <vt:lpstr>面向对象</vt:lpstr>
      <vt:lpstr>实体关系模型</vt:lpstr>
      <vt:lpstr>对学生实体的抽象</vt:lpstr>
      <vt:lpstr>对学生关系的抽象</vt:lpstr>
      <vt:lpstr>对线性关系的抽象</vt:lpstr>
      <vt:lpstr>面向对象的程序设计</vt:lpstr>
      <vt:lpstr>面向对象和面向过程</vt:lpstr>
      <vt:lpstr>程序=算法+数据结构+结构化设计</vt:lpstr>
      <vt:lpstr>结构化设计</vt:lpstr>
      <vt:lpstr>本章概念</vt:lpstr>
      <vt:lpstr>本章概念</vt:lpstr>
      <vt:lpstr>编程练习</vt:lpstr>
      <vt:lpstr>遵守C24标准</vt:lpstr>
      <vt:lpstr>编程练习</vt:lpstr>
    </vt:vector>
  </TitlesOfParts>
  <Company>Publication Services,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 Slide Title</dc:title>
  <dc:creator>K. N. King</dc:creator>
  <cp:lastModifiedBy>xue zhang</cp:lastModifiedBy>
  <cp:revision>1224</cp:revision>
  <cp:lastPrinted>2021-02-27T03:24:38Z</cp:lastPrinted>
  <dcterms:created xsi:type="dcterms:W3CDTF">1999-08-24T18:39:05Z</dcterms:created>
  <dcterms:modified xsi:type="dcterms:W3CDTF">2026-03-04T01:16:58Z</dcterms:modified>
</cp:coreProperties>
</file>