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3" r:id="rId17"/>
    <p:sldId id="274" r:id="rId18"/>
    <p:sldId id="284" r:id="rId19"/>
    <p:sldId id="285" r:id="rId20"/>
    <p:sldId id="286" r:id="rId21"/>
    <p:sldId id="287" r:id="rId22"/>
    <p:sldId id="288" r:id="rId23"/>
    <p:sldId id="290" r:id="rId24"/>
    <p:sldId id="291" r:id="rId25"/>
    <p:sldId id="292" r:id="rId26"/>
    <p:sldId id="293" r:id="rId27"/>
    <p:sldId id="294" r:id="rId28"/>
    <p:sldId id="295" r:id="rId29"/>
    <p:sldId id="296" r:id="rId30"/>
    <p:sldId id="297" r:id="rId31"/>
    <p:sldId id="298" r:id="rId32"/>
    <p:sldId id="301" r:id="rId33"/>
    <p:sldId id="305" r:id="rId34"/>
    <p:sldId id="306" r:id="rId35"/>
    <p:sldId id="307" r:id="rId36"/>
    <p:sldId id="308" r:id="rId37"/>
    <p:sldId id="319" r:id="rId38"/>
    <p:sldId id="310" r:id="rId39"/>
    <p:sldId id="311" r:id="rId40"/>
    <p:sldId id="312" r:id="rId41"/>
    <p:sldId id="313" r:id="rId42"/>
    <p:sldId id="314" r:id="rId43"/>
    <p:sldId id="315" r:id="rId44"/>
    <p:sldId id="316" r:id="rId45"/>
    <p:sldId id="317" r:id="rId46"/>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FF"/>
    <a:srgbClr val="99CC00"/>
    <a:srgbClr val="FF0000"/>
    <a:srgbClr val="FF9900"/>
    <a:srgbClr val="FF99FF"/>
    <a:srgbClr val="FFFF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9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10752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2052"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0752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第五级</a:t>
            </a:r>
          </a:p>
        </p:txBody>
      </p:sp>
      <p:sp>
        <p:nvSpPr>
          <p:cNvPr id="10752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10752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C51D4A67-4741-442A-8319-880124DE5D90}" type="slidenum">
              <a:rPr kumimoji="1"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1</a:t>
            </a:fld>
            <a:endParaRPr lang="en-US" altLang="zh-CN" sz="1200" dirty="0"/>
          </a:p>
        </p:txBody>
      </p:sp>
      <p:sp>
        <p:nvSpPr>
          <p:cNvPr id="4099" name="Rectangle 2"/>
          <p:cNvSpPr>
            <a:spLocks noGrp="1" noRot="1" noChangeAspect="1" noTextEdit="1"/>
          </p:cNvSpPr>
          <p:nvPr>
            <p:ph type="sldImg"/>
          </p:nvPr>
        </p:nvSpPr>
        <p:spPr>
          <a:ln/>
        </p:spPr>
      </p:sp>
      <p:sp>
        <p:nvSpPr>
          <p:cNvPr id="4100"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2</a:t>
            </a:fld>
            <a:endParaRPr lang="en-US" altLang="zh-CN" sz="1200" dirty="0"/>
          </a:p>
        </p:txBody>
      </p:sp>
      <p:sp>
        <p:nvSpPr>
          <p:cNvPr id="6147" name="Rectangle 2"/>
          <p:cNvSpPr>
            <a:spLocks noGrp="1" noRot="1" noChangeAspect="1" noTextEdit="1"/>
          </p:cNvSpPr>
          <p:nvPr>
            <p:ph type="sldImg"/>
          </p:nvPr>
        </p:nvSpPr>
        <p:spPr>
          <a:ln/>
        </p:spPr>
      </p:sp>
      <p:sp>
        <p:nvSpPr>
          <p:cNvPr id="6148"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3</a:t>
            </a:fld>
            <a:endParaRPr lang="en-US" altLang="zh-CN" sz="1200" dirty="0"/>
          </a:p>
        </p:txBody>
      </p:sp>
      <p:sp>
        <p:nvSpPr>
          <p:cNvPr id="8195" name="Rectangle 2"/>
          <p:cNvSpPr>
            <a:spLocks noGrp="1" noRot="1" noChangeAspect="1" noTextEdit="1"/>
          </p:cNvSpPr>
          <p:nvPr>
            <p:ph type="sldImg"/>
          </p:nvPr>
        </p:nvSpPr>
        <p:spPr>
          <a:ln/>
        </p:spPr>
      </p:sp>
      <p:sp>
        <p:nvSpPr>
          <p:cNvPr id="8196"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4</a:t>
            </a:fld>
            <a:endParaRPr lang="en-US" altLang="zh-CN" sz="1200" dirty="0"/>
          </a:p>
        </p:txBody>
      </p:sp>
      <p:sp>
        <p:nvSpPr>
          <p:cNvPr id="10243" name="Rectangle 2"/>
          <p:cNvSpPr>
            <a:spLocks noGrp="1" noRot="1" noChangeAspect="1" noTextEdit="1"/>
          </p:cNvSpPr>
          <p:nvPr>
            <p:ph type="sldImg"/>
          </p:nvPr>
        </p:nvSpPr>
        <p:spPr>
          <a:ln/>
        </p:spPr>
      </p:sp>
      <p:sp>
        <p:nvSpPr>
          <p:cNvPr id="10244"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5</a:t>
            </a:fld>
            <a:endParaRPr lang="en-US" altLang="zh-CN" sz="1200" dirty="0"/>
          </a:p>
        </p:txBody>
      </p:sp>
      <p:sp>
        <p:nvSpPr>
          <p:cNvPr id="12291" name="Rectangle 2"/>
          <p:cNvSpPr>
            <a:spLocks noGrp="1" noRot="1" noChangeAspect="1" noTextEdit="1"/>
          </p:cNvSpPr>
          <p:nvPr>
            <p:ph type="sldImg"/>
          </p:nvPr>
        </p:nvSpPr>
        <p:spPr>
          <a:ln/>
        </p:spPr>
      </p:sp>
      <p:sp>
        <p:nvSpPr>
          <p:cNvPr id="12292"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6</a:t>
            </a:fld>
            <a:endParaRPr lang="en-US" altLang="zh-CN" sz="1200" dirty="0"/>
          </a:p>
        </p:txBody>
      </p:sp>
      <p:sp>
        <p:nvSpPr>
          <p:cNvPr id="14339" name="Rectangle 2"/>
          <p:cNvSpPr>
            <a:spLocks noGrp="1" noRot="1" noChangeAspect="1" noTextEdit="1"/>
          </p:cNvSpPr>
          <p:nvPr>
            <p:ph type="sldImg"/>
          </p:nvPr>
        </p:nvSpPr>
        <p:spPr>
          <a:ln/>
        </p:spPr>
      </p:sp>
      <p:sp>
        <p:nvSpPr>
          <p:cNvPr id="14340"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7</a:t>
            </a:fld>
            <a:endParaRPr lang="en-US" altLang="zh-CN" sz="1200" dirty="0"/>
          </a:p>
        </p:txBody>
      </p:sp>
      <p:sp>
        <p:nvSpPr>
          <p:cNvPr id="16387" name="Rectangle 2"/>
          <p:cNvSpPr>
            <a:spLocks noGrp="1" noRot="1" noChangeAspect="1" noTextEdit="1"/>
          </p:cNvSpPr>
          <p:nvPr>
            <p:ph type="sldImg"/>
          </p:nvPr>
        </p:nvSpPr>
        <p:spPr>
          <a:ln/>
        </p:spPr>
      </p:sp>
      <p:sp>
        <p:nvSpPr>
          <p:cNvPr id="16388"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8</a:t>
            </a:fld>
            <a:endParaRPr lang="en-US" altLang="zh-CN" sz="1200" dirty="0"/>
          </a:p>
        </p:txBody>
      </p:sp>
      <p:sp>
        <p:nvSpPr>
          <p:cNvPr id="18435" name="Rectangle 2"/>
          <p:cNvSpPr>
            <a:spLocks noGrp="1" noRot="1" noChangeAspect="1" noTextEdit="1"/>
          </p:cNvSpPr>
          <p:nvPr>
            <p:ph type="sldImg"/>
          </p:nvPr>
        </p:nvSpPr>
        <p:spPr>
          <a:ln/>
        </p:spPr>
      </p:sp>
      <p:sp>
        <p:nvSpPr>
          <p:cNvPr id="18436"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9</a:t>
            </a:fld>
            <a:endParaRPr lang="en-US" altLang="zh-CN" sz="1200" dirty="0"/>
          </a:p>
        </p:txBody>
      </p:sp>
      <p:sp>
        <p:nvSpPr>
          <p:cNvPr id="20483" name="Rectangle 2"/>
          <p:cNvSpPr>
            <a:spLocks noGrp="1" noRot="1" noChangeAspect="1" noTextEdit="1"/>
          </p:cNvSpPr>
          <p:nvPr>
            <p:ph type="sldImg"/>
          </p:nvPr>
        </p:nvSpPr>
        <p:spPr>
          <a:ln/>
        </p:spPr>
      </p:sp>
      <p:sp>
        <p:nvSpPr>
          <p:cNvPr id="20484"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10</a:t>
            </a:fld>
            <a:endParaRPr lang="en-US" altLang="zh-CN" sz="1200" dirty="0"/>
          </a:p>
        </p:txBody>
      </p:sp>
      <p:sp>
        <p:nvSpPr>
          <p:cNvPr id="22531" name="Rectangle 2"/>
          <p:cNvSpPr>
            <a:spLocks noGrp="1" noRot="1" noChangeAspect="1" noTextEdit="1"/>
          </p:cNvSpPr>
          <p:nvPr>
            <p:ph type="sldImg"/>
          </p:nvPr>
        </p:nvSpPr>
        <p:spPr>
          <a:ln/>
        </p:spPr>
      </p:sp>
      <p:sp>
        <p:nvSpPr>
          <p:cNvPr id="22532"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11</a:t>
            </a:fld>
            <a:endParaRPr lang="en-US" altLang="zh-CN" sz="1200" dirty="0"/>
          </a:p>
        </p:txBody>
      </p:sp>
      <p:sp>
        <p:nvSpPr>
          <p:cNvPr id="24579" name="Rectangle 2"/>
          <p:cNvSpPr>
            <a:spLocks noGrp="1" noRot="1" noChangeAspect="1" noTextEdit="1"/>
          </p:cNvSpPr>
          <p:nvPr>
            <p:ph type="sldImg"/>
          </p:nvPr>
        </p:nvSpPr>
        <p:spPr>
          <a:ln/>
        </p:spPr>
      </p:sp>
      <p:sp>
        <p:nvSpPr>
          <p:cNvPr id="24580"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12</a:t>
            </a:fld>
            <a:endParaRPr lang="en-US" altLang="zh-CN" sz="1200" dirty="0"/>
          </a:p>
        </p:txBody>
      </p:sp>
      <p:sp>
        <p:nvSpPr>
          <p:cNvPr id="26627" name="Rectangle 2"/>
          <p:cNvSpPr>
            <a:spLocks noGrp="1" noRot="1" noChangeAspect="1" noTextEdit="1"/>
          </p:cNvSpPr>
          <p:nvPr>
            <p:ph type="sldImg"/>
          </p:nvPr>
        </p:nvSpPr>
        <p:spPr>
          <a:ln/>
        </p:spPr>
      </p:sp>
      <p:sp>
        <p:nvSpPr>
          <p:cNvPr id="26628"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13</a:t>
            </a:fld>
            <a:endParaRPr lang="en-US" altLang="zh-CN" sz="1200" dirty="0"/>
          </a:p>
        </p:txBody>
      </p:sp>
      <p:sp>
        <p:nvSpPr>
          <p:cNvPr id="28675" name="Rectangle 2"/>
          <p:cNvSpPr>
            <a:spLocks noGrp="1" noRot="1" noChangeAspect="1" noTextEdit="1"/>
          </p:cNvSpPr>
          <p:nvPr>
            <p:ph type="sldImg"/>
          </p:nvPr>
        </p:nvSpPr>
        <p:spPr>
          <a:ln/>
        </p:spPr>
      </p:sp>
      <p:sp>
        <p:nvSpPr>
          <p:cNvPr id="28676"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14</a:t>
            </a:fld>
            <a:endParaRPr lang="en-US" altLang="zh-CN" sz="1200" dirty="0"/>
          </a:p>
        </p:txBody>
      </p:sp>
      <p:sp>
        <p:nvSpPr>
          <p:cNvPr id="30723" name="Rectangle 2"/>
          <p:cNvSpPr>
            <a:spLocks noGrp="1" noRot="1" noChangeAspect="1" noTextEdit="1"/>
          </p:cNvSpPr>
          <p:nvPr>
            <p:ph type="sldImg"/>
          </p:nvPr>
        </p:nvSpPr>
        <p:spPr>
          <a:ln/>
        </p:spPr>
      </p:sp>
      <p:sp>
        <p:nvSpPr>
          <p:cNvPr id="30724"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15</a:t>
            </a:fld>
            <a:endParaRPr lang="en-US" altLang="zh-CN" sz="1200" dirty="0"/>
          </a:p>
        </p:txBody>
      </p:sp>
      <p:sp>
        <p:nvSpPr>
          <p:cNvPr id="32771" name="Rectangle 2"/>
          <p:cNvSpPr>
            <a:spLocks noGrp="1" noRot="1" noChangeAspect="1" noTextEdit="1"/>
          </p:cNvSpPr>
          <p:nvPr>
            <p:ph type="sldImg"/>
          </p:nvPr>
        </p:nvSpPr>
        <p:spPr>
          <a:ln/>
        </p:spPr>
      </p:sp>
      <p:sp>
        <p:nvSpPr>
          <p:cNvPr id="32772"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16</a:t>
            </a:fld>
            <a:endParaRPr lang="en-US" altLang="zh-CN" sz="1200" dirty="0"/>
          </a:p>
        </p:txBody>
      </p:sp>
      <p:sp>
        <p:nvSpPr>
          <p:cNvPr id="34819" name="Rectangle 2"/>
          <p:cNvSpPr>
            <a:spLocks noGrp="1" noRot="1" noChangeAspect="1" noTextEdit="1"/>
          </p:cNvSpPr>
          <p:nvPr>
            <p:ph type="sldImg"/>
          </p:nvPr>
        </p:nvSpPr>
        <p:spPr>
          <a:ln/>
        </p:spPr>
      </p:sp>
      <p:sp>
        <p:nvSpPr>
          <p:cNvPr id="34820"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17</a:t>
            </a:fld>
            <a:endParaRPr lang="en-US" altLang="zh-CN" sz="1200" dirty="0"/>
          </a:p>
        </p:txBody>
      </p:sp>
      <p:sp>
        <p:nvSpPr>
          <p:cNvPr id="36867" name="Rectangle 2"/>
          <p:cNvSpPr>
            <a:spLocks noGrp="1" noRot="1" noChangeAspect="1" noTextEdit="1"/>
          </p:cNvSpPr>
          <p:nvPr>
            <p:ph type="sldImg"/>
          </p:nvPr>
        </p:nvSpPr>
        <p:spPr>
          <a:ln/>
        </p:spPr>
      </p:sp>
      <p:sp>
        <p:nvSpPr>
          <p:cNvPr id="36868"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18</a:t>
            </a:fld>
            <a:endParaRPr lang="en-US" altLang="zh-CN" sz="1200" dirty="0"/>
          </a:p>
        </p:txBody>
      </p:sp>
      <p:sp>
        <p:nvSpPr>
          <p:cNvPr id="57347" name="Rectangle 2"/>
          <p:cNvSpPr>
            <a:spLocks noGrp="1" noRot="1" noChangeAspect="1" noTextEdit="1"/>
          </p:cNvSpPr>
          <p:nvPr>
            <p:ph type="sldImg"/>
          </p:nvPr>
        </p:nvSpPr>
        <p:spPr>
          <a:ln/>
        </p:spPr>
      </p:sp>
      <p:sp>
        <p:nvSpPr>
          <p:cNvPr id="57348"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19</a:t>
            </a:fld>
            <a:endParaRPr lang="en-US" altLang="zh-CN" sz="1200" dirty="0"/>
          </a:p>
        </p:txBody>
      </p:sp>
      <p:sp>
        <p:nvSpPr>
          <p:cNvPr id="59395" name="Rectangle 2"/>
          <p:cNvSpPr>
            <a:spLocks noGrp="1" noRot="1" noChangeAspect="1" noTextEdit="1"/>
          </p:cNvSpPr>
          <p:nvPr>
            <p:ph type="sldImg"/>
          </p:nvPr>
        </p:nvSpPr>
        <p:spPr>
          <a:ln/>
        </p:spPr>
      </p:sp>
      <p:sp>
        <p:nvSpPr>
          <p:cNvPr id="59396"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20</a:t>
            </a:fld>
            <a:endParaRPr lang="en-US" altLang="zh-CN" sz="1200" dirty="0"/>
          </a:p>
        </p:txBody>
      </p:sp>
      <p:sp>
        <p:nvSpPr>
          <p:cNvPr id="61443" name="Rectangle 2"/>
          <p:cNvSpPr>
            <a:spLocks noGrp="1" noRot="1" noChangeAspect="1" noTextEdit="1"/>
          </p:cNvSpPr>
          <p:nvPr>
            <p:ph type="sldImg"/>
          </p:nvPr>
        </p:nvSpPr>
        <p:spPr>
          <a:ln/>
        </p:spPr>
      </p:sp>
      <p:sp>
        <p:nvSpPr>
          <p:cNvPr id="61444"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21</a:t>
            </a:fld>
            <a:endParaRPr lang="en-US" altLang="zh-CN" sz="1200" dirty="0"/>
          </a:p>
        </p:txBody>
      </p:sp>
      <p:sp>
        <p:nvSpPr>
          <p:cNvPr id="63491" name="Rectangle 2"/>
          <p:cNvSpPr>
            <a:spLocks noGrp="1" noRot="1" noChangeAspect="1" noTextEdit="1"/>
          </p:cNvSpPr>
          <p:nvPr>
            <p:ph type="sldImg"/>
          </p:nvPr>
        </p:nvSpPr>
        <p:spPr>
          <a:ln/>
        </p:spPr>
      </p:sp>
      <p:sp>
        <p:nvSpPr>
          <p:cNvPr id="63492"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22</a:t>
            </a:fld>
            <a:endParaRPr lang="en-US" altLang="zh-CN" sz="1200" dirty="0"/>
          </a:p>
        </p:txBody>
      </p:sp>
      <p:sp>
        <p:nvSpPr>
          <p:cNvPr id="65539" name="Rectangle 2"/>
          <p:cNvSpPr>
            <a:spLocks noGrp="1" noRot="1" noChangeAspect="1" noTextEdit="1"/>
          </p:cNvSpPr>
          <p:nvPr>
            <p:ph type="sldImg"/>
          </p:nvPr>
        </p:nvSpPr>
        <p:spPr>
          <a:ln/>
        </p:spPr>
      </p:sp>
      <p:sp>
        <p:nvSpPr>
          <p:cNvPr id="65540"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23</a:t>
            </a:fld>
            <a:endParaRPr lang="en-US" altLang="zh-CN" sz="1200" dirty="0"/>
          </a:p>
        </p:txBody>
      </p:sp>
      <p:sp>
        <p:nvSpPr>
          <p:cNvPr id="67587" name="Rectangle 2"/>
          <p:cNvSpPr>
            <a:spLocks noGrp="1" noRot="1" noChangeAspect="1" noTextEdit="1"/>
          </p:cNvSpPr>
          <p:nvPr>
            <p:ph type="sldImg"/>
          </p:nvPr>
        </p:nvSpPr>
        <p:spPr>
          <a:ln/>
        </p:spPr>
      </p:sp>
      <p:sp>
        <p:nvSpPr>
          <p:cNvPr id="67588"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24</a:t>
            </a:fld>
            <a:endParaRPr lang="en-US" altLang="zh-CN" sz="1200" dirty="0"/>
          </a:p>
        </p:txBody>
      </p:sp>
      <p:sp>
        <p:nvSpPr>
          <p:cNvPr id="69635" name="Rectangle 2"/>
          <p:cNvSpPr>
            <a:spLocks noGrp="1" noRot="1" noChangeAspect="1" noTextEdit="1"/>
          </p:cNvSpPr>
          <p:nvPr>
            <p:ph type="sldImg"/>
          </p:nvPr>
        </p:nvSpPr>
        <p:spPr>
          <a:ln/>
        </p:spPr>
      </p:sp>
      <p:sp>
        <p:nvSpPr>
          <p:cNvPr id="69636"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25</a:t>
            </a:fld>
            <a:endParaRPr lang="en-US" altLang="zh-CN" sz="1200" dirty="0"/>
          </a:p>
        </p:txBody>
      </p:sp>
      <p:sp>
        <p:nvSpPr>
          <p:cNvPr id="71683" name="Rectangle 2"/>
          <p:cNvSpPr>
            <a:spLocks noGrp="1" noRot="1" noChangeAspect="1" noTextEdit="1"/>
          </p:cNvSpPr>
          <p:nvPr>
            <p:ph type="sldImg"/>
          </p:nvPr>
        </p:nvSpPr>
        <p:spPr>
          <a:ln/>
        </p:spPr>
      </p:sp>
      <p:sp>
        <p:nvSpPr>
          <p:cNvPr id="71684"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26</a:t>
            </a:fld>
            <a:endParaRPr lang="en-US" altLang="zh-CN" sz="1200" dirty="0"/>
          </a:p>
        </p:txBody>
      </p:sp>
      <p:sp>
        <p:nvSpPr>
          <p:cNvPr id="73731" name="Rectangle 2"/>
          <p:cNvSpPr>
            <a:spLocks noGrp="1" noRot="1" noChangeAspect="1" noTextEdit="1"/>
          </p:cNvSpPr>
          <p:nvPr>
            <p:ph type="sldImg"/>
          </p:nvPr>
        </p:nvSpPr>
        <p:spPr>
          <a:ln/>
        </p:spPr>
      </p:sp>
      <p:sp>
        <p:nvSpPr>
          <p:cNvPr id="73732"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27</a:t>
            </a:fld>
            <a:endParaRPr lang="en-US" altLang="zh-CN" sz="1200" dirty="0"/>
          </a:p>
        </p:txBody>
      </p:sp>
      <p:sp>
        <p:nvSpPr>
          <p:cNvPr id="75779" name="Rectangle 2"/>
          <p:cNvSpPr>
            <a:spLocks noGrp="1" noRot="1" noChangeAspect="1" noTextEdit="1"/>
          </p:cNvSpPr>
          <p:nvPr>
            <p:ph type="sldImg"/>
          </p:nvPr>
        </p:nvSpPr>
        <p:spPr>
          <a:ln/>
        </p:spPr>
      </p:sp>
      <p:sp>
        <p:nvSpPr>
          <p:cNvPr id="75780"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28</a:t>
            </a:fld>
            <a:endParaRPr lang="en-US" altLang="zh-CN" sz="1200" dirty="0"/>
          </a:p>
        </p:txBody>
      </p:sp>
      <p:sp>
        <p:nvSpPr>
          <p:cNvPr id="77827" name="Rectangle 2"/>
          <p:cNvSpPr>
            <a:spLocks noGrp="1" noRot="1" noChangeAspect="1" noTextEdit="1"/>
          </p:cNvSpPr>
          <p:nvPr>
            <p:ph type="sldImg"/>
          </p:nvPr>
        </p:nvSpPr>
        <p:spPr>
          <a:ln/>
        </p:spPr>
      </p:sp>
      <p:sp>
        <p:nvSpPr>
          <p:cNvPr id="77828"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29</a:t>
            </a:fld>
            <a:endParaRPr lang="en-US" altLang="zh-CN" sz="1200" dirty="0"/>
          </a:p>
        </p:txBody>
      </p:sp>
      <p:sp>
        <p:nvSpPr>
          <p:cNvPr id="79875" name="Rectangle 2"/>
          <p:cNvSpPr>
            <a:spLocks noGrp="1" noRot="1" noChangeAspect="1" noTextEdit="1"/>
          </p:cNvSpPr>
          <p:nvPr>
            <p:ph type="sldImg"/>
          </p:nvPr>
        </p:nvSpPr>
        <p:spPr>
          <a:ln/>
        </p:spPr>
      </p:sp>
      <p:sp>
        <p:nvSpPr>
          <p:cNvPr id="79876"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30</a:t>
            </a:fld>
            <a:endParaRPr lang="en-US" altLang="zh-CN" sz="1200" dirty="0"/>
          </a:p>
        </p:txBody>
      </p:sp>
      <p:sp>
        <p:nvSpPr>
          <p:cNvPr id="81923" name="Rectangle 2"/>
          <p:cNvSpPr>
            <a:spLocks noGrp="1" noRot="1" noChangeAspect="1" noTextEdit="1"/>
          </p:cNvSpPr>
          <p:nvPr>
            <p:ph type="sldImg"/>
          </p:nvPr>
        </p:nvSpPr>
        <p:spPr>
          <a:ln/>
        </p:spPr>
      </p:sp>
      <p:sp>
        <p:nvSpPr>
          <p:cNvPr id="81924"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31</a:t>
            </a:fld>
            <a:endParaRPr lang="en-US" altLang="zh-CN" sz="1200" dirty="0"/>
          </a:p>
        </p:txBody>
      </p:sp>
      <p:sp>
        <p:nvSpPr>
          <p:cNvPr id="83971" name="Rectangle 2"/>
          <p:cNvSpPr>
            <a:spLocks noGrp="1" noRot="1" noChangeAspect="1" noTextEdit="1"/>
          </p:cNvSpPr>
          <p:nvPr>
            <p:ph type="sldImg"/>
          </p:nvPr>
        </p:nvSpPr>
        <p:spPr>
          <a:ln/>
        </p:spPr>
      </p:sp>
      <p:sp>
        <p:nvSpPr>
          <p:cNvPr id="83972"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32</a:t>
            </a:fld>
            <a:endParaRPr lang="en-US" altLang="zh-CN" sz="1200" dirty="0"/>
          </a:p>
        </p:txBody>
      </p:sp>
      <p:sp>
        <p:nvSpPr>
          <p:cNvPr id="90115" name="Rectangle 2"/>
          <p:cNvSpPr>
            <a:spLocks noGrp="1" noRot="1" noChangeAspect="1" noTextEdit="1"/>
          </p:cNvSpPr>
          <p:nvPr>
            <p:ph type="sldImg"/>
          </p:nvPr>
        </p:nvSpPr>
        <p:spPr>
          <a:ln/>
        </p:spPr>
      </p:sp>
      <p:sp>
        <p:nvSpPr>
          <p:cNvPr id="90116"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33</a:t>
            </a:fld>
            <a:endParaRPr lang="en-US" altLang="zh-CN" sz="1200" dirty="0"/>
          </a:p>
        </p:txBody>
      </p:sp>
      <p:sp>
        <p:nvSpPr>
          <p:cNvPr id="98307" name="Rectangle 2"/>
          <p:cNvSpPr>
            <a:spLocks noGrp="1" noRot="1" noChangeAspect="1" noTextEdit="1"/>
          </p:cNvSpPr>
          <p:nvPr>
            <p:ph type="sldImg"/>
          </p:nvPr>
        </p:nvSpPr>
        <p:spPr>
          <a:ln/>
        </p:spPr>
      </p:sp>
      <p:sp>
        <p:nvSpPr>
          <p:cNvPr id="98308"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34</a:t>
            </a:fld>
            <a:endParaRPr lang="en-US" altLang="zh-CN" sz="1200" dirty="0"/>
          </a:p>
        </p:txBody>
      </p:sp>
      <p:sp>
        <p:nvSpPr>
          <p:cNvPr id="100355" name="Rectangle 2"/>
          <p:cNvSpPr>
            <a:spLocks noGrp="1" noRot="1" noChangeAspect="1" noTextEdit="1"/>
          </p:cNvSpPr>
          <p:nvPr>
            <p:ph type="sldImg"/>
          </p:nvPr>
        </p:nvSpPr>
        <p:spPr>
          <a:ln/>
        </p:spPr>
      </p:sp>
      <p:sp>
        <p:nvSpPr>
          <p:cNvPr id="100356"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35</a:t>
            </a:fld>
            <a:endParaRPr lang="en-US" altLang="zh-CN" sz="1200" dirty="0"/>
          </a:p>
        </p:txBody>
      </p:sp>
      <p:sp>
        <p:nvSpPr>
          <p:cNvPr id="102403" name="Rectangle 2"/>
          <p:cNvSpPr>
            <a:spLocks noGrp="1" noRot="1" noChangeAspect="1" noTextEdit="1"/>
          </p:cNvSpPr>
          <p:nvPr>
            <p:ph type="sldImg"/>
          </p:nvPr>
        </p:nvSpPr>
        <p:spPr>
          <a:ln/>
        </p:spPr>
      </p:sp>
      <p:sp>
        <p:nvSpPr>
          <p:cNvPr id="102404"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36</a:t>
            </a:fld>
            <a:endParaRPr lang="en-US" altLang="zh-CN" sz="1200" dirty="0"/>
          </a:p>
        </p:txBody>
      </p:sp>
      <p:sp>
        <p:nvSpPr>
          <p:cNvPr id="104451" name="Rectangle 2"/>
          <p:cNvSpPr>
            <a:spLocks noGrp="1" noRot="1" noChangeAspect="1" noTextEdit="1"/>
          </p:cNvSpPr>
          <p:nvPr>
            <p:ph type="sldImg"/>
          </p:nvPr>
        </p:nvSpPr>
        <p:spPr>
          <a:ln/>
        </p:spPr>
      </p:sp>
      <p:sp>
        <p:nvSpPr>
          <p:cNvPr id="104452"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38</a:t>
            </a:fld>
            <a:endParaRPr lang="en-US" altLang="zh-CN" sz="1200" dirty="0"/>
          </a:p>
        </p:txBody>
      </p:sp>
      <p:sp>
        <p:nvSpPr>
          <p:cNvPr id="108547" name="Rectangle 2"/>
          <p:cNvSpPr>
            <a:spLocks noGrp="1" noRot="1" noChangeAspect="1" noTextEdit="1"/>
          </p:cNvSpPr>
          <p:nvPr>
            <p:ph type="sldImg"/>
          </p:nvPr>
        </p:nvSpPr>
        <p:spPr>
          <a:ln/>
        </p:spPr>
      </p:sp>
      <p:sp>
        <p:nvSpPr>
          <p:cNvPr id="108548"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39</a:t>
            </a:fld>
            <a:endParaRPr lang="en-US" altLang="zh-CN" sz="1200" dirty="0"/>
          </a:p>
        </p:txBody>
      </p:sp>
      <p:sp>
        <p:nvSpPr>
          <p:cNvPr id="110595" name="Rectangle 2"/>
          <p:cNvSpPr>
            <a:spLocks noGrp="1" noRot="1" noChangeAspect="1" noTextEdit="1"/>
          </p:cNvSpPr>
          <p:nvPr>
            <p:ph type="sldImg"/>
          </p:nvPr>
        </p:nvSpPr>
        <p:spPr>
          <a:ln/>
        </p:spPr>
      </p:sp>
      <p:sp>
        <p:nvSpPr>
          <p:cNvPr id="110596"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40</a:t>
            </a:fld>
            <a:endParaRPr lang="en-US" altLang="zh-CN" sz="1200" dirty="0"/>
          </a:p>
        </p:txBody>
      </p:sp>
      <p:sp>
        <p:nvSpPr>
          <p:cNvPr id="112643" name="Rectangle 2"/>
          <p:cNvSpPr>
            <a:spLocks noGrp="1" noRot="1" noChangeAspect="1" noTextEdit="1"/>
          </p:cNvSpPr>
          <p:nvPr>
            <p:ph type="sldImg"/>
          </p:nvPr>
        </p:nvSpPr>
        <p:spPr>
          <a:ln/>
        </p:spPr>
      </p:sp>
      <p:sp>
        <p:nvSpPr>
          <p:cNvPr id="112644"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41</a:t>
            </a:fld>
            <a:endParaRPr lang="en-US" altLang="zh-CN" sz="1200" dirty="0"/>
          </a:p>
        </p:txBody>
      </p:sp>
      <p:sp>
        <p:nvSpPr>
          <p:cNvPr id="114691" name="Rectangle 2"/>
          <p:cNvSpPr>
            <a:spLocks noGrp="1" noRot="1" noChangeAspect="1" noTextEdit="1"/>
          </p:cNvSpPr>
          <p:nvPr>
            <p:ph type="sldImg"/>
          </p:nvPr>
        </p:nvSpPr>
        <p:spPr>
          <a:ln/>
        </p:spPr>
      </p:sp>
      <p:sp>
        <p:nvSpPr>
          <p:cNvPr id="114692"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42</a:t>
            </a:fld>
            <a:endParaRPr lang="en-US" altLang="zh-CN" sz="1200" dirty="0"/>
          </a:p>
        </p:txBody>
      </p:sp>
      <p:sp>
        <p:nvSpPr>
          <p:cNvPr id="116739" name="Rectangle 2"/>
          <p:cNvSpPr>
            <a:spLocks noGrp="1" noRot="1" noChangeAspect="1" noTextEdit="1"/>
          </p:cNvSpPr>
          <p:nvPr>
            <p:ph type="sldImg"/>
          </p:nvPr>
        </p:nvSpPr>
        <p:spPr>
          <a:ln/>
        </p:spPr>
      </p:sp>
      <p:sp>
        <p:nvSpPr>
          <p:cNvPr id="116740"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43</a:t>
            </a:fld>
            <a:endParaRPr lang="en-US" altLang="zh-CN" sz="1200" dirty="0"/>
          </a:p>
        </p:txBody>
      </p:sp>
      <p:sp>
        <p:nvSpPr>
          <p:cNvPr id="118787" name="Rectangle 2"/>
          <p:cNvSpPr>
            <a:spLocks noGrp="1" noRot="1" noChangeAspect="1" noTextEdit="1"/>
          </p:cNvSpPr>
          <p:nvPr>
            <p:ph type="sldImg"/>
          </p:nvPr>
        </p:nvSpPr>
        <p:spPr>
          <a:ln/>
        </p:spPr>
      </p:sp>
      <p:sp>
        <p:nvSpPr>
          <p:cNvPr id="118788"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44</a:t>
            </a:fld>
            <a:endParaRPr lang="en-US" altLang="zh-CN" sz="1200" dirty="0"/>
          </a:p>
        </p:txBody>
      </p:sp>
      <p:sp>
        <p:nvSpPr>
          <p:cNvPr id="120835" name="Rectangle 2"/>
          <p:cNvSpPr>
            <a:spLocks noGrp="1" noRot="1" noChangeAspect="1" noTextEdit="1"/>
          </p:cNvSpPr>
          <p:nvPr>
            <p:ph type="sldImg"/>
          </p:nvPr>
        </p:nvSpPr>
        <p:spPr>
          <a:ln/>
        </p:spPr>
      </p:sp>
      <p:sp>
        <p:nvSpPr>
          <p:cNvPr id="120836"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45</a:t>
            </a:fld>
            <a:endParaRPr lang="en-US" altLang="zh-CN" sz="1200" dirty="0"/>
          </a:p>
        </p:txBody>
      </p:sp>
      <p:sp>
        <p:nvSpPr>
          <p:cNvPr id="122883" name="Rectangle 2"/>
          <p:cNvSpPr>
            <a:spLocks noGrp="1" noRot="1" noChangeAspect="1" noTextEdit="1"/>
          </p:cNvSpPr>
          <p:nvPr>
            <p:ph type="sldImg"/>
          </p:nvPr>
        </p:nvSpPr>
        <p:spPr>
          <a:ln/>
        </p:spPr>
      </p:sp>
      <p:sp>
        <p:nvSpPr>
          <p:cNvPr id="122884" name="Rectangle 3"/>
          <p:cNvSpPr>
            <a:spLocks noGrp="1"/>
          </p:cNvSpPr>
          <p:nvPr>
            <p:ph type="body" idx="1"/>
          </p:nvPr>
        </p:nvSpPr>
        <p:spPr>
          <a:ln/>
        </p:spPr>
        <p:txBody>
          <a:bodyPr wrap="square" lIns="91440" tIns="45720" rIns="91440" bIns="45720" anchor="t"/>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C0B045E-CF7B-4F0C-AE28-33F1C2285834}" type="slidenum">
              <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C0B045E-CF7B-4F0C-AE28-33F1C2285834}" type="slidenum">
              <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C0B045E-CF7B-4F0C-AE28-33F1C2285834}" type="slidenum">
              <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C0B045E-CF7B-4F0C-AE28-33F1C2285834}" type="slidenum">
              <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C0B045E-CF7B-4F0C-AE28-33F1C2285834}" type="slidenum">
              <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C0B045E-CF7B-4F0C-AE28-33F1C2285834}" type="slidenum">
              <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C0B045E-CF7B-4F0C-AE28-33F1C2285834}" type="slidenum">
              <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C0B045E-CF7B-4F0C-AE28-33F1C2285834}" type="slidenum">
              <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C0B045E-CF7B-4F0C-AE28-33F1C2285834}" type="slidenum">
              <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C0B045E-CF7B-4F0C-AE28-33F1C2285834}" type="slidenum">
              <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FC0B045E-CF7B-4F0C-AE28-33F1C2285834}" type="slidenum">
              <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lstStyle/>
          <a:p>
            <a:pPr lvl="0"/>
            <a:r>
              <a:rPr lang="zh-CN" altLang="en-US" dirty="0"/>
              <a:t>单击此处编辑母版标题样式</a:t>
            </a:r>
          </a:p>
        </p:txBody>
      </p:sp>
      <p:sp>
        <p:nvSpPr>
          <p:cNvPr id="1027" name="Rectangle 3"/>
          <p:cNvSpPr>
            <a:spLocks noGrp="1"/>
          </p:cNvSpPr>
          <p:nvPr>
            <p:ph type="body" idx="1"/>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FC0B045E-CF7B-4F0C-AE28-33F1C2285834}" type="slidenum">
              <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sldNum="0" hdr="0" ftr="0" dt="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1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59.png"/><Relationship Id="rId4" Type="http://schemas.openxmlformats.org/officeDocument/2006/relationships/image" Target="../media/image58.png"/></Relationships>
</file>

<file path=ppt/slides/_rels/slide23.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3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76.png"/><Relationship Id="rId4" Type="http://schemas.openxmlformats.org/officeDocument/2006/relationships/image" Target="../media/image75.png"/></Relationships>
</file>

<file path=ppt/slides/_rels/slide3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79.png"/><Relationship Id="rId4" Type="http://schemas.openxmlformats.org/officeDocument/2006/relationships/image" Target="../media/image78.png"/></Relationships>
</file>

<file path=ppt/slides/_rels/slide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 Id="rId9" Type="http://schemas.openxmlformats.org/officeDocument/2006/relationships/image" Target="../media/image88.png"/></Relationships>
</file>

<file path=ppt/slides/_rels/slide36.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3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97.png"/></Relationships>
</file>

<file path=ppt/slides/_rels/slide3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9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oleObject" Target="../embeddings/oleObject4.bin"/><Relationship Id="rId18" Type="http://schemas.openxmlformats.org/officeDocument/2006/relationships/image" Target="../media/image107.png"/><Relationship Id="rId3" Type="http://schemas.openxmlformats.org/officeDocument/2006/relationships/image" Target="../media/image100.png"/><Relationship Id="rId21" Type="http://schemas.openxmlformats.org/officeDocument/2006/relationships/oleObject" Target="../embeddings/oleObject9.bin"/><Relationship Id="rId7" Type="http://schemas.openxmlformats.org/officeDocument/2006/relationships/image" Target="../media/image104.png"/><Relationship Id="rId12" Type="http://schemas.openxmlformats.org/officeDocument/2006/relationships/oleObject" Target="../embeddings/oleObject3.bin"/><Relationship Id="rId17" Type="http://schemas.openxmlformats.org/officeDocument/2006/relationships/oleObject" Target="../embeddings/oleObject8.bin"/><Relationship Id="rId2" Type="http://schemas.openxmlformats.org/officeDocument/2006/relationships/notesSlide" Target="../notesSlides/notesSlide40.xml"/><Relationship Id="rId16" Type="http://schemas.openxmlformats.org/officeDocument/2006/relationships/oleObject" Target="../embeddings/oleObject7.bin"/><Relationship Id="rId20" Type="http://schemas.openxmlformats.org/officeDocument/2006/relationships/image" Target="../media/image109.png"/><Relationship Id="rId1" Type="http://schemas.openxmlformats.org/officeDocument/2006/relationships/slideLayout" Target="../slideLayouts/slideLayout7.xml"/><Relationship Id="rId6" Type="http://schemas.openxmlformats.org/officeDocument/2006/relationships/image" Target="../media/image103.png"/><Relationship Id="rId11" Type="http://schemas.openxmlformats.org/officeDocument/2006/relationships/oleObject" Target="../embeddings/oleObject2.bin"/><Relationship Id="rId5" Type="http://schemas.openxmlformats.org/officeDocument/2006/relationships/image" Target="../media/image102.png"/><Relationship Id="rId15" Type="http://schemas.openxmlformats.org/officeDocument/2006/relationships/oleObject" Target="../embeddings/oleObject6.bin"/><Relationship Id="rId10" Type="http://schemas.openxmlformats.org/officeDocument/2006/relationships/image" Target="../media/image103.wmf"/><Relationship Id="rId19" Type="http://schemas.openxmlformats.org/officeDocument/2006/relationships/image" Target="../media/image106.png"/><Relationship Id="rId4" Type="http://schemas.openxmlformats.org/officeDocument/2006/relationships/image" Target="../media/image101.png"/><Relationship Id="rId9" Type="http://schemas.openxmlformats.org/officeDocument/2006/relationships/oleObject" Target="../embeddings/oleObject1.bin"/><Relationship Id="rId14" Type="http://schemas.openxmlformats.org/officeDocument/2006/relationships/oleObject" Target="../embeddings/oleObject5.bin"/><Relationship Id="rId22" Type="http://schemas.openxmlformats.org/officeDocument/2006/relationships/oleObject" Target="../embeddings/oleObject10.bin"/></Relationships>
</file>

<file path=ppt/slides/_rels/slide42.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png"/><Relationship Id="rId18" Type="http://schemas.openxmlformats.org/officeDocument/2006/relationships/oleObject" Target="../embeddings/oleObject13.bin"/><Relationship Id="rId3" Type="http://schemas.openxmlformats.org/officeDocument/2006/relationships/image" Target="../media/image110.png"/><Relationship Id="rId21" Type="http://schemas.openxmlformats.org/officeDocument/2006/relationships/oleObject" Target="../embeddings/oleObject15.bin"/><Relationship Id="rId7" Type="http://schemas.openxmlformats.org/officeDocument/2006/relationships/image" Target="../media/image114.png"/><Relationship Id="rId12" Type="http://schemas.openxmlformats.org/officeDocument/2006/relationships/image" Target="../media/image119.png"/><Relationship Id="rId17" Type="http://schemas.openxmlformats.org/officeDocument/2006/relationships/oleObject" Target="../embeddings/oleObject12.bin"/><Relationship Id="rId2" Type="http://schemas.openxmlformats.org/officeDocument/2006/relationships/notesSlide" Target="../notesSlides/notesSlide41.xml"/><Relationship Id="rId16" Type="http://schemas.openxmlformats.org/officeDocument/2006/relationships/image" Target="../media/image107.wmf"/><Relationship Id="rId20" Type="http://schemas.openxmlformats.org/officeDocument/2006/relationships/oleObject" Target="../embeddings/oleObject14.bin"/><Relationship Id="rId1" Type="http://schemas.openxmlformats.org/officeDocument/2006/relationships/slideLayout" Target="../slideLayouts/slideLayout7.xml"/><Relationship Id="rId6" Type="http://schemas.openxmlformats.org/officeDocument/2006/relationships/image" Target="../media/image113.png"/><Relationship Id="rId11" Type="http://schemas.openxmlformats.org/officeDocument/2006/relationships/image" Target="../media/image118.png"/><Relationship Id="rId5" Type="http://schemas.openxmlformats.org/officeDocument/2006/relationships/image" Target="../media/image112.png"/><Relationship Id="rId15" Type="http://schemas.openxmlformats.org/officeDocument/2006/relationships/oleObject" Target="../embeddings/oleObject11.bin"/><Relationship Id="rId23" Type="http://schemas.openxmlformats.org/officeDocument/2006/relationships/oleObject" Target="../embeddings/oleObject16.bin"/><Relationship Id="rId10" Type="http://schemas.openxmlformats.org/officeDocument/2006/relationships/image" Target="../media/image117.png"/><Relationship Id="rId19" Type="http://schemas.openxmlformats.org/officeDocument/2006/relationships/image" Target="../media/image103.wmf"/><Relationship Id="rId4" Type="http://schemas.openxmlformats.org/officeDocument/2006/relationships/image" Target="../media/image111.png"/><Relationship Id="rId9" Type="http://schemas.openxmlformats.org/officeDocument/2006/relationships/image" Target="../media/image116.png"/><Relationship Id="rId14" Type="http://schemas.openxmlformats.org/officeDocument/2006/relationships/image" Target="../media/image121.png"/><Relationship Id="rId22" Type="http://schemas.openxmlformats.org/officeDocument/2006/relationships/image" Target="../media/image108.wmf"/></Relationships>
</file>

<file path=ppt/slides/_rels/slide43.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03.wmf"/><Relationship Id="rId18" Type="http://schemas.openxmlformats.org/officeDocument/2006/relationships/oleObject" Target="../embeddings/oleObject21.bin"/><Relationship Id="rId3" Type="http://schemas.openxmlformats.org/officeDocument/2006/relationships/image" Target="../media/image124.png"/><Relationship Id="rId7" Type="http://schemas.openxmlformats.org/officeDocument/2006/relationships/image" Target="../media/image128.png"/><Relationship Id="rId12" Type="http://schemas.openxmlformats.org/officeDocument/2006/relationships/oleObject" Target="../embeddings/oleObject17.bin"/><Relationship Id="rId17" Type="http://schemas.openxmlformats.org/officeDocument/2006/relationships/oleObject" Target="../embeddings/oleObject20.bin"/><Relationship Id="rId2" Type="http://schemas.openxmlformats.org/officeDocument/2006/relationships/notesSlide" Target="../notesSlides/notesSlide42.xml"/><Relationship Id="rId16" Type="http://schemas.openxmlformats.org/officeDocument/2006/relationships/oleObject" Target="../embeddings/oleObject19.bin"/><Relationship Id="rId20" Type="http://schemas.openxmlformats.org/officeDocument/2006/relationships/oleObject" Target="../embeddings/oleObject23.bin"/><Relationship Id="rId1" Type="http://schemas.openxmlformats.org/officeDocument/2006/relationships/slideLayout" Target="../slideLayouts/slideLayout7.xml"/><Relationship Id="rId6" Type="http://schemas.openxmlformats.org/officeDocument/2006/relationships/image" Target="../media/image127.png"/><Relationship Id="rId11" Type="http://schemas.openxmlformats.org/officeDocument/2006/relationships/image" Target="../media/image132.png"/><Relationship Id="rId5" Type="http://schemas.openxmlformats.org/officeDocument/2006/relationships/image" Target="../media/image126.png"/><Relationship Id="rId15" Type="http://schemas.openxmlformats.org/officeDocument/2006/relationships/image" Target="../media/image108.wmf"/><Relationship Id="rId10" Type="http://schemas.openxmlformats.org/officeDocument/2006/relationships/image" Target="../media/image131.png"/><Relationship Id="rId19" Type="http://schemas.openxmlformats.org/officeDocument/2006/relationships/oleObject" Target="../embeddings/oleObject22.bin"/><Relationship Id="rId4" Type="http://schemas.openxmlformats.org/officeDocument/2006/relationships/image" Target="../media/image125.png"/><Relationship Id="rId9" Type="http://schemas.openxmlformats.org/officeDocument/2006/relationships/image" Target="../media/image130.png"/><Relationship Id="rId14" Type="http://schemas.openxmlformats.org/officeDocument/2006/relationships/oleObject" Target="../embeddings/oleObject18.bin"/></Relationships>
</file>

<file path=ppt/slides/_rels/slide44.xml.rels><?xml version="1.0" encoding="UTF-8" standalone="yes"?>
<Relationships xmlns="http://schemas.openxmlformats.org/package/2006/relationships"><Relationship Id="rId3" Type="http://schemas.openxmlformats.org/officeDocument/2006/relationships/image" Target="../media/image133.png"/><Relationship Id="rId7" Type="http://schemas.openxmlformats.org/officeDocument/2006/relationships/image" Target="../media/image137.pn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134.png"/></Relationships>
</file>

<file path=ppt/slides/_rels/slide45.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1</a:t>
            </a:fld>
            <a:endParaRPr lang="en-US" altLang="zh-CN" sz="1400" dirty="0"/>
          </a:p>
        </p:txBody>
      </p:sp>
      <p:sp>
        <p:nvSpPr>
          <p:cNvPr id="2052" name="Rectangle 4"/>
          <p:cNvSpPr/>
          <p:nvPr/>
        </p:nvSpPr>
        <p:spPr>
          <a:xfrm>
            <a:off x="1524000" y="457200"/>
            <a:ext cx="6019800" cy="762000"/>
          </a:xfrm>
          <a:prstGeom prst="rect">
            <a:avLst/>
          </a:prstGeom>
          <a:solidFill>
            <a:srgbClr val="FFFF00"/>
          </a:solidFill>
          <a:ln w="9525">
            <a:noFill/>
          </a:ln>
        </p:spPr>
        <p:txBody>
          <a:bodyPr anchor="b">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zh-CN" altLang="en-US" sz="4400" b="1" dirty="0">
                <a:solidFill>
                  <a:schemeClr val="tx2"/>
                </a:solidFill>
                <a:latin typeface="黑体" panose="02010609060101010101" pitchFamily="49" charset="-122"/>
                <a:ea typeface="黑体" panose="02010609060101010101" pitchFamily="49" charset="-122"/>
              </a:rPr>
              <a:t>第二章  逻辑代数基础</a:t>
            </a:r>
          </a:p>
        </p:txBody>
      </p:sp>
      <p:sp>
        <p:nvSpPr>
          <p:cNvPr id="2054" name="Rectangle 6"/>
          <p:cNvSpPr>
            <a:spLocks noChangeArrowheads="1"/>
          </p:cNvSpPr>
          <p:nvPr/>
        </p:nvSpPr>
        <p:spPr bwMode="auto">
          <a:xfrm>
            <a:off x="628650" y="1706563"/>
            <a:ext cx="4675188"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2.1 </a:t>
            </a: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逻辑代数的基本概念</a:t>
            </a:r>
          </a:p>
        </p:txBody>
      </p:sp>
      <p:sp>
        <p:nvSpPr>
          <p:cNvPr id="2055" name="Rectangle 7"/>
          <p:cNvSpPr>
            <a:spLocks noChangeArrowheads="1"/>
          </p:cNvSpPr>
          <p:nvPr/>
        </p:nvSpPr>
        <p:spPr bwMode="auto">
          <a:xfrm>
            <a:off x="628650" y="2803525"/>
            <a:ext cx="5899150"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2.2 </a:t>
            </a: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逻辑代数的基本定理和规律</a:t>
            </a:r>
          </a:p>
        </p:txBody>
      </p:sp>
      <p:sp>
        <p:nvSpPr>
          <p:cNvPr id="2056" name="Rectangle 8"/>
          <p:cNvSpPr>
            <a:spLocks noChangeArrowheads="1"/>
          </p:cNvSpPr>
          <p:nvPr/>
        </p:nvSpPr>
        <p:spPr bwMode="auto">
          <a:xfrm>
            <a:off x="628650" y="3840163"/>
            <a:ext cx="6307138"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2.3 </a:t>
            </a: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逻辑函数表达式的形式与变换</a:t>
            </a:r>
          </a:p>
        </p:txBody>
      </p:sp>
      <p:sp>
        <p:nvSpPr>
          <p:cNvPr id="2057" name="Rectangle 9"/>
          <p:cNvSpPr>
            <a:spLocks noChangeArrowheads="1"/>
          </p:cNvSpPr>
          <p:nvPr/>
        </p:nvSpPr>
        <p:spPr bwMode="auto">
          <a:xfrm>
            <a:off x="628650" y="4906963"/>
            <a:ext cx="3859213"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2.4 </a:t>
            </a: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逻辑函数的化简</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blinds(horizontal)">
                                      <p:cBhvr>
                                        <p:cTn id="7" dur="500"/>
                                        <p:tgtEl>
                                          <p:spTgt spid="205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054"/>
                                        </p:tgtEl>
                                        <p:attrNameLst>
                                          <p:attrName>style.visibility</p:attrName>
                                        </p:attrNameLst>
                                      </p:cBhvr>
                                      <p:to>
                                        <p:strVal val="visible"/>
                                      </p:to>
                                    </p:set>
                                    <p:anim calcmode="lin" valueType="num">
                                      <p:cBhvr additive="base">
                                        <p:cTn id="12" dur="500" fill="hold"/>
                                        <p:tgtEl>
                                          <p:spTgt spid="2054"/>
                                        </p:tgtEl>
                                        <p:attrNameLst>
                                          <p:attrName>ppt_x</p:attrName>
                                        </p:attrNameLst>
                                      </p:cBhvr>
                                      <p:tavLst>
                                        <p:tav tm="0">
                                          <p:val>
                                            <p:strVal val="0-#ppt_w/2"/>
                                          </p:val>
                                        </p:tav>
                                        <p:tav tm="100000">
                                          <p:val>
                                            <p:strVal val="#ppt_x"/>
                                          </p:val>
                                        </p:tav>
                                      </p:tavLst>
                                    </p:anim>
                                    <p:anim calcmode="lin" valueType="num">
                                      <p:cBhvr additive="base">
                                        <p:cTn id="13" dur="500" fill="hold"/>
                                        <p:tgtEl>
                                          <p:spTgt spid="205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055"/>
                                        </p:tgtEl>
                                        <p:attrNameLst>
                                          <p:attrName>style.visibility</p:attrName>
                                        </p:attrNameLst>
                                      </p:cBhvr>
                                      <p:to>
                                        <p:strVal val="visible"/>
                                      </p:to>
                                    </p:set>
                                    <p:anim calcmode="lin" valueType="num">
                                      <p:cBhvr additive="base">
                                        <p:cTn id="18" dur="500" fill="hold"/>
                                        <p:tgtEl>
                                          <p:spTgt spid="2055"/>
                                        </p:tgtEl>
                                        <p:attrNameLst>
                                          <p:attrName>ppt_x</p:attrName>
                                        </p:attrNameLst>
                                      </p:cBhvr>
                                      <p:tavLst>
                                        <p:tav tm="0">
                                          <p:val>
                                            <p:strVal val="0-#ppt_w/2"/>
                                          </p:val>
                                        </p:tav>
                                        <p:tav tm="100000">
                                          <p:val>
                                            <p:strVal val="#ppt_x"/>
                                          </p:val>
                                        </p:tav>
                                      </p:tavLst>
                                    </p:anim>
                                    <p:anim calcmode="lin" valueType="num">
                                      <p:cBhvr additive="base">
                                        <p:cTn id="19" dur="500" fill="hold"/>
                                        <p:tgtEl>
                                          <p:spTgt spid="205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2056"/>
                                        </p:tgtEl>
                                        <p:attrNameLst>
                                          <p:attrName>style.visibility</p:attrName>
                                        </p:attrNameLst>
                                      </p:cBhvr>
                                      <p:to>
                                        <p:strVal val="visible"/>
                                      </p:to>
                                    </p:set>
                                    <p:anim calcmode="lin" valueType="num">
                                      <p:cBhvr additive="base">
                                        <p:cTn id="24" dur="500" fill="hold"/>
                                        <p:tgtEl>
                                          <p:spTgt spid="2056"/>
                                        </p:tgtEl>
                                        <p:attrNameLst>
                                          <p:attrName>ppt_x</p:attrName>
                                        </p:attrNameLst>
                                      </p:cBhvr>
                                      <p:tavLst>
                                        <p:tav tm="0">
                                          <p:val>
                                            <p:strVal val="0-#ppt_w/2"/>
                                          </p:val>
                                        </p:tav>
                                        <p:tav tm="100000">
                                          <p:val>
                                            <p:strVal val="#ppt_x"/>
                                          </p:val>
                                        </p:tav>
                                      </p:tavLst>
                                    </p:anim>
                                    <p:anim calcmode="lin" valueType="num">
                                      <p:cBhvr additive="base">
                                        <p:cTn id="25" dur="500" fill="hold"/>
                                        <p:tgtEl>
                                          <p:spTgt spid="205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2057"/>
                                        </p:tgtEl>
                                        <p:attrNameLst>
                                          <p:attrName>style.visibility</p:attrName>
                                        </p:attrNameLst>
                                      </p:cBhvr>
                                      <p:to>
                                        <p:strVal val="visible"/>
                                      </p:to>
                                    </p:set>
                                    <p:anim calcmode="lin" valueType="num">
                                      <p:cBhvr additive="base">
                                        <p:cTn id="30" dur="500" fill="hold"/>
                                        <p:tgtEl>
                                          <p:spTgt spid="2057"/>
                                        </p:tgtEl>
                                        <p:attrNameLst>
                                          <p:attrName>ppt_x</p:attrName>
                                        </p:attrNameLst>
                                      </p:cBhvr>
                                      <p:tavLst>
                                        <p:tav tm="0">
                                          <p:val>
                                            <p:strVal val="0-#ppt_w/2"/>
                                          </p:val>
                                        </p:tav>
                                        <p:tav tm="100000">
                                          <p:val>
                                            <p:strVal val="#ppt_x"/>
                                          </p:val>
                                        </p:tav>
                                      </p:tavLst>
                                    </p:anim>
                                    <p:anim calcmode="lin" valueType="num">
                                      <p:cBhvr additive="base">
                                        <p:cTn id="31" dur="500" fill="hold"/>
                                        <p:tgtEl>
                                          <p:spTgt spid="20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 grpId="0" animBg="1"/>
      <p:bldP spid="2054" grpId="0" animBg="1"/>
      <p:bldP spid="2055" grpId="0" animBg="1"/>
      <p:bldP spid="2056" grpId="0" animBg="1"/>
      <p:bldP spid="205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2</a:t>
            </a:fld>
            <a:endParaRPr lang="en-US" altLang="zh-CN" sz="1400" dirty="0"/>
          </a:p>
        </p:txBody>
      </p:sp>
      <p:sp>
        <p:nvSpPr>
          <p:cNvPr id="3074" name="Rectangle 2"/>
          <p:cNvSpPr/>
          <p:nvPr/>
        </p:nvSpPr>
        <p:spPr>
          <a:xfrm>
            <a:off x="279400" y="228600"/>
            <a:ext cx="5816600" cy="762000"/>
          </a:xfrm>
          <a:prstGeom prst="rect">
            <a:avLst/>
          </a:prstGeom>
          <a:solidFill>
            <a:srgbClr val="FFFF00"/>
          </a:solidFill>
          <a:ln w="9525">
            <a:noFill/>
          </a:ln>
        </p:spPr>
        <p:txBody>
          <a:bodyPr anchor="b">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4400" b="1" dirty="0">
                <a:solidFill>
                  <a:schemeClr val="tx2"/>
                </a:solidFill>
                <a:latin typeface="黑体" panose="02010609060101010101" pitchFamily="49" charset="-122"/>
                <a:ea typeface="黑体" panose="02010609060101010101" pitchFamily="49" charset="-122"/>
              </a:rPr>
              <a:t>2.1.1 </a:t>
            </a:r>
            <a:r>
              <a:rPr lang="zh-CN" altLang="en-US" sz="4400" b="1" dirty="0">
                <a:solidFill>
                  <a:schemeClr val="tx2"/>
                </a:solidFill>
                <a:latin typeface="黑体" panose="02010609060101010101" pitchFamily="49" charset="-122"/>
                <a:ea typeface="黑体" panose="02010609060101010101" pitchFamily="49" charset="-122"/>
              </a:rPr>
              <a:t>三种基本运算</a:t>
            </a:r>
          </a:p>
        </p:txBody>
      </p:sp>
      <p:sp>
        <p:nvSpPr>
          <p:cNvPr id="3078" name="Rectangle 6"/>
          <p:cNvSpPr/>
          <p:nvPr/>
        </p:nvSpPr>
        <p:spPr>
          <a:xfrm>
            <a:off x="304800" y="1143000"/>
            <a:ext cx="8534400" cy="1104900"/>
          </a:xfrm>
          <a:prstGeom prst="rect">
            <a:avLst/>
          </a:prstGeom>
          <a:noFill/>
          <a:ln w="38100"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前面介绍了数字信号是离散信号，其变量只有两种取值，故称双值变量。</a:t>
            </a:r>
          </a:p>
        </p:txBody>
      </p:sp>
      <p:grpSp>
        <p:nvGrpSpPr>
          <p:cNvPr id="3087" name="Group 15"/>
          <p:cNvGrpSpPr/>
          <p:nvPr/>
        </p:nvGrpSpPr>
        <p:grpSpPr>
          <a:xfrm>
            <a:off x="641350" y="2286000"/>
            <a:ext cx="7962900" cy="1341438"/>
            <a:chOff x="404" y="1632"/>
            <a:chExt cx="5016" cy="845"/>
          </a:xfrm>
        </p:grpSpPr>
        <p:sp>
          <p:nvSpPr>
            <p:cNvPr id="5128" name="AutoShape 8"/>
            <p:cNvSpPr/>
            <p:nvPr/>
          </p:nvSpPr>
          <p:spPr>
            <a:xfrm>
              <a:off x="1076" y="1745"/>
              <a:ext cx="192" cy="624"/>
            </a:xfrm>
            <a:prstGeom prst="leftBrace">
              <a:avLst>
                <a:gd name="adj1" fmla="val 27083"/>
                <a:gd name="adj2" fmla="val 50000"/>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129" name="Rectangle 9"/>
            <p:cNvSpPr/>
            <p:nvPr/>
          </p:nvSpPr>
          <p:spPr>
            <a:xfrm>
              <a:off x="1296" y="1632"/>
              <a:ext cx="412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电路表示：高电位</a:t>
              </a:r>
              <a:r>
                <a:rPr lang="en-US" altLang="zh-CN" dirty="0">
                  <a:latin typeface="黑体" panose="02010609060101010101" pitchFamily="49" charset="-122"/>
                  <a:ea typeface="黑体" panose="02010609060101010101" pitchFamily="49" charset="-122"/>
                </a:rPr>
                <a:t>(U</a:t>
              </a:r>
              <a:r>
                <a:rPr lang="en-US" altLang="zh-CN" baseline="-25000" dirty="0">
                  <a:latin typeface="黑体" panose="02010609060101010101" pitchFamily="49" charset="-122"/>
                  <a:ea typeface="黑体" panose="02010609060101010101" pitchFamily="49" charset="-122"/>
                </a:rPr>
                <a:t>H</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、低电位</a:t>
              </a:r>
              <a:r>
                <a:rPr lang="en-US" altLang="zh-CN" dirty="0">
                  <a:latin typeface="黑体" panose="02010609060101010101" pitchFamily="49" charset="-122"/>
                  <a:ea typeface="黑体" panose="02010609060101010101" pitchFamily="49" charset="-122"/>
                </a:rPr>
                <a:t>(U</a:t>
              </a:r>
              <a:r>
                <a:rPr lang="en-US" altLang="zh-CN" baseline="-25000" dirty="0">
                  <a:latin typeface="黑体" panose="02010609060101010101" pitchFamily="49" charset="-122"/>
                  <a:ea typeface="黑体" panose="02010609060101010101" pitchFamily="49" charset="-122"/>
                </a:rPr>
                <a:t>L</a:t>
              </a:r>
              <a:r>
                <a:rPr lang="en-US" altLang="zh-CN" dirty="0">
                  <a:latin typeface="黑体" panose="02010609060101010101" pitchFamily="49" charset="-122"/>
                  <a:ea typeface="黑体" panose="02010609060101010101" pitchFamily="49" charset="-122"/>
                </a:rPr>
                <a:t>)</a:t>
              </a:r>
            </a:p>
          </p:txBody>
        </p:sp>
        <p:sp>
          <p:nvSpPr>
            <p:cNvPr id="5130" name="Rectangle 10"/>
            <p:cNvSpPr/>
            <p:nvPr/>
          </p:nvSpPr>
          <p:spPr>
            <a:xfrm>
              <a:off x="404" y="1889"/>
              <a:ext cx="6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双值</a:t>
              </a:r>
            </a:p>
          </p:txBody>
        </p:sp>
        <p:sp>
          <p:nvSpPr>
            <p:cNvPr id="5131" name="Rectangle 11"/>
            <p:cNvSpPr/>
            <p:nvPr/>
          </p:nvSpPr>
          <p:spPr>
            <a:xfrm>
              <a:off x="1284" y="2112"/>
              <a:ext cx="338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代数表示：两个符号</a:t>
              </a:r>
              <a:r>
                <a:rPr lang="zh-CN" altLang="en-US" dirty="0">
                  <a:ea typeface="黑体" panose="02010609060101010101" pitchFamily="49" charset="-122"/>
                </a:rPr>
                <a:t>“</a:t>
              </a:r>
              <a:r>
                <a:rPr lang="en-US" altLang="zh-CN" dirty="0">
                  <a:latin typeface="黑体" panose="02010609060101010101" pitchFamily="49" charset="-122"/>
                  <a:ea typeface="黑体" panose="02010609060101010101" pitchFamily="49" charset="-122"/>
                </a:rPr>
                <a:t>1</a:t>
              </a:r>
              <a:r>
                <a:rPr lang="en-US" altLang="zh-CN"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r>
                <a:rPr lang="zh-CN" altLang="en-US" dirty="0">
                  <a:ea typeface="黑体" panose="02010609060101010101" pitchFamily="49" charset="-122"/>
                </a:rPr>
                <a:t>“</a:t>
              </a:r>
              <a:r>
                <a:rPr lang="en-US" altLang="zh-CN" dirty="0">
                  <a:latin typeface="黑体" panose="02010609060101010101" pitchFamily="49" charset="-122"/>
                  <a:ea typeface="黑体" panose="02010609060101010101" pitchFamily="49" charset="-122"/>
                </a:rPr>
                <a:t>0</a:t>
              </a:r>
              <a:r>
                <a:rPr lang="en-US" altLang="zh-CN" dirty="0">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p:txBody>
        </p:sp>
      </p:grpSp>
      <p:sp>
        <p:nvSpPr>
          <p:cNvPr id="3088" name="Rectangle 16"/>
          <p:cNvSpPr/>
          <p:nvPr/>
        </p:nvSpPr>
        <p:spPr>
          <a:xfrm>
            <a:off x="304800" y="4503738"/>
            <a:ext cx="8610600" cy="2079625"/>
          </a:xfrm>
          <a:prstGeom prst="rect">
            <a:avLst/>
          </a:prstGeom>
          <a:noFill/>
          <a:ln w="38100"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solidFill>
                  <a:schemeClr val="accent2"/>
                </a:solidFill>
                <a:ea typeface="黑体" panose="02010609060101010101" pitchFamily="49" charset="-122"/>
              </a:rPr>
              <a:t>定义：</a:t>
            </a:r>
            <a:r>
              <a:rPr lang="zh-CN" altLang="en-US" dirty="0">
                <a:ea typeface="黑体" panose="02010609060101010101" pitchFamily="49" charset="-122"/>
              </a:rPr>
              <a:t>逻辑代数</a:t>
            </a:r>
            <a:r>
              <a:rPr lang="en-US" altLang="zh-CN" dirty="0">
                <a:ea typeface="黑体" panose="02010609060101010101" pitchFamily="49" charset="-122"/>
              </a:rPr>
              <a:t>L</a:t>
            </a:r>
            <a:r>
              <a:rPr lang="zh-CN" altLang="en-US" dirty="0">
                <a:ea typeface="黑体" panose="02010609060101010101" pitchFamily="49" charset="-122"/>
              </a:rPr>
              <a:t>是一个</a:t>
            </a:r>
            <a:r>
              <a:rPr lang="zh-CN" altLang="en-US" dirty="0">
                <a:solidFill>
                  <a:schemeClr val="accent2"/>
                </a:solidFill>
                <a:ea typeface="黑体" panose="02010609060101010101" pitchFamily="49" charset="-122"/>
              </a:rPr>
              <a:t>封闭的代数系统</a:t>
            </a:r>
            <a:r>
              <a:rPr lang="zh-CN" altLang="en-US" dirty="0">
                <a:ea typeface="黑体" panose="02010609060101010101" pitchFamily="49" charset="-122"/>
              </a:rPr>
              <a:t>，它由一个逻辑变量集</a:t>
            </a:r>
            <a:r>
              <a:rPr lang="en-US" altLang="zh-CN" dirty="0">
                <a:ea typeface="黑体" panose="02010609060101010101" pitchFamily="49" charset="-122"/>
              </a:rPr>
              <a:t>K</a:t>
            </a:r>
            <a:r>
              <a:rPr lang="zh-CN" altLang="en-US" dirty="0">
                <a:ea typeface="黑体" panose="02010609060101010101" pitchFamily="49" charset="-122"/>
              </a:rPr>
              <a:t>、常量</a:t>
            </a:r>
            <a:r>
              <a:rPr lang="en-US" altLang="zh-CN" dirty="0">
                <a:ea typeface="黑体" panose="02010609060101010101" pitchFamily="49" charset="-122"/>
              </a:rPr>
              <a:t>0</a:t>
            </a:r>
            <a:r>
              <a:rPr lang="zh-CN" altLang="en-US" dirty="0">
                <a:ea typeface="黑体" panose="02010609060101010101" pitchFamily="49" charset="-122"/>
              </a:rPr>
              <a:t>和</a:t>
            </a:r>
            <a:r>
              <a:rPr lang="en-US" altLang="zh-CN" dirty="0">
                <a:ea typeface="黑体" panose="02010609060101010101" pitchFamily="49" charset="-122"/>
              </a:rPr>
              <a:t>1</a:t>
            </a:r>
            <a:r>
              <a:rPr lang="zh-CN" altLang="en-US" dirty="0">
                <a:ea typeface="黑体" panose="02010609060101010101" pitchFamily="49" charset="-122"/>
              </a:rPr>
              <a:t>以及“</a:t>
            </a:r>
            <a:r>
              <a:rPr lang="zh-CN" altLang="en-US" dirty="0">
                <a:solidFill>
                  <a:schemeClr val="accent2"/>
                </a:solidFill>
                <a:ea typeface="黑体" panose="02010609060101010101" pitchFamily="49" charset="-122"/>
              </a:rPr>
              <a:t>逻辑乘</a:t>
            </a:r>
            <a:r>
              <a:rPr lang="en-US" altLang="zh-CN" dirty="0">
                <a:solidFill>
                  <a:schemeClr val="accent2"/>
                </a:solidFill>
                <a:ea typeface="黑体" panose="02010609060101010101" pitchFamily="49" charset="-122"/>
              </a:rPr>
              <a:t>(</a:t>
            </a:r>
            <a:r>
              <a:rPr lang="zh-CN" altLang="en-US" dirty="0">
                <a:solidFill>
                  <a:schemeClr val="accent2"/>
                </a:solidFill>
                <a:ea typeface="黑体" panose="02010609060101010101" pitchFamily="49" charset="-122"/>
              </a:rPr>
              <a:t>与</a:t>
            </a:r>
            <a:r>
              <a:rPr lang="en-US" altLang="zh-CN" dirty="0">
                <a:solidFill>
                  <a:schemeClr val="accent2"/>
                </a:solidFill>
                <a:ea typeface="黑体" panose="02010609060101010101" pitchFamily="49" charset="-122"/>
              </a:rPr>
              <a:t>)</a:t>
            </a:r>
            <a:r>
              <a:rPr lang="en-US" altLang="zh-CN" dirty="0">
                <a:ea typeface="黑体" panose="02010609060101010101" pitchFamily="49" charset="-122"/>
              </a:rPr>
              <a:t>”</a:t>
            </a:r>
            <a:r>
              <a:rPr lang="zh-CN" altLang="en-US" dirty="0">
                <a:ea typeface="黑体" panose="02010609060101010101" pitchFamily="49" charset="-122"/>
              </a:rPr>
              <a:t>、 “</a:t>
            </a:r>
            <a:r>
              <a:rPr lang="zh-CN" altLang="en-US" dirty="0">
                <a:solidFill>
                  <a:schemeClr val="accent2"/>
                </a:solidFill>
                <a:ea typeface="黑体" panose="02010609060101010101" pitchFamily="49" charset="-122"/>
              </a:rPr>
              <a:t>逻辑加</a:t>
            </a:r>
            <a:r>
              <a:rPr lang="en-US" altLang="zh-CN" dirty="0">
                <a:solidFill>
                  <a:schemeClr val="accent2"/>
                </a:solidFill>
                <a:ea typeface="黑体" panose="02010609060101010101" pitchFamily="49" charset="-122"/>
              </a:rPr>
              <a:t>(</a:t>
            </a:r>
            <a:r>
              <a:rPr lang="zh-CN" altLang="en-US" dirty="0">
                <a:solidFill>
                  <a:schemeClr val="accent2"/>
                </a:solidFill>
                <a:ea typeface="黑体" panose="02010609060101010101" pitchFamily="49" charset="-122"/>
              </a:rPr>
              <a:t>或</a:t>
            </a:r>
            <a:r>
              <a:rPr lang="en-US" altLang="zh-CN" dirty="0">
                <a:solidFill>
                  <a:schemeClr val="accent2"/>
                </a:solidFill>
                <a:ea typeface="黑体" panose="02010609060101010101" pitchFamily="49" charset="-122"/>
              </a:rPr>
              <a:t>)</a:t>
            </a:r>
            <a:r>
              <a:rPr lang="en-US" altLang="zh-CN" dirty="0">
                <a:ea typeface="黑体" panose="02010609060101010101" pitchFamily="49" charset="-122"/>
              </a:rPr>
              <a:t>”</a:t>
            </a:r>
            <a:r>
              <a:rPr lang="zh-CN" altLang="en-US" dirty="0">
                <a:ea typeface="黑体" panose="02010609060101010101" pitchFamily="49" charset="-122"/>
              </a:rPr>
              <a:t>、“</a:t>
            </a:r>
            <a:r>
              <a:rPr lang="zh-CN" altLang="en-US" dirty="0">
                <a:solidFill>
                  <a:schemeClr val="accent2"/>
                </a:solidFill>
                <a:ea typeface="黑体" panose="02010609060101010101" pitchFamily="49" charset="-122"/>
              </a:rPr>
              <a:t>逻辑反</a:t>
            </a:r>
            <a:r>
              <a:rPr lang="en-US" altLang="zh-CN" dirty="0">
                <a:solidFill>
                  <a:schemeClr val="accent2"/>
                </a:solidFill>
                <a:ea typeface="黑体" panose="02010609060101010101" pitchFamily="49" charset="-122"/>
              </a:rPr>
              <a:t>(</a:t>
            </a:r>
            <a:r>
              <a:rPr lang="zh-CN" altLang="en-US" dirty="0">
                <a:solidFill>
                  <a:schemeClr val="accent2"/>
                </a:solidFill>
                <a:ea typeface="黑体" panose="02010609060101010101" pitchFamily="49" charset="-122"/>
              </a:rPr>
              <a:t>非</a:t>
            </a:r>
            <a:r>
              <a:rPr lang="en-US" altLang="zh-CN" dirty="0">
                <a:solidFill>
                  <a:schemeClr val="accent2"/>
                </a:solidFill>
                <a:ea typeface="黑体" panose="02010609060101010101" pitchFamily="49" charset="-122"/>
              </a:rPr>
              <a:t>)</a:t>
            </a:r>
            <a:r>
              <a:rPr lang="en-US" altLang="zh-CN" dirty="0">
                <a:ea typeface="黑体" panose="02010609060101010101" pitchFamily="49" charset="-122"/>
              </a:rPr>
              <a:t>”</a:t>
            </a:r>
            <a:r>
              <a:rPr lang="zh-CN" altLang="en-US" dirty="0">
                <a:ea typeface="黑体" panose="02010609060101010101" pitchFamily="49" charset="-122"/>
              </a:rPr>
              <a:t>三种基本运算所构成，记为： </a:t>
            </a:r>
            <a:r>
              <a:rPr lang="en-US" altLang="zh-CN" b="1" dirty="0">
                <a:ea typeface="黑体" panose="02010609060101010101" pitchFamily="49" charset="-122"/>
              </a:rPr>
              <a:t>L={ K , + , </a:t>
            </a:r>
            <a:r>
              <a:rPr lang="en-US" altLang="zh-CN" b="1" dirty="0">
                <a:cs typeface="Times New Roman" panose="02020603050405020304" charset="0"/>
              </a:rPr>
              <a:t>· , - , 0 , 1 </a:t>
            </a:r>
            <a:r>
              <a:rPr lang="en-US" altLang="zh-CN" b="1" dirty="0">
                <a:ea typeface="黑体" panose="02010609060101010101" pitchFamily="49" charset="-122"/>
              </a:rPr>
              <a:t>}</a:t>
            </a:r>
          </a:p>
        </p:txBody>
      </p:sp>
      <p:sp>
        <p:nvSpPr>
          <p:cNvPr id="3089" name="Text Box 17"/>
          <p:cNvSpPr txBox="1"/>
          <p:nvPr/>
        </p:nvSpPr>
        <p:spPr>
          <a:xfrm>
            <a:off x="304800" y="3810000"/>
            <a:ext cx="3856038" cy="579438"/>
          </a:xfrm>
          <a:prstGeom prst="rect">
            <a:avLst/>
          </a:prstGeom>
          <a:solidFill>
            <a:srgbClr val="99FF33"/>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ea typeface="黑体" panose="02010609060101010101" pitchFamily="49" charset="-122"/>
              </a:rPr>
              <a:t>一、逻辑代数的定义</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0-#ppt_w/2"/>
                                          </p:val>
                                        </p:tav>
                                        <p:tav tm="100000">
                                          <p:val>
                                            <p:strVal val="#ppt_x"/>
                                          </p:val>
                                        </p:tav>
                                      </p:tavLst>
                                    </p:anim>
                                    <p:anim calcmode="lin" valueType="num">
                                      <p:cBhvr additive="base">
                                        <p:cTn id="8" dur="500" fill="hold"/>
                                        <p:tgtEl>
                                          <p:spTgt spid="30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3078"/>
                                        </p:tgtEl>
                                        <p:attrNameLst>
                                          <p:attrName>style.visibility</p:attrName>
                                        </p:attrNameLst>
                                      </p:cBhvr>
                                      <p:to>
                                        <p:strVal val="visible"/>
                                      </p:to>
                                    </p:set>
                                    <p:animEffect transition="in" filter="box(in)">
                                      <p:cBhvr>
                                        <p:cTn id="13" dur="500"/>
                                        <p:tgtEl>
                                          <p:spTgt spid="3078"/>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087"/>
                                        </p:tgtEl>
                                        <p:attrNameLst>
                                          <p:attrName>style.visibility</p:attrName>
                                        </p:attrNameLst>
                                      </p:cBhvr>
                                      <p:to>
                                        <p:strVal val="visible"/>
                                      </p:to>
                                    </p:set>
                                    <p:animEffect transition="in" filter="dissolve">
                                      <p:cBhvr>
                                        <p:cTn id="18" dur="500"/>
                                        <p:tgtEl>
                                          <p:spTgt spid="308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089"/>
                                        </p:tgtEl>
                                        <p:attrNameLst>
                                          <p:attrName>style.visibility</p:attrName>
                                        </p:attrNameLst>
                                      </p:cBhvr>
                                      <p:to>
                                        <p:strVal val="visible"/>
                                      </p:to>
                                    </p:set>
                                    <p:anim calcmode="lin" valueType="num">
                                      <p:cBhvr additive="base">
                                        <p:cTn id="23" dur="500" fill="hold"/>
                                        <p:tgtEl>
                                          <p:spTgt spid="3089"/>
                                        </p:tgtEl>
                                        <p:attrNameLst>
                                          <p:attrName>ppt_x</p:attrName>
                                        </p:attrNameLst>
                                      </p:cBhvr>
                                      <p:tavLst>
                                        <p:tav tm="0">
                                          <p:val>
                                            <p:strVal val="#ppt_x"/>
                                          </p:val>
                                        </p:tav>
                                        <p:tav tm="100000">
                                          <p:val>
                                            <p:strVal val="#ppt_x"/>
                                          </p:val>
                                        </p:tav>
                                      </p:tavLst>
                                    </p:anim>
                                    <p:anim calcmode="lin" valueType="num">
                                      <p:cBhvr additive="base">
                                        <p:cTn id="24" dur="500" fill="hold"/>
                                        <p:tgtEl>
                                          <p:spTgt spid="308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3088"/>
                                        </p:tgtEl>
                                        <p:attrNameLst>
                                          <p:attrName>style.visibility</p:attrName>
                                        </p:attrNameLst>
                                      </p:cBhvr>
                                      <p:to>
                                        <p:strVal val="visible"/>
                                      </p:to>
                                    </p:set>
                                    <p:animEffect transition="in" filter="box(in)">
                                      <p:cBhvr>
                                        <p:cTn id="29" dur="500"/>
                                        <p:tgtEl>
                                          <p:spTgt spid="3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animBg="1"/>
      <p:bldP spid="3078" grpId="0" animBg="1"/>
      <p:bldP spid="3088" grpId="0" animBg="1"/>
      <p:bldP spid="308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3</a:t>
            </a:fld>
            <a:endParaRPr lang="en-US" altLang="zh-CN" sz="1400" dirty="0"/>
          </a:p>
        </p:txBody>
      </p:sp>
      <p:sp>
        <p:nvSpPr>
          <p:cNvPr id="5133" name="Text Box 13"/>
          <p:cNvSpPr txBox="1"/>
          <p:nvPr/>
        </p:nvSpPr>
        <p:spPr>
          <a:xfrm>
            <a:off x="304800" y="304800"/>
            <a:ext cx="5487988" cy="579438"/>
          </a:xfrm>
          <a:prstGeom prst="rect">
            <a:avLst/>
          </a:prstGeom>
          <a:solidFill>
            <a:srgbClr val="99FF33"/>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ea typeface="黑体" panose="02010609060101010101" pitchFamily="49" charset="-122"/>
              </a:rPr>
              <a:t>二、逻辑代数的三个基本运算</a:t>
            </a:r>
          </a:p>
        </p:txBody>
      </p:sp>
      <p:sp>
        <p:nvSpPr>
          <p:cNvPr id="5135" name="Rectangle 15"/>
          <p:cNvSpPr/>
          <p:nvPr/>
        </p:nvSpPr>
        <p:spPr>
          <a:xfrm>
            <a:off x="304800" y="1943100"/>
            <a:ext cx="4953000" cy="1104900"/>
          </a:xfrm>
          <a:prstGeom prst="rect">
            <a:avLst/>
          </a:prstGeom>
          <a:noFill/>
          <a:ln w="38100"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若定义开关闭合为</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，断开为</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。灯亮为</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，灯灭为</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a:t>
            </a:r>
          </a:p>
        </p:txBody>
      </p:sp>
      <p:sp>
        <p:nvSpPr>
          <p:cNvPr id="5137" name="Rectangle 17"/>
          <p:cNvSpPr/>
          <p:nvPr/>
        </p:nvSpPr>
        <p:spPr>
          <a:xfrm>
            <a:off x="381000" y="1143000"/>
            <a:ext cx="2012950" cy="579438"/>
          </a:xfrm>
          <a:prstGeom prst="rect">
            <a:avLst/>
          </a:prstGeom>
          <a:solidFill>
            <a:schemeClr val="hlink"/>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、与运算</a:t>
            </a:r>
          </a:p>
        </p:txBody>
      </p:sp>
      <p:grpSp>
        <p:nvGrpSpPr>
          <p:cNvPr id="5138" name="Group 18"/>
          <p:cNvGrpSpPr/>
          <p:nvPr/>
        </p:nvGrpSpPr>
        <p:grpSpPr>
          <a:xfrm>
            <a:off x="5403850" y="990600"/>
            <a:ext cx="3740150" cy="1905000"/>
            <a:chOff x="960" y="1392"/>
            <a:chExt cx="2356" cy="1200"/>
          </a:xfrm>
        </p:grpSpPr>
        <p:sp>
          <p:nvSpPr>
            <p:cNvPr id="7193" name="Line 19"/>
            <p:cNvSpPr/>
            <p:nvPr/>
          </p:nvSpPr>
          <p:spPr>
            <a:xfrm>
              <a:off x="1386" y="1632"/>
              <a:ext cx="0" cy="336"/>
            </a:xfrm>
            <a:prstGeom prst="line">
              <a:avLst/>
            </a:prstGeom>
            <a:ln w="19050" cap="flat" cmpd="sng">
              <a:solidFill>
                <a:schemeClr val="tx1"/>
              </a:solidFill>
              <a:prstDash val="solid"/>
              <a:miter/>
              <a:headEnd type="none" w="med" len="med"/>
              <a:tailEnd type="none" w="med" len="med"/>
            </a:ln>
          </p:spPr>
        </p:sp>
        <p:sp>
          <p:nvSpPr>
            <p:cNvPr id="7194" name="Line 20"/>
            <p:cNvSpPr/>
            <p:nvPr/>
          </p:nvSpPr>
          <p:spPr>
            <a:xfrm>
              <a:off x="1244" y="1968"/>
              <a:ext cx="284" cy="0"/>
            </a:xfrm>
            <a:prstGeom prst="line">
              <a:avLst/>
            </a:prstGeom>
            <a:ln w="19050" cap="flat" cmpd="sng">
              <a:solidFill>
                <a:schemeClr val="tx1"/>
              </a:solidFill>
              <a:prstDash val="solid"/>
              <a:miter/>
              <a:headEnd type="none" w="med" len="med"/>
              <a:tailEnd type="none" w="med" len="med"/>
            </a:ln>
          </p:spPr>
        </p:sp>
        <p:sp>
          <p:nvSpPr>
            <p:cNvPr id="7195" name="Line 21"/>
            <p:cNvSpPr/>
            <p:nvPr/>
          </p:nvSpPr>
          <p:spPr>
            <a:xfrm>
              <a:off x="1291" y="2064"/>
              <a:ext cx="190" cy="0"/>
            </a:xfrm>
            <a:prstGeom prst="line">
              <a:avLst/>
            </a:prstGeom>
            <a:ln w="19050" cap="flat" cmpd="sng">
              <a:solidFill>
                <a:schemeClr val="tx1"/>
              </a:solidFill>
              <a:prstDash val="solid"/>
              <a:miter/>
              <a:headEnd type="none" w="med" len="med"/>
              <a:tailEnd type="none" w="med" len="med"/>
            </a:ln>
          </p:spPr>
        </p:sp>
        <p:sp>
          <p:nvSpPr>
            <p:cNvPr id="7196" name="Line 22"/>
            <p:cNvSpPr/>
            <p:nvPr/>
          </p:nvSpPr>
          <p:spPr>
            <a:xfrm>
              <a:off x="1386" y="2064"/>
              <a:ext cx="0" cy="528"/>
            </a:xfrm>
            <a:prstGeom prst="line">
              <a:avLst/>
            </a:prstGeom>
            <a:ln w="19050" cap="flat" cmpd="sng">
              <a:solidFill>
                <a:schemeClr val="tx1"/>
              </a:solidFill>
              <a:prstDash val="solid"/>
              <a:miter/>
              <a:headEnd type="none" w="med" len="med"/>
              <a:tailEnd type="none" w="med" len="med"/>
            </a:ln>
          </p:spPr>
        </p:sp>
        <p:sp>
          <p:nvSpPr>
            <p:cNvPr id="7197" name="Line 23"/>
            <p:cNvSpPr/>
            <p:nvPr/>
          </p:nvSpPr>
          <p:spPr>
            <a:xfrm>
              <a:off x="1386" y="1632"/>
              <a:ext cx="473" cy="0"/>
            </a:xfrm>
            <a:prstGeom prst="line">
              <a:avLst/>
            </a:prstGeom>
            <a:ln w="19050" cap="flat" cmpd="sng">
              <a:solidFill>
                <a:schemeClr val="tx1"/>
              </a:solidFill>
              <a:prstDash val="solid"/>
              <a:miter/>
              <a:headEnd type="none" w="med" len="med"/>
              <a:tailEnd type="none" w="med" len="med"/>
            </a:ln>
          </p:spPr>
        </p:sp>
        <p:sp>
          <p:nvSpPr>
            <p:cNvPr id="7198" name="Line 24"/>
            <p:cNvSpPr/>
            <p:nvPr/>
          </p:nvSpPr>
          <p:spPr>
            <a:xfrm flipV="1">
              <a:off x="1859" y="1440"/>
              <a:ext cx="189" cy="192"/>
            </a:xfrm>
            <a:prstGeom prst="line">
              <a:avLst/>
            </a:prstGeom>
            <a:ln w="19050" cap="flat" cmpd="sng">
              <a:solidFill>
                <a:schemeClr val="tx1"/>
              </a:solidFill>
              <a:prstDash val="solid"/>
              <a:miter/>
              <a:headEnd type="none" w="med" len="med"/>
              <a:tailEnd type="none" w="med" len="med"/>
            </a:ln>
          </p:spPr>
        </p:sp>
        <p:sp>
          <p:nvSpPr>
            <p:cNvPr id="7199" name="Line 25"/>
            <p:cNvSpPr/>
            <p:nvPr/>
          </p:nvSpPr>
          <p:spPr>
            <a:xfrm>
              <a:off x="2048" y="1632"/>
              <a:ext cx="331" cy="0"/>
            </a:xfrm>
            <a:prstGeom prst="line">
              <a:avLst/>
            </a:prstGeom>
            <a:ln w="19050" cap="flat" cmpd="sng">
              <a:solidFill>
                <a:schemeClr val="tx1"/>
              </a:solidFill>
              <a:prstDash val="solid"/>
              <a:miter/>
              <a:headEnd type="none" w="med" len="med"/>
              <a:tailEnd type="none" w="med" len="med"/>
            </a:ln>
          </p:spPr>
        </p:sp>
        <p:sp>
          <p:nvSpPr>
            <p:cNvPr id="7200" name="Line 26"/>
            <p:cNvSpPr/>
            <p:nvPr/>
          </p:nvSpPr>
          <p:spPr>
            <a:xfrm>
              <a:off x="2569" y="1632"/>
              <a:ext cx="284" cy="0"/>
            </a:xfrm>
            <a:prstGeom prst="line">
              <a:avLst/>
            </a:prstGeom>
            <a:ln w="19050" cap="flat" cmpd="sng">
              <a:solidFill>
                <a:schemeClr val="tx1"/>
              </a:solidFill>
              <a:prstDash val="solid"/>
              <a:miter/>
              <a:headEnd type="none" w="med" len="med"/>
              <a:tailEnd type="none" w="med" len="med"/>
            </a:ln>
          </p:spPr>
        </p:sp>
        <p:sp>
          <p:nvSpPr>
            <p:cNvPr id="7201" name="Line 27"/>
            <p:cNvSpPr/>
            <p:nvPr/>
          </p:nvSpPr>
          <p:spPr>
            <a:xfrm>
              <a:off x="2853" y="1632"/>
              <a:ext cx="0" cy="336"/>
            </a:xfrm>
            <a:prstGeom prst="line">
              <a:avLst/>
            </a:prstGeom>
            <a:ln w="19050" cap="flat" cmpd="sng">
              <a:solidFill>
                <a:schemeClr val="tx1"/>
              </a:solidFill>
              <a:prstDash val="solid"/>
              <a:miter/>
              <a:headEnd type="none" w="med" len="med"/>
              <a:tailEnd type="none" w="med" len="med"/>
            </a:ln>
          </p:spPr>
        </p:sp>
        <p:sp>
          <p:nvSpPr>
            <p:cNvPr id="7202" name="Oval 28"/>
            <p:cNvSpPr/>
            <p:nvPr/>
          </p:nvSpPr>
          <p:spPr>
            <a:xfrm>
              <a:off x="2663" y="1968"/>
              <a:ext cx="373" cy="288"/>
            </a:xfrm>
            <a:prstGeom prst="ellipse">
              <a:avLst/>
            </a:prstGeom>
            <a:noFill/>
            <a:ln w="1905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7203" name="Line 29"/>
            <p:cNvSpPr/>
            <p:nvPr/>
          </p:nvSpPr>
          <p:spPr>
            <a:xfrm>
              <a:off x="2853" y="2256"/>
              <a:ext cx="0" cy="288"/>
            </a:xfrm>
            <a:prstGeom prst="line">
              <a:avLst/>
            </a:prstGeom>
            <a:ln w="19050" cap="flat" cmpd="sng">
              <a:solidFill>
                <a:schemeClr val="tx1"/>
              </a:solidFill>
              <a:prstDash val="solid"/>
              <a:miter/>
              <a:headEnd type="none" w="med" len="med"/>
              <a:tailEnd type="none" w="med" len="med"/>
            </a:ln>
          </p:spPr>
        </p:sp>
        <p:sp>
          <p:nvSpPr>
            <p:cNvPr id="7204" name="Line 30"/>
            <p:cNvSpPr/>
            <p:nvPr/>
          </p:nvSpPr>
          <p:spPr>
            <a:xfrm>
              <a:off x="1386" y="2592"/>
              <a:ext cx="1467" cy="0"/>
            </a:xfrm>
            <a:prstGeom prst="line">
              <a:avLst/>
            </a:prstGeom>
            <a:ln w="19050" cap="flat" cmpd="sng">
              <a:solidFill>
                <a:schemeClr val="tx1"/>
              </a:solidFill>
              <a:prstDash val="solid"/>
              <a:miter/>
              <a:headEnd type="none" w="med" len="med"/>
              <a:tailEnd type="none" w="med" len="med"/>
            </a:ln>
          </p:spPr>
        </p:sp>
        <p:sp>
          <p:nvSpPr>
            <p:cNvPr id="7205" name="Line 31"/>
            <p:cNvSpPr/>
            <p:nvPr/>
          </p:nvSpPr>
          <p:spPr>
            <a:xfrm>
              <a:off x="2853" y="2256"/>
              <a:ext cx="0" cy="336"/>
            </a:xfrm>
            <a:prstGeom prst="line">
              <a:avLst/>
            </a:prstGeom>
            <a:ln w="19050" cap="flat" cmpd="sng">
              <a:solidFill>
                <a:schemeClr val="tx1"/>
              </a:solidFill>
              <a:prstDash val="solid"/>
              <a:miter/>
              <a:headEnd type="none" w="med" len="med"/>
              <a:tailEnd type="none" w="med" len="med"/>
            </a:ln>
          </p:spPr>
        </p:sp>
        <p:sp>
          <p:nvSpPr>
            <p:cNvPr id="7206" name="Line 32"/>
            <p:cNvSpPr/>
            <p:nvPr/>
          </p:nvSpPr>
          <p:spPr>
            <a:xfrm flipV="1">
              <a:off x="2711" y="2016"/>
              <a:ext cx="279" cy="192"/>
            </a:xfrm>
            <a:prstGeom prst="line">
              <a:avLst/>
            </a:prstGeom>
            <a:ln w="19050" cap="flat" cmpd="sng">
              <a:solidFill>
                <a:schemeClr val="tx1"/>
              </a:solidFill>
              <a:prstDash val="solid"/>
              <a:miter/>
              <a:headEnd type="none" w="med" len="med"/>
              <a:tailEnd type="none" w="med" len="med"/>
            </a:ln>
          </p:spPr>
        </p:sp>
        <p:sp>
          <p:nvSpPr>
            <p:cNvPr id="7207" name="Line 33"/>
            <p:cNvSpPr/>
            <p:nvPr/>
          </p:nvSpPr>
          <p:spPr>
            <a:xfrm>
              <a:off x="2758" y="2016"/>
              <a:ext cx="186" cy="192"/>
            </a:xfrm>
            <a:prstGeom prst="line">
              <a:avLst/>
            </a:prstGeom>
            <a:ln w="19050" cap="flat" cmpd="sng">
              <a:solidFill>
                <a:schemeClr val="tx1"/>
              </a:solidFill>
              <a:prstDash val="solid"/>
              <a:miter/>
              <a:headEnd type="none" w="med" len="med"/>
              <a:tailEnd type="none" w="med" len="med"/>
            </a:ln>
          </p:spPr>
        </p:sp>
        <p:sp>
          <p:nvSpPr>
            <p:cNvPr id="7208" name="Rectangle 34"/>
            <p:cNvSpPr/>
            <p:nvPr/>
          </p:nvSpPr>
          <p:spPr>
            <a:xfrm>
              <a:off x="3072" y="1862"/>
              <a:ext cx="244" cy="365"/>
            </a:xfrm>
            <a:prstGeom prst="rect">
              <a:avLst/>
            </a:prstGeom>
            <a:noFill/>
            <a:ln w="2857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buClr>
                  <a:schemeClr val="folHlink"/>
                </a:buClr>
                <a:buSzPct val="60000"/>
                <a:buFont typeface="Wingdings" panose="05000000000000000000" pitchFamily="2" charset="2"/>
                <a:buNone/>
              </a:pPr>
              <a:r>
                <a:rPr lang="en-US" altLang="zh-CN" dirty="0">
                  <a:latin typeface="黑体" panose="02010609060101010101" pitchFamily="49" charset="-122"/>
                  <a:ea typeface="黑体" panose="02010609060101010101" pitchFamily="49" charset="-122"/>
                </a:rPr>
                <a:t>F</a:t>
              </a:r>
            </a:p>
          </p:txBody>
        </p:sp>
        <p:sp>
          <p:nvSpPr>
            <p:cNvPr id="7209" name="Rectangle 35"/>
            <p:cNvSpPr/>
            <p:nvPr/>
          </p:nvSpPr>
          <p:spPr>
            <a:xfrm>
              <a:off x="960" y="1879"/>
              <a:ext cx="244" cy="365"/>
            </a:xfrm>
            <a:prstGeom prst="rect">
              <a:avLst/>
            </a:prstGeom>
            <a:noFill/>
            <a:ln w="2857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E</a:t>
              </a:r>
            </a:p>
          </p:txBody>
        </p:sp>
        <p:sp>
          <p:nvSpPr>
            <p:cNvPr id="7210" name="Rectangle 36"/>
            <p:cNvSpPr/>
            <p:nvPr/>
          </p:nvSpPr>
          <p:spPr>
            <a:xfrm>
              <a:off x="1764" y="1591"/>
              <a:ext cx="373" cy="365"/>
            </a:xfrm>
            <a:prstGeom prst="rect">
              <a:avLst/>
            </a:prstGeom>
            <a:noFill/>
            <a:ln w="2857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a:t>
              </a:r>
            </a:p>
          </p:txBody>
        </p:sp>
        <p:sp>
          <p:nvSpPr>
            <p:cNvPr id="7211" name="Rectangle 37"/>
            <p:cNvSpPr/>
            <p:nvPr/>
          </p:nvSpPr>
          <p:spPr>
            <a:xfrm>
              <a:off x="2332" y="1591"/>
              <a:ext cx="244" cy="365"/>
            </a:xfrm>
            <a:prstGeom prst="rect">
              <a:avLst/>
            </a:prstGeom>
            <a:noFill/>
            <a:ln w="2857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B</a:t>
              </a:r>
            </a:p>
          </p:txBody>
        </p:sp>
        <p:sp>
          <p:nvSpPr>
            <p:cNvPr id="7212" name="Line 38"/>
            <p:cNvSpPr/>
            <p:nvPr/>
          </p:nvSpPr>
          <p:spPr>
            <a:xfrm flipV="1">
              <a:off x="2352" y="1440"/>
              <a:ext cx="192" cy="192"/>
            </a:xfrm>
            <a:prstGeom prst="line">
              <a:avLst/>
            </a:prstGeom>
            <a:ln w="19050" cap="flat" cmpd="sng">
              <a:solidFill>
                <a:schemeClr val="tx1"/>
              </a:solidFill>
              <a:prstDash val="solid"/>
              <a:miter/>
              <a:headEnd type="none" w="med" len="med"/>
              <a:tailEnd type="none" w="med" len="med"/>
            </a:ln>
          </p:spPr>
        </p:sp>
        <p:sp>
          <p:nvSpPr>
            <p:cNvPr id="7213" name="Line 39"/>
            <p:cNvSpPr/>
            <p:nvPr/>
          </p:nvSpPr>
          <p:spPr>
            <a:xfrm>
              <a:off x="1872" y="1392"/>
              <a:ext cx="192" cy="192"/>
            </a:xfrm>
            <a:prstGeom prst="line">
              <a:avLst/>
            </a:prstGeom>
            <a:ln w="19050" cap="flat" cmpd="sng">
              <a:solidFill>
                <a:schemeClr val="tx1"/>
              </a:solidFill>
              <a:prstDash val="solid"/>
              <a:miter/>
              <a:headEnd type="none" w="med" len="med"/>
              <a:tailEnd type="triangle" w="med" len="med"/>
            </a:ln>
          </p:spPr>
        </p:sp>
        <p:sp>
          <p:nvSpPr>
            <p:cNvPr id="7214" name="Line 40"/>
            <p:cNvSpPr/>
            <p:nvPr/>
          </p:nvSpPr>
          <p:spPr>
            <a:xfrm>
              <a:off x="2400" y="1392"/>
              <a:ext cx="192" cy="192"/>
            </a:xfrm>
            <a:prstGeom prst="line">
              <a:avLst/>
            </a:prstGeom>
            <a:ln w="19050" cap="flat" cmpd="sng">
              <a:solidFill>
                <a:schemeClr val="tx1"/>
              </a:solidFill>
              <a:prstDash val="solid"/>
              <a:miter/>
              <a:headEnd type="none" w="med" len="med"/>
              <a:tailEnd type="triangle" w="med" len="med"/>
            </a:ln>
          </p:spPr>
        </p:sp>
      </p:grpSp>
      <p:grpSp>
        <p:nvGrpSpPr>
          <p:cNvPr id="5161" name="Group 41"/>
          <p:cNvGrpSpPr/>
          <p:nvPr/>
        </p:nvGrpSpPr>
        <p:grpSpPr>
          <a:xfrm>
            <a:off x="1441450" y="3116263"/>
            <a:ext cx="2292350" cy="3398837"/>
            <a:chOff x="3216" y="1872"/>
            <a:chExt cx="1444" cy="2141"/>
          </a:xfrm>
        </p:grpSpPr>
        <p:sp>
          <p:nvSpPr>
            <p:cNvPr id="7185" name="Line 42"/>
            <p:cNvSpPr/>
            <p:nvPr/>
          </p:nvSpPr>
          <p:spPr>
            <a:xfrm>
              <a:off x="3216" y="2640"/>
              <a:ext cx="1392" cy="0"/>
            </a:xfrm>
            <a:prstGeom prst="line">
              <a:avLst/>
            </a:prstGeom>
            <a:ln w="19050" cap="flat" cmpd="sng">
              <a:solidFill>
                <a:schemeClr val="tx1"/>
              </a:solidFill>
              <a:prstDash val="solid"/>
              <a:miter/>
              <a:headEnd type="none" w="med" len="med"/>
              <a:tailEnd type="none" w="med" len="med"/>
            </a:ln>
          </p:spPr>
        </p:sp>
        <p:sp>
          <p:nvSpPr>
            <p:cNvPr id="7186" name="Line 43"/>
            <p:cNvSpPr/>
            <p:nvPr/>
          </p:nvSpPr>
          <p:spPr>
            <a:xfrm>
              <a:off x="4272" y="2352"/>
              <a:ext cx="0" cy="1632"/>
            </a:xfrm>
            <a:prstGeom prst="line">
              <a:avLst/>
            </a:prstGeom>
            <a:ln w="19050" cap="flat" cmpd="sng">
              <a:solidFill>
                <a:schemeClr val="tx1"/>
              </a:solidFill>
              <a:prstDash val="solid"/>
              <a:miter/>
              <a:headEnd type="none" w="med" len="med"/>
              <a:tailEnd type="none" w="med" len="med"/>
            </a:ln>
          </p:spPr>
        </p:sp>
        <p:sp>
          <p:nvSpPr>
            <p:cNvPr id="7187" name="Rectangle 44"/>
            <p:cNvSpPr/>
            <p:nvPr/>
          </p:nvSpPr>
          <p:spPr>
            <a:xfrm>
              <a:off x="3504" y="1872"/>
              <a:ext cx="88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真值表</a:t>
              </a:r>
            </a:p>
          </p:txBody>
        </p:sp>
        <p:sp>
          <p:nvSpPr>
            <p:cNvPr id="7188" name="Rectangle 45"/>
            <p:cNvSpPr/>
            <p:nvPr/>
          </p:nvSpPr>
          <p:spPr>
            <a:xfrm>
              <a:off x="3264" y="3648"/>
              <a:ext cx="1396"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1   1   1</a:t>
              </a:r>
              <a:endParaRPr lang="en-US" altLang="zh-CN" dirty="0">
                <a:solidFill>
                  <a:schemeClr val="hlink"/>
                </a:solidFill>
                <a:latin typeface="黑体" panose="02010609060101010101" pitchFamily="49" charset="-122"/>
                <a:ea typeface="黑体" panose="02010609060101010101" pitchFamily="49" charset="-122"/>
              </a:endParaRPr>
            </a:p>
          </p:txBody>
        </p:sp>
        <p:sp>
          <p:nvSpPr>
            <p:cNvPr id="7189" name="Rectangle 46"/>
            <p:cNvSpPr/>
            <p:nvPr/>
          </p:nvSpPr>
          <p:spPr>
            <a:xfrm>
              <a:off x="3264" y="3302"/>
              <a:ext cx="1396"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1   0   0</a:t>
              </a:r>
            </a:p>
          </p:txBody>
        </p:sp>
        <p:sp>
          <p:nvSpPr>
            <p:cNvPr id="7190" name="Rectangle 47"/>
            <p:cNvSpPr/>
            <p:nvPr/>
          </p:nvSpPr>
          <p:spPr>
            <a:xfrm>
              <a:off x="3264" y="2966"/>
              <a:ext cx="1396"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0   1   0</a:t>
              </a:r>
            </a:p>
          </p:txBody>
        </p:sp>
        <p:sp>
          <p:nvSpPr>
            <p:cNvPr id="7191" name="Rectangle 48"/>
            <p:cNvSpPr/>
            <p:nvPr/>
          </p:nvSpPr>
          <p:spPr>
            <a:xfrm>
              <a:off x="3264" y="2678"/>
              <a:ext cx="1396"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buClr>
                  <a:schemeClr val="folHlink"/>
                </a:buClr>
                <a:buSzPct val="60000"/>
                <a:buFont typeface="Wingdings" panose="05000000000000000000" pitchFamily="2" charset="2"/>
                <a:buNone/>
              </a:pPr>
              <a:r>
                <a:rPr lang="en-US" altLang="zh-CN" dirty="0">
                  <a:latin typeface="黑体" panose="02010609060101010101" pitchFamily="49" charset="-122"/>
                  <a:ea typeface="黑体" panose="02010609060101010101" pitchFamily="49" charset="-122"/>
                </a:rPr>
                <a:t> 0   0   0</a:t>
              </a:r>
            </a:p>
          </p:txBody>
        </p:sp>
        <p:sp>
          <p:nvSpPr>
            <p:cNvPr id="7192" name="Rectangle 49"/>
            <p:cNvSpPr/>
            <p:nvPr/>
          </p:nvSpPr>
          <p:spPr>
            <a:xfrm>
              <a:off x="3216" y="2246"/>
              <a:ext cx="1396"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   B   F</a:t>
              </a:r>
            </a:p>
          </p:txBody>
        </p:sp>
      </p:grpSp>
      <p:grpSp>
        <p:nvGrpSpPr>
          <p:cNvPr id="5170" name="Group 50"/>
          <p:cNvGrpSpPr/>
          <p:nvPr/>
        </p:nvGrpSpPr>
        <p:grpSpPr>
          <a:xfrm>
            <a:off x="6019800" y="3124200"/>
            <a:ext cx="2419350" cy="3360738"/>
            <a:chOff x="912" y="1920"/>
            <a:chExt cx="1524" cy="2117"/>
          </a:xfrm>
        </p:grpSpPr>
        <p:sp>
          <p:nvSpPr>
            <p:cNvPr id="7177" name="Line 51"/>
            <p:cNvSpPr/>
            <p:nvPr/>
          </p:nvSpPr>
          <p:spPr>
            <a:xfrm>
              <a:off x="960" y="2640"/>
              <a:ext cx="1449" cy="1"/>
            </a:xfrm>
            <a:prstGeom prst="line">
              <a:avLst/>
            </a:prstGeom>
            <a:ln w="19050" cap="flat" cmpd="sng">
              <a:solidFill>
                <a:schemeClr val="tx1"/>
              </a:solidFill>
              <a:prstDash val="solid"/>
              <a:miter/>
              <a:headEnd type="none" w="med" len="med"/>
              <a:tailEnd type="none" w="med" len="med"/>
            </a:ln>
          </p:spPr>
        </p:sp>
        <p:sp>
          <p:nvSpPr>
            <p:cNvPr id="7178" name="Line 52"/>
            <p:cNvSpPr/>
            <p:nvPr/>
          </p:nvSpPr>
          <p:spPr>
            <a:xfrm>
              <a:off x="1920" y="2400"/>
              <a:ext cx="1" cy="1632"/>
            </a:xfrm>
            <a:prstGeom prst="line">
              <a:avLst/>
            </a:prstGeom>
            <a:ln w="19050" cap="flat" cmpd="sng">
              <a:solidFill>
                <a:schemeClr val="tx1"/>
              </a:solidFill>
              <a:prstDash val="solid"/>
              <a:miter/>
              <a:headEnd type="none" w="med" len="med"/>
              <a:tailEnd type="none" w="med" len="med"/>
            </a:ln>
          </p:spPr>
        </p:sp>
        <p:sp>
          <p:nvSpPr>
            <p:cNvPr id="5173" name="Rectangle 53"/>
            <p:cNvSpPr>
              <a:spLocks noChangeArrowheads="1"/>
            </p:cNvSpPr>
            <p:nvPr/>
          </p:nvSpPr>
          <p:spPr bwMode="auto">
            <a:xfrm>
              <a:off x="1296" y="1920"/>
              <a:ext cx="8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功能表</a:t>
              </a:r>
            </a:p>
          </p:txBody>
        </p:sp>
        <p:sp>
          <p:nvSpPr>
            <p:cNvPr id="5174" name="Rectangle 54"/>
            <p:cNvSpPr>
              <a:spLocks noChangeArrowheads="1"/>
            </p:cNvSpPr>
            <p:nvPr/>
          </p:nvSpPr>
          <p:spPr bwMode="auto">
            <a:xfrm>
              <a:off x="960" y="2280"/>
              <a:ext cx="139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    B   F</a:t>
              </a:r>
            </a:p>
          </p:txBody>
        </p:sp>
        <p:sp>
          <p:nvSpPr>
            <p:cNvPr id="5175" name="Rectangle 55"/>
            <p:cNvSpPr>
              <a:spLocks noChangeArrowheads="1"/>
            </p:cNvSpPr>
            <p:nvPr/>
          </p:nvSpPr>
          <p:spPr bwMode="auto">
            <a:xfrm>
              <a:off x="912" y="2664"/>
              <a:ext cx="152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断   断  灭</a:t>
              </a:r>
            </a:p>
          </p:txBody>
        </p:sp>
        <p:sp>
          <p:nvSpPr>
            <p:cNvPr id="5176" name="Rectangle 56"/>
            <p:cNvSpPr>
              <a:spLocks noChangeArrowheads="1"/>
            </p:cNvSpPr>
            <p:nvPr/>
          </p:nvSpPr>
          <p:spPr bwMode="auto">
            <a:xfrm>
              <a:off x="912" y="3000"/>
              <a:ext cx="152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断   闭  灭</a:t>
              </a:r>
            </a:p>
          </p:txBody>
        </p:sp>
        <p:sp>
          <p:nvSpPr>
            <p:cNvPr id="5177" name="Rectangle 57"/>
            <p:cNvSpPr>
              <a:spLocks noChangeArrowheads="1"/>
            </p:cNvSpPr>
            <p:nvPr/>
          </p:nvSpPr>
          <p:spPr bwMode="auto">
            <a:xfrm>
              <a:off x="912" y="3336"/>
              <a:ext cx="152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闭   断  灭</a:t>
              </a:r>
            </a:p>
          </p:txBody>
        </p:sp>
        <p:sp>
          <p:nvSpPr>
            <p:cNvPr id="5178" name="Rectangle 58"/>
            <p:cNvSpPr>
              <a:spLocks noChangeArrowheads="1"/>
            </p:cNvSpPr>
            <p:nvPr/>
          </p:nvSpPr>
          <p:spPr bwMode="auto">
            <a:xfrm>
              <a:off x="912" y="3672"/>
              <a:ext cx="152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闭   闭  亮</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33"/>
                                        </p:tgtEl>
                                        <p:attrNameLst>
                                          <p:attrName>style.visibility</p:attrName>
                                        </p:attrNameLst>
                                      </p:cBhvr>
                                      <p:to>
                                        <p:strVal val="visible"/>
                                      </p:to>
                                    </p:set>
                                    <p:anim calcmode="lin" valueType="num">
                                      <p:cBhvr additive="base">
                                        <p:cTn id="7" dur="500" fill="hold"/>
                                        <p:tgtEl>
                                          <p:spTgt spid="5133"/>
                                        </p:tgtEl>
                                        <p:attrNameLst>
                                          <p:attrName>ppt_x</p:attrName>
                                        </p:attrNameLst>
                                      </p:cBhvr>
                                      <p:tavLst>
                                        <p:tav tm="0">
                                          <p:val>
                                            <p:strVal val="0-#ppt_w/2"/>
                                          </p:val>
                                        </p:tav>
                                        <p:tav tm="100000">
                                          <p:val>
                                            <p:strVal val="#ppt_x"/>
                                          </p:val>
                                        </p:tav>
                                      </p:tavLst>
                                    </p:anim>
                                    <p:anim calcmode="lin" valueType="num">
                                      <p:cBhvr additive="base">
                                        <p:cTn id="8" dur="500" fill="hold"/>
                                        <p:tgtEl>
                                          <p:spTgt spid="513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137"/>
                                        </p:tgtEl>
                                        <p:attrNameLst>
                                          <p:attrName>style.visibility</p:attrName>
                                        </p:attrNameLst>
                                      </p:cBhvr>
                                      <p:to>
                                        <p:strVal val="visible"/>
                                      </p:to>
                                    </p:set>
                                    <p:anim calcmode="lin" valueType="num">
                                      <p:cBhvr additive="base">
                                        <p:cTn id="13" dur="500" fill="hold"/>
                                        <p:tgtEl>
                                          <p:spTgt spid="5137"/>
                                        </p:tgtEl>
                                        <p:attrNameLst>
                                          <p:attrName>ppt_x</p:attrName>
                                        </p:attrNameLst>
                                      </p:cBhvr>
                                      <p:tavLst>
                                        <p:tav tm="0">
                                          <p:val>
                                            <p:strVal val="0-#ppt_w/2"/>
                                          </p:val>
                                        </p:tav>
                                        <p:tav tm="100000">
                                          <p:val>
                                            <p:strVal val="#ppt_x"/>
                                          </p:val>
                                        </p:tav>
                                      </p:tavLst>
                                    </p:anim>
                                    <p:anim calcmode="lin" valueType="num">
                                      <p:cBhvr additive="base">
                                        <p:cTn id="14" dur="500" fill="hold"/>
                                        <p:tgtEl>
                                          <p:spTgt spid="513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5138"/>
                                        </p:tgtEl>
                                        <p:attrNameLst>
                                          <p:attrName>style.visibility</p:attrName>
                                        </p:attrNameLst>
                                      </p:cBhvr>
                                      <p:to>
                                        <p:strVal val="visible"/>
                                      </p:to>
                                    </p:set>
                                    <p:animEffect transition="in" filter="dissolve">
                                      <p:cBhvr>
                                        <p:cTn id="19" dur="500"/>
                                        <p:tgtEl>
                                          <p:spTgt spid="5138"/>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170"/>
                                        </p:tgtEl>
                                        <p:attrNameLst>
                                          <p:attrName>style.visibility</p:attrName>
                                        </p:attrNameLst>
                                      </p:cBhvr>
                                      <p:to>
                                        <p:strVal val="visible"/>
                                      </p:to>
                                    </p:set>
                                    <p:anim calcmode="lin" valueType="num">
                                      <p:cBhvr additive="base">
                                        <p:cTn id="24" dur="500" fill="hold"/>
                                        <p:tgtEl>
                                          <p:spTgt spid="5170"/>
                                        </p:tgtEl>
                                        <p:attrNameLst>
                                          <p:attrName>ppt_x</p:attrName>
                                        </p:attrNameLst>
                                      </p:cBhvr>
                                      <p:tavLst>
                                        <p:tav tm="0">
                                          <p:val>
                                            <p:strVal val="#ppt_x"/>
                                          </p:val>
                                        </p:tav>
                                        <p:tav tm="100000">
                                          <p:val>
                                            <p:strVal val="#ppt_x"/>
                                          </p:val>
                                        </p:tav>
                                      </p:tavLst>
                                    </p:anim>
                                    <p:anim calcmode="lin" valueType="num">
                                      <p:cBhvr additive="base">
                                        <p:cTn id="25" dur="500" fill="hold"/>
                                        <p:tgtEl>
                                          <p:spTgt spid="517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5135"/>
                                        </p:tgtEl>
                                        <p:attrNameLst>
                                          <p:attrName>style.visibility</p:attrName>
                                        </p:attrNameLst>
                                      </p:cBhvr>
                                      <p:to>
                                        <p:strVal val="visible"/>
                                      </p:to>
                                    </p:set>
                                    <p:animEffect transition="in" filter="box(in)">
                                      <p:cBhvr>
                                        <p:cTn id="30" dur="500"/>
                                        <p:tgtEl>
                                          <p:spTgt spid="5135"/>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161"/>
                                        </p:tgtEl>
                                        <p:attrNameLst>
                                          <p:attrName>style.visibility</p:attrName>
                                        </p:attrNameLst>
                                      </p:cBhvr>
                                      <p:to>
                                        <p:strVal val="visible"/>
                                      </p:to>
                                    </p:set>
                                    <p:anim calcmode="lin" valueType="num">
                                      <p:cBhvr additive="base">
                                        <p:cTn id="35" dur="500" fill="hold"/>
                                        <p:tgtEl>
                                          <p:spTgt spid="5161"/>
                                        </p:tgtEl>
                                        <p:attrNameLst>
                                          <p:attrName>ppt_x</p:attrName>
                                        </p:attrNameLst>
                                      </p:cBhvr>
                                      <p:tavLst>
                                        <p:tav tm="0">
                                          <p:val>
                                            <p:strVal val="#ppt_x"/>
                                          </p:val>
                                        </p:tav>
                                        <p:tav tm="100000">
                                          <p:val>
                                            <p:strVal val="#ppt_x"/>
                                          </p:val>
                                        </p:tav>
                                      </p:tavLst>
                                    </p:anim>
                                    <p:anim calcmode="lin" valueType="num">
                                      <p:cBhvr additive="base">
                                        <p:cTn id="36" dur="500" fill="hold"/>
                                        <p:tgtEl>
                                          <p:spTgt spid="51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3" grpId="0" animBg="1"/>
      <p:bldP spid="5135" grpId="0" animBg="1"/>
      <p:bldP spid="513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4</a:t>
            </a:fld>
            <a:endParaRPr lang="en-US" altLang="zh-CN" sz="1400" dirty="0"/>
          </a:p>
        </p:txBody>
      </p:sp>
      <p:sp>
        <p:nvSpPr>
          <p:cNvPr id="6148" name="Rectangle 4"/>
          <p:cNvSpPr/>
          <p:nvPr/>
        </p:nvSpPr>
        <p:spPr>
          <a:xfrm>
            <a:off x="533400" y="2209800"/>
            <a:ext cx="8382000" cy="579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即 </a:t>
            </a:r>
            <a:r>
              <a:rPr lang="en-US" altLang="zh-CN" dirty="0">
                <a:latin typeface="黑体" panose="02010609060101010101" pitchFamily="49" charset="-122"/>
                <a:ea typeface="黑体" panose="02010609060101010101" pitchFamily="49" charset="-122"/>
              </a:rPr>
              <a:t>F</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f(A</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B)</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A∧B=A</a:t>
            </a:r>
            <a:r>
              <a:rPr lang="en-US" altLang="zh-CN" dirty="0"/>
              <a:t>·</a:t>
            </a:r>
            <a:r>
              <a:rPr lang="en-US" altLang="zh-CN" dirty="0">
                <a:latin typeface="黑体" panose="02010609060101010101" pitchFamily="49" charset="-122"/>
                <a:ea typeface="黑体" panose="02010609060101010101" pitchFamily="49" charset="-122"/>
              </a:rPr>
              <a:t>B</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AB</a:t>
            </a:r>
          </a:p>
        </p:txBody>
      </p:sp>
      <p:grpSp>
        <p:nvGrpSpPr>
          <p:cNvPr id="6149" name="Group 5"/>
          <p:cNvGrpSpPr/>
          <p:nvPr/>
        </p:nvGrpSpPr>
        <p:grpSpPr>
          <a:xfrm>
            <a:off x="527050" y="4354513"/>
            <a:ext cx="2444750" cy="1863725"/>
            <a:chOff x="192" y="2743"/>
            <a:chExt cx="1540" cy="1174"/>
          </a:xfrm>
        </p:grpSpPr>
        <p:sp>
          <p:nvSpPr>
            <p:cNvPr id="9247" name="Rectangle 6"/>
            <p:cNvSpPr/>
            <p:nvPr/>
          </p:nvSpPr>
          <p:spPr>
            <a:xfrm>
              <a:off x="816" y="2832"/>
              <a:ext cx="336" cy="624"/>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9248" name="Line 7"/>
            <p:cNvSpPr/>
            <p:nvPr/>
          </p:nvSpPr>
          <p:spPr>
            <a:xfrm flipH="1">
              <a:off x="528" y="2976"/>
              <a:ext cx="288" cy="0"/>
            </a:xfrm>
            <a:prstGeom prst="line">
              <a:avLst/>
            </a:prstGeom>
            <a:ln w="9525" cap="flat" cmpd="sng">
              <a:solidFill>
                <a:schemeClr val="tx1"/>
              </a:solidFill>
              <a:prstDash val="solid"/>
              <a:miter/>
              <a:headEnd type="none" w="med" len="med"/>
              <a:tailEnd type="none" w="med" len="med"/>
            </a:ln>
          </p:spPr>
        </p:sp>
        <p:sp>
          <p:nvSpPr>
            <p:cNvPr id="9249" name="Line 8"/>
            <p:cNvSpPr/>
            <p:nvPr/>
          </p:nvSpPr>
          <p:spPr>
            <a:xfrm flipH="1">
              <a:off x="528" y="3264"/>
              <a:ext cx="288" cy="0"/>
            </a:xfrm>
            <a:prstGeom prst="line">
              <a:avLst/>
            </a:prstGeom>
            <a:ln w="9525" cap="flat" cmpd="sng">
              <a:solidFill>
                <a:schemeClr val="tx1"/>
              </a:solidFill>
              <a:prstDash val="solid"/>
              <a:miter/>
              <a:headEnd type="none" w="med" len="med"/>
              <a:tailEnd type="none" w="med" len="med"/>
            </a:ln>
          </p:spPr>
        </p:sp>
        <p:sp>
          <p:nvSpPr>
            <p:cNvPr id="9250" name="Line 9"/>
            <p:cNvSpPr/>
            <p:nvPr/>
          </p:nvSpPr>
          <p:spPr>
            <a:xfrm>
              <a:off x="1152" y="3120"/>
              <a:ext cx="384" cy="0"/>
            </a:xfrm>
            <a:prstGeom prst="line">
              <a:avLst/>
            </a:prstGeom>
            <a:ln w="9525" cap="flat" cmpd="sng">
              <a:solidFill>
                <a:schemeClr val="tx1"/>
              </a:solidFill>
              <a:prstDash val="solid"/>
              <a:miter/>
              <a:headEnd type="none" w="med" len="med"/>
              <a:tailEnd type="none" w="med" len="med"/>
            </a:ln>
          </p:spPr>
        </p:sp>
        <p:sp>
          <p:nvSpPr>
            <p:cNvPr id="9251" name="Rectangle 10"/>
            <p:cNvSpPr/>
            <p:nvPr/>
          </p:nvSpPr>
          <p:spPr>
            <a:xfrm>
              <a:off x="192" y="2743"/>
              <a:ext cx="3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a:t>
              </a:r>
            </a:p>
          </p:txBody>
        </p:sp>
        <p:sp>
          <p:nvSpPr>
            <p:cNvPr id="9252" name="Rectangle 11"/>
            <p:cNvSpPr/>
            <p:nvPr/>
          </p:nvSpPr>
          <p:spPr>
            <a:xfrm>
              <a:off x="240" y="3110"/>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B</a:t>
              </a:r>
            </a:p>
          </p:txBody>
        </p:sp>
        <p:sp>
          <p:nvSpPr>
            <p:cNvPr id="9253" name="Rectangle 12"/>
            <p:cNvSpPr/>
            <p:nvPr/>
          </p:nvSpPr>
          <p:spPr>
            <a:xfrm>
              <a:off x="1488" y="2918"/>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F</a:t>
              </a:r>
            </a:p>
          </p:txBody>
        </p:sp>
        <p:sp>
          <p:nvSpPr>
            <p:cNvPr id="9254" name="Rectangle 13"/>
            <p:cNvSpPr/>
            <p:nvPr/>
          </p:nvSpPr>
          <p:spPr>
            <a:xfrm>
              <a:off x="336" y="3552"/>
              <a:ext cx="114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曾用符号</a:t>
              </a:r>
            </a:p>
          </p:txBody>
        </p:sp>
      </p:grpSp>
      <p:grpSp>
        <p:nvGrpSpPr>
          <p:cNvPr id="6158" name="Group 14"/>
          <p:cNvGrpSpPr/>
          <p:nvPr/>
        </p:nvGrpSpPr>
        <p:grpSpPr>
          <a:xfrm>
            <a:off x="3422650" y="3962400"/>
            <a:ext cx="2368550" cy="2255838"/>
            <a:chOff x="2016" y="2496"/>
            <a:chExt cx="1492" cy="1421"/>
          </a:xfrm>
        </p:grpSpPr>
        <p:sp>
          <p:nvSpPr>
            <p:cNvPr id="9237" name="Rectangle 15"/>
            <p:cNvSpPr/>
            <p:nvPr/>
          </p:nvSpPr>
          <p:spPr>
            <a:xfrm>
              <a:off x="2016" y="2496"/>
              <a:ext cx="304" cy="67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a:t>
              </a:r>
            </a:p>
          </p:txBody>
        </p:sp>
        <p:sp>
          <p:nvSpPr>
            <p:cNvPr id="9238" name="Rectangle 16"/>
            <p:cNvSpPr/>
            <p:nvPr/>
          </p:nvSpPr>
          <p:spPr>
            <a:xfrm>
              <a:off x="2592" y="2832"/>
              <a:ext cx="336" cy="624"/>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9239" name="Line 17"/>
            <p:cNvSpPr/>
            <p:nvPr/>
          </p:nvSpPr>
          <p:spPr>
            <a:xfrm flipH="1">
              <a:off x="2304" y="2976"/>
              <a:ext cx="288" cy="1"/>
            </a:xfrm>
            <a:prstGeom prst="line">
              <a:avLst/>
            </a:prstGeom>
            <a:ln w="9525" cap="flat" cmpd="sng">
              <a:solidFill>
                <a:schemeClr val="tx1"/>
              </a:solidFill>
              <a:prstDash val="solid"/>
              <a:miter/>
              <a:headEnd type="none" w="med" len="med"/>
              <a:tailEnd type="none" w="med" len="med"/>
            </a:ln>
          </p:spPr>
        </p:sp>
        <p:sp>
          <p:nvSpPr>
            <p:cNvPr id="9240" name="Line 18"/>
            <p:cNvSpPr/>
            <p:nvPr/>
          </p:nvSpPr>
          <p:spPr>
            <a:xfrm flipH="1">
              <a:off x="2304" y="3264"/>
              <a:ext cx="288" cy="1"/>
            </a:xfrm>
            <a:prstGeom prst="line">
              <a:avLst/>
            </a:prstGeom>
            <a:ln w="9525" cap="flat" cmpd="sng">
              <a:solidFill>
                <a:schemeClr val="tx1"/>
              </a:solidFill>
              <a:prstDash val="solid"/>
              <a:miter/>
              <a:headEnd type="none" w="med" len="med"/>
              <a:tailEnd type="none" w="med" len="med"/>
            </a:ln>
          </p:spPr>
        </p:sp>
        <p:sp>
          <p:nvSpPr>
            <p:cNvPr id="9241" name="Line 19"/>
            <p:cNvSpPr/>
            <p:nvPr/>
          </p:nvSpPr>
          <p:spPr>
            <a:xfrm>
              <a:off x="2928" y="3120"/>
              <a:ext cx="384" cy="1"/>
            </a:xfrm>
            <a:prstGeom prst="line">
              <a:avLst/>
            </a:prstGeom>
            <a:ln w="9525" cap="flat" cmpd="sng">
              <a:solidFill>
                <a:schemeClr val="tx1"/>
              </a:solidFill>
              <a:prstDash val="solid"/>
              <a:miter/>
              <a:headEnd type="none" w="med" len="med"/>
              <a:tailEnd type="none" w="med" len="med"/>
            </a:ln>
          </p:spPr>
        </p:sp>
        <p:sp>
          <p:nvSpPr>
            <p:cNvPr id="9242" name="Rectangle 20"/>
            <p:cNvSpPr/>
            <p:nvPr/>
          </p:nvSpPr>
          <p:spPr>
            <a:xfrm>
              <a:off x="2544" y="2935"/>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latin typeface="黑体" panose="02010609060101010101" pitchFamily="49" charset="-122"/>
                  <a:ea typeface="黑体" panose="02010609060101010101" pitchFamily="49" charset="-122"/>
                </a:rPr>
                <a:t> </a:t>
              </a:r>
            </a:p>
          </p:txBody>
        </p:sp>
        <p:sp>
          <p:nvSpPr>
            <p:cNvPr id="9243" name="Rectangle 21"/>
            <p:cNvSpPr/>
            <p:nvPr/>
          </p:nvSpPr>
          <p:spPr>
            <a:xfrm>
              <a:off x="2016" y="3110"/>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B</a:t>
              </a:r>
            </a:p>
          </p:txBody>
        </p:sp>
        <p:sp>
          <p:nvSpPr>
            <p:cNvPr id="9244" name="Rectangle 22"/>
            <p:cNvSpPr/>
            <p:nvPr/>
          </p:nvSpPr>
          <p:spPr>
            <a:xfrm>
              <a:off x="2640" y="2966"/>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&amp;</a:t>
              </a:r>
            </a:p>
          </p:txBody>
        </p:sp>
        <p:sp>
          <p:nvSpPr>
            <p:cNvPr id="9245" name="Rectangle 23"/>
            <p:cNvSpPr/>
            <p:nvPr/>
          </p:nvSpPr>
          <p:spPr>
            <a:xfrm>
              <a:off x="3264" y="2918"/>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F</a:t>
              </a:r>
            </a:p>
          </p:txBody>
        </p:sp>
        <p:sp>
          <p:nvSpPr>
            <p:cNvPr id="9246" name="Rectangle 24"/>
            <p:cNvSpPr/>
            <p:nvPr/>
          </p:nvSpPr>
          <p:spPr>
            <a:xfrm>
              <a:off x="2160" y="3552"/>
              <a:ext cx="114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国标符号</a:t>
              </a:r>
            </a:p>
          </p:txBody>
        </p:sp>
      </p:grpSp>
      <p:grpSp>
        <p:nvGrpSpPr>
          <p:cNvPr id="6169" name="Group 25"/>
          <p:cNvGrpSpPr/>
          <p:nvPr/>
        </p:nvGrpSpPr>
        <p:grpSpPr>
          <a:xfrm>
            <a:off x="6242050" y="4403725"/>
            <a:ext cx="2520950" cy="1814513"/>
            <a:chOff x="3792" y="2774"/>
            <a:chExt cx="1588" cy="1143"/>
          </a:xfrm>
        </p:grpSpPr>
        <p:sp>
          <p:nvSpPr>
            <p:cNvPr id="9226" name="Arc 26"/>
            <p:cNvSpPr/>
            <p:nvPr/>
          </p:nvSpPr>
          <p:spPr>
            <a:xfrm>
              <a:off x="4512" y="2880"/>
              <a:ext cx="240" cy="432"/>
            </a:xfrm>
            <a:custGeom>
              <a:avLst/>
              <a:gdLst/>
              <a:ahLst/>
              <a:cxnLst>
                <a:cxn ang="0">
                  <a:pos x="0" y="0"/>
                </a:cxn>
                <a:cxn ang="0">
                  <a:pos x="0" y="0"/>
                </a:cxn>
                <a:cxn ang="0">
                  <a:pos x="0" y="0"/>
                </a:cxn>
              </a:cxnLst>
              <a:rect l="0" t="0" r="0" b="0"/>
              <a:pathLst>
                <a:path w="21600" h="42543" fill="none">
                  <a:moveTo>
                    <a:pt x="0" y="0"/>
                  </a:moveTo>
                  <a:cubicBezTo>
                    <a:pt x="11929" y="0"/>
                    <a:pt x="21600" y="9670"/>
                    <a:pt x="21600" y="21600"/>
                  </a:cubicBezTo>
                  <a:cubicBezTo>
                    <a:pt x="21600" y="31493"/>
                    <a:pt x="14879" y="40121"/>
                    <a:pt x="5286" y="42542"/>
                  </a:cubicBezTo>
                </a:path>
                <a:path w="21600" h="42543" stroke="0">
                  <a:moveTo>
                    <a:pt x="0" y="0"/>
                  </a:moveTo>
                  <a:cubicBezTo>
                    <a:pt x="11929" y="0"/>
                    <a:pt x="21600" y="9670"/>
                    <a:pt x="21600" y="21600"/>
                  </a:cubicBezTo>
                  <a:cubicBezTo>
                    <a:pt x="21600" y="31493"/>
                    <a:pt x="14879" y="40121"/>
                    <a:pt x="5286" y="42542"/>
                  </a:cubicBezTo>
                  <a:lnTo>
                    <a:pt x="0" y="21600"/>
                  </a:lnTo>
                  <a:lnTo>
                    <a:pt x="0" y="0"/>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9227" name="Line 27"/>
            <p:cNvSpPr/>
            <p:nvPr/>
          </p:nvSpPr>
          <p:spPr>
            <a:xfrm flipH="1">
              <a:off x="4320" y="2880"/>
              <a:ext cx="192" cy="0"/>
            </a:xfrm>
            <a:prstGeom prst="line">
              <a:avLst/>
            </a:prstGeom>
            <a:ln w="9525" cap="flat" cmpd="sng">
              <a:solidFill>
                <a:schemeClr val="tx1"/>
              </a:solidFill>
              <a:prstDash val="solid"/>
              <a:miter/>
              <a:headEnd type="none" w="med" len="med"/>
              <a:tailEnd type="none" w="med" len="med"/>
            </a:ln>
          </p:spPr>
        </p:sp>
        <p:sp>
          <p:nvSpPr>
            <p:cNvPr id="9228" name="Line 28"/>
            <p:cNvSpPr/>
            <p:nvPr/>
          </p:nvSpPr>
          <p:spPr>
            <a:xfrm flipH="1">
              <a:off x="4320" y="3312"/>
              <a:ext cx="288" cy="0"/>
            </a:xfrm>
            <a:prstGeom prst="line">
              <a:avLst/>
            </a:prstGeom>
            <a:ln w="9525" cap="flat" cmpd="sng">
              <a:solidFill>
                <a:schemeClr val="tx1"/>
              </a:solidFill>
              <a:prstDash val="solid"/>
              <a:miter/>
              <a:headEnd type="none" w="med" len="med"/>
              <a:tailEnd type="none" w="med" len="med"/>
            </a:ln>
          </p:spPr>
        </p:sp>
        <p:sp>
          <p:nvSpPr>
            <p:cNvPr id="9229" name="Line 29"/>
            <p:cNvSpPr/>
            <p:nvPr/>
          </p:nvSpPr>
          <p:spPr>
            <a:xfrm>
              <a:off x="4320" y="2880"/>
              <a:ext cx="0" cy="432"/>
            </a:xfrm>
            <a:prstGeom prst="line">
              <a:avLst/>
            </a:prstGeom>
            <a:ln w="9525" cap="flat" cmpd="sng">
              <a:solidFill>
                <a:schemeClr val="tx1"/>
              </a:solidFill>
              <a:prstDash val="solid"/>
              <a:miter/>
              <a:headEnd type="none" w="med" len="med"/>
              <a:tailEnd type="none" w="med" len="med"/>
            </a:ln>
          </p:spPr>
        </p:sp>
        <p:sp>
          <p:nvSpPr>
            <p:cNvPr id="9230" name="Line 30"/>
            <p:cNvSpPr/>
            <p:nvPr/>
          </p:nvSpPr>
          <p:spPr>
            <a:xfrm>
              <a:off x="4752" y="3072"/>
              <a:ext cx="384" cy="0"/>
            </a:xfrm>
            <a:prstGeom prst="line">
              <a:avLst/>
            </a:prstGeom>
            <a:ln w="9525" cap="flat" cmpd="sng">
              <a:solidFill>
                <a:schemeClr val="tx1"/>
              </a:solidFill>
              <a:prstDash val="solid"/>
              <a:miter/>
              <a:headEnd type="none" w="med" len="med"/>
              <a:tailEnd type="none" w="med" len="med"/>
            </a:ln>
          </p:spPr>
        </p:sp>
        <p:sp>
          <p:nvSpPr>
            <p:cNvPr id="9231" name="Line 31"/>
            <p:cNvSpPr/>
            <p:nvPr/>
          </p:nvSpPr>
          <p:spPr>
            <a:xfrm flipH="1">
              <a:off x="4080" y="2976"/>
              <a:ext cx="240" cy="0"/>
            </a:xfrm>
            <a:prstGeom prst="line">
              <a:avLst/>
            </a:prstGeom>
            <a:ln w="9525" cap="flat" cmpd="sng">
              <a:solidFill>
                <a:schemeClr val="tx1"/>
              </a:solidFill>
              <a:prstDash val="solid"/>
              <a:miter/>
              <a:headEnd type="none" w="med" len="med"/>
              <a:tailEnd type="none" w="med" len="med"/>
            </a:ln>
          </p:spPr>
        </p:sp>
        <p:sp>
          <p:nvSpPr>
            <p:cNvPr id="9232" name="Line 32"/>
            <p:cNvSpPr/>
            <p:nvPr/>
          </p:nvSpPr>
          <p:spPr>
            <a:xfrm flipH="1">
              <a:off x="4080" y="3216"/>
              <a:ext cx="240" cy="0"/>
            </a:xfrm>
            <a:prstGeom prst="line">
              <a:avLst/>
            </a:prstGeom>
            <a:ln w="9525" cap="flat" cmpd="sng">
              <a:solidFill>
                <a:schemeClr val="tx1"/>
              </a:solidFill>
              <a:prstDash val="solid"/>
              <a:miter/>
              <a:headEnd type="none" w="med" len="med"/>
              <a:tailEnd type="none" w="med" len="med"/>
            </a:ln>
          </p:spPr>
        </p:sp>
        <p:sp>
          <p:nvSpPr>
            <p:cNvPr id="9233" name="Rectangle 33"/>
            <p:cNvSpPr/>
            <p:nvPr/>
          </p:nvSpPr>
          <p:spPr>
            <a:xfrm>
              <a:off x="3792" y="2774"/>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a:t>
              </a:r>
            </a:p>
          </p:txBody>
        </p:sp>
        <p:sp>
          <p:nvSpPr>
            <p:cNvPr id="9234" name="Rectangle 34"/>
            <p:cNvSpPr/>
            <p:nvPr/>
          </p:nvSpPr>
          <p:spPr>
            <a:xfrm>
              <a:off x="3792" y="3062"/>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B</a:t>
              </a:r>
            </a:p>
          </p:txBody>
        </p:sp>
        <p:sp>
          <p:nvSpPr>
            <p:cNvPr id="9235" name="Rectangle 35"/>
            <p:cNvSpPr/>
            <p:nvPr/>
          </p:nvSpPr>
          <p:spPr>
            <a:xfrm>
              <a:off x="5136" y="2918"/>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F</a:t>
              </a:r>
            </a:p>
          </p:txBody>
        </p:sp>
        <p:sp>
          <p:nvSpPr>
            <p:cNvPr id="9236" name="Rectangle 36"/>
            <p:cNvSpPr/>
            <p:nvPr/>
          </p:nvSpPr>
          <p:spPr>
            <a:xfrm>
              <a:off x="3840" y="3552"/>
              <a:ext cx="114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美国符号</a:t>
              </a:r>
            </a:p>
          </p:txBody>
        </p:sp>
      </p:grpSp>
      <p:sp>
        <p:nvSpPr>
          <p:cNvPr id="6181" name="Rectangle 37"/>
          <p:cNvSpPr>
            <a:spLocks noChangeArrowheads="1"/>
          </p:cNvSpPr>
          <p:nvPr/>
        </p:nvSpPr>
        <p:spPr bwMode="auto">
          <a:xfrm>
            <a:off x="457200" y="381000"/>
            <a:ext cx="8382000" cy="1592263"/>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定义：</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某个事件受若干个条件影响，若所有的条件都齐备，该事件才能成立，这样的逻辑关系被称为逻辑乘</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与</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sp>
        <p:nvSpPr>
          <p:cNvPr id="6183" name="Rectangle 39"/>
          <p:cNvSpPr/>
          <p:nvPr/>
        </p:nvSpPr>
        <p:spPr>
          <a:xfrm>
            <a:off x="533400" y="2971800"/>
            <a:ext cx="8305800" cy="617538"/>
          </a:xfrm>
          <a:prstGeom prst="rect">
            <a:avLst/>
          </a:prstGeom>
          <a:noFill/>
          <a:ln w="38100"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实现逻辑乘的逻辑电路称为与门。</a:t>
            </a:r>
          </a:p>
        </p:txBody>
      </p:sp>
      <p:sp>
        <p:nvSpPr>
          <p:cNvPr id="6184" name="Rectangle 40"/>
          <p:cNvSpPr/>
          <p:nvPr/>
        </p:nvSpPr>
        <p:spPr>
          <a:xfrm>
            <a:off x="533400" y="3733800"/>
            <a:ext cx="38417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与门的逻辑符号为：</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81"/>
                                        </p:tgtEl>
                                        <p:attrNameLst>
                                          <p:attrName>style.visibility</p:attrName>
                                        </p:attrNameLst>
                                      </p:cBhvr>
                                      <p:to>
                                        <p:strVal val="visible"/>
                                      </p:to>
                                    </p:set>
                                    <p:animEffect transition="in" filter="box(in)">
                                      <p:cBhvr>
                                        <p:cTn id="7" dur="500"/>
                                        <p:tgtEl>
                                          <p:spTgt spid="618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6148"/>
                                        </p:tgtEl>
                                        <p:attrNameLst>
                                          <p:attrName>style.visibility</p:attrName>
                                        </p:attrNameLst>
                                      </p:cBhvr>
                                      <p:to>
                                        <p:strVal val="visible"/>
                                      </p:to>
                                    </p:set>
                                    <p:animEffect transition="in" filter="strips(downLeft)">
                                      <p:cBhvr>
                                        <p:cTn id="12" dur="500"/>
                                        <p:tgtEl>
                                          <p:spTgt spid="614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183"/>
                                        </p:tgtEl>
                                        <p:attrNameLst>
                                          <p:attrName>style.visibility</p:attrName>
                                        </p:attrNameLst>
                                      </p:cBhvr>
                                      <p:to>
                                        <p:strVal val="visible"/>
                                      </p:to>
                                    </p:set>
                                    <p:animEffect transition="in" filter="box(in)">
                                      <p:cBhvr>
                                        <p:cTn id="17" dur="500"/>
                                        <p:tgtEl>
                                          <p:spTgt spid="618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6184"/>
                                        </p:tgtEl>
                                        <p:attrNameLst>
                                          <p:attrName>style.visibility</p:attrName>
                                        </p:attrNameLst>
                                      </p:cBhvr>
                                      <p:to>
                                        <p:strVal val="visible"/>
                                      </p:to>
                                    </p:set>
                                    <p:anim calcmode="lin" valueType="num">
                                      <p:cBhvr additive="base">
                                        <p:cTn id="22" dur="500" fill="hold"/>
                                        <p:tgtEl>
                                          <p:spTgt spid="6184"/>
                                        </p:tgtEl>
                                        <p:attrNameLst>
                                          <p:attrName>ppt_x</p:attrName>
                                        </p:attrNameLst>
                                      </p:cBhvr>
                                      <p:tavLst>
                                        <p:tav tm="0">
                                          <p:val>
                                            <p:strVal val="0-#ppt_w/2"/>
                                          </p:val>
                                        </p:tav>
                                        <p:tav tm="100000">
                                          <p:val>
                                            <p:strVal val="#ppt_x"/>
                                          </p:val>
                                        </p:tav>
                                      </p:tavLst>
                                    </p:anim>
                                    <p:anim calcmode="lin" valueType="num">
                                      <p:cBhvr additive="base">
                                        <p:cTn id="23" dur="500" fill="hold"/>
                                        <p:tgtEl>
                                          <p:spTgt spid="618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6149"/>
                                        </p:tgtEl>
                                        <p:attrNameLst>
                                          <p:attrName>style.visibility</p:attrName>
                                        </p:attrNameLst>
                                      </p:cBhvr>
                                      <p:to>
                                        <p:strVal val="visible"/>
                                      </p:to>
                                    </p:set>
                                    <p:animEffect transition="in" filter="dissolve">
                                      <p:cBhvr>
                                        <p:cTn id="28" dur="500"/>
                                        <p:tgtEl>
                                          <p:spTgt spid="614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6158"/>
                                        </p:tgtEl>
                                        <p:attrNameLst>
                                          <p:attrName>style.visibility</p:attrName>
                                        </p:attrNameLst>
                                      </p:cBhvr>
                                      <p:to>
                                        <p:strVal val="visible"/>
                                      </p:to>
                                    </p:set>
                                    <p:animEffect transition="in" filter="dissolve">
                                      <p:cBhvr>
                                        <p:cTn id="33" dur="500"/>
                                        <p:tgtEl>
                                          <p:spTgt spid="6158"/>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6169"/>
                                        </p:tgtEl>
                                        <p:attrNameLst>
                                          <p:attrName>style.visibility</p:attrName>
                                        </p:attrNameLst>
                                      </p:cBhvr>
                                      <p:to>
                                        <p:strVal val="visible"/>
                                      </p:to>
                                    </p:set>
                                    <p:animEffect transition="in" filter="dissolve">
                                      <p:cBhvr>
                                        <p:cTn id="38" dur="500"/>
                                        <p:tgtEl>
                                          <p:spTgt spid="6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6181" grpId="0" animBg="1"/>
      <p:bldP spid="6183" grpId="0" animBg="1"/>
      <p:bldP spid="618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5</a:t>
            </a:fld>
            <a:endParaRPr lang="en-US" altLang="zh-CN" sz="1400" dirty="0"/>
          </a:p>
        </p:txBody>
      </p:sp>
      <p:sp>
        <p:nvSpPr>
          <p:cNvPr id="7172" name="Rectangle 4"/>
          <p:cNvSpPr/>
          <p:nvPr/>
        </p:nvSpPr>
        <p:spPr>
          <a:xfrm>
            <a:off x="381000" y="1219200"/>
            <a:ext cx="4572000" cy="1592263"/>
          </a:xfrm>
          <a:prstGeom prst="rect">
            <a:avLst/>
          </a:prstGeom>
          <a:noFill/>
          <a:ln w="38100"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若定义开关闭合为</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，断开为</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。灯亮为</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，灯灭为</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a:t>
            </a:r>
          </a:p>
        </p:txBody>
      </p:sp>
      <p:grpSp>
        <p:nvGrpSpPr>
          <p:cNvPr id="7173" name="Group 5"/>
          <p:cNvGrpSpPr/>
          <p:nvPr/>
        </p:nvGrpSpPr>
        <p:grpSpPr>
          <a:xfrm>
            <a:off x="5278438" y="38100"/>
            <a:ext cx="3865562" cy="2628900"/>
            <a:chOff x="1440" y="1608"/>
            <a:chExt cx="2435" cy="1656"/>
          </a:xfrm>
        </p:grpSpPr>
        <p:sp>
          <p:nvSpPr>
            <p:cNvPr id="11292" name="Line 6"/>
            <p:cNvSpPr/>
            <p:nvPr/>
          </p:nvSpPr>
          <p:spPr>
            <a:xfrm>
              <a:off x="1920" y="2304"/>
              <a:ext cx="0" cy="336"/>
            </a:xfrm>
            <a:prstGeom prst="line">
              <a:avLst/>
            </a:prstGeom>
            <a:ln w="19050" cap="flat" cmpd="sng">
              <a:solidFill>
                <a:schemeClr val="tx1"/>
              </a:solidFill>
              <a:prstDash val="solid"/>
              <a:miter/>
              <a:headEnd type="none" w="med" len="med"/>
              <a:tailEnd type="none" w="med" len="med"/>
            </a:ln>
          </p:spPr>
        </p:sp>
        <p:sp>
          <p:nvSpPr>
            <p:cNvPr id="11293" name="Line 7"/>
            <p:cNvSpPr/>
            <p:nvPr/>
          </p:nvSpPr>
          <p:spPr>
            <a:xfrm>
              <a:off x="1776" y="2640"/>
              <a:ext cx="288" cy="0"/>
            </a:xfrm>
            <a:prstGeom prst="line">
              <a:avLst/>
            </a:prstGeom>
            <a:ln w="19050" cap="flat" cmpd="sng">
              <a:solidFill>
                <a:schemeClr val="tx1"/>
              </a:solidFill>
              <a:prstDash val="solid"/>
              <a:miter/>
              <a:headEnd type="none" w="med" len="med"/>
              <a:tailEnd type="none" w="med" len="med"/>
            </a:ln>
          </p:spPr>
        </p:sp>
        <p:sp>
          <p:nvSpPr>
            <p:cNvPr id="11294" name="Line 8"/>
            <p:cNvSpPr/>
            <p:nvPr/>
          </p:nvSpPr>
          <p:spPr>
            <a:xfrm>
              <a:off x="1824" y="2736"/>
              <a:ext cx="192" cy="0"/>
            </a:xfrm>
            <a:prstGeom prst="line">
              <a:avLst/>
            </a:prstGeom>
            <a:ln w="19050" cap="flat" cmpd="sng">
              <a:solidFill>
                <a:schemeClr val="tx1"/>
              </a:solidFill>
              <a:prstDash val="solid"/>
              <a:miter/>
              <a:headEnd type="none" w="med" len="med"/>
              <a:tailEnd type="none" w="med" len="med"/>
            </a:ln>
          </p:spPr>
        </p:sp>
        <p:sp>
          <p:nvSpPr>
            <p:cNvPr id="11295" name="Line 9"/>
            <p:cNvSpPr/>
            <p:nvPr/>
          </p:nvSpPr>
          <p:spPr>
            <a:xfrm>
              <a:off x="1920" y="2736"/>
              <a:ext cx="0" cy="528"/>
            </a:xfrm>
            <a:prstGeom prst="line">
              <a:avLst/>
            </a:prstGeom>
            <a:ln w="19050" cap="flat" cmpd="sng">
              <a:solidFill>
                <a:schemeClr val="tx1"/>
              </a:solidFill>
              <a:prstDash val="solid"/>
              <a:miter/>
              <a:headEnd type="none" w="med" len="med"/>
              <a:tailEnd type="none" w="med" len="med"/>
            </a:ln>
          </p:spPr>
        </p:sp>
        <p:sp>
          <p:nvSpPr>
            <p:cNvPr id="11296" name="Line 10"/>
            <p:cNvSpPr/>
            <p:nvPr/>
          </p:nvSpPr>
          <p:spPr>
            <a:xfrm>
              <a:off x="1920" y="2304"/>
              <a:ext cx="480" cy="0"/>
            </a:xfrm>
            <a:prstGeom prst="line">
              <a:avLst/>
            </a:prstGeom>
            <a:ln w="19050" cap="flat" cmpd="sng">
              <a:solidFill>
                <a:schemeClr val="tx1"/>
              </a:solidFill>
              <a:prstDash val="solid"/>
              <a:miter/>
              <a:headEnd type="none" w="med" len="med"/>
              <a:tailEnd type="none" w="med" len="med"/>
            </a:ln>
          </p:spPr>
        </p:sp>
        <p:sp>
          <p:nvSpPr>
            <p:cNvPr id="11297" name="Line 11"/>
            <p:cNvSpPr/>
            <p:nvPr/>
          </p:nvSpPr>
          <p:spPr>
            <a:xfrm>
              <a:off x="3120" y="2304"/>
              <a:ext cx="288" cy="0"/>
            </a:xfrm>
            <a:prstGeom prst="line">
              <a:avLst/>
            </a:prstGeom>
            <a:ln w="19050" cap="flat" cmpd="sng">
              <a:solidFill>
                <a:schemeClr val="tx1"/>
              </a:solidFill>
              <a:prstDash val="solid"/>
              <a:miter/>
              <a:headEnd type="none" w="med" len="med"/>
              <a:tailEnd type="none" w="med" len="med"/>
            </a:ln>
          </p:spPr>
        </p:sp>
        <p:sp>
          <p:nvSpPr>
            <p:cNvPr id="11298" name="Line 12"/>
            <p:cNvSpPr/>
            <p:nvPr/>
          </p:nvSpPr>
          <p:spPr>
            <a:xfrm>
              <a:off x="3408" y="2304"/>
              <a:ext cx="0" cy="336"/>
            </a:xfrm>
            <a:prstGeom prst="line">
              <a:avLst/>
            </a:prstGeom>
            <a:ln w="19050" cap="flat" cmpd="sng">
              <a:solidFill>
                <a:schemeClr val="tx1"/>
              </a:solidFill>
              <a:prstDash val="solid"/>
              <a:miter/>
              <a:headEnd type="none" w="med" len="med"/>
              <a:tailEnd type="none" w="med" len="med"/>
            </a:ln>
          </p:spPr>
        </p:sp>
        <p:sp>
          <p:nvSpPr>
            <p:cNvPr id="11299" name="Oval 13"/>
            <p:cNvSpPr/>
            <p:nvPr/>
          </p:nvSpPr>
          <p:spPr>
            <a:xfrm>
              <a:off x="3216" y="2640"/>
              <a:ext cx="384" cy="288"/>
            </a:xfrm>
            <a:prstGeom prst="ellipse">
              <a:avLst/>
            </a:prstGeom>
            <a:noFill/>
            <a:ln w="1905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11300" name="Line 14"/>
            <p:cNvSpPr/>
            <p:nvPr/>
          </p:nvSpPr>
          <p:spPr>
            <a:xfrm>
              <a:off x="3408" y="2928"/>
              <a:ext cx="0" cy="288"/>
            </a:xfrm>
            <a:prstGeom prst="line">
              <a:avLst/>
            </a:prstGeom>
            <a:ln w="19050" cap="flat" cmpd="sng">
              <a:solidFill>
                <a:schemeClr val="tx1"/>
              </a:solidFill>
              <a:prstDash val="solid"/>
              <a:miter/>
              <a:headEnd type="none" w="med" len="med"/>
              <a:tailEnd type="none" w="med" len="med"/>
            </a:ln>
          </p:spPr>
        </p:sp>
        <p:sp>
          <p:nvSpPr>
            <p:cNvPr id="11301" name="Line 15"/>
            <p:cNvSpPr/>
            <p:nvPr/>
          </p:nvSpPr>
          <p:spPr>
            <a:xfrm>
              <a:off x="1920" y="3264"/>
              <a:ext cx="1488" cy="0"/>
            </a:xfrm>
            <a:prstGeom prst="line">
              <a:avLst/>
            </a:prstGeom>
            <a:ln w="19050" cap="flat" cmpd="sng">
              <a:solidFill>
                <a:schemeClr val="tx1"/>
              </a:solidFill>
              <a:prstDash val="solid"/>
              <a:miter/>
              <a:headEnd type="none" w="med" len="med"/>
              <a:tailEnd type="none" w="med" len="med"/>
            </a:ln>
          </p:spPr>
        </p:sp>
        <p:sp>
          <p:nvSpPr>
            <p:cNvPr id="11302" name="Line 16"/>
            <p:cNvSpPr/>
            <p:nvPr/>
          </p:nvSpPr>
          <p:spPr>
            <a:xfrm>
              <a:off x="3408" y="2928"/>
              <a:ext cx="0" cy="336"/>
            </a:xfrm>
            <a:prstGeom prst="line">
              <a:avLst/>
            </a:prstGeom>
            <a:ln w="19050" cap="flat" cmpd="sng">
              <a:solidFill>
                <a:schemeClr val="tx1"/>
              </a:solidFill>
              <a:prstDash val="solid"/>
              <a:miter/>
              <a:headEnd type="none" w="med" len="med"/>
              <a:tailEnd type="none" w="med" len="med"/>
            </a:ln>
          </p:spPr>
        </p:sp>
        <p:sp>
          <p:nvSpPr>
            <p:cNvPr id="11303" name="Line 17"/>
            <p:cNvSpPr/>
            <p:nvPr/>
          </p:nvSpPr>
          <p:spPr>
            <a:xfrm flipV="1">
              <a:off x="3264" y="2688"/>
              <a:ext cx="288" cy="192"/>
            </a:xfrm>
            <a:prstGeom prst="line">
              <a:avLst/>
            </a:prstGeom>
            <a:ln w="19050" cap="flat" cmpd="sng">
              <a:solidFill>
                <a:schemeClr val="tx1"/>
              </a:solidFill>
              <a:prstDash val="solid"/>
              <a:miter/>
              <a:headEnd type="none" w="med" len="med"/>
              <a:tailEnd type="none" w="med" len="med"/>
            </a:ln>
          </p:spPr>
        </p:sp>
        <p:sp>
          <p:nvSpPr>
            <p:cNvPr id="11304" name="Line 18"/>
            <p:cNvSpPr/>
            <p:nvPr/>
          </p:nvSpPr>
          <p:spPr>
            <a:xfrm>
              <a:off x="3312" y="2688"/>
              <a:ext cx="192" cy="192"/>
            </a:xfrm>
            <a:prstGeom prst="line">
              <a:avLst/>
            </a:prstGeom>
            <a:ln w="19050" cap="flat" cmpd="sng">
              <a:solidFill>
                <a:schemeClr val="tx1"/>
              </a:solidFill>
              <a:prstDash val="solid"/>
              <a:miter/>
              <a:headEnd type="none" w="med" len="med"/>
              <a:tailEnd type="none" w="med" len="med"/>
            </a:ln>
          </p:spPr>
        </p:sp>
        <p:sp>
          <p:nvSpPr>
            <p:cNvPr id="11305" name="Rectangle 19"/>
            <p:cNvSpPr/>
            <p:nvPr/>
          </p:nvSpPr>
          <p:spPr>
            <a:xfrm>
              <a:off x="3631" y="2534"/>
              <a:ext cx="244" cy="365"/>
            </a:xfrm>
            <a:prstGeom prst="rect">
              <a:avLst/>
            </a:prstGeom>
            <a:noFill/>
            <a:ln w="2857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buClr>
                  <a:schemeClr val="folHlink"/>
                </a:buClr>
                <a:buSzPct val="60000"/>
                <a:buFont typeface="Wingdings" panose="05000000000000000000" pitchFamily="2" charset="2"/>
                <a:buNone/>
              </a:pPr>
              <a:r>
                <a:rPr lang="en-US" altLang="zh-CN" dirty="0">
                  <a:latin typeface="黑体" panose="02010609060101010101" pitchFamily="49" charset="-122"/>
                  <a:ea typeface="黑体" panose="02010609060101010101" pitchFamily="49" charset="-122"/>
                </a:rPr>
                <a:t>F</a:t>
              </a:r>
            </a:p>
          </p:txBody>
        </p:sp>
        <p:sp>
          <p:nvSpPr>
            <p:cNvPr id="11306" name="Line 20"/>
            <p:cNvSpPr/>
            <p:nvPr/>
          </p:nvSpPr>
          <p:spPr>
            <a:xfrm>
              <a:off x="2400" y="2064"/>
              <a:ext cx="0" cy="480"/>
            </a:xfrm>
            <a:prstGeom prst="line">
              <a:avLst/>
            </a:prstGeom>
            <a:ln w="19050" cap="flat" cmpd="sng">
              <a:solidFill>
                <a:schemeClr val="tx1"/>
              </a:solidFill>
              <a:prstDash val="solid"/>
              <a:miter/>
              <a:headEnd type="none" w="med" len="med"/>
              <a:tailEnd type="none" w="med" len="med"/>
            </a:ln>
          </p:spPr>
        </p:sp>
        <p:sp>
          <p:nvSpPr>
            <p:cNvPr id="11307" name="Line 21"/>
            <p:cNvSpPr/>
            <p:nvPr/>
          </p:nvSpPr>
          <p:spPr>
            <a:xfrm>
              <a:off x="2400" y="2064"/>
              <a:ext cx="192" cy="0"/>
            </a:xfrm>
            <a:prstGeom prst="line">
              <a:avLst/>
            </a:prstGeom>
            <a:ln w="19050" cap="flat" cmpd="sng">
              <a:solidFill>
                <a:schemeClr val="tx1"/>
              </a:solidFill>
              <a:prstDash val="solid"/>
              <a:miter/>
              <a:headEnd type="none" w="med" len="med"/>
              <a:tailEnd type="none" w="med" len="med"/>
            </a:ln>
          </p:spPr>
        </p:sp>
        <p:sp>
          <p:nvSpPr>
            <p:cNvPr id="11308" name="Line 22"/>
            <p:cNvSpPr/>
            <p:nvPr/>
          </p:nvSpPr>
          <p:spPr>
            <a:xfrm>
              <a:off x="2400" y="2544"/>
              <a:ext cx="192" cy="0"/>
            </a:xfrm>
            <a:prstGeom prst="line">
              <a:avLst/>
            </a:prstGeom>
            <a:ln w="19050" cap="flat" cmpd="sng">
              <a:solidFill>
                <a:schemeClr val="tx1"/>
              </a:solidFill>
              <a:prstDash val="solid"/>
              <a:miter/>
              <a:headEnd type="none" w="med" len="med"/>
              <a:tailEnd type="none" w="med" len="med"/>
            </a:ln>
          </p:spPr>
        </p:sp>
        <p:sp>
          <p:nvSpPr>
            <p:cNvPr id="11309" name="Line 23"/>
            <p:cNvSpPr/>
            <p:nvPr/>
          </p:nvSpPr>
          <p:spPr>
            <a:xfrm flipV="1">
              <a:off x="2592" y="1824"/>
              <a:ext cx="240" cy="240"/>
            </a:xfrm>
            <a:prstGeom prst="line">
              <a:avLst/>
            </a:prstGeom>
            <a:ln w="19050" cap="flat" cmpd="sng">
              <a:solidFill>
                <a:schemeClr val="tx1"/>
              </a:solidFill>
              <a:prstDash val="solid"/>
              <a:miter/>
              <a:headEnd type="none" w="med" len="med"/>
              <a:tailEnd type="none" w="med" len="med"/>
            </a:ln>
          </p:spPr>
        </p:sp>
        <p:sp>
          <p:nvSpPr>
            <p:cNvPr id="11310" name="Line 24"/>
            <p:cNvSpPr/>
            <p:nvPr/>
          </p:nvSpPr>
          <p:spPr>
            <a:xfrm flipV="1">
              <a:off x="2592" y="2352"/>
              <a:ext cx="192" cy="192"/>
            </a:xfrm>
            <a:prstGeom prst="line">
              <a:avLst/>
            </a:prstGeom>
            <a:ln w="19050" cap="flat" cmpd="sng">
              <a:solidFill>
                <a:schemeClr val="tx1"/>
              </a:solidFill>
              <a:prstDash val="solid"/>
              <a:miter/>
              <a:headEnd type="none" w="med" len="med"/>
              <a:tailEnd type="none" w="med" len="med"/>
            </a:ln>
          </p:spPr>
        </p:sp>
        <p:sp>
          <p:nvSpPr>
            <p:cNvPr id="11311" name="Line 25"/>
            <p:cNvSpPr/>
            <p:nvPr/>
          </p:nvSpPr>
          <p:spPr>
            <a:xfrm>
              <a:off x="3072" y="2064"/>
              <a:ext cx="0" cy="480"/>
            </a:xfrm>
            <a:prstGeom prst="line">
              <a:avLst/>
            </a:prstGeom>
            <a:ln w="19050" cap="flat" cmpd="sng">
              <a:solidFill>
                <a:schemeClr val="tx1"/>
              </a:solidFill>
              <a:prstDash val="solid"/>
              <a:miter/>
              <a:headEnd type="none" w="med" len="med"/>
              <a:tailEnd type="none" w="med" len="med"/>
            </a:ln>
          </p:spPr>
        </p:sp>
        <p:sp>
          <p:nvSpPr>
            <p:cNvPr id="11312" name="Line 26"/>
            <p:cNvSpPr/>
            <p:nvPr/>
          </p:nvSpPr>
          <p:spPr>
            <a:xfrm flipH="1">
              <a:off x="3072" y="2304"/>
              <a:ext cx="144" cy="0"/>
            </a:xfrm>
            <a:prstGeom prst="line">
              <a:avLst/>
            </a:prstGeom>
            <a:ln w="19050" cap="flat" cmpd="sng">
              <a:solidFill>
                <a:schemeClr val="tx1"/>
              </a:solidFill>
              <a:prstDash val="solid"/>
              <a:miter/>
              <a:headEnd type="none" w="med" len="med"/>
              <a:tailEnd type="none" w="med" len="med"/>
            </a:ln>
          </p:spPr>
        </p:sp>
        <p:sp>
          <p:nvSpPr>
            <p:cNvPr id="11313" name="Line 27"/>
            <p:cNvSpPr/>
            <p:nvPr/>
          </p:nvSpPr>
          <p:spPr>
            <a:xfrm flipH="1">
              <a:off x="2784" y="2544"/>
              <a:ext cx="288" cy="0"/>
            </a:xfrm>
            <a:prstGeom prst="line">
              <a:avLst/>
            </a:prstGeom>
            <a:ln w="19050" cap="flat" cmpd="sng">
              <a:solidFill>
                <a:schemeClr val="tx1"/>
              </a:solidFill>
              <a:prstDash val="solid"/>
              <a:miter/>
              <a:headEnd type="none" w="med" len="med"/>
              <a:tailEnd type="none" w="med" len="med"/>
            </a:ln>
          </p:spPr>
        </p:sp>
        <p:sp>
          <p:nvSpPr>
            <p:cNvPr id="11314" name="Line 28"/>
            <p:cNvSpPr/>
            <p:nvPr/>
          </p:nvSpPr>
          <p:spPr>
            <a:xfrm flipH="1">
              <a:off x="2784" y="2064"/>
              <a:ext cx="288" cy="0"/>
            </a:xfrm>
            <a:prstGeom prst="line">
              <a:avLst/>
            </a:prstGeom>
            <a:ln w="19050" cap="flat" cmpd="sng">
              <a:solidFill>
                <a:schemeClr val="tx1"/>
              </a:solidFill>
              <a:prstDash val="solid"/>
              <a:miter/>
              <a:headEnd type="none" w="med" len="med"/>
              <a:tailEnd type="none" w="med" len="med"/>
            </a:ln>
          </p:spPr>
        </p:sp>
        <p:sp>
          <p:nvSpPr>
            <p:cNvPr id="11315" name="Line 29"/>
            <p:cNvSpPr/>
            <p:nvPr/>
          </p:nvSpPr>
          <p:spPr>
            <a:xfrm>
              <a:off x="2688" y="1776"/>
              <a:ext cx="192" cy="192"/>
            </a:xfrm>
            <a:prstGeom prst="line">
              <a:avLst/>
            </a:prstGeom>
            <a:ln w="19050" cap="flat" cmpd="sng">
              <a:solidFill>
                <a:schemeClr val="tx1"/>
              </a:solidFill>
              <a:prstDash val="solid"/>
              <a:miter/>
              <a:headEnd type="none" w="med" len="med"/>
              <a:tailEnd type="triangle" w="med" len="med"/>
            </a:ln>
          </p:spPr>
        </p:sp>
        <p:sp>
          <p:nvSpPr>
            <p:cNvPr id="11316" name="Line 30"/>
            <p:cNvSpPr/>
            <p:nvPr/>
          </p:nvSpPr>
          <p:spPr>
            <a:xfrm>
              <a:off x="2640" y="2304"/>
              <a:ext cx="192" cy="192"/>
            </a:xfrm>
            <a:prstGeom prst="line">
              <a:avLst/>
            </a:prstGeom>
            <a:ln w="19050" cap="flat" cmpd="sng">
              <a:solidFill>
                <a:schemeClr val="tx1"/>
              </a:solidFill>
              <a:prstDash val="solid"/>
              <a:miter/>
              <a:headEnd type="none" w="med" len="med"/>
              <a:tailEnd type="triangle" w="med" len="med"/>
            </a:ln>
          </p:spPr>
        </p:sp>
        <p:sp>
          <p:nvSpPr>
            <p:cNvPr id="11317" name="Rectangle 31"/>
            <p:cNvSpPr/>
            <p:nvPr/>
          </p:nvSpPr>
          <p:spPr>
            <a:xfrm>
              <a:off x="1488" y="2455"/>
              <a:ext cx="372" cy="365"/>
            </a:xfrm>
            <a:prstGeom prst="rect">
              <a:avLst/>
            </a:prstGeom>
            <a:noFill/>
            <a:ln w="2857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latin typeface="黑体" panose="02010609060101010101" pitchFamily="49" charset="-122"/>
                  <a:ea typeface="黑体" panose="02010609060101010101" pitchFamily="49" charset="-122"/>
                </a:rPr>
                <a:t>  </a:t>
              </a:r>
            </a:p>
          </p:txBody>
        </p:sp>
        <p:sp>
          <p:nvSpPr>
            <p:cNvPr id="7200" name="Rectangle 32"/>
            <p:cNvSpPr>
              <a:spLocks noChangeArrowheads="1"/>
            </p:cNvSpPr>
            <p:nvPr/>
          </p:nvSpPr>
          <p:spPr bwMode="auto">
            <a:xfrm>
              <a:off x="1440" y="2472"/>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E</a:t>
              </a:r>
            </a:p>
          </p:txBody>
        </p:sp>
        <p:sp>
          <p:nvSpPr>
            <p:cNvPr id="7201" name="Rectangle 33"/>
            <p:cNvSpPr>
              <a:spLocks noChangeArrowheads="1"/>
            </p:cNvSpPr>
            <p:nvPr/>
          </p:nvSpPr>
          <p:spPr bwMode="auto">
            <a:xfrm>
              <a:off x="2352" y="1608"/>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p>
          </p:txBody>
        </p:sp>
        <p:sp>
          <p:nvSpPr>
            <p:cNvPr id="7202" name="Rectangle 34"/>
            <p:cNvSpPr>
              <a:spLocks noChangeArrowheads="1"/>
            </p:cNvSpPr>
            <p:nvPr/>
          </p:nvSpPr>
          <p:spPr bwMode="auto">
            <a:xfrm>
              <a:off x="2400" y="2568"/>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B</a:t>
              </a:r>
            </a:p>
          </p:txBody>
        </p:sp>
      </p:grpSp>
      <p:sp>
        <p:nvSpPr>
          <p:cNvPr id="7203" name="Rectangle 35"/>
          <p:cNvSpPr>
            <a:spLocks noChangeArrowheads="1"/>
          </p:cNvSpPr>
          <p:nvPr/>
        </p:nvSpPr>
        <p:spPr bwMode="auto">
          <a:xfrm>
            <a:off x="349250" y="304800"/>
            <a:ext cx="2012950" cy="57943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2</a:t>
            </a: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、或运算</a:t>
            </a:r>
          </a:p>
        </p:txBody>
      </p:sp>
      <p:grpSp>
        <p:nvGrpSpPr>
          <p:cNvPr id="7204" name="Group 36"/>
          <p:cNvGrpSpPr/>
          <p:nvPr/>
        </p:nvGrpSpPr>
        <p:grpSpPr>
          <a:xfrm>
            <a:off x="6096000" y="2895600"/>
            <a:ext cx="2286000" cy="3436938"/>
            <a:chOff x="816" y="2016"/>
            <a:chExt cx="1440" cy="2165"/>
          </a:xfrm>
        </p:grpSpPr>
        <p:sp>
          <p:nvSpPr>
            <p:cNvPr id="11280" name="Line 37"/>
            <p:cNvSpPr/>
            <p:nvPr/>
          </p:nvSpPr>
          <p:spPr>
            <a:xfrm>
              <a:off x="912" y="2784"/>
              <a:ext cx="1344" cy="0"/>
            </a:xfrm>
            <a:prstGeom prst="line">
              <a:avLst/>
            </a:prstGeom>
            <a:ln w="19050" cap="flat" cmpd="sng">
              <a:solidFill>
                <a:schemeClr val="tx1"/>
              </a:solidFill>
              <a:prstDash val="solid"/>
              <a:miter/>
              <a:headEnd type="none" w="med" len="med"/>
              <a:tailEnd type="none" w="med" len="med"/>
            </a:ln>
          </p:spPr>
        </p:sp>
        <p:sp>
          <p:nvSpPr>
            <p:cNvPr id="11281" name="Line 38"/>
            <p:cNvSpPr/>
            <p:nvPr/>
          </p:nvSpPr>
          <p:spPr>
            <a:xfrm>
              <a:off x="1776" y="2448"/>
              <a:ext cx="0" cy="1728"/>
            </a:xfrm>
            <a:prstGeom prst="line">
              <a:avLst/>
            </a:prstGeom>
            <a:ln w="19050" cap="flat" cmpd="sng">
              <a:solidFill>
                <a:schemeClr val="tx1"/>
              </a:solidFill>
              <a:prstDash val="solid"/>
              <a:miter/>
              <a:headEnd type="none" w="med" len="med"/>
              <a:tailEnd type="none" w="med" len="med"/>
            </a:ln>
          </p:spPr>
        </p:sp>
        <p:sp>
          <p:nvSpPr>
            <p:cNvPr id="7207" name="Rectangle 39"/>
            <p:cNvSpPr>
              <a:spLocks noChangeArrowheads="1"/>
            </p:cNvSpPr>
            <p:nvPr/>
          </p:nvSpPr>
          <p:spPr bwMode="auto">
            <a:xfrm>
              <a:off x="1824" y="3456"/>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亮</a:t>
              </a:r>
            </a:p>
          </p:txBody>
        </p:sp>
        <p:sp>
          <p:nvSpPr>
            <p:cNvPr id="7208" name="Rectangle 40"/>
            <p:cNvSpPr>
              <a:spLocks noChangeArrowheads="1"/>
            </p:cNvSpPr>
            <p:nvPr/>
          </p:nvSpPr>
          <p:spPr bwMode="auto">
            <a:xfrm>
              <a:off x="1824" y="3120"/>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亮</a:t>
              </a:r>
            </a:p>
          </p:txBody>
        </p:sp>
        <p:sp>
          <p:nvSpPr>
            <p:cNvPr id="7209" name="Rectangle 41"/>
            <p:cNvSpPr>
              <a:spLocks noChangeArrowheads="1"/>
            </p:cNvSpPr>
            <p:nvPr/>
          </p:nvSpPr>
          <p:spPr bwMode="auto">
            <a:xfrm>
              <a:off x="1824" y="3792"/>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亮</a:t>
              </a:r>
            </a:p>
          </p:txBody>
        </p:sp>
        <p:sp>
          <p:nvSpPr>
            <p:cNvPr id="7210" name="Rectangle 42"/>
            <p:cNvSpPr>
              <a:spLocks noChangeArrowheads="1"/>
            </p:cNvSpPr>
            <p:nvPr/>
          </p:nvSpPr>
          <p:spPr bwMode="auto">
            <a:xfrm>
              <a:off x="1200" y="2016"/>
              <a:ext cx="8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功能表</a:t>
              </a:r>
            </a:p>
          </p:txBody>
        </p:sp>
        <p:sp>
          <p:nvSpPr>
            <p:cNvPr id="7211" name="Rectangle 43"/>
            <p:cNvSpPr>
              <a:spLocks noChangeArrowheads="1"/>
            </p:cNvSpPr>
            <p:nvPr/>
          </p:nvSpPr>
          <p:spPr bwMode="auto">
            <a:xfrm>
              <a:off x="816" y="2376"/>
              <a:ext cx="139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 A   B   F</a:t>
              </a:r>
            </a:p>
          </p:txBody>
        </p:sp>
        <p:sp>
          <p:nvSpPr>
            <p:cNvPr id="7212" name="Rectangle 44"/>
            <p:cNvSpPr>
              <a:spLocks noChangeArrowheads="1"/>
            </p:cNvSpPr>
            <p:nvPr/>
          </p:nvSpPr>
          <p:spPr bwMode="auto">
            <a:xfrm>
              <a:off x="864" y="2808"/>
              <a:ext cx="8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断  断</a:t>
              </a:r>
            </a:p>
          </p:txBody>
        </p:sp>
        <p:sp>
          <p:nvSpPr>
            <p:cNvPr id="7213" name="Rectangle 45"/>
            <p:cNvSpPr>
              <a:spLocks noChangeArrowheads="1"/>
            </p:cNvSpPr>
            <p:nvPr/>
          </p:nvSpPr>
          <p:spPr bwMode="auto">
            <a:xfrm>
              <a:off x="864" y="3144"/>
              <a:ext cx="8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断  闭</a:t>
              </a:r>
            </a:p>
          </p:txBody>
        </p:sp>
        <p:sp>
          <p:nvSpPr>
            <p:cNvPr id="7214" name="Rectangle 46"/>
            <p:cNvSpPr>
              <a:spLocks noChangeArrowheads="1"/>
            </p:cNvSpPr>
            <p:nvPr/>
          </p:nvSpPr>
          <p:spPr bwMode="auto">
            <a:xfrm>
              <a:off x="864" y="3480"/>
              <a:ext cx="8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闭  断</a:t>
              </a:r>
            </a:p>
          </p:txBody>
        </p:sp>
        <p:sp>
          <p:nvSpPr>
            <p:cNvPr id="7215" name="Rectangle 47"/>
            <p:cNvSpPr>
              <a:spLocks noChangeArrowheads="1"/>
            </p:cNvSpPr>
            <p:nvPr/>
          </p:nvSpPr>
          <p:spPr bwMode="auto">
            <a:xfrm>
              <a:off x="864" y="3816"/>
              <a:ext cx="8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闭  闭</a:t>
              </a:r>
            </a:p>
          </p:txBody>
        </p:sp>
        <p:sp>
          <p:nvSpPr>
            <p:cNvPr id="7216" name="Rectangle 48"/>
            <p:cNvSpPr>
              <a:spLocks noChangeArrowheads="1"/>
            </p:cNvSpPr>
            <p:nvPr/>
          </p:nvSpPr>
          <p:spPr bwMode="auto">
            <a:xfrm>
              <a:off x="1824" y="2784"/>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灭</a:t>
              </a:r>
            </a:p>
          </p:txBody>
        </p:sp>
      </p:grpSp>
      <p:grpSp>
        <p:nvGrpSpPr>
          <p:cNvPr id="7217" name="Group 49"/>
          <p:cNvGrpSpPr/>
          <p:nvPr/>
        </p:nvGrpSpPr>
        <p:grpSpPr>
          <a:xfrm>
            <a:off x="1371600" y="2865438"/>
            <a:ext cx="2286000" cy="3459162"/>
            <a:chOff x="3600" y="1920"/>
            <a:chExt cx="1440" cy="2179"/>
          </a:xfrm>
        </p:grpSpPr>
        <p:sp>
          <p:nvSpPr>
            <p:cNvPr id="11272" name="Line 50"/>
            <p:cNvSpPr/>
            <p:nvPr/>
          </p:nvSpPr>
          <p:spPr>
            <a:xfrm>
              <a:off x="3600" y="2688"/>
              <a:ext cx="1440" cy="0"/>
            </a:xfrm>
            <a:prstGeom prst="line">
              <a:avLst/>
            </a:prstGeom>
            <a:ln w="19050" cap="flat" cmpd="sng">
              <a:solidFill>
                <a:schemeClr val="tx1"/>
              </a:solidFill>
              <a:prstDash val="solid"/>
              <a:miter/>
              <a:headEnd type="none" w="med" len="med"/>
              <a:tailEnd type="none" w="med" len="med"/>
            </a:ln>
          </p:spPr>
        </p:sp>
        <p:sp>
          <p:nvSpPr>
            <p:cNvPr id="11273" name="Line 51"/>
            <p:cNvSpPr/>
            <p:nvPr/>
          </p:nvSpPr>
          <p:spPr>
            <a:xfrm>
              <a:off x="4560" y="2400"/>
              <a:ext cx="0" cy="1680"/>
            </a:xfrm>
            <a:prstGeom prst="line">
              <a:avLst/>
            </a:prstGeom>
            <a:ln w="19050" cap="flat" cmpd="sng">
              <a:solidFill>
                <a:schemeClr val="tx1"/>
              </a:solidFill>
              <a:prstDash val="solid"/>
              <a:miter/>
              <a:headEnd type="none" w="med" len="med"/>
              <a:tailEnd type="none" w="med" len="med"/>
            </a:ln>
          </p:spPr>
        </p:sp>
        <p:sp>
          <p:nvSpPr>
            <p:cNvPr id="11274" name="Rectangle 52"/>
            <p:cNvSpPr/>
            <p:nvPr/>
          </p:nvSpPr>
          <p:spPr>
            <a:xfrm>
              <a:off x="3696" y="3734"/>
              <a:ext cx="126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buClr>
                  <a:schemeClr val="folHlink"/>
                </a:buClr>
                <a:buSzPct val="60000"/>
                <a:buFont typeface="Wingdings" panose="05000000000000000000" pitchFamily="2" charset="2"/>
                <a:buNone/>
              </a:pPr>
              <a:r>
                <a:rPr lang="en-US" altLang="zh-CN" dirty="0">
                  <a:latin typeface="黑体" panose="02010609060101010101" pitchFamily="49" charset="-122"/>
                  <a:ea typeface="黑体" panose="02010609060101010101" pitchFamily="49" charset="-122"/>
                </a:rPr>
                <a:t> 1   1  1</a:t>
              </a:r>
            </a:p>
          </p:txBody>
        </p:sp>
        <p:sp>
          <p:nvSpPr>
            <p:cNvPr id="11275" name="Rectangle 53"/>
            <p:cNvSpPr/>
            <p:nvPr/>
          </p:nvSpPr>
          <p:spPr>
            <a:xfrm>
              <a:off x="3696" y="3398"/>
              <a:ext cx="126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1   0  1</a:t>
              </a:r>
            </a:p>
          </p:txBody>
        </p:sp>
        <p:sp>
          <p:nvSpPr>
            <p:cNvPr id="11276" name="Rectangle 54"/>
            <p:cNvSpPr/>
            <p:nvPr/>
          </p:nvSpPr>
          <p:spPr>
            <a:xfrm>
              <a:off x="3696" y="3014"/>
              <a:ext cx="126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0   1  1</a:t>
              </a:r>
            </a:p>
          </p:txBody>
        </p:sp>
        <p:sp>
          <p:nvSpPr>
            <p:cNvPr id="11277" name="Rectangle 55"/>
            <p:cNvSpPr/>
            <p:nvPr/>
          </p:nvSpPr>
          <p:spPr>
            <a:xfrm>
              <a:off x="3696" y="2726"/>
              <a:ext cx="126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0   0  0</a:t>
              </a:r>
            </a:p>
          </p:txBody>
        </p:sp>
        <p:sp>
          <p:nvSpPr>
            <p:cNvPr id="11278" name="Rectangle 56"/>
            <p:cNvSpPr/>
            <p:nvPr/>
          </p:nvSpPr>
          <p:spPr>
            <a:xfrm>
              <a:off x="3696" y="2352"/>
              <a:ext cx="126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   B  F</a:t>
              </a:r>
            </a:p>
          </p:txBody>
        </p:sp>
        <p:sp>
          <p:nvSpPr>
            <p:cNvPr id="11279" name="Rectangle 57"/>
            <p:cNvSpPr/>
            <p:nvPr/>
          </p:nvSpPr>
          <p:spPr>
            <a:xfrm>
              <a:off x="4080" y="1920"/>
              <a:ext cx="88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真值表</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203"/>
                                        </p:tgtEl>
                                        <p:attrNameLst>
                                          <p:attrName>style.visibility</p:attrName>
                                        </p:attrNameLst>
                                      </p:cBhvr>
                                      <p:to>
                                        <p:strVal val="visible"/>
                                      </p:to>
                                    </p:set>
                                    <p:anim calcmode="lin" valueType="num">
                                      <p:cBhvr additive="base">
                                        <p:cTn id="7" dur="500" fill="hold"/>
                                        <p:tgtEl>
                                          <p:spTgt spid="7203"/>
                                        </p:tgtEl>
                                        <p:attrNameLst>
                                          <p:attrName>ppt_x</p:attrName>
                                        </p:attrNameLst>
                                      </p:cBhvr>
                                      <p:tavLst>
                                        <p:tav tm="0">
                                          <p:val>
                                            <p:strVal val="0-#ppt_w/2"/>
                                          </p:val>
                                        </p:tav>
                                        <p:tav tm="100000">
                                          <p:val>
                                            <p:strVal val="#ppt_x"/>
                                          </p:val>
                                        </p:tav>
                                      </p:tavLst>
                                    </p:anim>
                                    <p:anim calcmode="lin" valueType="num">
                                      <p:cBhvr additive="base">
                                        <p:cTn id="8" dur="500" fill="hold"/>
                                        <p:tgtEl>
                                          <p:spTgt spid="720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7173"/>
                                        </p:tgtEl>
                                        <p:attrNameLst>
                                          <p:attrName>style.visibility</p:attrName>
                                        </p:attrNameLst>
                                      </p:cBhvr>
                                      <p:to>
                                        <p:strVal val="visible"/>
                                      </p:to>
                                    </p:set>
                                    <p:animEffect transition="in" filter="dissolve">
                                      <p:cBhvr>
                                        <p:cTn id="13" dur="500"/>
                                        <p:tgtEl>
                                          <p:spTgt spid="717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204"/>
                                        </p:tgtEl>
                                        <p:attrNameLst>
                                          <p:attrName>style.visibility</p:attrName>
                                        </p:attrNameLst>
                                      </p:cBhvr>
                                      <p:to>
                                        <p:strVal val="visible"/>
                                      </p:to>
                                    </p:set>
                                    <p:anim calcmode="lin" valueType="num">
                                      <p:cBhvr additive="base">
                                        <p:cTn id="18" dur="500" fill="hold"/>
                                        <p:tgtEl>
                                          <p:spTgt spid="7204"/>
                                        </p:tgtEl>
                                        <p:attrNameLst>
                                          <p:attrName>ppt_x</p:attrName>
                                        </p:attrNameLst>
                                      </p:cBhvr>
                                      <p:tavLst>
                                        <p:tav tm="0">
                                          <p:val>
                                            <p:strVal val="#ppt_x"/>
                                          </p:val>
                                        </p:tav>
                                        <p:tav tm="100000">
                                          <p:val>
                                            <p:strVal val="#ppt_x"/>
                                          </p:val>
                                        </p:tav>
                                      </p:tavLst>
                                    </p:anim>
                                    <p:anim calcmode="lin" valueType="num">
                                      <p:cBhvr additive="base">
                                        <p:cTn id="19" dur="500" fill="hold"/>
                                        <p:tgtEl>
                                          <p:spTgt spid="720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7172"/>
                                        </p:tgtEl>
                                        <p:attrNameLst>
                                          <p:attrName>style.visibility</p:attrName>
                                        </p:attrNameLst>
                                      </p:cBhvr>
                                      <p:to>
                                        <p:strVal val="visible"/>
                                      </p:to>
                                    </p:set>
                                    <p:animEffect transition="in" filter="box(in)">
                                      <p:cBhvr>
                                        <p:cTn id="24" dur="500"/>
                                        <p:tgtEl>
                                          <p:spTgt spid="7172"/>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217"/>
                                        </p:tgtEl>
                                        <p:attrNameLst>
                                          <p:attrName>style.visibility</p:attrName>
                                        </p:attrNameLst>
                                      </p:cBhvr>
                                      <p:to>
                                        <p:strVal val="visible"/>
                                      </p:to>
                                    </p:set>
                                    <p:anim calcmode="lin" valueType="num">
                                      <p:cBhvr additive="base">
                                        <p:cTn id="29" dur="500" fill="hold"/>
                                        <p:tgtEl>
                                          <p:spTgt spid="7217"/>
                                        </p:tgtEl>
                                        <p:attrNameLst>
                                          <p:attrName>ppt_x</p:attrName>
                                        </p:attrNameLst>
                                      </p:cBhvr>
                                      <p:tavLst>
                                        <p:tav tm="0">
                                          <p:val>
                                            <p:strVal val="#ppt_x"/>
                                          </p:val>
                                        </p:tav>
                                        <p:tav tm="100000">
                                          <p:val>
                                            <p:strVal val="#ppt_x"/>
                                          </p:val>
                                        </p:tav>
                                      </p:tavLst>
                                    </p:anim>
                                    <p:anim calcmode="lin" valueType="num">
                                      <p:cBhvr additive="base">
                                        <p:cTn id="30" dur="500" fill="hold"/>
                                        <p:tgtEl>
                                          <p:spTgt spid="72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animBg="1"/>
      <p:bldP spid="720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6</a:t>
            </a:fld>
            <a:endParaRPr lang="en-US" altLang="zh-CN" sz="1400" dirty="0"/>
          </a:p>
        </p:txBody>
      </p:sp>
      <p:sp>
        <p:nvSpPr>
          <p:cNvPr id="8196" name="Rectangle 4"/>
          <p:cNvSpPr/>
          <p:nvPr/>
        </p:nvSpPr>
        <p:spPr>
          <a:xfrm>
            <a:off x="304800" y="3810000"/>
            <a:ext cx="38417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或门的逻辑符号为：</a:t>
            </a:r>
          </a:p>
        </p:txBody>
      </p:sp>
      <p:sp>
        <p:nvSpPr>
          <p:cNvPr id="8197" name="Rectangle 5"/>
          <p:cNvSpPr/>
          <p:nvPr/>
        </p:nvSpPr>
        <p:spPr>
          <a:xfrm>
            <a:off x="346075" y="3048000"/>
            <a:ext cx="8458200" cy="617538"/>
          </a:xfrm>
          <a:prstGeom prst="rect">
            <a:avLst/>
          </a:prstGeom>
          <a:noFill/>
          <a:ln w="38100"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实现逻辑加的电路称或门。</a:t>
            </a:r>
          </a:p>
        </p:txBody>
      </p:sp>
      <p:sp>
        <p:nvSpPr>
          <p:cNvPr id="8198" name="Rectangle 6"/>
          <p:cNvSpPr/>
          <p:nvPr/>
        </p:nvSpPr>
        <p:spPr>
          <a:xfrm>
            <a:off x="323850" y="2133600"/>
            <a:ext cx="54673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即：</a:t>
            </a:r>
            <a:r>
              <a:rPr lang="en-US" altLang="zh-CN" dirty="0">
                <a:latin typeface="黑体" panose="02010609060101010101" pitchFamily="49" charset="-122"/>
                <a:ea typeface="黑体" panose="02010609060101010101" pitchFamily="49" charset="-122"/>
              </a:rPr>
              <a:t>F</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f(A</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B)</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A∨B</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A</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B</a:t>
            </a:r>
          </a:p>
        </p:txBody>
      </p:sp>
      <p:grpSp>
        <p:nvGrpSpPr>
          <p:cNvPr id="8199" name="Group 7"/>
          <p:cNvGrpSpPr/>
          <p:nvPr/>
        </p:nvGrpSpPr>
        <p:grpSpPr>
          <a:xfrm>
            <a:off x="990600" y="4664075"/>
            <a:ext cx="2216150" cy="1814513"/>
            <a:chOff x="432" y="3024"/>
            <a:chExt cx="1396" cy="1143"/>
          </a:xfrm>
        </p:grpSpPr>
        <p:sp>
          <p:nvSpPr>
            <p:cNvPr id="13341" name="Rectangle 8"/>
            <p:cNvSpPr/>
            <p:nvPr/>
          </p:nvSpPr>
          <p:spPr>
            <a:xfrm>
              <a:off x="1056" y="3130"/>
              <a:ext cx="323" cy="624"/>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13342" name="Line 9"/>
            <p:cNvSpPr/>
            <p:nvPr/>
          </p:nvSpPr>
          <p:spPr>
            <a:xfrm flipH="1">
              <a:off x="768" y="3274"/>
              <a:ext cx="276" cy="1"/>
            </a:xfrm>
            <a:prstGeom prst="line">
              <a:avLst/>
            </a:prstGeom>
            <a:ln w="9525" cap="flat" cmpd="sng">
              <a:solidFill>
                <a:schemeClr val="tx1"/>
              </a:solidFill>
              <a:prstDash val="solid"/>
              <a:miter/>
              <a:headEnd type="none" w="med" len="med"/>
              <a:tailEnd type="none" w="med" len="med"/>
            </a:ln>
          </p:spPr>
        </p:sp>
        <p:sp>
          <p:nvSpPr>
            <p:cNvPr id="13343" name="Line 10"/>
            <p:cNvSpPr/>
            <p:nvPr/>
          </p:nvSpPr>
          <p:spPr>
            <a:xfrm>
              <a:off x="1392" y="3418"/>
              <a:ext cx="184" cy="1"/>
            </a:xfrm>
            <a:prstGeom prst="line">
              <a:avLst/>
            </a:prstGeom>
            <a:ln w="9525" cap="flat" cmpd="sng">
              <a:solidFill>
                <a:schemeClr val="tx1"/>
              </a:solidFill>
              <a:prstDash val="solid"/>
              <a:miter/>
              <a:headEnd type="none" w="med" len="med"/>
              <a:tailEnd type="none" w="med" len="med"/>
            </a:ln>
          </p:spPr>
        </p:sp>
        <p:sp>
          <p:nvSpPr>
            <p:cNvPr id="13344" name="Rectangle 11"/>
            <p:cNvSpPr/>
            <p:nvPr/>
          </p:nvSpPr>
          <p:spPr>
            <a:xfrm>
              <a:off x="432" y="3041"/>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t>
              </a:r>
              <a:endParaRPr lang="en-US" altLang="zh-CN" dirty="0">
                <a:solidFill>
                  <a:schemeClr val="tx2"/>
                </a:solidFill>
                <a:latin typeface="黑体" panose="02010609060101010101" pitchFamily="49" charset="-122"/>
                <a:ea typeface="黑体" panose="02010609060101010101" pitchFamily="49" charset="-122"/>
              </a:endParaRPr>
            </a:p>
          </p:txBody>
        </p:sp>
        <p:sp>
          <p:nvSpPr>
            <p:cNvPr id="13345" name="Line 12"/>
            <p:cNvSpPr/>
            <p:nvPr/>
          </p:nvSpPr>
          <p:spPr>
            <a:xfrm flipH="1">
              <a:off x="768" y="3562"/>
              <a:ext cx="276" cy="1"/>
            </a:xfrm>
            <a:prstGeom prst="line">
              <a:avLst/>
            </a:prstGeom>
            <a:ln w="9525" cap="flat" cmpd="sng">
              <a:solidFill>
                <a:schemeClr val="tx1"/>
              </a:solidFill>
              <a:prstDash val="solid"/>
              <a:miter/>
              <a:headEnd type="none" w="med" len="med"/>
              <a:tailEnd type="none" w="med" len="med"/>
            </a:ln>
          </p:spPr>
        </p:sp>
        <p:sp>
          <p:nvSpPr>
            <p:cNvPr id="13346" name="Rectangle 13"/>
            <p:cNvSpPr/>
            <p:nvPr/>
          </p:nvSpPr>
          <p:spPr>
            <a:xfrm>
              <a:off x="480" y="3024"/>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a:t>
              </a:r>
            </a:p>
          </p:txBody>
        </p:sp>
        <p:sp>
          <p:nvSpPr>
            <p:cNvPr id="13347" name="Rectangle 14"/>
            <p:cNvSpPr/>
            <p:nvPr/>
          </p:nvSpPr>
          <p:spPr>
            <a:xfrm>
              <a:off x="480" y="3360"/>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B</a:t>
              </a:r>
            </a:p>
          </p:txBody>
        </p:sp>
        <p:sp>
          <p:nvSpPr>
            <p:cNvPr id="13348" name="Rectangle 15"/>
            <p:cNvSpPr/>
            <p:nvPr/>
          </p:nvSpPr>
          <p:spPr>
            <a:xfrm>
              <a:off x="1584" y="3216"/>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F</a:t>
              </a:r>
            </a:p>
          </p:txBody>
        </p:sp>
        <p:sp>
          <p:nvSpPr>
            <p:cNvPr id="13349" name="Rectangle 16"/>
            <p:cNvSpPr/>
            <p:nvPr/>
          </p:nvSpPr>
          <p:spPr>
            <a:xfrm>
              <a:off x="1104" y="3264"/>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t>
              </a:r>
            </a:p>
          </p:txBody>
        </p:sp>
        <p:sp>
          <p:nvSpPr>
            <p:cNvPr id="13350" name="Rectangle 17"/>
            <p:cNvSpPr/>
            <p:nvPr/>
          </p:nvSpPr>
          <p:spPr>
            <a:xfrm>
              <a:off x="432" y="3802"/>
              <a:ext cx="114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曾用符号</a:t>
              </a:r>
            </a:p>
          </p:txBody>
        </p:sp>
      </p:grpSp>
      <p:grpSp>
        <p:nvGrpSpPr>
          <p:cNvPr id="8210" name="Group 18"/>
          <p:cNvGrpSpPr/>
          <p:nvPr/>
        </p:nvGrpSpPr>
        <p:grpSpPr>
          <a:xfrm>
            <a:off x="3810000" y="4664075"/>
            <a:ext cx="2139950" cy="1787525"/>
            <a:chOff x="2400" y="3024"/>
            <a:chExt cx="1348" cy="1126"/>
          </a:xfrm>
        </p:grpSpPr>
        <p:sp>
          <p:nvSpPr>
            <p:cNvPr id="13331" name="Rectangle 19"/>
            <p:cNvSpPr/>
            <p:nvPr/>
          </p:nvSpPr>
          <p:spPr>
            <a:xfrm>
              <a:off x="2928" y="3113"/>
              <a:ext cx="384" cy="624"/>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13332" name="Line 20"/>
            <p:cNvSpPr/>
            <p:nvPr/>
          </p:nvSpPr>
          <p:spPr>
            <a:xfrm flipH="1">
              <a:off x="2640" y="3257"/>
              <a:ext cx="288" cy="1"/>
            </a:xfrm>
            <a:prstGeom prst="line">
              <a:avLst/>
            </a:prstGeom>
            <a:ln w="9525" cap="flat" cmpd="sng">
              <a:solidFill>
                <a:schemeClr val="tx1"/>
              </a:solidFill>
              <a:prstDash val="solid"/>
              <a:miter/>
              <a:headEnd type="none" w="med" len="med"/>
              <a:tailEnd type="none" w="med" len="med"/>
            </a:ln>
          </p:spPr>
        </p:sp>
        <p:sp>
          <p:nvSpPr>
            <p:cNvPr id="13333" name="Line 21"/>
            <p:cNvSpPr/>
            <p:nvPr/>
          </p:nvSpPr>
          <p:spPr>
            <a:xfrm>
              <a:off x="3312" y="3408"/>
              <a:ext cx="144" cy="0"/>
            </a:xfrm>
            <a:prstGeom prst="line">
              <a:avLst/>
            </a:prstGeom>
            <a:ln w="9525" cap="flat" cmpd="sng">
              <a:solidFill>
                <a:schemeClr val="tx1"/>
              </a:solidFill>
              <a:prstDash val="solid"/>
              <a:miter/>
              <a:headEnd type="none" w="med" len="med"/>
              <a:tailEnd type="none" w="med" len="med"/>
            </a:ln>
          </p:spPr>
        </p:sp>
        <p:sp>
          <p:nvSpPr>
            <p:cNvPr id="13334" name="Rectangle 22"/>
            <p:cNvSpPr/>
            <p:nvPr/>
          </p:nvSpPr>
          <p:spPr>
            <a:xfrm>
              <a:off x="2688" y="3024"/>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solidFill>
                    <a:schemeClr val="tx2"/>
                  </a:solidFill>
                  <a:latin typeface="黑体" panose="02010609060101010101" pitchFamily="49" charset="-122"/>
                  <a:ea typeface="黑体" panose="02010609060101010101" pitchFamily="49" charset="-122"/>
                </a:rPr>
                <a:t> </a:t>
              </a:r>
            </a:p>
          </p:txBody>
        </p:sp>
        <p:sp>
          <p:nvSpPr>
            <p:cNvPr id="13335" name="Rectangle 23"/>
            <p:cNvSpPr/>
            <p:nvPr/>
          </p:nvSpPr>
          <p:spPr>
            <a:xfrm>
              <a:off x="2880" y="3216"/>
              <a:ext cx="50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≥1</a:t>
              </a:r>
            </a:p>
          </p:txBody>
        </p:sp>
        <p:sp>
          <p:nvSpPr>
            <p:cNvPr id="13336" name="Rectangle 24"/>
            <p:cNvSpPr/>
            <p:nvPr/>
          </p:nvSpPr>
          <p:spPr>
            <a:xfrm>
              <a:off x="2400" y="3055"/>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a:t>
              </a:r>
            </a:p>
          </p:txBody>
        </p:sp>
        <p:sp>
          <p:nvSpPr>
            <p:cNvPr id="13337" name="Rectangle 25"/>
            <p:cNvSpPr/>
            <p:nvPr/>
          </p:nvSpPr>
          <p:spPr>
            <a:xfrm>
              <a:off x="2400" y="3343"/>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B</a:t>
              </a:r>
            </a:p>
          </p:txBody>
        </p:sp>
        <p:sp>
          <p:nvSpPr>
            <p:cNvPr id="13338" name="Rectangle 26"/>
            <p:cNvSpPr/>
            <p:nvPr/>
          </p:nvSpPr>
          <p:spPr>
            <a:xfrm>
              <a:off x="3504" y="3216"/>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F</a:t>
              </a:r>
            </a:p>
          </p:txBody>
        </p:sp>
        <p:sp>
          <p:nvSpPr>
            <p:cNvPr id="13339" name="Line 27"/>
            <p:cNvSpPr/>
            <p:nvPr/>
          </p:nvSpPr>
          <p:spPr>
            <a:xfrm flipH="1">
              <a:off x="2640" y="3545"/>
              <a:ext cx="288" cy="0"/>
            </a:xfrm>
            <a:prstGeom prst="line">
              <a:avLst/>
            </a:prstGeom>
            <a:ln w="9525" cap="flat" cmpd="sng">
              <a:solidFill>
                <a:schemeClr val="tx1"/>
              </a:solidFill>
              <a:prstDash val="solid"/>
              <a:miter/>
              <a:headEnd type="none" w="med" len="med"/>
              <a:tailEnd type="none" w="med" len="med"/>
            </a:ln>
          </p:spPr>
        </p:sp>
        <p:sp>
          <p:nvSpPr>
            <p:cNvPr id="13340" name="Rectangle 28"/>
            <p:cNvSpPr/>
            <p:nvPr/>
          </p:nvSpPr>
          <p:spPr>
            <a:xfrm>
              <a:off x="2448" y="3785"/>
              <a:ext cx="114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国标符号</a:t>
              </a:r>
            </a:p>
          </p:txBody>
        </p:sp>
      </p:grpSp>
      <p:grpSp>
        <p:nvGrpSpPr>
          <p:cNvPr id="8221" name="Group 29"/>
          <p:cNvGrpSpPr/>
          <p:nvPr/>
        </p:nvGrpSpPr>
        <p:grpSpPr>
          <a:xfrm>
            <a:off x="6553200" y="4648200"/>
            <a:ext cx="2444750" cy="1814513"/>
            <a:chOff x="3936" y="3014"/>
            <a:chExt cx="1540" cy="1143"/>
          </a:xfrm>
        </p:grpSpPr>
        <p:sp>
          <p:nvSpPr>
            <p:cNvPr id="13322" name="Arc 30"/>
            <p:cNvSpPr/>
            <p:nvPr/>
          </p:nvSpPr>
          <p:spPr>
            <a:xfrm>
              <a:off x="4368" y="3168"/>
              <a:ext cx="192" cy="480"/>
            </a:xfrm>
            <a:custGeom>
              <a:avLst/>
              <a:gdLst/>
              <a:ahLst/>
              <a:cxnLst>
                <a:cxn ang="0">
                  <a:pos x="0" y="0"/>
                </a:cxn>
                <a:cxn ang="0">
                  <a:pos x="0" y="0"/>
                </a:cxn>
                <a:cxn ang="0">
                  <a:pos x="0" y="0"/>
                </a:cxn>
              </a:cxnLst>
              <a:rect l="0" t="0" r="0" b="0"/>
              <a:pathLst>
                <a:path w="21600" h="43091" fill="none">
                  <a:moveTo>
                    <a:pt x="0" y="0"/>
                  </a:moveTo>
                  <a:cubicBezTo>
                    <a:pt x="11929" y="0"/>
                    <a:pt x="21600" y="9670"/>
                    <a:pt x="21600" y="21600"/>
                  </a:cubicBezTo>
                  <a:cubicBezTo>
                    <a:pt x="21600" y="32691"/>
                    <a:pt x="13199" y="41980"/>
                    <a:pt x="2163" y="43091"/>
                  </a:cubicBezTo>
                </a:path>
                <a:path w="21600" h="43091" stroke="0">
                  <a:moveTo>
                    <a:pt x="0" y="0"/>
                  </a:moveTo>
                  <a:cubicBezTo>
                    <a:pt x="11929" y="0"/>
                    <a:pt x="21600" y="9670"/>
                    <a:pt x="21600" y="21600"/>
                  </a:cubicBezTo>
                  <a:cubicBezTo>
                    <a:pt x="21600" y="32691"/>
                    <a:pt x="13199" y="41980"/>
                    <a:pt x="2163" y="43091"/>
                  </a:cubicBezTo>
                  <a:lnTo>
                    <a:pt x="0" y="21600"/>
                  </a:lnTo>
                  <a:lnTo>
                    <a:pt x="0" y="0"/>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13323" name="Arc 31"/>
            <p:cNvSpPr/>
            <p:nvPr/>
          </p:nvSpPr>
          <p:spPr>
            <a:xfrm>
              <a:off x="4373" y="3170"/>
              <a:ext cx="594" cy="478"/>
            </a:xfrm>
            <a:custGeom>
              <a:avLst/>
              <a:gdLst/>
              <a:ahLst/>
              <a:cxnLst>
                <a:cxn ang="0">
                  <a:pos x="0" y="0"/>
                </a:cxn>
                <a:cxn ang="0">
                  <a:pos x="0" y="0"/>
                </a:cxn>
                <a:cxn ang="0">
                  <a:pos x="0" y="0"/>
                </a:cxn>
              </a:cxnLst>
              <a:rect l="0" t="0" r="0" b="0"/>
              <a:pathLst>
                <a:path w="28102" h="43200" fill="none">
                  <a:moveTo>
                    <a:pt x="-1" y="1001"/>
                  </a:moveTo>
                  <a:cubicBezTo>
                    <a:pt x="2103" y="337"/>
                    <a:pt x="4296" y="-1"/>
                    <a:pt x="6502" y="0"/>
                  </a:cubicBezTo>
                  <a:cubicBezTo>
                    <a:pt x="18431" y="0"/>
                    <a:pt x="28102" y="9670"/>
                    <a:pt x="28102" y="21600"/>
                  </a:cubicBezTo>
                  <a:cubicBezTo>
                    <a:pt x="28102" y="33529"/>
                    <a:pt x="18431" y="43200"/>
                    <a:pt x="6502" y="43200"/>
                  </a:cubicBezTo>
                  <a:cubicBezTo>
                    <a:pt x="4348" y="43200"/>
                    <a:pt x="2207" y="42877"/>
                    <a:pt x="149" y="42244"/>
                  </a:cubicBezTo>
                </a:path>
                <a:path w="28102" h="43200" stroke="0">
                  <a:moveTo>
                    <a:pt x="-1" y="1001"/>
                  </a:moveTo>
                  <a:cubicBezTo>
                    <a:pt x="2103" y="337"/>
                    <a:pt x="4296" y="-1"/>
                    <a:pt x="6502" y="0"/>
                  </a:cubicBezTo>
                  <a:cubicBezTo>
                    <a:pt x="18431" y="0"/>
                    <a:pt x="28102" y="9670"/>
                    <a:pt x="28102" y="21600"/>
                  </a:cubicBezTo>
                  <a:cubicBezTo>
                    <a:pt x="28102" y="33529"/>
                    <a:pt x="18431" y="43200"/>
                    <a:pt x="6502" y="43200"/>
                  </a:cubicBezTo>
                  <a:cubicBezTo>
                    <a:pt x="4348" y="43200"/>
                    <a:pt x="2207" y="42877"/>
                    <a:pt x="149" y="42244"/>
                  </a:cubicBezTo>
                  <a:lnTo>
                    <a:pt x="6502" y="21600"/>
                  </a:lnTo>
                  <a:lnTo>
                    <a:pt x="-1" y="1001"/>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13324" name="Line 32"/>
            <p:cNvSpPr/>
            <p:nvPr/>
          </p:nvSpPr>
          <p:spPr>
            <a:xfrm flipH="1">
              <a:off x="4176" y="3264"/>
              <a:ext cx="336" cy="0"/>
            </a:xfrm>
            <a:prstGeom prst="line">
              <a:avLst/>
            </a:prstGeom>
            <a:ln w="9525" cap="flat" cmpd="sng">
              <a:solidFill>
                <a:schemeClr val="tx1"/>
              </a:solidFill>
              <a:prstDash val="solid"/>
              <a:miter/>
              <a:headEnd type="none" w="med" len="med"/>
              <a:tailEnd type="none" w="med" len="med"/>
            </a:ln>
          </p:spPr>
        </p:sp>
        <p:sp>
          <p:nvSpPr>
            <p:cNvPr id="13325" name="Line 33"/>
            <p:cNvSpPr/>
            <p:nvPr/>
          </p:nvSpPr>
          <p:spPr>
            <a:xfrm flipH="1">
              <a:off x="4176" y="3504"/>
              <a:ext cx="384" cy="0"/>
            </a:xfrm>
            <a:prstGeom prst="line">
              <a:avLst/>
            </a:prstGeom>
            <a:ln w="9525" cap="flat" cmpd="sng">
              <a:solidFill>
                <a:schemeClr val="tx1"/>
              </a:solidFill>
              <a:prstDash val="solid"/>
              <a:miter/>
              <a:headEnd type="none" w="med" len="med"/>
              <a:tailEnd type="none" w="med" len="med"/>
            </a:ln>
          </p:spPr>
        </p:sp>
        <p:sp>
          <p:nvSpPr>
            <p:cNvPr id="13326" name="Line 34"/>
            <p:cNvSpPr/>
            <p:nvPr/>
          </p:nvSpPr>
          <p:spPr>
            <a:xfrm>
              <a:off x="4944" y="3408"/>
              <a:ext cx="240" cy="0"/>
            </a:xfrm>
            <a:prstGeom prst="line">
              <a:avLst/>
            </a:prstGeom>
            <a:ln w="9525" cap="flat" cmpd="sng">
              <a:solidFill>
                <a:schemeClr val="tx1"/>
              </a:solidFill>
              <a:prstDash val="solid"/>
              <a:miter/>
              <a:headEnd type="none" w="med" len="med"/>
              <a:tailEnd type="none" w="med" len="med"/>
            </a:ln>
          </p:spPr>
        </p:sp>
        <p:sp>
          <p:nvSpPr>
            <p:cNvPr id="13327" name="Rectangle 35"/>
            <p:cNvSpPr/>
            <p:nvPr/>
          </p:nvSpPr>
          <p:spPr>
            <a:xfrm>
              <a:off x="3936" y="3014"/>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a:t>
              </a:r>
            </a:p>
          </p:txBody>
        </p:sp>
        <p:sp>
          <p:nvSpPr>
            <p:cNvPr id="13328" name="Rectangle 36"/>
            <p:cNvSpPr/>
            <p:nvPr/>
          </p:nvSpPr>
          <p:spPr>
            <a:xfrm>
              <a:off x="3936" y="3350"/>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B</a:t>
              </a:r>
            </a:p>
          </p:txBody>
        </p:sp>
        <p:sp>
          <p:nvSpPr>
            <p:cNvPr id="13329" name="Rectangle 37"/>
            <p:cNvSpPr/>
            <p:nvPr/>
          </p:nvSpPr>
          <p:spPr>
            <a:xfrm>
              <a:off x="5232" y="3206"/>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F</a:t>
              </a:r>
            </a:p>
          </p:txBody>
        </p:sp>
        <p:sp>
          <p:nvSpPr>
            <p:cNvPr id="13330" name="Rectangle 38"/>
            <p:cNvSpPr/>
            <p:nvPr/>
          </p:nvSpPr>
          <p:spPr>
            <a:xfrm>
              <a:off x="4080" y="3792"/>
              <a:ext cx="114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美国符号</a:t>
              </a:r>
            </a:p>
          </p:txBody>
        </p:sp>
      </p:grpSp>
      <p:sp>
        <p:nvSpPr>
          <p:cNvPr id="8231" name="Rectangle 39"/>
          <p:cNvSpPr>
            <a:spLocks noChangeArrowheads="1"/>
          </p:cNvSpPr>
          <p:nvPr/>
        </p:nvSpPr>
        <p:spPr bwMode="auto">
          <a:xfrm>
            <a:off x="304800" y="319088"/>
            <a:ext cx="8534400" cy="1592263"/>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定义：</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一个事件的成立与否有许多条件，只要其中一个或几个条件成立，事件便成立，这样的逻辑关系被称逻辑加（或）。</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231"/>
                                        </p:tgtEl>
                                        <p:attrNameLst>
                                          <p:attrName>style.visibility</p:attrName>
                                        </p:attrNameLst>
                                      </p:cBhvr>
                                      <p:to>
                                        <p:strVal val="visible"/>
                                      </p:to>
                                    </p:set>
                                    <p:animEffect transition="in" filter="box(in)">
                                      <p:cBhvr>
                                        <p:cTn id="7" dur="500"/>
                                        <p:tgtEl>
                                          <p:spTgt spid="823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8198"/>
                                        </p:tgtEl>
                                        <p:attrNameLst>
                                          <p:attrName>style.visibility</p:attrName>
                                        </p:attrNameLst>
                                      </p:cBhvr>
                                      <p:to>
                                        <p:strVal val="visible"/>
                                      </p:to>
                                    </p:set>
                                    <p:animEffect transition="in" filter="strips(downLeft)">
                                      <p:cBhvr>
                                        <p:cTn id="12" dur="500"/>
                                        <p:tgtEl>
                                          <p:spTgt spid="819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197"/>
                                        </p:tgtEl>
                                        <p:attrNameLst>
                                          <p:attrName>style.visibility</p:attrName>
                                        </p:attrNameLst>
                                      </p:cBhvr>
                                      <p:to>
                                        <p:strVal val="visible"/>
                                      </p:to>
                                    </p:set>
                                    <p:animEffect transition="in" filter="box(in)">
                                      <p:cBhvr>
                                        <p:cTn id="17" dur="500"/>
                                        <p:tgtEl>
                                          <p:spTgt spid="819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8196"/>
                                        </p:tgtEl>
                                        <p:attrNameLst>
                                          <p:attrName>style.visibility</p:attrName>
                                        </p:attrNameLst>
                                      </p:cBhvr>
                                      <p:to>
                                        <p:strVal val="visible"/>
                                      </p:to>
                                    </p:set>
                                    <p:anim calcmode="lin" valueType="num">
                                      <p:cBhvr additive="base">
                                        <p:cTn id="22" dur="500" fill="hold"/>
                                        <p:tgtEl>
                                          <p:spTgt spid="8196"/>
                                        </p:tgtEl>
                                        <p:attrNameLst>
                                          <p:attrName>ppt_x</p:attrName>
                                        </p:attrNameLst>
                                      </p:cBhvr>
                                      <p:tavLst>
                                        <p:tav tm="0">
                                          <p:val>
                                            <p:strVal val="0-#ppt_w/2"/>
                                          </p:val>
                                        </p:tav>
                                        <p:tav tm="100000">
                                          <p:val>
                                            <p:strVal val="#ppt_x"/>
                                          </p:val>
                                        </p:tav>
                                      </p:tavLst>
                                    </p:anim>
                                    <p:anim calcmode="lin" valueType="num">
                                      <p:cBhvr additive="base">
                                        <p:cTn id="23" dur="500" fill="hold"/>
                                        <p:tgtEl>
                                          <p:spTgt spid="819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8199"/>
                                        </p:tgtEl>
                                        <p:attrNameLst>
                                          <p:attrName>style.visibility</p:attrName>
                                        </p:attrNameLst>
                                      </p:cBhvr>
                                      <p:to>
                                        <p:strVal val="visible"/>
                                      </p:to>
                                    </p:set>
                                    <p:animEffect transition="in" filter="dissolve">
                                      <p:cBhvr>
                                        <p:cTn id="28" dur="500"/>
                                        <p:tgtEl>
                                          <p:spTgt spid="819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8210"/>
                                        </p:tgtEl>
                                        <p:attrNameLst>
                                          <p:attrName>style.visibility</p:attrName>
                                        </p:attrNameLst>
                                      </p:cBhvr>
                                      <p:to>
                                        <p:strVal val="visible"/>
                                      </p:to>
                                    </p:set>
                                    <p:animEffect transition="in" filter="dissolve">
                                      <p:cBhvr>
                                        <p:cTn id="33" dur="500"/>
                                        <p:tgtEl>
                                          <p:spTgt spid="8210"/>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8221"/>
                                        </p:tgtEl>
                                        <p:attrNameLst>
                                          <p:attrName>style.visibility</p:attrName>
                                        </p:attrNameLst>
                                      </p:cBhvr>
                                      <p:to>
                                        <p:strVal val="visible"/>
                                      </p:to>
                                    </p:set>
                                    <p:animEffect transition="in" filter="dissolve">
                                      <p:cBhvr>
                                        <p:cTn id="38" dur="500"/>
                                        <p:tgtEl>
                                          <p:spTgt spid="8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animBg="1"/>
      <p:bldP spid="8198" grpId="0"/>
      <p:bldP spid="82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7</a:t>
            </a:fld>
            <a:endParaRPr lang="en-US" altLang="zh-CN" sz="1400" dirty="0"/>
          </a:p>
        </p:txBody>
      </p:sp>
      <p:sp>
        <p:nvSpPr>
          <p:cNvPr id="9218" name="Rectangle 2"/>
          <p:cNvSpPr>
            <a:spLocks noChangeArrowheads="1"/>
          </p:cNvSpPr>
          <p:nvPr/>
        </p:nvSpPr>
        <p:spPr bwMode="auto">
          <a:xfrm>
            <a:off x="381000" y="304800"/>
            <a:ext cx="2012950" cy="57943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3</a:t>
            </a: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、非运算</a:t>
            </a:r>
          </a:p>
        </p:txBody>
      </p:sp>
      <p:grpSp>
        <p:nvGrpSpPr>
          <p:cNvPr id="9256" name="Group 40"/>
          <p:cNvGrpSpPr/>
          <p:nvPr/>
        </p:nvGrpSpPr>
        <p:grpSpPr>
          <a:xfrm>
            <a:off x="4191000" y="138113"/>
            <a:ext cx="4797425" cy="2757487"/>
            <a:chOff x="2507" y="196"/>
            <a:chExt cx="3022" cy="1737"/>
          </a:xfrm>
        </p:grpSpPr>
        <p:sp>
          <p:nvSpPr>
            <p:cNvPr id="15380" name="Line 3"/>
            <p:cNvSpPr/>
            <p:nvPr/>
          </p:nvSpPr>
          <p:spPr>
            <a:xfrm>
              <a:off x="2939" y="618"/>
              <a:ext cx="0" cy="483"/>
            </a:xfrm>
            <a:prstGeom prst="line">
              <a:avLst/>
            </a:prstGeom>
            <a:ln w="19050" cap="flat" cmpd="sng">
              <a:solidFill>
                <a:schemeClr val="tx1"/>
              </a:solidFill>
              <a:prstDash val="solid"/>
              <a:miter/>
              <a:headEnd type="none" w="med" len="med"/>
              <a:tailEnd type="none" w="med" len="med"/>
            </a:ln>
          </p:spPr>
        </p:sp>
        <p:sp>
          <p:nvSpPr>
            <p:cNvPr id="15381" name="Line 4"/>
            <p:cNvSpPr/>
            <p:nvPr/>
          </p:nvSpPr>
          <p:spPr>
            <a:xfrm>
              <a:off x="2795" y="1101"/>
              <a:ext cx="336" cy="0"/>
            </a:xfrm>
            <a:prstGeom prst="line">
              <a:avLst/>
            </a:prstGeom>
            <a:ln w="19050" cap="flat" cmpd="sng">
              <a:solidFill>
                <a:schemeClr val="tx1"/>
              </a:solidFill>
              <a:prstDash val="solid"/>
              <a:miter/>
              <a:headEnd type="none" w="med" len="med"/>
              <a:tailEnd type="none" w="med" len="med"/>
            </a:ln>
          </p:spPr>
        </p:sp>
        <p:sp>
          <p:nvSpPr>
            <p:cNvPr id="15382" name="Line 5"/>
            <p:cNvSpPr/>
            <p:nvPr/>
          </p:nvSpPr>
          <p:spPr>
            <a:xfrm>
              <a:off x="2891" y="1245"/>
              <a:ext cx="144" cy="0"/>
            </a:xfrm>
            <a:prstGeom prst="line">
              <a:avLst/>
            </a:prstGeom>
            <a:ln w="19050" cap="flat" cmpd="sng">
              <a:solidFill>
                <a:schemeClr val="tx1"/>
              </a:solidFill>
              <a:prstDash val="solid"/>
              <a:miter/>
              <a:headEnd type="none" w="med" len="med"/>
              <a:tailEnd type="none" w="med" len="med"/>
            </a:ln>
          </p:spPr>
        </p:sp>
        <p:sp>
          <p:nvSpPr>
            <p:cNvPr id="15383" name="Line 6"/>
            <p:cNvSpPr/>
            <p:nvPr/>
          </p:nvSpPr>
          <p:spPr>
            <a:xfrm>
              <a:off x="4390" y="572"/>
              <a:ext cx="0" cy="576"/>
            </a:xfrm>
            <a:prstGeom prst="line">
              <a:avLst/>
            </a:prstGeom>
            <a:ln w="19050" cap="flat" cmpd="sng">
              <a:solidFill>
                <a:schemeClr val="tx1"/>
              </a:solidFill>
              <a:prstDash val="solid"/>
              <a:miter/>
              <a:headEnd type="none" w="med" len="med"/>
              <a:tailEnd type="none" w="med" len="med"/>
            </a:ln>
          </p:spPr>
        </p:sp>
        <p:sp>
          <p:nvSpPr>
            <p:cNvPr id="15384" name="Line 7"/>
            <p:cNvSpPr/>
            <p:nvPr/>
          </p:nvSpPr>
          <p:spPr>
            <a:xfrm>
              <a:off x="2939" y="618"/>
              <a:ext cx="412" cy="0"/>
            </a:xfrm>
            <a:prstGeom prst="line">
              <a:avLst/>
            </a:prstGeom>
            <a:ln w="19050" cap="flat" cmpd="sng">
              <a:solidFill>
                <a:schemeClr val="tx1"/>
              </a:solidFill>
              <a:prstDash val="solid"/>
              <a:miter/>
              <a:headEnd type="none" w="med" len="med"/>
              <a:tailEnd type="none" w="med" len="med"/>
            </a:ln>
          </p:spPr>
        </p:sp>
        <p:sp>
          <p:nvSpPr>
            <p:cNvPr id="15385" name="Line 8"/>
            <p:cNvSpPr/>
            <p:nvPr/>
          </p:nvSpPr>
          <p:spPr>
            <a:xfrm>
              <a:off x="2939" y="1933"/>
              <a:ext cx="2154" cy="0"/>
            </a:xfrm>
            <a:prstGeom prst="line">
              <a:avLst/>
            </a:prstGeom>
            <a:ln w="19050" cap="flat" cmpd="sng">
              <a:solidFill>
                <a:schemeClr val="tx1"/>
              </a:solidFill>
              <a:prstDash val="solid"/>
              <a:miter/>
              <a:headEnd type="none" w="med" len="med"/>
              <a:tailEnd type="none" w="med" len="med"/>
            </a:ln>
          </p:spPr>
        </p:sp>
        <p:sp>
          <p:nvSpPr>
            <p:cNvPr id="15386" name="Line 9"/>
            <p:cNvSpPr/>
            <p:nvPr/>
          </p:nvSpPr>
          <p:spPr>
            <a:xfrm>
              <a:off x="3710" y="589"/>
              <a:ext cx="1383" cy="0"/>
            </a:xfrm>
            <a:prstGeom prst="line">
              <a:avLst/>
            </a:prstGeom>
            <a:ln w="19050" cap="flat" cmpd="sng">
              <a:solidFill>
                <a:schemeClr val="tx1"/>
              </a:solidFill>
              <a:prstDash val="solid"/>
              <a:miter/>
              <a:headEnd type="none" w="med" len="med"/>
              <a:tailEnd type="none" w="med" len="med"/>
            </a:ln>
          </p:spPr>
        </p:sp>
        <p:sp>
          <p:nvSpPr>
            <p:cNvPr id="15387" name="Line 10"/>
            <p:cNvSpPr/>
            <p:nvPr/>
          </p:nvSpPr>
          <p:spPr>
            <a:xfrm>
              <a:off x="5093" y="589"/>
              <a:ext cx="0" cy="480"/>
            </a:xfrm>
            <a:prstGeom prst="line">
              <a:avLst/>
            </a:prstGeom>
            <a:ln w="19050" cap="flat" cmpd="sng">
              <a:solidFill>
                <a:schemeClr val="tx1"/>
              </a:solidFill>
              <a:prstDash val="solid"/>
              <a:miter/>
              <a:headEnd type="none" w="med" len="med"/>
              <a:tailEnd type="none" w="med" len="med"/>
            </a:ln>
          </p:spPr>
        </p:sp>
        <p:sp>
          <p:nvSpPr>
            <p:cNvPr id="15388" name="Oval 11"/>
            <p:cNvSpPr/>
            <p:nvPr/>
          </p:nvSpPr>
          <p:spPr>
            <a:xfrm>
              <a:off x="4901" y="1069"/>
              <a:ext cx="384" cy="384"/>
            </a:xfrm>
            <a:prstGeom prst="ellipse">
              <a:avLst/>
            </a:prstGeom>
            <a:noFill/>
            <a:ln w="1905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15389" name="Line 12"/>
            <p:cNvSpPr/>
            <p:nvPr/>
          </p:nvSpPr>
          <p:spPr>
            <a:xfrm>
              <a:off x="5093" y="1453"/>
              <a:ext cx="0" cy="480"/>
            </a:xfrm>
            <a:prstGeom prst="line">
              <a:avLst/>
            </a:prstGeom>
            <a:ln w="19050" cap="flat" cmpd="sng">
              <a:solidFill>
                <a:schemeClr val="tx1"/>
              </a:solidFill>
              <a:prstDash val="solid"/>
              <a:miter/>
              <a:headEnd type="none" w="med" len="med"/>
              <a:tailEnd type="none" w="med" len="med"/>
            </a:ln>
          </p:spPr>
        </p:sp>
        <p:sp>
          <p:nvSpPr>
            <p:cNvPr id="15390" name="Line 13"/>
            <p:cNvSpPr/>
            <p:nvPr/>
          </p:nvSpPr>
          <p:spPr>
            <a:xfrm>
              <a:off x="2939" y="1253"/>
              <a:ext cx="0" cy="680"/>
            </a:xfrm>
            <a:prstGeom prst="line">
              <a:avLst/>
            </a:prstGeom>
            <a:ln w="19050" cap="flat" cmpd="sng">
              <a:solidFill>
                <a:schemeClr val="tx1"/>
              </a:solidFill>
              <a:prstDash val="solid"/>
              <a:miter/>
              <a:headEnd type="none" w="med" len="med"/>
              <a:tailEnd type="none" w="med" len="med"/>
            </a:ln>
          </p:spPr>
        </p:sp>
        <p:sp>
          <p:nvSpPr>
            <p:cNvPr id="15391" name="Line 14"/>
            <p:cNvSpPr/>
            <p:nvPr/>
          </p:nvSpPr>
          <p:spPr>
            <a:xfrm>
              <a:off x="4949" y="1165"/>
              <a:ext cx="288" cy="192"/>
            </a:xfrm>
            <a:prstGeom prst="line">
              <a:avLst/>
            </a:prstGeom>
            <a:ln w="19050" cap="flat" cmpd="sng">
              <a:solidFill>
                <a:schemeClr val="tx1"/>
              </a:solidFill>
              <a:prstDash val="solid"/>
              <a:miter/>
              <a:headEnd type="none" w="med" len="med"/>
              <a:tailEnd type="none" w="med" len="med"/>
            </a:ln>
          </p:spPr>
        </p:sp>
        <p:sp>
          <p:nvSpPr>
            <p:cNvPr id="15392" name="Line 15"/>
            <p:cNvSpPr/>
            <p:nvPr/>
          </p:nvSpPr>
          <p:spPr>
            <a:xfrm flipH="1">
              <a:off x="4949" y="1165"/>
              <a:ext cx="336" cy="192"/>
            </a:xfrm>
            <a:prstGeom prst="line">
              <a:avLst/>
            </a:prstGeom>
            <a:ln w="19050" cap="flat" cmpd="sng">
              <a:solidFill>
                <a:schemeClr val="tx1"/>
              </a:solidFill>
              <a:prstDash val="solid"/>
              <a:miter/>
              <a:headEnd type="none" w="med" len="med"/>
              <a:tailEnd type="none" w="med" len="med"/>
            </a:ln>
          </p:spPr>
        </p:sp>
        <p:sp>
          <p:nvSpPr>
            <p:cNvPr id="9232" name="Rectangle 16"/>
            <p:cNvSpPr>
              <a:spLocks noChangeArrowheads="1"/>
            </p:cNvSpPr>
            <p:nvPr/>
          </p:nvSpPr>
          <p:spPr bwMode="auto">
            <a:xfrm>
              <a:off x="5285" y="1093"/>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p>
          </p:txBody>
        </p:sp>
        <p:sp>
          <p:nvSpPr>
            <p:cNvPr id="9233" name="Rectangle 17"/>
            <p:cNvSpPr>
              <a:spLocks noChangeArrowheads="1"/>
            </p:cNvSpPr>
            <p:nvPr/>
          </p:nvSpPr>
          <p:spPr bwMode="auto">
            <a:xfrm>
              <a:off x="2507" y="933"/>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E</a:t>
              </a:r>
            </a:p>
          </p:txBody>
        </p:sp>
        <p:sp>
          <p:nvSpPr>
            <p:cNvPr id="9234" name="Rectangle 18"/>
            <p:cNvSpPr>
              <a:spLocks noChangeArrowheads="1"/>
            </p:cNvSpPr>
            <p:nvPr/>
          </p:nvSpPr>
          <p:spPr bwMode="auto">
            <a:xfrm>
              <a:off x="3891" y="1026"/>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p>
          </p:txBody>
        </p:sp>
        <p:sp>
          <p:nvSpPr>
            <p:cNvPr id="15396" name="Rectangle 19"/>
            <p:cNvSpPr/>
            <p:nvPr/>
          </p:nvSpPr>
          <p:spPr>
            <a:xfrm>
              <a:off x="3351" y="527"/>
              <a:ext cx="363" cy="182"/>
            </a:xfrm>
            <a:prstGeom prst="rect">
              <a:avLst/>
            </a:prstGeom>
            <a:noFill/>
            <a:ln w="9525" cap="flat" cmpd="sng">
              <a:solidFill>
                <a:schemeClr val="tx1"/>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15397" name="Oval 20"/>
            <p:cNvSpPr/>
            <p:nvPr/>
          </p:nvSpPr>
          <p:spPr>
            <a:xfrm>
              <a:off x="4345" y="1116"/>
              <a:ext cx="91" cy="91"/>
            </a:xfrm>
            <a:prstGeom prst="ellipse">
              <a:avLst/>
            </a:prstGeom>
            <a:noFill/>
            <a:ln w="19050" cap="flat" cmpd="sng">
              <a:solidFill>
                <a:schemeClr val="tx1"/>
              </a:solidFill>
              <a:prstDash val="solid"/>
              <a:headEnd type="none" w="med" len="med"/>
              <a:tailEnd type="none" w="med" len="med"/>
            </a:ln>
          </p:spPr>
          <p:txBody>
            <a:bodyPr wrap="none" anchor="ct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15398" name="Line 21"/>
            <p:cNvSpPr/>
            <p:nvPr/>
          </p:nvSpPr>
          <p:spPr>
            <a:xfrm flipV="1">
              <a:off x="4390" y="1525"/>
              <a:ext cx="0" cy="408"/>
            </a:xfrm>
            <a:prstGeom prst="line">
              <a:avLst/>
            </a:prstGeom>
            <a:ln w="19050" cap="flat" cmpd="sng">
              <a:solidFill>
                <a:schemeClr val="tx1"/>
              </a:solidFill>
              <a:prstDash val="solid"/>
              <a:headEnd type="none" w="med" len="med"/>
              <a:tailEnd type="none" w="med" len="med"/>
            </a:ln>
          </p:spPr>
        </p:sp>
        <p:sp>
          <p:nvSpPr>
            <p:cNvPr id="15399" name="Oval 22"/>
            <p:cNvSpPr/>
            <p:nvPr/>
          </p:nvSpPr>
          <p:spPr>
            <a:xfrm>
              <a:off x="4345" y="1434"/>
              <a:ext cx="91" cy="91"/>
            </a:xfrm>
            <a:prstGeom prst="ellipse">
              <a:avLst/>
            </a:prstGeom>
            <a:noFill/>
            <a:ln w="19050" cap="flat" cmpd="sng">
              <a:solidFill>
                <a:schemeClr val="tx1"/>
              </a:solidFill>
              <a:prstDash val="solid"/>
              <a:headEnd type="none" w="med" len="med"/>
              <a:tailEnd type="none" w="med" len="med"/>
            </a:ln>
          </p:spPr>
          <p:txBody>
            <a:bodyPr wrap="none" anchor="ct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15400" name="Line 23"/>
            <p:cNvSpPr/>
            <p:nvPr/>
          </p:nvSpPr>
          <p:spPr>
            <a:xfrm flipH="1">
              <a:off x="4073" y="1162"/>
              <a:ext cx="272" cy="272"/>
            </a:xfrm>
            <a:prstGeom prst="line">
              <a:avLst/>
            </a:prstGeom>
            <a:ln w="19050" cap="flat" cmpd="sng">
              <a:solidFill>
                <a:schemeClr val="tx1"/>
              </a:solidFill>
              <a:prstDash val="solid"/>
              <a:headEnd type="none" w="med" len="med"/>
              <a:tailEnd type="none" w="med" len="med"/>
            </a:ln>
          </p:spPr>
        </p:sp>
        <p:sp>
          <p:nvSpPr>
            <p:cNvPr id="15401" name="Line 24"/>
            <p:cNvSpPr/>
            <p:nvPr/>
          </p:nvSpPr>
          <p:spPr>
            <a:xfrm>
              <a:off x="4163" y="1162"/>
              <a:ext cx="227" cy="227"/>
            </a:xfrm>
            <a:prstGeom prst="line">
              <a:avLst/>
            </a:prstGeom>
            <a:ln w="19050" cap="flat" cmpd="sng">
              <a:solidFill>
                <a:schemeClr val="tx1"/>
              </a:solidFill>
              <a:prstDash val="solid"/>
              <a:headEnd type="none" w="med" len="med"/>
              <a:tailEnd type="triangle" w="med" len="med"/>
            </a:ln>
          </p:spPr>
        </p:sp>
        <p:sp>
          <p:nvSpPr>
            <p:cNvPr id="9241" name="Rectangle 25"/>
            <p:cNvSpPr>
              <a:spLocks noChangeArrowheads="1"/>
            </p:cNvSpPr>
            <p:nvPr/>
          </p:nvSpPr>
          <p:spPr bwMode="auto">
            <a:xfrm>
              <a:off x="3421" y="196"/>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R</a:t>
              </a:r>
            </a:p>
          </p:txBody>
        </p:sp>
      </p:grpSp>
      <p:grpSp>
        <p:nvGrpSpPr>
          <p:cNvPr id="9242" name="Group 26"/>
          <p:cNvGrpSpPr/>
          <p:nvPr/>
        </p:nvGrpSpPr>
        <p:grpSpPr>
          <a:xfrm>
            <a:off x="1416050" y="3349625"/>
            <a:ext cx="1403350" cy="2289175"/>
            <a:chOff x="1680" y="144"/>
            <a:chExt cx="884" cy="1442"/>
          </a:xfrm>
        </p:grpSpPr>
        <p:sp>
          <p:nvSpPr>
            <p:cNvPr id="15374" name="Line 27"/>
            <p:cNvSpPr/>
            <p:nvPr/>
          </p:nvSpPr>
          <p:spPr>
            <a:xfrm>
              <a:off x="1776" y="864"/>
              <a:ext cx="716" cy="1"/>
            </a:xfrm>
            <a:prstGeom prst="line">
              <a:avLst/>
            </a:prstGeom>
            <a:ln w="19050" cap="flat" cmpd="sng">
              <a:solidFill>
                <a:schemeClr val="tx1"/>
              </a:solidFill>
              <a:prstDash val="solid"/>
              <a:miter/>
              <a:headEnd type="none" w="med" len="med"/>
              <a:tailEnd type="none" w="med" len="med"/>
            </a:ln>
          </p:spPr>
        </p:sp>
        <p:sp>
          <p:nvSpPr>
            <p:cNvPr id="15375" name="Line 28"/>
            <p:cNvSpPr/>
            <p:nvPr/>
          </p:nvSpPr>
          <p:spPr>
            <a:xfrm>
              <a:off x="2112" y="576"/>
              <a:ext cx="1" cy="1010"/>
            </a:xfrm>
            <a:prstGeom prst="line">
              <a:avLst/>
            </a:prstGeom>
            <a:ln w="19050" cap="flat" cmpd="sng">
              <a:solidFill>
                <a:schemeClr val="tx1"/>
              </a:solidFill>
              <a:prstDash val="solid"/>
              <a:miter/>
              <a:headEnd type="none" w="med" len="med"/>
              <a:tailEnd type="none" w="med" len="med"/>
            </a:ln>
          </p:spPr>
        </p:sp>
        <p:sp>
          <p:nvSpPr>
            <p:cNvPr id="15376" name="Rectangle 29"/>
            <p:cNvSpPr/>
            <p:nvPr/>
          </p:nvSpPr>
          <p:spPr>
            <a:xfrm>
              <a:off x="1824" y="1190"/>
              <a:ext cx="6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1  0</a:t>
              </a:r>
            </a:p>
          </p:txBody>
        </p:sp>
        <p:sp>
          <p:nvSpPr>
            <p:cNvPr id="15377" name="Rectangle 30"/>
            <p:cNvSpPr/>
            <p:nvPr/>
          </p:nvSpPr>
          <p:spPr>
            <a:xfrm>
              <a:off x="1824" y="854"/>
              <a:ext cx="6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0  1</a:t>
              </a:r>
              <a:endParaRPr lang="en-US" altLang="zh-CN" dirty="0">
                <a:solidFill>
                  <a:schemeClr val="hlink"/>
                </a:solidFill>
                <a:latin typeface="黑体" panose="02010609060101010101" pitchFamily="49" charset="-122"/>
                <a:ea typeface="黑体" panose="02010609060101010101" pitchFamily="49" charset="-122"/>
              </a:endParaRPr>
            </a:p>
          </p:txBody>
        </p:sp>
        <p:sp>
          <p:nvSpPr>
            <p:cNvPr id="15378" name="Rectangle 31"/>
            <p:cNvSpPr/>
            <p:nvPr/>
          </p:nvSpPr>
          <p:spPr>
            <a:xfrm>
              <a:off x="1776" y="470"/>
              <a:ext cx="756"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   F</a:t>
              </a:r>
            </a:p>
          </p:txBody>
        </p:sp>
        <p:sp>
          <p:nvSpPr>
            <p:cNvPr id="15379" name="Rectangle 32"/>
            <p:cNvSpPr/>
            <p:nvPr/>
          </p:nvSpPr>
          <p:spPr>
            <a:xfrm>
              <a:off x="1680" y="144"/>
              <a:ext cx="88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真值表</a:t>
              </a:r>
            </a:p>
          </p:txBody>
        </p:sp>
      </p:grpSp>
      <p:grpSp>
        <p:nvGrpSpPr>
          <p:cNvPr id="9249" name="Group 33"/>
          <p:cNvGrpSpPr/>
          <p:nvPr/>
        </p:nvGrpSpPr>
        <p:grpSpPr>
          <a:xfrm>
            <a:off x="6019800" y="3429000"/>
            <a:ext cx="1479550" cy="2293938"/>
            <a:chOff x="288" y="144"/>
            <a:chExt cx="932" cy="1445"/>
          </a:xfrm>
        </p:grpSpPr>
        <p:sp>
          <p:nvSpPr>
            <p:cNvPr id="15368" name="Line 34"/>
            <p:cNvSpPr/>
            <p:nvPr/>
          </p:nvSpPr>
          <p:spPr>
            <a:xfrm>
              <a:off x="288" y="816"/>
              <a:ext cx="864" cy="0"/>
            </a:xfrm>
            <a:prstGeom prst="line">
              <a:avLst/>
            </a:prstGeom>
            <a:ln w="19050" cap="flat" cmpd="sng">
              <a:solidFill>
                <a:schemeClr val="tx1"/>
              </a:solidFill>
              <a:prstDash val="solid"/>
              <a:miter/>
              <a:headEnd type="none" w="med" len="med"/>
              <a:tailEnd type="none" w="med" len="med"/>
            </a:ln>
          </p:spPr>
        </p:sp>
        <p:sp>
          <p:nvSpPr>
            <p:cNvPr id="15369" name="Line 35"/>
            <p:cNvSpPr/>
            <p:nvPr/>
          </p:nvSpPr>
          <p:spPr>
            <a:xfrm>
              <a:off x="768" y="576"/>
              <a:ext cx="0" cy="960"/>
            </a:xfrm>
            <a:prstGeom prst="line">
              <a:avLst/>
            </a:prstGeom>
            <a:ln w="19050" cap="flat" cmpd="sng">
              <a:solidFill>
                <a:schemeClr val="tx1"/>
              </a:solidFill>
              <a:prstDash val="solid"/>
              <a:miter/>
              <a:headEnd type="none" w="med" len="med"/>
              <a:tailEnd type="none" w="med" len="med"/>
            </a:ln>
          </p:spPr>
        </p:sp>
        <p:sp>
          <p:nvSpPr>
            <p:cNvPr id="9252" name="Rectangle 36"/>
            <p:cNvSpPr>
              <a:spLocks noChangeArrowheads="1"/>
            </p:cNvSpPr>
            <p:nvPr/>
          </p:nvSpPr>
          <p:spPr bwMode="auto">
            <a:xfrm>
              <a:off x="336" y="144"/>
              <a:ext cx="8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功能表</a:t>
              </a:r>
            </a:p>
          </p:txBody>
        </p:sp>
        <p:sp>
          <p:nvSpPr>
            <p:cNvPr id="9253" name="Rectangle 37"/>
            <p:cNvSpPr>
              <a:spLocks noChangeArrowheads="1"/>
            </p:cNvSpPr>
            <p:nvPr/>
          </p:nvSpPr>
          <p:spPr bwMode="auto">
            <a:xfrm>
              <a:off x="288" y="456"/>
              <a:ext cx="8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    F</a:t>
              </a:r>
            </a:p>
          </p:txBody>
        </p:sp>
        <p:sp>
          <p:nvSpPr>
            <p:cNvPr id="9254" name="Rectangle 38"/>
            <p:cNvSpPr>
              <a:spLocks noChangeArrowheads="1"/>
            </p:cNvSpPr>
            <p:nvPr/>
          </p:nvSpPr>
          <p:spPr bwMode="auto">
            <a:xfrm>
              <a:off x="288" y="888"/>
              <a:ext cx="8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断  亮</a:t>
              </a:r>
            </a:p>
          </p:txBody>
        </p:sp>
        <p:sp>
          <p:nvSpPr>
            <p:cNvPr id="9255" name="Rectangle 39"/>
            <p:cNvSpPr>
              <a:spLocks noChangeArrowheads="1"/>
            </p:cNvSpPr>
            <p:nvPr/>
          </p:nvSpPr>
          <p:spPr bwMode="auto">
            <a:xfrm>
              <a:off x="288" y="1224"/>
              <a:ext cx="8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闭  灭</a:t>
              </a:r>
            </a:p>
          </p:txBody>
        </p:sp>
      </p:grpSp>
      <p:sp>
        <p:nvSpPr>
          <p:cNvPr id="9257" name="Rectangle 41"/>
          <p:cNvSpPr/>
          <p:nvPr/>
        </p:nvSpPr>
        <p:spPr>
          <a:xfrm>
            <a:off x="381000" y="1219200"/>
            <a:ext cx="3657600" cy="1592263"/>
          </a:xfrm>
          <a:prstGeom prst="rect">
            <a:avLst/>
          </a:prstGeom>
          <a:noFill/>
          <a:ln w="38100"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若定义开关闭合为</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，断开为</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。灯亮为</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，灯灭为</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 fill="hold"/>
                                        <p:tgtEl>
                                          <p:spTgt spid="9218"/>
                                        </p:tgtEl>
                                        <p:attrNameLst>
                                          <p:attrName>ppt_x</p:attrName>
                                        </p:attrNameLst>
                                      </p:cBhvr>
                                      <p:tavLst>
                                        <p:tav tm="0">
                                          <p:val>
                                            <p:strVal val="0-#ppt_w/2"/>
                                          </p:val>
                                        </p:tav>
                                        <p:tav tm="100000">
                                          <p:val>
                                            <p:strVal val="#ppt_x"/>
                                          </p:val>
                                        </p:tav>
                                      </p:tavLst>
                                    </p:anim>
                                    <p:anim calcmode="lin" valueType="num">
                                      <p:cBhvr additive="base">
                                        <p:cTn id="8" dur="500" fill="hold"/>
                                        <p:tgtEl>
                                          <p:spTgt spid="92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9256"/>
                                        </p:tgtEl>
                                        <p:attrNameLst>
                                          <p:attrName>style.visibility</p:attrName>
                                        </p:attrNameLst>
                                      </p:cBhvr>
                                      <p:to>
                                        <p:strVal val="visible"/>
                                      </p:to>
                                    </p:set>
                                    <p:animEffect transition="in" filter="dissolve">
                                      <p:cBhvr>
                                        <p:cTn id="13" dur="500"/>
                                        <p:tgtEl>
                                          <p:spTgt spid="925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9249"/>
                                        </p:tgtEl>
                                        <p:attrNameLst>
                                          <p:attrName>style.visibility</p:attrName>
                                        </p:attrNameLst>
                                      </p:cBhvr>
                                      <p:to>
                                        <p:strVal val="visible"/>
                                      </p:to>
                                    </p:set>
                                    <p:anim calcmode="lin" valueType="num">
                                      <p:cBhvr additive="base">
                                        <p:cTn id="18" dur="500" fill="hold"/>
                                        <p:tgtEl>
                                          <p:spTgt spid="9249"/>
                                        </p:tgtEl>
                                        <p:attrNameLst>
                                          <p:attrName>ppt_x</p:attrName>
                                        </p:attrNameLst>
                                      </p:cBhvr>
                                      <p:tavLst>
                                        <p:tav tm="0">
                                          <p:val>
                                            <p:strVal val="#ppt_x"/>
                                          </p:val>
                                        </p:tav>
                                        <p:tav tm="100000">
                                          <p:val>
                                            <p:strVal val="#ppt_x"/>
                                          </p:val>
                                        </p:tav>
                                      </p:tavLst>
                                    </p:anim>
                                    <p:anim calcmode="lin" valueType="num">
                                      <p:cBhvr additive="base">
                                        <p:cTn id="19" dur="500" fill="hold"/>
                                        <p:tgtEl>
                                          <p:spTgt spid="924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9257"/>
                                        </p:tgtEl>
                                        <p:attrNameLst>
                                          <p:attrName>style.visibility</p:attrName>
                                        </p:attrNameLst>
                                      </p:cBhvr>
                                      <p:to>
                                        <p:strVal val="visible"/>
                                      </p:to>
                                    </p:set>
                                    <p:animEffect transition="in" filter="box(in)">
                                      <p:cBhvr>
                                        <p:cTn id="24" dur="500"/>
                                        <p:tgtEl>
                                          <p:spTgt spid="925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242"/>
                                        </p:tgtEl>
                                        <p:attrNameLst>
                                          <p:attrName>style.visibility</p:attrName>
                                        </p:attrNameLst>
                                      </p:cBhvr>
                                      <p:to>
                                        <p:strVal val="visible"/>
                                      </p:to>
                                    </p:set>
                                    <p:anim calcmode="lin" valueType="num">
                                      <p:cBhvr additive="base">
                                        <p:cTn id="29" dur="500" fill="hold"/>
                                        <p:tgtEl>
                                          <p:spTgt spid="9242"/>
                                        </p:tgtEl>
                                        <p:attrNameLst>
                                          <p:attrName>ppt_x</p:attrName>
                                        </p:attrNameLst>
                                      </p:cBhvr>
                                      <p:tavLst>
                                        <p:tav tm="0">
                                          <p:val>
                                            <p:strVal val="#ppt_x"/>
                                          </p:val>
                                        </p:tav>
                                        <p:tav tm="100000">
                                          <p:val>
                                            <p:strVal val="#ppt_x"/>
                                          </p:val>
                                        </p:tav>
                                      </p:tavLst>
                                    </p:anim>
                                    <p:anim calcmode="lin" valueType="num">
                                      <p:cBhvr additive="base">
                                        <p:cTn id="30" dur="500" fill="hold"/>
                                        <p:tgtEl>
                                          <p:spTgt spid="92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nimBg="1"/>
      <p:bldP spid="925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8</a:t>
            </a:fld>
            <a:endParaRPr lang="en-US" altLang="zh-CN" sz="1400" dirty="0"/>
          </a:p>
        </p:txBody>
      </p:sp>
      <p:grpSp>
        <p:nvGrpSpPr>
          <p:cNvPr id="10242" name="Group 2"/>
          <p:cNvGrpSpPr/>
          <p:nvPr/>
        </p:nvGrpSpPr>
        <p:grpSpPr>
          <a:xfrm>
            <a:off x="2957513" y="4552950"/>
            <a:ext cx="2774950" cy="1543050"/>
            <a:chOff x="1815" y="1842"/>
            <a:chExt cx="1748" cy="972"/>
          </a:xfrm>
        </p:grpSpPr>
        <p:sp>
          <p:nvSpPr>
            <p:cNvPr id="10243" name="Rectangle 3"/>
            <p:cNvSpPr>
              <a:spLocks noChangeArrowheads="1"/>
            </p:cNvSpPr>
            <p:nvPr/>
          </p:nvSpPr>
          <p:spPr bwMode="auto">
            <a:xfrm>
              <a:off x="1815" y="189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黑体" panose="02010609060101010101" pitchFamily="49" charset="-122"/>
                  <a:ea typeface="黑体" panose="02010609060101010101" pitchFamily="49"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0" noProof="0">
                  <a:ln>
                    <a:noFill/>
                  </a:ln>
                  <a:solidFill>
                    <a:schemeClr val="tx2"/>
                  </a:solidFill>
                  <a:effectLst/>
                  <a:uLnTx/>
                  <a:uFillTx/>
                  <a:latin typeface="黑体" panose="02010609060101010101" pitchFamily="49" charset="-122"/>
                  <a:ea typeface="黑体" panose="02010609060101010101" pitchFamily="49" charset="-122"/>
                  <a:cs typeface="+mn-cs"/>
                </a:rPr>
                <a:t> </a:t>
              </a:r>
            </a:p>
          </p:txBody>
        </p:sp>
        <p:sp>
          <p:nvSpPr>
            <p:cNvPr id="17437" name="Rectangle 4"/>
            <p:cNvSpPr/>
            <p:nvPr/>
          </p:nvSpPr>
          <p:spPr>
            <a:xfrm>
              <a:off x="2487" y="1842"/>
              <a:ext cx="240" cy="432"/>
            </a:xfrm>
            <a:prstGeom prst="rect">
              <a:avLst/>
            </a:prstGeom>
            <a:noFill/>
            <a:ln w="1905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17438" name="Line 5"/>
            <p:cNvSpPr/>
            <p:nvPr/>
          </p:nvSpPr>
          <p:spPr>
            <a:xfrm flipH="1">
              <a:off x="2103" y="2082"/>
              <a:ext cx="384" cy="0"/>
            </a:xfrm>
            <a:prstGeom prst="line">
              <a:avLst/>
            </a:prstGeom>
            <a:ln w="19050" cap="flat" cmpd="sng">
              <a:solidFill>
                <a:schemeClr val="tx1"/>
              </a:solidFill>
              <a:prstDash val="solid"/>
              <a:miter/>
              <a:headEnd type="none" w="med" len="med"/>
              <a:tailEnd type="none" w="med" len="med"/>
            </a:ln>
          </p:spPr>
        </p:sp>
        <p:sp>
          <p:nvSpPr>
            <p:cNvPr id="17439" name="Line 6"/>
            <p:cNvSpPr/>
            <p:nvPr/>
          </p:nvSpPr>
          <p:spPr>
            <a:xfrm>
              <a:off x="2823" y="2065"/>
              <a:ext cx="192" cy="0"/>
            </a:xfrm>
            <a:prstGeom prst="line">
              <a:avLst/>
            </a:prstGeom>
            <a:ln w="19050" cap="flat" cmpd="sng">
              <a:solidFill>
                <a:schemeClr val="tx1"/>
              </a:solidFill>
              <a:prstDash val="solid"/>
              <a:miter/>
              <a:headEnd type="none" w="med" len="med"/>
              <a:tailEnd type="none" w="med" len="med"/>
            </a:ln>
          </p:spPr>
        </p:sp>
        <p:sp>
          <p:nvSpPr>
            <p:cNvPr id="10247" name="Rectangle 7"/>
            <p:cNvSpPr>
              <a:spLocks noChangeArrowheads="1"/>
            </p:cNvSpPr>
            <p:nvPr/>
          </p:nvSpPr>
          <p:spPr bwMode="auto">
            <a:xfrm>
              <a:off x="3063" y="189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a:t>
              </a:r>
            </a:p>
          </p:txBody>
        </p:sp>
        <p:sp>
          <p:nvSpPr>
            <p:cNvPr id="17441" name="Rectangle 8"/>
            <p:cNvSpPr/>
            <p:nvPr/>
          </p:nvSpPr>
          <p:spPr>
            <a:xfrm>
              <a:off x="2487" y="1849"/>
              <a:ext cx="244" cy="365"/>
            </a:xfrm>
            <a:prstGeom prst="rect">
              <a:avLst/>
            </a:prstGeom>
            <a:noFill/>
            <a:ln w="2857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1</a:t>
              </a:r>
            </a:p>
          </p:txBody>
        </p:sp>
        <p:sp>
          <p:nvSpPr>
            <p:cNvPr id="17442" name="Line 9"/>
            <p:cNvSpPr/>
            <p:nvPr/>
          </p:nvSpPr>
          <p:spPr>
            <a:xfrm>
              <a:off x="3357" y="1979"/>
              <a:ext cx="158" cy="0"/>
            </a:xfrm>
            <a:prstGeom prst="line">
              <a:avLst/>
            </a:prstGeom>
            <a:ln w="19050" cap="flat" cmpd="sng">
              <a:solidFill>
                <a:schemeClr val="tx1"/>
              </a:solidFill>
              <a:prstDash val="solid"/>
              <a:miter/>
              <a:headEnd type="none" w="med" len="med"/>
              <a:tailEnd type="none" w="med" len="med"/>
            </a:ln>
          </p:spPr>
        </p:sp>
        <p:sp>
          <p:nvSpPr>
            <p:cNvPr id="17443" name="Rectangle 10"/>
            <p:cNvSpPr/>
            <p:nvPr/>
          </p:nvSpPr>
          <p:spPr>
            <a:xfrm>
              <a:off x="2007" y="2449"/>
              <a:ext cx="114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国标符号</a:t>
              </a:r>
            </a:p>
          </p:txBody>
        </p:sp>
        <p:sp>
          <p:nvSpPr>
            <p:cNvPr id="17444" name="Oval 11"/>
            <p:cNvSpPr/>
            <p:nvPr/>
          </p:nvSpPr>
          <p:spPr>
            <a:xfrm>
              <a:off x="2727" y="2017"/>
              <a:ext cx="96" cy="96"/>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grpSp>
      <p:grpSp>
        <p:nvGrpSpPr>
          <p:cNvPr id="10252" name="Group 12"/>
          <p:cNvGrpSpPr/>
          <p:nvPr/>
        </p:nvGrpSpPr>
        <p:grpSpPr>
          <a:xfrm>
            <a:off x="6103938" y="4613275"/>
            <a:ext cx="2927350" cy="1455738"/>
            <a:chOff x="3797" y="1880"/>
            <a:chExt cx="1844" cy="917"/>
          </a:xfrm>
        </p:grpSpPr>
        <p:sp>
          <p:nvSpPr>
            <p:cNvPr id="17428" name="AutoShape 13"/>
            <p:cNvSpPr/>
            <p:nvPr/>
          </p:nvSpPr>
          <p:spPr>
            <a:xfrm rot="5400000">
              <a:off x="4310" y="1966"/>
              <a:ext cx="409" cy="327"/>
            </a:xfrm>
            <a:prstGeom prst="triangle">
              <a:avLst>
                <a:gd name="adj" fmla="val 50000"/>
              </a:avLst>
            </a:prstGeom>
            <a:noFill/>
            <a:ln w="1905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17429" name="Line 14"/>
            <p:cNvSpPr/>
            <p:nvPr/>
          </p:nvSpPr>
          <p:spPr>
            <a:xfrm flipH="1">
              <a:off x="4085" y="2120"/>
              <a:ext cx="283" cy="1"/>
            </a:xfrm>
            <a:prstGeom prst="line">
              <a:avLst/>
            </a:prstGeom>
            <a:ln w="19050" cap="flat" cmpd="sng">
              <a:solidFill>
                <a:schemeClr val="tx1"/>
              </a:solidFill>
              <a:prstDash val="solid"/>
              <a:miter/>
              <a:headEnd type="none" w="med" len="med"/>
              <a:tailEnd type="none" w="med" len="med"/>
            </a:ln>
          </p:spPr>
        </p:sp>
        <p:sp>
          <p:nvSpPr>
            <p:cNvPr id="17430" name="Line 15"/>
            <p:cNvSpPr/>
            <p:nvPr/>
          </p:nvSpPr>
          <p:spPr>
            <a:xfrm>
              <a:off x="4757" y="2120"/>
              <a:ext cx="330" cy="1"/>
            </a:xfrm>
            <a:prstGeom prst="line">
              <a:avLst/>
            </a:prstGeom>
            <a:ln w="19050" cap="flat" cmpd="sng">
              <a:solidFill>
                <a:schemeClr val="tx1"/>
              </a:solidFill>
              <a:prstDash val="solid"/>
              <a:miter/>
              <a:headEnd type="none" w="med" len="med"/>
              <a:tailEnd type="none" w="med" len="med"/>
            </a:ln>
          </p:spPr>
        </p:sp>
        <p:sp>
          <p:nvSpPr>
            <p:cNvPr id="17431" name="Rectangle 16"/>
            <p:cNvSpPr/>
            <p:nvPr/>
          </p:nvSpPr>
          <p:spPr>
            <a:xfrm>
              <a:off x="4037" y="2432"/>
              <a:ext cx="114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美国符号</a:t>
              </a:r>
            </a:p>
          </p:txBody>
        </p:sp>
        <p:sp>
          <p:nvSpPr>
            <p:cNvPr id="10257" name="Rectangle 17"/>
            <p:cNvSpPr>
              <a:spLocks noChangeArrowheads="1"/>
            </p:cNvSpPr>
            <p:nvPr/>
          </p:nvSpPr>
          <p:spPr bwMode="auto">
            <a:xfrm>
              <a:off x="3797" y="1880"/>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p>
          </p:txBody>
        </p:sp>
        <p:sp>
          <p:nvSpPr>
            <p:cNvPr id="10258" name="Rectangle 18"/>
            <p:cNvSpPr>
              <a:spLocks noChangeArrowheads="1"/>
            </p:cNvSpPr>
            <p:nvPr/>
          </p:nvSpPr>
          <p:spPr bwMode="auto">
            <a:xfrm>
              <a:off x="5141" y="1880"/>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a:t>
              </a:r>
            </a:p>
          </p:txBody>
        </p:sp>
        <p:sp>
          <p:nvSpPr>
            <p:cNvPr id="17434" name="Line 19"/>
            <p:cNvSpPr/>
            <p:nvPr/>
          </p:nvSpPr>
          <p:spPr>
            <a:xfrm>
              <a:off x="5420" y="1933"/>
              <a:ext cx="144" cy="1"/>
            </a:xfrm>
            <a:prstGeom prst="line">
              <a:avLst/>
            </a:prstGeom>
            <a:ln w="19050" cap="flat" cmpd="sng">
              <a:solidFill>
                <a:schemeClr val="tx1"/>
              </a:solidFill>
              <a:prstDash val="solid"/>
              <a:miter/>
              <a:headEnd type="none" w="med" len="med"/>
              <a:tailEnd type="none" w="med" len="med"/>
            </a:ln>
          </p:spPr>
        </p:sp>
        <p:sp>
          <p:nvSpPr>
            <p:cNvPr id="17435" name="Oval 20"/>
            <p:cNvSpPr/>
            <p:nvPr/>
          </p:nvSpPr>
          <p:spPr>
            <a:xfrm>
              <a:off x="4661" y="2066"/>
              <a:ext cx="94" cy="102"/>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grpSp>
      <p:sp>
        <p:nvSpPr>
          <p:cNvPr id="10262" name="Rectangle 22"/>
          <p:cNvSpPr/>
          <p:nvPr/>
        </p:nvSpPr>
        <p:spPr>
          <a:xfrm>
            <a:off x="425450" y="3763963"/>
            <a:ext cx="3841750"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非门的逻辑符号为：</a:t>
            </a:r>
          </a:p>
        </p:txBody>
      </p:sp>
      <p:sp>
        <p:nvSpPr>
          <p:cNvPr id="10263" name="Rectangle 23"/>
          <p:cNvSpPr/>
          <p:nvPr/>
        </p:nvSpPr>
        <p:spPr>
          <a:xfrm>
            <a:off x="381000" y="2971800"/>
            <a:ext cx="8534400" cy="617538"/>
          </a:xfrm>
          <a:prstGeom prst="rect">
            <a:avLst/>
          </a:prstGeom>
          <a:noFill/>
          <a:ln w="38100"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buClr>
                <a:schemeClr val="folHlink"/>
              </a:buClr>
              <a:buSzPct val="60000"/>
              <a:buFont typeface="Wingdings" panose="05000000000000000000" pitchFamily="2" charset="2"/>
              <a:buNone/>
            </a:pPr>
            <a:r>
              <a:rPr lang="zh-CN" altLang="en-US" dirty="0">
                <a:latin typeface="黑体" panose="02010609060101010101" pitchFamily="49" charset="-122"/>
                <a:ea typeface="黑体" panose="02010609060101010101" pitchFamily="49" charset="-122"/>
              </a:rPr>
              <a:t>完成逻辑反运算的电路称非门。</a:t>
            </a:r>
          </a:p>
        </p:txBody>
      </p:sp>
      <p:grpSp>
        <p:nvGrpSpPr>
          <p:cNvPr id="10265" name="Group 25"/>
          <p:cNvGrpSpPr/>
          <p:nvPr/>
        </p:nvGrpSpPr>
        <p:grpSpPr>
          <a:xfrm>
            <a:off x="76200" y="4552950"/>
            <a:ext cx="2774950" cy="1482725"/>
            <a:chOff x="0" y="1842"/>
            <a:chExt cx="1748" cy="934"/>
          </a:xfrm>
        </p:grpSpPr>
        <p:sp>
          <p:nvSpPr>
            <p:cNvPr id="17420" name="Rectangle 26"/>
            <p:cNvSpPr/>
            <p:nvPr/>
          </p:nvSpPr>
          <p:spPr>
            <a:xfrm>
              <a:off x="672" y="1842"/>
              <a:ext cx="236" cy="490"/>
            </a:xfrm>
            <a:prstGeom prst="rect">
              <a:avLst/>
            </a:prstGeom>
            <a:noFill/>
            <a:ln w="1905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17421" name="Line 27"/>
            <p:cNvSpPr/>
            <p:nvPr/>
          </p:nvSpPr>
          <p:spPr>
            <a:xfrm flipH="1">
              <a:off x="288" y="2140"/>
              <a:ext cx="378" cy="1"/>
            </a:xfrm>
            <a:prstGeom prst="line">
              <a:avLst/>
            </a:prstGeom>
            <a:ln w="19050" cap="flat" cmpd="sng">
              <a:solidFill>
                <a:schemeClr val="tx1"/>
              </a:solidFill>
              <a:prstDash val="solid"/>
              <a:miter/>
              <a:headEnd type="none" w="med" len="med"/>
              <a:tailEnd type="none" w="med" len="med"/>
            </a:ln>
          </p:spPr>
        </p:sp>
        <p:sp>
          <p:nvSpPr>
            <p:cNvPr id="17422" name="Line 28"/>
            <p:cNvSpPr/>
            <p:nvPr/>
          </p:nvSpPr>
          <p:spPr>
            <a:xfrm>
              <a:off x="1008" y="2123"/>
              <a:ext cx="189" cy="1"/>
            </a:xfrm>
            <a:prstGeom prst="line">
              <a:avLst/>
            </a:prstGeom>
            <a:ln w="19050" cap="flat" cmpd="sng">
              <a:solidFill>
                <a:schemeClr val="tx1"/>
              </a:solidFill>
              <a:prstDash val="solid"/>
              <a:miter/>
              <a:headEnd type="none" w="med" len="med"/>
              <a:tailEnd type="none" w="med" len="med"/>
            </a:ln>
          </p:spPr>
        </p:sp>
        <p:sp>
          <p:nvSpPr>
            <p:cNvPr id="10269" name="Rectangle 29"/>
            <p:cNvSpPr>
              <a:spLocks noChangeArrowheads="1"/>
            </p:cNvSpPr>
            <p:nvPr/>
          </p:nvSpPr>
          <p:spPr bwMode="auto">
            <a:xfrm>
              <a:off x="0" y="190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2"/>
                  </a:solidFill>
                  <a:effectLst/>
                  <a:uLnTx/>
                  <a:uFillTx/>
                  <a:latin typeface="黑体" panose="02010609060101010101" pitchFamily="49" charset="-122"/>
                  <a:ea typeface="黑体" panose="02010609060101010101" pitchFamily="49"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0" noProof="0">
                  <a:ln>
                    <a:noFill/>
                  </a:ln>
                  <a:solidFill>
                    <a:schemeClr val="tx2"/>
                  </a:solidFill>
                  <a:effectLst/>
                  <a:uLnTx/>
                  <a:uFillTx/>
                  <a:latin typeface="黑体" panose="02010609060101010101" pitchFamily="49" charset="-122"/>
                  <a:ea typeface="黑体" panose="02010609060101010101" pitchFamily="49" charset="-122"/>
                  <a:cs typeface="+mn-cs"/>
                </a:rPr>
                <a:t> </a:t>
              </a:r>
            </a:p>
          </p:txBody>
        </p:sp>
        <p:sp>
          <p:nvSpPr>
            <p:cNvPr id="10270" name="Rectangle 30"/>
            <p:cNvSpPr>
              <a:spLocks noChangeArrowheads="1"/>
            </p:cNvSpPr>
            <p:nvPr/>
          </p:nvSpPr>
          <p:spPr bwMode="auto">
            <a:xfrm>
              <a:off x="1248" y="190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a:t>
              </a:r>
            </a:p>
          </p:txBody>
        </p:sp>
        <p:sp>
          <p:nvSpPr>
            <p:cNvPr id="17425" name="Rectangle 31"/>
            <p:cNvSpPr/>
            <p:nvPr/>
          </p:nvSpPr>
          <p:spPr>
            <a:xfrm>
              <a:off x="240" y="2411"/>
              <a:ext cx="114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曾用符号</a:t>
              </a:r>
            </a:p>
          </p:txBody>
        </p:sp>
        <p:sp>
          <p:nvSpPr>
            <p:cNvPr id="17426" name="Oval 32"/>
            <p:cNvSpPr/>
            <p:nvPr/>
          </p:nvSpPr>
          <p:spPr>
            <a:xfrm>
              <a:off x="912" y="2062"/>
              <a:ext cx="94" cy="109"/>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17427" name="Line 33"/>
            <p:cNvSpPr/>
            <p:nvPr/>
          </p:nvSpPr>
          <p:spPr>
            <a:xfrm>
              <a:off x="1543" y="1933"/>
              <a:ext cx="144" cy="1"/>
            </a:xfrm>
            <a:prstGeom prst="line">
              <a:avLst/>
            </a:prstGeom>
            <a:ln w="19050" cap="flat" cmpd="sng">
              <a:solidFill>
                <a:schemeClr val="tx1"/>
              </a:solidFill>
              <a:prstDash val="solid"/>
              <a:miter/>
              <a:headEnd type="none" w="med" len="med"/>
              <a:tailEnd type="none" w="med" len="med"/>
            </a:ln>
          </p:spPr>
        </p:sp>
      </p:grpSp>
      <p:grpSp>
        <p:nvGrpSpPr>
          <p:cNvPr id="10275" name="Group 35"/>
          <p:cNvGrpSpPr/>
          <p:nvPr/>
        </p:nvGrpSpPr>
        <p:grpSpPr>
          <a:xfrm>
            <a:off x="457200" y="2057400"/>
            <a:ext cx="3638550" cy="579438"/>
            <a:chOff x="336" y="912"/>
            <a:chExt cx="2292" cy="365"/>
          </a:xfrm>
        </p:grpSpPr>
        <p:sp>
          <p:nvSpPr>
            <p:cNvPr id="17418" name="Line 24"/>
            <p:cNvSpPr/>
            <p:nvPr/>
          </p:nvSpPr>
          <p:spPr>
            <a:xfrm>
              <a:off x="2016" y="960"/>
              <a:ext cx="192" cy="0"/>
            </a:xfrm>
            <a:prstGeom prst="line">
              <a:avLst/>
            </a:prstGeom>
            <a:ln w="19050" cap="flat" cmpd="sng">
              <a:solidFill>
                <a:schemeClr val="tx1"/>
              </a:solidFill>
              <a:prstDash val="solid"/>
              <a:miter/>
              <a:headEnd type="none" w="med" len="med"/>
              <a:tailEnd type="none" w="med" len="med"/>
            </a:ln>
          </p:spPr>
        </p:sp>
        <p:sp>
          <p:nvSpPr>
            <p:cNvPr id="17419" name="Rectangle 34"/>
            <p:cNvSpPr/>
            <p:nvPr/>
          </p:nvSpPr>
          <p:spPr>
            <a:xfrm>
              <a:off x="336" y="912"/>
              <a:ext cx="229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函数式为：</a:t>
              </a:r>
              <a:r>
                <a:rPr lang="en-US" altLang="zh-CN" dirty="0">
                  <a:latin typeface="黑体" panose="02010609060101010101" pitchFamily="49" charset="-122"/>
                  <a:ea typeface="黑体" panose="02010609060101010101" pitchFamily="49" charset="-122"/>
                </a:rPr>
                <a:t>F</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A </a:t>
              </a:r>
              <a:r>
                <a:rPr lang="zh-CN" altLang="en-US" dirty="0">
                  <a:latin typeface="黑体" panose="02010609060101010101" pitchFamily="49" charset="-122"/>
                  <a:ea typeface="黑体" panose="02010609060101010101" pitchFamily="49" charset="-122"/>
                </a:rPr>
                <a:t>。</a:t>
              </a:r>
            </a:p>
          </p:txBody>
        </p:sp>
      </p:grpSp>
      <p:sp>
        <p:nvSpPr>
          <p:cNvPr id="10276" name="Rectangle 36"/>
          <p:cNvSpPr>
            <a:spLocks noChangeArrowheads="1"/>
          </p:cNvSpPr>
          <p:nvPr/>
        </p:nvSpPr>
        <p:spPr bwMode="auto">
          <a:xfrm>
            <a:off x="381000" y="319088"/>
            <a:ext cx="8534400" cy="1592263"/>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定义：</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一个事件的成立取决于条件的否定，即事件与事件的成立条件之间构成矛盾，这样的逻辑关系称逻辑反（非）。</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76"/>
                                        </p:tgtEl>
                                        <p:attrNameLst>
                                          <p:attrName>style.visibility</p:attrName>
                                        </p:attrNameLst>
                                      </p:cBhvr>
                                      <p:to>
                                        <p:strVal val="visible"/>
                                      </p:to>
                                    </p:set>
                                    <p:animEffect transition="in" filter="box(in)">
                                      <p:cBhvr>
                                        <p:cTn id="7" dur="500"/>
                                        <p:tgtEl>
                                          <p:spTgt spid="1027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0275"/>
                                        </p:tgtEl>
                                        <p:attrNameLst>
                                          <p:attrName>style.visibility</p:attrName>
                                        </p:attrNameLst>
                                      </p:cBhvr>
                                      <p:to>
                                        <p:strVal val="visible"/>
                                      </p:to>
                                    </p:set>
                                    <p:animEffect transition="in" filter="strips(downLeft)">
                                      <p:cBhvr>
                                        <p:cTn id="12" dur="500"/>
                                        <p:tgtEl>
                                          <p:spTgt spid="1027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263"/>
                                        </p:tgtEl>
                                        <p:attrNameLst>
                                          <p:attrName>style.visibility</p:attrName>
                                        </p:attrNameLst>
                                      </p:cBhvr>
                                      <p:to>
                                        <p:strVal val="visible"/>
                                      </p:to>
                                    </p:set>
                                    <p:animEffect transition="in" filter="box(in)">
                                      <p:cBhvr>
                                        <p:cTn id="17" dur="500"/>
                                        <p:tgtEl>
                                          <p:spTgt spid="1026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0262"/>
                                        </p:tgtEl>
                                        <p:attrNameLst>
                                          <p:attrName>style.visibility</p:attrName>
                                        </p:attrNameLst>
                                      </p:cBhvr>
                                      <p:to>
                                        <p:strVal val="visible"/>
                                      </p:to>
                                    </p:set>
                                    <p:anim calcmode="lin" valueType="num">
                                      <p:cBhvr additive="base">
                                        <p:cTn id="22" dur="500" fill="hold"/>
                                        <p:tgtEl>
                                          <p:spTgt spid="10262"/>
                                        </p:tgtEl>
                                        <p:attrNameLst>
                                          <p:attrName>ppt_x</p:attrName>
                                        </p:attrNameLst>
                                      </p:cBhvr>
                                      <p:tavLst>
                                        <p:tav tm="0">
                                          <p:val>
                                            <p:strVal val="0-#ppt_w/2"/>
                                          </p:val>
                                        </p:tav>
                                        <p:tav tm="100000">
                                          <p:val>
                                            <p:strVal val="#ppt_x"/>
                                          </p:val>
                                        </p:tav>
                                      </p:tavLst>
                                    </p:anim>
                                    <p:anim calcmode="lin" valueType="num">
                                      <p:cBhvr additive="base">
                                        <p:cTn id="23" dur="500" fill="hold"/>
                                        <p:tgtEl>
                                          <p:spTgt spid="1026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0265"/>
                                        </p:tgtEl>
                                        <p:attrNameLst>
                                          <p:attrName>style.visibility</p:attrName>
                                        </p:attrNameLst>
                                      </p:cBhvr>
                                      <p:to>
                                        <p:strVal val="visible"/>
                                      </p:to>
                                    </p:set>
                                    <p:animEffect transition="in" filter="dissolve">
                                      <p:cBhvr>
                                        <p:cTn id="28" dur="500"/>
                                        <p:tgtEl>
                                          <p:spTgt spid="1026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0242"/>
                                        </p:tgtEl>
                                        <p:attrNameLst>
                                          <p:attrName>style.visibility</p:attrName>
                                        </p:attrNameLst>
                                      </p:cBhvr>
                                      <p:to>
                                        <p:strVal val="visible"/>
                                      </p:to>
                                    </p:set>
                                    <p:animEffect transition="in" filter="dissolve">
                                      <p:cBhvr>
                                        <p:cTn id="33" dur="500"/>
                                        <p:tgtEl>
                                          <p:spTgt spid="10242"/>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10252"/>
                                        </p:tgtEl>
                                        <p:attrNameLst>
                                          <p:attrName>style.visibility</p:attrName>
                                        </p:attrNameLst>
                                      </p:cBhvr>
                                      <p:to>
                                        <p:strVal val="visible"/>
                                      </p:to>
                                    </p:set>
                                    <p:animEffect transition="in" filter="dissolve">
                                      <p:cBhvr>
                                        <p:cTn id="38" dur="500"/>
                                        <p:tgtEl>
                                          <p:spTgt spid="10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2" grpId="0"/>
      <p:bldP spid="10263" grpId="0" animBg="1"/>
      <p:bldP spid="1027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9</a:t>
            </a:fld>
            <a:endParaRPr lang="en-US" altLang="zh-CN" sz="1400" dirty="0"/>
          </a:p>
        </p:txBody>
      </p:sp>
      <p:sp>
        <p:nvSpPr>
          <p:cNvPr id="11266" name="Rectangle 2"/>
          <p:cNvSpPr/>
          <p:nvPr/>
        </p:nvSpPr>
        <p:spPr>
          <a:xfrm>
            <a:off x="304800" y="288925"/>
            <a:ext cx="8610600" cy="731838"/>
          </a:xfrm>
          <a:prstGeom prst="rect">
            <a:avLst/>
          </a:prstGeom>
          <a:solidFill>
            <a:srgbClr val="FFFF00"/>
          </a:solidFill>
          <a:ln w="9525">
            <a:noFill/>
          </a:ln>
        </p:spPr>
        <p:txBody>
          <a:bodyPr anchor="b">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4200" b="1" dirty="0">
                <a:solidFill>
                  <a:schemeClr val="tx2"/>
                </a:solidFill>
                <a:latin typeface="黑体" panose="02010609060101010101" pitchFamily="49" charset="-122"/>
                <a:ea typeface="黑体" panose="02010609060101010101" pitchFamily="49" charset="-122"/>
              </a:rPr>
              <a:t>2.1.2</a:t>
            </a:r>
            <a:r>
              <a:rPr lang="zh-CN" altLang="en-US" sz="4200" b="1" dirty="0">
                <a:solidFill>
                  <a:schemeClr val="tx2"/>
                </a:solidFill>
                <a:latin typeface="黑体" panose="02010609060101010101" pitchFamily="49" charset="-122"/>
                <a:ea typeface="黑体" panose="02010609060101010101" pitchFamily="49" charset="-122"/>
              </a:rPr>
              <a:t>逻辑函数及逻辑函数间的相等</a:t>
            </a:r>
          </a:p>
        </p:txBody>
      </p:sp>
      <p:sp>
        <p:nvSpPr>
          <p:cNvPr id="11267" name="Rectangle 3"/>
          <p:cNvSpPr>
            <a:spLocks noChangeArrowheads="1"/>
          </p:cNvSpPr>
          <p:nvPr/>
        </p:nvSpPr>
        <p:spPr bwMode="auto">
          <a:xfrm>
            <a:off x="292100" y="1333500"/>
            <a:ext cx="4279900"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一、逻辑函数的定义</a:t>
            </a:r>
          </a:p>
        </p:txBody>
      </p:sp>
      <p:sp>
        <p:nvSpPr>
          <p:cNvPr id="11268" name="Rectangle 4"/>
          <p:cNvSpPr>
            <a:spLocks noChangeArrowheads="1"/>
          </p:cNvSpPr>
          <p:nvPr/>
        </p:nvSpPr>
        <p:spPr bwMode="auto">
          <a:xfrm>
            <a:off x="368300" y="2141538"/>
            <a:ext cx="8547100" cy="617538"/>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逻辑变量和逻辑函数的取值只有</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和</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sp>
        <p:nvSpPr>
          <p:cNvPr id="11270" name="Rectangle 6"/>
          <p:cNvSpPr>
            <a:spLocks noChangeArrowheads="1"/>
          </p:cNvSpPr>
          <p:nvPr/>
        </p:nvSpPr>
        <p:spPr bwMode="auto">
          <a:xfrm>
            <a:off x="360363" y="2949575"/>
            <a:ext cx="85344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函数和变量之间的关系由</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与、或、非</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三种基本运算决定。</a:t>
            </a:r>
          </a:p>
        </p:txBody>
      </p:sp>
      <p:sp>
        <p:nvSpPr>
          <p:cNvPr id="11273" name="Rectangle 9"/>
          <p:cNvSpPr>
            <a:spLocks noChangeArrowheads="1"/>
          </p:cNvSpPr>
          <p:nvPr/>
        </p:nvSpPr>
        <p:spPr bwMode="auto">
          <a:xfrm>
            <a:off x="273050" y="4267200"/>
            <a:ext cx="8763000"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设某一逻辑电路的输入为</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n</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，输出函数为</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，当</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n</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的值确定之后，</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的值就唯一的确定了，则称</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为</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n</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的</a:t>
            </a: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逻辑函数</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。记为： </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n</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0-#ppt_w/2"/>
                                          </p:val>
                                        </p:tav>
                                        <p:tav tm="100000">
                                          <p:val>
                                            <p:strVal val="#ppt_x"/>
                                          </p:val>
                                        </p:tav>
                                      </p:tavLst>
                                    </p:anim>
                                    <p:anim calcmode="lin" valueType="num">
                                      <p:cBhvr additive="base">
                                        <p:cTn id="8" dur="500" fill="hold"/>
                                        <p:tgtEl>
                                          <p:spTgt spid="112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267"/>
                                        </p:tgtEl>
                                        <p:attrNameLst>
                                          <p:attrName>style.visibility</p:attrName>
                                        </p:attrNameLst>
                                      </p:cBhvr>
                                      <p:to>
                                        <p:strVal val="visible"/>
                                      </p:to>
                                    </p:set>
                                    <p:anim calcmode="lin" valueType="num">
                                      <p:cBhvr additive="base">
                                        <p:cTn id="13" dur="500" fill="hold"/>
                                        <p:tgtEl>
                                          <p:spTgt spid="11267"/>
                                        </p:tgtEl>
                                        <p:attrNameLst>
                                          <p:attrName>ppt_x</p:attrName>
                                        </p:attrNameLst>
                                      </p:cBhvr>
                                      <p:tavLst>
                                        <p:tav tm="0">
                                          <p:val>
                                            <p:strVal val="0-#ppt_w/2"/>
                                          </p:val>
                                        </p:tav>
                                        <p:tav tm="100000">
                                          <p:val>
                                            <p:strVal val="#ppt_x"/>
                                          </p:val>
                                        </p:tav>
                                      </p:tavLst>
                                    </p:anim>
                                    <p:anim calcmode="lin" valueType="num">
                                      <p:cBhvr additive="base">
                                        <p:cTn id="14" dur="500" fill="hold"/>
                                        <p:tgtEl>
                                          <p:spTgt spid="1126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11268"/>
                                        </p:tgtEl>
                                        <p:attrNameLst>
                                          <p:attrName>style.visibility</p:attrName>
                                        </p:attrNameLst>
                                      </p:cBhvr>
                                      <p:to>
                                        <p:strVal val="visible"/>
                                      </p:to>
                                    </p:set>
                                    <p:animEffect transition="in" filter="box(in)">
                                      <p:cBhvr>
                                        <p:cTn id="19" dur="500"/>
                                        <p:tgtEl>
                                          <p:spTgt spid="11268"/>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11270"/>
                                        </p:tgtEl>
                                        <p:attrNameLst>
                                          <p:attrName>style.visibility</p:attrName>
                                        </p:attrNameLst>
                                      </p:cBhvr>
                                      <p:to>
                                        <p:strVal val="visible"/>
                                      </p:to>
                                    </p:set>
                                    <p:animEffect transition="in" filter="box(in)">
                                      <p:cBhvr>
                                        <p:cTn id="24" dur="500"/>
                                        <p:tgtEl>
                                          <p:spTgt spid="11270"/>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11273"/>
                                        </p:tgtEl>
                                        <p:attrNameLst>
                                          <p:attrName>style.visibility</p:attrName>
                                        </p:attrNameLst>
                                      </p:cBhvr>
                                      <p:to>
                                        <p:strVal val="visible"/>
                                      </p:to>
                                    </p:set>
                                    <p:animEffect transition="in" filter="slide(fromBottom)">
                                      <p:cBhvr>
                                        <p:cTn id="29" dur="500"/>
                                        <p:tgtEl>
                                          <p:spTgt spid="11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nimBg="1"/>
      <p:bldP spid="11267" grpId="0" animBg="1"/>
      <p:bldP spid="11268" grpId="0" animBg="1"/>
      <p:bldP spid="11270" grpId="0" animBg="1"/>
      <p:bldP spid="1127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10</a:t>
            </a:fld>
            <a:endParaRPr lang="en-US" altLang="zh-CN" sz="1400" dirty="0"/>
          </a:p>
        </p:txBody>
      </p:sp>
      <p:sp>
        <p:nvSpPr>
          <p:cNvPr id="12290" name="Rectangle 2"/>
          <p:cNvSpPr/>
          <p:nvPr/>
        </p:nvSpPr>
        <p:spPr>
          <a:xfrm>
            <a:off x="266700" y="334963"/>
            <a:ext cx="3856038" cy="579437"/>
          </a:xfrm>
          <a:prstGeom prst="rect">
            <a:avLst/>
          </a:prstGeom>
          <a:solidFill>
            <a:srgbClr val="99FF33"/>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latin typeface="Tahoma" panose="020B0604030504040204" pitchFamily="34" charset="0"/>
                <a:ea typeface="黑体" panose="02010609060101010101" pitchFamily="49" charset="-122"/>
              </a:rPr>
              <a:t>二、逻辑函数的相等</a:t>
            </a:r>
          </a:p>
        </p:txBody>
      </p:sp>
      <p:sp>
        <p:nvSpPr>
          <p:cNvPr id="12292" name="Rectangle 4"/>
          <p:cNvSpPr>
            <a:spLocks noChangeArrowheads="1"/>
          </p:cNvSpPr>
          <p:nvPr/>
        </p:nvSpPr>
        <p:spPr bwMode="auto">
          <a:xfrm>
            <a:off x="304800" y="1249363"/>
            <a:ext cx="8534400" cy="1592263"/>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设有</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n</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n</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如果对应</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n</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的任一组取值，</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和</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的值都相等，则称</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和</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相等。计为</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F</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 </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sp>
        <p:nvSpPr>
          <p:cNvPr id="12295" name="Rectangle 7"/>
          <p:cNvSpPr>
            <a:spLocks noChangeArrowheads="1"/>
          </p:cNvSpPr>
          <p:nvPr/>
        </p:nvSpPr>
        <p:spPr bwMode="auto">
          <a:xfrm>
            <a:off x="457200" y="3276600"/>
            <a:ext cx="7499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判断两个逻辑表达式是否相等的方法有：</a:t>
            </a:r>
          </a:p>
        </p:txBody>
      </p:sp>
      <p:sp>
        <p:nvSpPr>
          <p:cNvPr id="12296" name="Rectangle 8"/>
          <p:cNvSpPr>
            <a:spLocks noChangeArrowheads="1"/>
          </p:cNvSpPr>
          <p:nvPr/>
        </p:nvSpPr>
        <p:spPr bwMode="auto">
          <a:xfrm>
            <a:off x="533400" y="4144963"/>
            <a:ext cx="2012950" cy="57943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1</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、列表法</a:t>
            </a:r>
          </a:p>
        </p:txBody>
      </p:sp>
      <p:sp>
        <p:nvSpPr>
          <p:cNvPr id="12297" name="Rectangle 9"/>
          <p:cNvSpPr>
            <a:spLocks noChangeArrowheads="1"/>
          </p:cNvSpPr>
          <p:nvPr/>
        </p:nvSpPr>
        <p:spPr bwMode="auto">
          <a:xfrm>
            <a:off x="533400" y="4983163"/>
            <a:ext cx="8108950" cy="57943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2</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、利用逻辑代数的公理、定理和规则证明。</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additive="base">
                                        <p:cTn id="7" dur="500" fill="hold"/>
                                        <p:tgtEl>
                                          <p:spTgt spid="12290"/>
                                        </p:tgtEl>
                                        <p:attrNameLst>
                                          <p:attrName>ppt_x</p:attrName>
                                        </p:attrNameLst>
                                      </p:cBhvr>
                                      <p:tavLst>
                                        <p:tav tm="0">
                                          <p:val>
                                            <p:strVal val="0-#ppt_w/2"/>
                                          </p:val>
                                        </p:tav>
                                        <p:tav tm="100000">
                                          <p:val>
                                            <p:strVal val="#ppt_x"/>
                                          </p:val>
                                        </p:tav>
                                      </p:tavLst>
                                    </p:anim>
                                    <p:anim calcmode="lin" valueType="num">
                                      <p:cBhvr additive="base">
                                        <p:cTn id="8" dur="500" fill="hold"/>
                                        <p:tgtEl>
                                          <p:spTgt spid="1229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2292"/>
                                        </p:tgtEl>
                                        <p:attrNameLst>
                                          <p:attrName>style.visibility</p:attrName>
                                        </p:attrNameLst>
                                      </p:cBhvr>
                                      <p:to>
                                        <p:strVal val="visible"/>
                                      </p:to>
                                    </p:set>
                                    <p:animEffect transition="in" filter="box(in)">
                                      <p:cBhvr>
                                        <p:cTn id="13" dur="500"/>
                                        <p:tgtEl>
                                          <p:spTgt spid="1229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2295"/>
                                        </p:tgtEl>
                                        <p:attrNameLst>
                                          <p:attrName>style.visibility</p:attrName>
                                        </p:attrNameLst>
                                      </p:cBhvr>
                                      <p:to>
                                        <p:strVal val="visible"/>
                                      </p:to>
                                    </p:set>
                                    <p:anim calcmode="lin" valueType="num">
                                      <p:cBhvr additive="base">
                                        <p:cTn id="18" dur="500" fill="hold"/>
                                        <p:tgtEl>
                                          <p:spTgt spid="12295"/>
                                        </p:tgtEl>
                                        <p:attrNameLst>
                                          <p:attrName>ppt_x</p:attrName>
                                        </p:attrNameLst>
                                      </p:cBhvr>
                                      <p:tavLst>
                                        <p:tav tm="0">
                                          <p:val>
                                            <p:strVal val="0-#ppt_w/2"/>
                                          </p:val>
                                        </p:tav>
                                        <p:tav tm="100000">
                                          <p:val>
                                            <p:strVal val="#ppt_x"/>
                                          </p:val>
                                        </p:tav>
                                      </p:tavLst>
                                    </p:anim>
                                    <p:anim calcmode="lin" valueType="num">
                                      <p:cBhvr additive="base">
                                        <p:cTn id="19" dur="500" fill="hold"/>
                                        <p:tgtEl>
                                          <p:spTgt spid="1229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8" presetClass="entr" presetSubtype="12" fill="hold" grpId="0" nodeType="clickEffect">
                                  <p:stCondLst>
                                    <p:cond delay="0"/>
                                  </p:stCondLst>
                                  <p:childTnLst>
                                    <p:set>
                                      <p:cBhvr>
                                        <p:cTn id="23" dur="1" fill="hold">
                                          <p:stCondLst>
                                            <p:cond delay="0"/>
                                          </p:stCondLst>
                                        </p:cTn>
                                        <p:tgtEl>
                                          <p:spTgt spid="12296"/>
                                        </p:tgtEl>
                                        <p:attrNameLst>
                                          <p:attrName>style.visibility</p:attrName>
                                        </p:attrNameLst>
                                      </p:cBhvr>
                                      <p:to>
                                        <p:strVal val="visible"/>
                                      </p:to>
                                    </p:set>
                                    <p:animEffect transition="in" filter="strips(downLeft)">
                                      <p:cBhvr>
                                        <p:cTn id="24" dur="500"/>
                                        <p:tgtEl>
                                          <p:spTgt spid="12296"/>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12" fill="hold" grpId="0" nodeType="clickEffect">
                                  <p:stCondLst>
                                    <p:cond delay="0"/>
                                  </p:stCondLst>
                                  <p:childTnLst>
                                    <p:set>
                                      <p:cBhvr>
                                        <p:cTn id="28" dur="1" fill="hold">
                                          <p:stCondLst>
                                            <p:cond delay="0"/>
                                          </p:stCondLst>
                                        </p:cTn>
                                        <p:tgtEl>
                                          <p:spTgt spid="12297"/>
                                        </p:tgtEl>
                                        <p:attrNameLst>
                                          <p:attrName>style.visibility</p:attrName>
                                        </p:attrNameLst>
                                      </p:cBhvr>
                                      <p:to>
                                        <p:strVal val="visible"/>
                                      </p:to>
                                    </p:set>
                                    <p:animEffect transition="in" filter="strips(downLeft)">
                                      <p:cBhvr>
                                        <p:cTn id="29" dur="500"/>
                                        <p:tgtEl>
                                          <p:spTgt spid="12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nimBg="1"/>
      <p:bldP spid="12292" grpId="0" animBg="1"/>
      <p:bldP spid="12295" grpId="0"/>
      <p:bldP spid="12296" grpId="0" animBg="1"/>
      <p:bldP spid="1229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11</a:t>
            </a:fld>
            <a:endParaRPr lang="en-US" altLang="zh-CN" sz="1400" dirty="0"/>
          </a:p>
        </p:txBody>
      </p:sp>
      <p:sp>
        <p:nvSpPr>
          <p:cNvPr id="13320" name="Rectangle 8"/>
          <p:cNvSpPr/>
          <p:nvPr/>
        </p:nvSpPr>
        <p:spPr>
          <a:xfrm>
            <a:off x="228600" y="333375"/>
            <a:ext cx="7162800" cy="762000"/>
          </a:xfrm>
          <a:prstGeom prst="rect">
            <a:avLst/>
          </a:prstGeom>
          <a:solidFill>
            <a:srgbClr val="FFFF00"/>
          </a:solidFill>
          <a:ln w="9525">
            <a:noFill/>
          </a:ln>
        </p:spPr>
        <p:txBody>
          <a:bodyPr anchor="b">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4400" b="1" dirty="0">
                <a:solidFill>
                  <a:schemeClr val="tx2"/>
                </a:solidFill>
                <a:latin typeface="黑体" panose="02010609060101010101" pitchFamily="49" charset="-122"/>
                <a:ea typeface="黑体" panose="02010609060101010101" pitchFamily="49" charset="-122"/>
              </a:rPr>
              <a:t>2.1.3 </a:t>
            </a:r>
            <a:r>
              <a:rPr lang="zh-CN" altLang="en-US" sz="4400" b="1" dirty="0">
                <a:solidFill>
                  <a:schemeClr val="tx2"/>
                </a:solidFill>
                <a:latin typeface="黑体" panose="02010609060101010101" pitchFamily="49" charset="-122"/>
                <a:ea typeface="黑体" panose="02010609060101010101" pitchFamily="49" charset="-122"/>
              </a:rPr>
              <a:t>逻辑函数的表示方法</a:t>
            </a:r>
          </a:p>
        </p:txBody>
      </p:sp>
      <p:sp>
        <p:nvSpPr>
          <p:cNvPr id="13321" name="Rectangle 9"/>
          <p:cNvSpPr>
            <a:spLocks noChangeArrowheads="1"/>
          </p:cNvSpPr>
          <p:nvPr/>
        </p:nvSpPr>
        <p:spPr bwMode="auto">
          <a:xfrm>
            <a:off x="228600" y="1371600"/>
            <a:ext cx="2438400"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一、真值表</a:t>
            </a:r>
          </a:p>
        </p:txBody>
      </p:sp>
      <p:sp>
        <p:nvSpPr>
          <p:cNvPr id="13322" name="Rectangle 10"/>
          <p:cNvSpPr>
            <a:spLocks noChangeArrowheads="1"/>
          </p:cNvSpPr>
          <p:nvPr/>
        </p:nvSpPr>
        <p:spPr bwMode="auto">
          <a:xfrm>
            <a:off x="228600" y="2773363"/>
            <a:ext cx="4114800"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二、逻辑函数表达式</a:t>
            </a:r>
          </a:p>
        </p:txBody>
      </p:sp>
      <p:sp>
        <p:nvSpPr>
          <p:cNvPr id="13323" name="Rectangle 11"/>
          <p:cNvSpPr>
            <a:spLocks noChangeArrowheads="1"/>
          </p:cNvSpPr>
          <p:nvPr/>
        </p:nvSpPr>
        <p:spPr bwMode="auto">
          <a:xfrm>
            <a:off x="228600" y="4144963"/>
            <a:ext cx="2514600"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三、卡诺图</a:t>
            </a:r>
          </a:p>
        </p:txBody>
      </p:sp>
      <p:sp>
        <p:nvSpPr>
          <p:cNvPr id="13324" name="Rectangle 12"/>
          <p:cNvSpPr>
            <a:spLocks noChangeArrowheads="1"/>
          </p:cNvSpPr>
          <p:nvPr/>
        </p:nvSpPr>
        <p:spPr bwMode="auto">
          <a:xfrm>
            <a:off x="228600" y="5486400"/>
            <a:ext cx="4267200"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四、时序图、时间图</a:t>
            </a:r>
          </a:p>
        </p:txBody>
      </p:sp>
      <p:sp>
        <p:nvSpPr>
          <p:cNvPr id="13325" name="Rectangle 13"/>
          <p:cNvSpPr>
            <a:spLocks noChangeArrowheads="1"/>
          </p:cNvSpPr>
          <p:nvPr/>
        </p:nvSpPr>
        <p:spPr bwMode="auto">
          <a:xfrm>
            <a:off x="304800" y="20574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主要用于直观的观察变量和函数之间的关系 </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hlinkClick r:id="" action="ppaction://noaction"/>
              </a:rPr>
              <a:t>*</a:t>
            </a:r>
            <a:endPar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endParaRPr>
          </a:p>
        </p:txBody>
      </p:sp>
      <p:sp>
        <p:nvSpPr>
          <p:cNvPr id="13326" name="Rectangle 14"/>
          <p:cNvSpPr>
            <a:spLocks noChangeArrowheads="1"/>
          </p:cNvSpPr>
          <p:nvPr/>
        </p:nvSpPr>
        <p:spPr bwMode="auto">
          <a:xfrm>
            <a:off x="304800" y="3429000"/>
            <a:ext cx="5060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主要用于获得逻辑电路图 </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hlinkClick r:id="" action="ppaction://noaction"/>
              </a:rPr>
              <a:t>*</a:t>
            </a:r>
            <a:endPar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endParaRPr>
          </a:p>
        </p:txBody>
      </p:sp>
      <p:sp>
        <p:nvSpPr>
          <p:cNvPr id="13327" name="Rectangle 15"/>
          <p:cNvSpPr>
            <a:spLocks noChangeArrowheads="1"/>
          </p:cNvSpPr>
          <p:nvPr/>
        </p:nvSpPr>
        <p:spPr bwMode="auto">
          <a:xfrm>
            <a:off x="304800" y="4724400"/>
            <a:ext cx="4248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主要用于逻辑函数化简</a:t>
            </a:r>
          </a:p>
        </p:txBody>
      </p:sp>
      <p:sp>
        <p:nvSpPr>
          <p:cNvPr id="13328" name="Rectangle 16"/>
          <p:cNvSpPr>
            <a:spLocks noChangeArrowheads="1"/>
          </p:cNvSpPr>
          <p:nvPr/>
        </p:nvSpPr>
        <p:spPr bwMode="auto">
          <a:xfrm>
            <a:off x="304800" y="6126163"/>
            <a:ext cx="46987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主要用于观察工作波形 </a:t>
            </a:r>
            <a:r>
              <a:rPr kumimoji="1" lang="zh-CN" altLang="en-US"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hlinkClick r:id="rId3" action="ppaction://hlinksldjump"/>
              </a:rPr>
              <a:t>*</a:t>
            </a:r>
            <a:endParaRPr kumimoji="1" lang="zh-CN" altLang="en-US"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20"/>
                                        </p:tgtEl>
                                        <p:attrNameLst>
                                          <p:attrName>style.visibility</p:attrName>
                                        </p:attrNameLst>
                                      </p:cBhvr>
                                      <p:to>
                                        <p:strVal val="visible"/>
                                      </p:to>
                                    </p:set>
                                    <p:anim calcmode="lin" valueType="num">
                                      <p:cBhvr additive="base">
                                        <p:cTn id="7" dur="500" fill="hold"/>
                                        <p:tgtEl>
                                          <p:spTgt spid="13320"/>
                                        </p:tgtEl>
                                        <p:attrNameLst>
                                          <p:attrName>ppt_x</p:attrName>
                                        </p:attrNameLst>
                                      </p:cBhvr>
                                      <p:tavLst>
                                        <p:tav tm="0">
                                          <p:val>
                                            <p:strVal val="0-#ppt_w/2"/>
                                          </p:val>
                                        </p:tav>
                                        <p:tav tm="100000">
                                          <p:val>
                                            <p:strVal val="#ppt_x"/>
                                          </p:val>
                                        </p:tav>
                                      </p:tavLst>
                                    </p:anim>
                                    <p:anim calcmode="lin" valueType="num">
                                      <p:cBhvr additive="base">
                                        <p:cTn id="8" dur="500" fill="hold"/>
                                        <p:tgtEl>
                                          <p:spTgt spid="133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321"/>
                                        </p:tgtEl>
                                        <p:attrNameLst>
                                          <p:attrName>style.visibility</p:attrName>
                                        </p:attrNameLst>
                                      </p:cBhvr>
                                      <p:to>
                                        <p:strVal val="visible"/>
                                      </p:to>
                                    </p:set>
                                    <p:anim calcmode="lin" valueType="num">
                                      <p:cBhvr additive="base">
                                        <p:cTn id="13" dur="500" fill="hold"/>
                                        <p:tgtEl>
                                          <p:spTgt spid="13321"/>
                                        </p:tgtEl>
                                        <p:attrNameLst>
                                          <p:attrName>ppt_x</p:attrName>
                                        </p:attrNameLst>
                                      </p:cBhvr>
                                      <p:tavLst>
                                        <p:tav tm="0">
                                          <p:val>
                                            <p:strVal val="0-#ppt_w/2"/>
                                          </p:val>
                                        </p:tav>
                                        <p:tav tm="100000">
                                          <p:val>
                                            <p:strVal val="#ppt_x"/>
                                          </p:val>
                                        </p:tav>
                                      </p:tavLst>
                                    </p:anim>
                                    <p:anim calcmode="lin" valueType="num">
                                      <p:cBhvr additive="base">
                                        <p:cTn id="14" dur="500" fill="hold"/>
                                        <p:tgtEl>
                                          <p:spTgt spid="1332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grpId="0" nodeType="clickEffect">
                                  <p:stCondLst>
                                    <p:cond delay="0"/>
                                  </p:stCondLst>
                                  <p:childTnLst>
                                    <p:set>
                                      <p:cBhvr>
                                        <p:cTn id="18" dur="1" fill="hold">
                                          <p:stCondLst>
                                            <p:cond delay="0"/>
                                          </p:stCondLst>
                                        </p:cTn>
                                        <p:tgtEl>
                                          <p:spTgt spid="13325"/>
                                        </p:tgtEl>
                                        <p:attrNameLst>
                                          <p:attrName>style.visibility</p:attrName>
                                        </p:attrNameLst>
                                      </p:cBhvr>
                                      <p:to>
                                        <p:strVal val="visible"/>
                                      </p:to>
                                    </p:set>
                                    <p:animEffect transition="in" filter="strips(downLeft)">
                                      <p:cBhvr>
                                        <p:cTn id="19" dur="500"/>
                                        <p:tgtEl>
                                          <p:spTgt spid="1332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3322"/>
                                        </p:tgtEl>
                                        <p:attrNameLst>
                                          <p:attrName>style.visibility</p:attrName>
                                        </p:attrNameLst>
                                      </p:cBhvr>
                                      <p:to>
                                        <p:strVal val="visible"/>
                                      </p:to>
                                    </p:set>
                                    <p:anim calcmode="lin" valueType="num">
                                      <p:cBhvr additive="base">
                                        <p:cTn id="24" dur="500" fill="hold"/>
                                        <p:tgtEl>
                                          <p:spTgt spid="13322"/>
                                        </p:tgtEl>
                                        <p:attrNameLst>
                                          <p:attrName>ppt_x</p:attrName>
                                        </p:attrNameLst>
                                      </p:cBhvr>
                                      <p:tavLst>
                                        <p:tav tm="0">
                                          <p:val>
                                            <p:strVal val="0-#ppt_w/2"/>
                                          </p:val>
                                        </p:tav>
                                        <p:tav tm="100000">
                                          <p:val>
                                            <p:strVal val="#ppt_x"/>
                                          </p:val>
                                        </p:tav>
                                      </p:tavLst>
                                    </p:anim>
                                    <p:anim calcmode="lin" valueType="num">
                                      <p:cBhvr additive="base">
                                        <p:cTn id="25" dur="500" fill="hold"/>
                                        <p:tgtEl>
                                          <p:spTgt spid="13322"/>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8" presetClass="entr" presetSubtype="12" fill="hold" grpId="0" nodeType="clickEffect">
                                  <p:stCondLst>
                                    <p:cond delay="0"/>
                                  </p:stCondLst>
                                  <p:childTnLst>
                                    <p:set>
                                      <p:cBhvr>
                                        <p:cTn id="29" dur="1" fill="hold">
                                          <p:stCondLst>
                                            <p:cond delay="0"/>
                                          </p:stCondLst>
                                        </p:cTn>
                                        <p:tgtEl>
                                          <p:spTgt spid="13326"/>
                                        </p:tgtEl>
                                        <p:attrNameLst>
                                          <p:attrName>style.visibility</p:attrName>
                                        </p:attrNameLst>
                                      </p:cBhvr>
                                      <p:to>
                                        <p:strVal val="visible"/>
                                      </p:to>
                                    </p:set>
                                    <p:animEffect transition="in" filter="strips(downLeft)">
                                      <p:cBhvr>
                                        <p:cTn id="30" dur="500"/>
                                        <p:tgtEl>
                                          <p:spTgt spid="13326"/>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3323"/>
                                        </p:tgtEl>
                                        <p:attrNameLst>
                                          <p:attrName>style.visibility</p:attrName>
                                        </p:attrNameLst>
                                      </p:cBhvr>
                                      <p:to>
                                        <p:strVal val="visible"/>
                                      </p:to>
                                    </p:set>
                                    <p:anim calcmode="lin" valueType="num">
                                      <p:cBhvr additive="base">
                                        <p:cTn id="35" dur="500" fill="hold"/>
                                        <p:tgtEl>
                                          <p:spTgt spid="13323"/>
                                        </p:tgtEl>
                                        <p:attrNameLst>
                                          <p:attrName>ppt_x</p:attrName>
                                        </p:attrNameLst>
                                      </p:cBhvr>
                                      <p:tavLst>
                                        <p:tav tm="0">
                                          <p:val>
                                            <p:strVal val="0-#ppt_w/2"/>
                                          </p:val>
                                        </p:tav>
                                        <p:tav tm="100000">
                                          <p:val>
                                            <p:strVal val="#ppt_x"/>
                                          </p:val>
                                        </p:tav>
                                      </p:tavLst>
                                    </p:anim>
                                    <p:anim calcmode="lin" valueType="num">
                                      <p:cBhvr additive="base">
                                        <p:cTn id="36" dur="500" fill="hold"/>
                                        <p:tgtEl>
                                          <p:spTgt spid="13323"/>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8" presetClass="entr" presetSubtype="12" fill="hold" grpId="0" nodeType="clickEffect">
                                  <p:stCondLst>
                                    <p:cond delay="0"/>
                                  </p:stCondLst>
                                  <p:childTnLst>
                                    <p:set>
                                      <p:cBhvr>
                                        <p:cTn id="40" dur="1" fill="hold">
                                          <p:stCondLst>
                                            <p:cond delay="0"/>
                                          </p:stCondLst>
                                        </p:cTn>
                                        <p:tgtEl>
                                          <p:spTgt spid="13327"/>
                                        </p:tgtEl>
                                        <p:attrNameLst>
                                          <p:attrName>style.visibility</p:attrName>
                                        </p:attrNameLst>
                                      </p:cBhvr>
                                      <p:to>
                                        <p:strVal val="visible"/>
                                      </p:to>
                                    </p:set>
                                    <p:animEffect transition="in" filter="strips(downLeft)">
                                      <p:cBhvr>
                                        <p:cTn id="41" dur="500"/>
                                        <p:tgtEl>
                                          <p:spTgt spid="13327"/>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13324"/>
                                        </p:tgtEl>
                                        <p:attrNameLst>
                                          <p:attrName>style.visibility</p:attrName>
                                        </p:attrNameLst>
                                      </p:cBhvr>
                                      <p:to>
                                        <p:strVal val="visible"/>
                                      </p:to>
                                    </p:set>
                                    <p:anim calcmode="lin" valueType="num">
                                      <p:cBhvr additive="base">
                                        <p:cTn id="46" dur="500" fill="hold"/>
                                        <p:tgtEl>
                                          <p:spTgt spid="13324"/>
                                        </p:tgtEl>
                                        <p:attrNameLst>
                                          <p:attrName>ppt_x</p:attrName>
                                        </p:attrNameLst>
                                      </p:cBhvr>
                                      <p:tavLst>
                                        <p:tav tm="0">
                                          <p:val>
                                            <p:strVal val="0-#ppt_w/2"/>
                                          </p:val>
                                        </p:tav>
                                        <p:tav tm="100000">
                                          <p:val>
                                            <p:strVal val="#ppt_x"/>
                                          </p:val>
                                        </p:tav>
                                      </p:tavLst>
                                    </p:anim>
                                    <p:anim calcmode="lin" valueType="num">
                                      <p:cBhvr additive="base">
                                        <p:cTn id="47" dur="500" fill="hold"/>
                                        <p:tgtEl>
                                          <p:spTgt spid="13324"/>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grpId="0" nodeType="clickEffect">
                                  <p:stCondLst>
                                    <p:cond delay="0"/>
                                  </p:stCondLst>
                                  <p:childTnLst>
                                    <p:set>
                                      <p:cBhvr>
                                        <p:cTn id="51" dur="1" fill="hold">
                                          <p:stCondLst>
                                            <p:cond delay="0"/>
                                          </p:stCondLst>
                                        </p:cTn>
                                        <p:tgtEl>
                                          <p:spTgt spid="13328"/>
                                        </p:tgtEl>
                                        <p:attrNameLst>
                                          <p:attrName>style.visibility</p:attrName>
                                        </p:attrNameLst>
                                      </p:cBhvr>
                                      <p:to>
                                        <p:strVal val="visible"/>
                                      </p:to>
                                    </p:set>
                                    <p:animEffect transition="in" filter="strips(downLeft)">
                                      <p:cBhvr>
                                        <p:cTn id="52" dur="500"/>
                                        <p:tgtEl>
                                          <p:spTgt spid="13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0" grpId="0" animBg="1"/>
      <p:bldP spid="13321" grpId="0" animBg="1"/>
      <p:bldP spid="13322" grpId="0" animBg="1"/>
      <p:bldP spid="13323" grpId="0" animBg="1"/>
      <p:bldP spid="13324" grpId="0" animBg="1"/>
      <p:bldP spid="13325" grpId="0"/>
      <p:bldP spid="13326" grpId="0"/>
      <p:bldP spid="13327" grpId="0"/>
      <p:bldP spid="1332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12</a:t>
            </a:fld>
            <a:endParaRPr lang="en-US" altLang="zh-CN" sz="1400" dirty="0"/>
          </a:p>
        </p:txBody>
      </p:sp>
      <p:sp>
        <p:nvSpPr>
          <p:cNvPr id="14338" name="Rectangle 2"/>
          <p:cNvSpPr/>
          <p:nvPr/>
        </p:nvSpPr>
        <p:spPr>
          <a:xfrm>
            <a:off x="304800" y="1423988"/>
            <a:ext cx="6400800" cy="701675"/>
          </a:xfrm>
          <a:prstGeom prst="rect">
            <a:avLst/>
          </a:prstGeom>
          <a:solidFill>
            <a:srgbClr val="FFFF00"/>
          </a:solidFill>
          <a:ln w="9525">
            <a:noFill/>
          </a:ln>
        </p:spPr>
        <p:txBody>
          <a:bodyPr anchor="b">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4000" b="1" dirty="0">
                <a:solidFill>
                  <a:schemeClr val="tx2"/>
                </a:solidFill>
                <a:latin typeface="黑体" panose="02010609060101010101" pitchFamily="49" charset="-122"/>
                <a:ea typeface="黑体" panose="02010609060101010101" pitchFamily="49" charset="-122"/>
              </a:rPr>
              <a:t>2.2.1 </a:t>
            </a:r>
            <a:r>
              <a:rPr lang="zh-CN" altLang="en-US" sz="4000" b="1" dirty="0">
                <a:solidFill>
                  <a:schemeClr val="tx2"/>
                </a:solidFill>
                <a:latin typeface="黑体" panose="02010609060101010101" pitchFamily="49" charset="-122"/>
                <a:ea typeface="黑体" panose="02010609060101010101" pitchFamily="49" charset="-122"/>
              </a:rPr>
              <a:t>逻辑代数的基本定理</a:t>
            </a:r>
          </a:p>
        </p:txBody>
      </p:sp>
      <p:grpSp>
        <p:nvGrpSpPr>
          <p:cNvPr id="14339" name="Group 3"/>
          <p:cNvGrpSpPr/>
          <p:nvPr/>
        </p:nvGrpSpPr>
        <p:grpSpPr>
          <a:xfrm>
            <a:off x="1219200" y="3270250"/>
            <a:ext cx="5291138" cy="569913"/>
            <a:chOff x="576" y="1248"/>
            <a:chExt cx="3333" cy="359"/>
          </a:xfrm>
        </p:grpSpPr>
        <mc:AlternateContent xmlns:mc="http://schemas.openxmlformats.org/markup-compatibility/2006" xmlns:a14="http://schemas.microsoft.com/office/drawing/2010/main">
          <mc:Choice Requires="a14">
            <p:sp>
              <p:nvSpPr>
                <p:cNvPr id="25619" name="Object 4"/>
                <p:cNvSpPr txBox="1"/>
                <p:nvPr/>
              </p:nvSpPr>
              <p:spPr>
                <a:xfrm>
                  <a:off x="576" y="1248"/>
                  <a:ext cx="1104" cy="35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0⋅0=0</m:t>
                        </m:r>
                      </m:oMath>
                    </m:oMathPara>
                  </a14:m>
                  <a:endParaRPr lang="zh-CN" altLang="en-US"/>
                </a:p>
              </p:txBody>
            </p:sp>
          </mc:Choice>
          <mc:Fallback xmlns="">
            <p:sp>
              <p:nvSpPr>
                <p:cNvPr id="25619" name="Object 4"/>
                <p:cNvSpPr txBox="1">
                  <a:spLocks noRot="1" noChangeAspect="1" noMove="1" noResize="1" noEditPoints="1" noAdjustHandles="1" noChangeArrowheads="1" noChangeShapeType="1" noTextEdit="1"/>
                </p:cNvSpPr>
                <p:nvPr/>
              </p:nvSpPr>
              <p:spPr>
                <a:xfrm>
                  <a:off x="576" y="1248"/>
                  <a:ext cx="1104" cy="359"/>
                </a:xfrm>
                <a:prstGeom prst="rect">
                  <a:avLst/>
                </a:prstGeom>
                <a:blipFill>
                  <a:blip r:embed="rId3"/>
                  <a:stretch>
                    <a:fillRect l="-69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20" name="Object 5"/>
                <p:cNvSpPr txBox="1"/>
                <p:nvPr/>
              </p:nvSpPr>
              <p:spPr>
                <a:xfrm>
                  <a:off x="2832" y="1248"/>
                  <a:ext cx="1077" cy="33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1+1=1</m:t>
                        </m:r>
                      </m:oMath>
                    </m:oMathPara>
                  </a14:m>
                  <a:endParaRPr lang="zh-CN" altLang="en-US"/>
                </a:p>
              </p:txBody>
            </p:sp>
          </mc:Choice>
          <mc:Fallback xmlns="">
            <p:sp>
              <p:nvSpPr>
                <p:cNvPr id="25620" name="Object 5"/>
                <p:cNvSpPr txBox="1">
                  <a:spLocks noRot="1" noChangeAspect="1" noMove="1" noResize="1" noEditPoints="1" noAdjustHandles="1" noChangeArrowheads="1" noChangeShapeType="1" noTextEdit="1"/>
                </p:cNvSpPr>
                <p:nvPr/>
              </p:nvSpPr>
              <p:spPr>
                <a:xfrm>
                  <a:off x="2832" y="1248"/>
                  <a:ext cx="1077" cy="334"/>
                </a:xfrm>
                <a:prstGeom prst="rect">
                  <a:avLst/>
                </a:prstGeom>
                <a:blipFill>
                  <a:blip r:embed="rId4"/>
                  <a:stretch>
                    <a:fillRect l="-1071"/>
                  </a:stretch>
                </a:blipFill>
                <a:ln w="38100">
                  <a:noFill/>
                  <a:miter/>
                </a:ln>
              </p:spPr>
              <p:txBody>
                <a:bodyPr/>
                <a:lstStyle/>
                <a:p>
                  <a:r>
                    <a:rPr lang="zh-CN" altLang="en-US">
                      <a:noFill/>
                    </a:rPr>
                    <a:t> </a:t>
                  </a:r>
                </a:p>
              </p:txBody>
            </p:sp>
          </mc:Fallback>
        </mc:AlternateContent>
      </p:grpSp>
      <p:grpSp>
        <p:nvGrpSpPr>
          <p:cNvPr id="14342" name="Group 6"/>
          <p:cNvGrpSpPr/>
          <p:nvPr/>
        </p:nvGrpSpPr>
        <p:grpSpPr>
          <a:xfrm>
            <a:off x="1262063" y="3860800"/>
            <a:ext cx="5313362" cy="646113"/>
            <a:chOff x="603" y="1776"/>
            <a:chExt cx="3347" cy="407"/>
          </a:xfrm>
        </p:grpSpPr>
        <mc:AlternateContent xmlns:mc="http://schemas.openxmlformats.org/markup-compatibility/2006" xmlns:a14="http://schemas.microsoft.com/office/drawing/2010/main">
          <mc:Choice Requires="a14">
            <p:sp>
              <p:nvSpPr>
                <p:cNvPr id="25617" name="Object 7"/>
                <p:cNvSpPr txBox="1"/>
                <p:nvPr/>
              </p:nvSpPr>
              <p:spPr>
                <a:xfrm>
                  <a:off x="603" y="1776"/>
                  <a:ext cx="1049" cy="35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0⋅1=0</m:t>
                        </m:r>
                      </m:oMath>
                    </m:oMathPara>
                  </a14:m>
                  <a:endParaRPr lang="zh-CN" altLang="en-US"/>
                </a:p>
              </p:txBody>
            </p:sp>
          </mc:Choice>
          <mc:Fallback xmlns="">
            <p:sp>
              <p:nvSpPr>
                <p:cNvPr id="25617" name="Object 7"/>
                <p:cNvSpPr txBox="1">
                  <a:spLocks noRot="1" noChangeAspect="1" noMove="1" noResize="1" noEditPoints="1" noAdjustHandles="1" noChangeArrowheads="1" noChangeShapeType="1" noTextEdit="1"/>
                </p:cNvSpPr>
                <p:nvPr/>
              </p:nvSpPr>
              <p:spPr>
                <a:xfrm>
                  <a:off x="603" y="1776"/>
                  <a:ext cx="1049" cy="359"/>
                </a:xfrm>
                <a:prstGeom prst="rect">
                  <a:avLst/>
                </a:prstGeom>
                <a:blipFill>
                  <a:blip r:embed="rId5"/>
                  <a:stretch>
                    <a:fillRect l="-733"/>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18" name="Object 8"/>
                <p:cNvSpPr txBox="1"/>
                <p:nvPr/>
              </p:nvSpPr>
              <p:spPr>
                <a:xfrm>
                  <a:off x="2819" y="1824"/>
                  <a:ext cx="1131" cy="35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1+0=1</m:t>
                        </m:r>
                      </m:oMath>
                    </m:oMathPara>
                  </a14:m>
                  <a:endParaRPr lang="zh-CN" altLang="en-US"/>
                </a:p>
              </p:txBody>
            </p:sp>
          </mc:Choice>
          <mc:Fallback xmlns="">
            <p:sp>
              <p:nvSpPr>
                <p:cNvPr id="25618" name="Object 8"/>
                <p:cNvSpPr txBox="1">
                  <a:spLocks noRot="1" noChangeAspect="1" noMove="1" noResize="1" noEditPoints="1" noAdjustHandles="1" noChangeArrowheads="1" noChangeShapeType="1" noTextEdit="1"/>
                </p:cNvSpPr>
                <p:nvPr/>
              </p:nvSpPr>
              <p:spPr>
                <a:xfrm>
                  <a:off x="2819" y="1824"/>
                  <a:ext cx="1131" cy="359"/>
                </a:xfrm>
                <a:prstGeom prst="rect">
                  <a:avLst/>
                </a:prstGeom>
                <a:blipFill>
                  <a:blip r:embed="rId6"/>
                  <a:stretch>
                    <a:fillRect l="-678"/>
                  </a:stretch>
                </a:blipFill>
                <a:ln w="38100">
                  <a:noFill/>
                  <a:miter/>
                </a:ln>
              </p:spPr>
              <p:txBody>
                <a:bodyPr/>
                <a:lstStyle/>
                <a:p>
                  <a:r>
                    <a:rPr lang="zh-CN" altLang="en-US">
                      <a:noFill/>
                    </a:rPr>
                    <a:t> </a:t>
                  </a:r>
                </a:p>
              </p:txBody>
            </p:sp>
          </mc:Fallback>
        </mc:AlternateContent>
      </p:grpSp>
      <p:grpSp>
        <p:nvGrpSpPr>
          <p:cNvPr id="14345" name="Group 9"/>
          <p:cNvGrpSpPr/>
          <p:nvPr/>
        </p:nvGrpSpPr>
        <p:grpSpPr>
          <a:xfrm>
            <a:off x="1258888" y="4508500"/>
            <a:ext cx="5313362" cy="646113"/>
            <a:chOff x="603" y="2304"/>
            <a:chExt cx="3347" cy="407"/>
          </a:xfrm>
        </p:grpSpPr>
        <mc:AlternateContent xmlns:mc="http://schemas.openxmlformats.org/markup-compatibility/2006" xmlns:a14="http://schemas.microsoft.com/office/drawing/2010/main">
          <mc:Choice Requires="a14">
            <p:sp>
              <p:nvSpPr>
                <p:cNvPr id="25615" name="Object 10"/>
                <p:cNvSpPr txBox="1"/>
                <p:nvPr/>
              </p:nvSpPr>
              <p:spPr>
                <a:xfrm>
                  <a:off x="603" y="2304"/>
                  <a:ext cx="1049" cy="35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1⋅0=0</m:t>
                        </m:r>
                      </m:oMath>
                    </m:oMathPara>
                  </a14:m>
                  <a:endParaRPr lang="zh-CN" altLang="en-US"/>
                </a:p>
              </p:txBody>
            </p:sp>
          </mc:Choice>
          <mc:Fallback xmlns="">
            <p:sp>
              <p:nvSpPr>
                <p:cNvPr id="25615" name="Object 10"/>
                <p:cNvSpPr txBox="1">
                  <a:spLocks noRot="1" noChangeAspect="1" noMove="1" noResize="1" noEditPoints="1" noAdjustHandles="1" noChangeArrowheads="1" noChangeShapeType="1" noTextEdit="1"/>
                </p:cNvSpPr>
                <p:nvPr/>
              </p:nvSpPr>
              <p:spPr>
                <a:xfrm>
                  <a:off x="603" y="2304"/>
                  <a:ext cx="1049" cy="359"/>
                </a:xfrm>
                <a:prstGeom prst="rect">
                  <a:avLst/>
                </a:prstGeom>
                <a:blipFill>
                  <a:blip r:embed="rId7"/>
                  <a:stretch>
                    <a:fillRect l="-109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16" name="Object 11"/>
                <p:cNvSpPr txBox="1"/>
                <p:nvPr/>
              </p:nvSpPr>
              <p:spPr>
                <a:xfrm>
                  <a:off x="2819" y="2352"/>
                  <a:ext cx="1131" cy="35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0+1=1</m:t>
                        </m:r>
                      </m:oMath>
                    </m:oMathPara>
                  </a14:m>
                  <a:endParaRPr lang="zh-CN" altLang="en-US"/>
                </a:p>
              </p:txBody>
            </p:sp>
          </mc:Choice>
          <mc:Fallback xmlns="">
            <p:sp>
              <p:nvSpPr>
                <p:cNvPr id="25616" name="Object 11"/>
                <p:cNvSpPr txBox="1">
                  <a:spLocks noRot="1" noChangeAspect="1" noMove="1" noResize="1" noEditPoints="1" noAdjustHandles="1" noChangeArrowheads="1" noChangeShapeType="1" noTextEdit="1"/>
                </p:cNvSpPr>
                <p:nvPr/>
              </p:nvSpPr>
              <p:spPr>
                <a:xfrm>
                  <a:off x="2819" y="2352"/>
                  <a:ext cx="1131" cy="359"/>
                </a:xfrm>
                <a:prstGeom prst="rect">
                  <a:avLst/>
                </a:prstGeom>
                <a:blipFill>
                  <a:blip r:embed="rId8"/>
                  <a:stretch>
                    <a:fillRect l="-1020"/>
                  </a:stretch>
                </a:blipFill>
                <a:ln w="38100">
                  <a:noFill/>
                  <a:miter/>
                </a:ln>
              </p:spPr>
              <p:txBody>
                <a:bodyPr/>
                <a:lstStyle/>
                <a:p>
                  <a:r>
                    <a:rPr lang="zh-CN" altLang="en-US">
                      <a:noFill/>
                    </a:rPr>
                    <a:t> </a:t>
                  </a:r>
                </a:p>
              </p:txBody>
            </p:sp>
          </mc:Fallback>
        </mc:AlternateContent>
      </p:grpSp>
      <p:grpSp>
        <p:nvGrpSpPr>
          <p:cNvPr id="14348" name="Group 12"/>
          <p:cNvGrpSpPr/>
          <p:nvPr/>
        </p:nvGrpSpPr>
        <p:grpSpPr>
          <a:xfrm>
            <a:off x="1365250" y="5784850"/>
            <a:ext cx="4719638" cy="692150"/>
            <a:chOff x="624" y="2832"/>
            <a:chExt cx="2973" cy="436"/>
          </a:xfrm>
        </p:grpSpPr>
        <mc:AlternateContent xmlns:mc="http://schemas.openxmlformats.org/markup-compatibility/2006" xmlns:a14="http://schemas.microsoft.com/office/drawing/2010/main">
          <mc:Choice Requires="a14">
            <p:sp>
              <p:nvSpPr>
                <p:cNvPr id="25613" name="Object 13"/>
                <p:cNvSpPr txBox="1"/>
                <p:nvPr/>
              </p:nvSpPr>
              <p:spPr>
                <a:xfrm>
                  <a:off x="624" y="2832"/>
                  <a:ext cx="718" cy="4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0</m:t>
                            </m:r>
                          </m:e>
                        </m:bar>
                        <m:r>
                          <a:rPr lang="zh-CN" altLang="en-US" i="1">
                            <a:solidFill>
                              <a:srgbClr val="000000"/>
                            </a:solidFill>
                            <a:latin typeface="Cambria Math" panose="02040503050406030204" pitchFamily="18" charset="0"/>
                          </a:rPr>
                          <m:t>=1</m:t>
                        </m:r>
                      </m:oMath>
                    </m:oMathPara>
                  </a14:m>
                  <a:endParaRPr lang="zh-CN" altLang="en-US"/>
                </a:p>
              </p:txBody>
            </p:sp>
          </mc:Choice>
          <mc:Fallback xmlns="">
            <p:sp>
              <p:nvSpPr>
                <p:cNvPr id="25613" name="Object 13"/>
                <p:cNvSpPr txBox="1">
                  <a:spLocks noRot="1" noChangeAspect="1" noMove="1" noResize="1" noEditPoints="1" noAdjustHandles="1" noChangeArrowheads="1" noChangeShapeType="1" noTextEdit="1"/>
                </p:cNvSpPr>
                <p:nvPr/>
              </p:nvSpPr>
              <p:spPr>
                <a:xfrm>
                  <a:off x="624" y="2832"/>
                  <a:ext cx="718" cy="436"/>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14" name="Object 14"/>
                <p:cNvSpPr txBox="1"/>
                <p:nvPr/>
              </p:nvSpPr>
              <p:spPr>
                <a:xfrm>
                  <a:off x="2880" y="2832"/>
                  <a:ext cx="717" cy="4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1</m:t>
                            </m:r>
                          </m:e>
                        </m:bar>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25614" name="Object 14"/>
                <p:cNvSpPr txBox="1">
                  <a:spLocks noRot="1" noChangeAspect="1" noMove="1" noResize="1" noEditPoints="1" noAdjustHandles="1" noChangeArrowheads="1" noChangeShapeType="1" noTextEdit="1"/>
                </p:cNvSpPr>
                <p:nvPr/>
              </p:nvSpPr>
              <p:spPr>
                <a:xfrm>
                  <a:off x="2880" y="2832"/>
                  <a:ext cx="717" cy="436"/>
                </a:xfrm>
                <a:prstGeom prst="rect">
                  <a:avLst/>
                </a:prstGeom>
                <a:blipFill>
                  <a:blip r:embed="rId10"/>
                  <a:stretch>
                    <a:fillRect/>
                  </a:stretch>
                </a:blipFill>
                <a:ln w="38100">
                  <a:noFill/>
                  <a:miter/>
                </a:ln>
              </p:spPr>
              <p:txBody>
                <a:bodyPr/>
                <a:lstStyle/>
                <a:p>
                  <a:r>
                    <a:rPr lang="zh-CN" altLang="en-US">
                      <a:noFill/>
                    </a:rPr>
                    <a:t> </a:t>
                  </a:r>
                </a:p>
              </p:txBody>
            </p:sp>
          </mc:Fallback>
        </mc:AlternateContent>
      </p:grpSp>
      <p:sp>
        <p:nvSpPr>
          <p:cNvPr id="14351" name="Rectangle 15"/>
          <p:cNvSpPr>
            <a:spLocks noChangeArrowheads="1"/>
          </p:cNvSpPr>
          <p:nvPr/>
        </p:nvSpPr>
        <p:spPr bwMode="auto">
          <a:xfrm>
            <a:off x="304800" y="2355850"/>
            <a:ext cx="1816100"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黑体" panose="02010609060101010101" pitchFamily="49" charset="-122"/>
                <a:cs typeface="+mn-cs"/>
              </a:rPr>
              <a:t>一、公理</a:t>
            </a:r>
          </a:p>
        </p:txBody>
      </p:sp>
      <p:sp>
        <p:nvSpPr>
          <p:cNvPr id="14352" name="Rectangle 16"/>
          <p:cNvSpPr/>
          <p:nvPr/>
        </p:nvSpPr>
        <p:spPr>
          <a:xfrm>
            <a:off x="533400" y="381000"/>
            <a:ext cx="8229600" cy="762000"/>
          </a:xfrm>
          <a:prstGeom prst="rect">
            <a:avLst/>
          </a:prstGeom>
          <a:solidFill>
            <a:srgbClr val="FF99FF"/>
          </a:solidFill>
          <a:ln w="9525">
            <a:noFill/>
          </a:ln>
        </p:spPr>
        <p:txBody>
          <a:bodyPr anchor="b">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4400" b="1" dirty="0">
                <a:solidFill>
                  <a:schemeClr val="tx2"/>
                </a:solidFill>
                <a:latin typeface="黑体" panose="02010609060101010101" pitchFamily="49" charset="-122"/>
                <a:ea typeface="黑体" panose="02010609060101010101" pitchFamily="49" charset="-122"/>
              </a:rPr>
              <a:t>2.2 </a:t>
            </a:r>
            <a:r>
              <a:rPr lang="zh-CN" altLang="en-US" sz="4400" b="1" dirty="0">
                <a:solidFill>
                  <a:schemeClr val="tx2"/>
                </a:solidFill>
                <a:latin typeface="黑体" panose="02010609060101010101" pitchFamily="49" charset="-122"/>
                <a:ea typeface="黑体" panose="02010609060101010101" pitchFamily="49" charset="-122"/>
              </a:rPr>
              <a:t>逻辑代数的基本定理和规律</a:t>
            </a:r>
          </a:p>
        </p:txBody>
      </p:sp>
      <p:grpSp>
        <p:nvGrpSpPr>
          <p:cNvPr id="14353" name="Group 17"/>
          <p:cNvGrpSpPr/>
          <p:nvPr/>
        </p:nvGrpSpPr>
        <p:grpSpPr>
          <a:xfrm>
            <a:off x="1403350" y="5183188"/>
            <a:ext cx="5268913" cy="625475"/>
            <a:chOff x="672" y="2317"/>
            <a:chExt cx="3319" cy="394"/>
          </a:xfrm>
        </p:grpSpPr>
        <mc:AlternateContent xmlns:mc="http://schemas.openxmlformats.org/markup-compatibility/2006" xmlns:a14="http://schemas.microsoft.com/office/drawing/2010/main">
          <mc:Choice Requires="a14">
            <p:sp>
              <p:nvSpPr>
                <p:cNvPr id="25611" name="Object 18"/>
                <p:cNvSpPr txBox="1"/>
                <p:nvPr/>
              </p:nvSpPr>
              <p:spPr>
                <a:xfrm>
                  <a:off x="672" y="2317"/>
                  <a:ext cx="910" cy="33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1⋅1=1</m:t>
                        </m:r>
                      </m:oMath>
                    </m:oMathPara>
                  </a14:m>
                  <a:endParaRPr lang="zh-CN" altLang="en-US"/>
                </a:p>
              </p:txBody>
            </p:sp>
          </mc:Choice>
          <mc:Fallback xmlns="">
            <p:sp>
              <p:nvSpPr>
                <p:cNvPr id="25611" name="Object 18"/>
                <p:cNvSpPr txBox="1">
                  <a:spLocks noRot="1" noChangeAspect="1" noMove="1" noResize="1" noEditPoints="1" noAdjustHandles="1" noChangeArrowheads="1" noChangeShapeType="1" noTextEdit="1"/>
                </p:cNvSpPr>
                <p:nvPr/>
              </p:nvSpPr>
              <p:spPr>
                <a:xfrm>
                  <a:off x="672" y="2317"/>
                  <a:ext cx="910" cy="333"/>
                </a:xfrm>
                <a:prstGeom prst="rect">
                  <a:avLst/>
                </a:prstGeom>
                <a:blipFill>
                  <a:blip r:embed="rId11"/>
                  <a:stretch>
                    <a:fillRect l="-84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12" name="Object 19"/>
                <p:cNvSpPr txBox="1"/>
                <p:nvPr/>
              </p:nvSpPr>
              <p:spPr>
                <a:xfrm>
                  <a:off x="2778" y="2352"/>
                  <a:ext cx="1213" cy="35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0+0=0</m:t>
                        </m:r>
                      </m:oMath>
                    </m:oMathPara>
                  </a14:m>
                  <a:endParaRPr lang="zh-CN" altLang="en-US"/>
                </a:p>
              </p:txBody>
            </p:sp>
          </mc:Choice>
          <mc:Fallback xmlns="">
            <p:sp>
              <p:nvSpPr>
                <p:cNvPr id="25612" name="Object 19"/>
                <p:cNvSpPr txBox="1">
                  <a:spLocks noRot="1" noChangeAspect="1" noMove="1" noResize="1" noEditPoints="1" noAdjustHandles="1" noChangeArrowheads="1" noChangeShapeType="1" noTextEdit="1"/>
                </p:cNvSpPr>
                <p:nvPr/>
              </p:nvSpPr>
              <p:spPr>
                <a:xfrm>
                  <a:off x="2778" y="2352"/>
                  <a:ext cx="1213" cy="359"/>
                </a:xfrm>
                <a:prstGeom prst="rect">
                  <a:avLst/>
                </a:prstGeom>
                <a:blipFill>
                  <a:blip r:embed="rId12"/>
                  <a:stretch>
                    <a:fillRect l="-949"/>
                  </a:stretch>
                </a:blipFill>
                <a:ln w="38100">
                  <a:noFill/>
                  <a:miter/>
                </a:ln>
              </p:spPr>
              <p:txBody>
                <a:bodyPr/>
                <a:lstStyle/>
                <a:p>
                  <a:r>
                    <a:rPr lang="zh-CN" altLang="en-US">
                      <a:noFill/>
                    </a:rPr>
                    <a:t> </a:t>
                  </a:r>
                </a:p>
              </p:txBody>
            </p:sp>
          </mc:Fallback>
        </mc:AlternateContent>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52"/>
                                        </p:tgtEl>
                                        <p:attrNameLst>
                                          <p:attrName>style.visibility</p:attrName>
                                        </p:attrNameLst>
                                      </p:cBhvr>
                                      <p:to>
                                        <p:strVal val="visible"/>
                                      </p:to>
                                    </p:set>
                                    <p:anim calcmode="lin" valueType="num">
                                      <p:cBhvr additive="base">
                                        <p:cTn id="7" dur="500" fill="hold"/>
                                        <p:tgtEl>
                                          <p:spTgt spid="14352"/>
                                        </p:tgtEl>
                                        <p:attrNameLst>
                                          <p:attrName>ppt_x</p:attrName>
                                        </p:attrNameLst>
                                      </p:cBhvr>
                                      <p:tavLst>
                                        <p:tav tm="0">
                                          <p:val>
                                            <p:strVal val="0-#ppt_w/2"/>
                                          </p:val>
                                        </p:tav>
                                        <p:tav tm="100000">
                                          <p:val>
                                            <p:strVal val="#ppt_x"/>
                                          </p:val>
                                        </p:tav>
                                      </p:tavLst>
                                    </p:anim>
                                    <p:anim calcmode="lin" valueType="num">
                                      <p:cBhvr additive="base">
                                        <p:cTn id="8" dur="500" fill="hold"/>
                                        <p:tgtEl>
                                          <p:spTgt spid="1435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38"/>
                                        </p:tgtEl>
                                        <p:attrNameLst>
                                          <p:attrName>style.visibility</p:attrName>
                                        </p:attrNameLst>
                                      </p:cBhvr>
                                      <p:to>
                                        <p:strVal val="visible"/>
                                      </p:to>
                                    </p:set>
                                    <p:anim calcmode="lin" valueType="num">
                                      <p:cBhvr additive="base">
                                        <p:cTn id="13" dur="500" fill="hold"/>
                                        <p:tgtEl>
                                          <p:spTgt spid="14338"/>
                                        </p:tgtEl>
                                        <p:attrNameLst>
                                          <p:attrName>ppt_x</p:attrName>
                                        </p:attrNameLst>
                                      </p:cBhvr>
                                      <p:tavLst>
                                        <p:tav tm="0">
                                          <p:val>
                                            <p:strVal val="0-#ppt_w/2"/>
                                          </p:val>
                                        </p:tav>
                                        <p:tav tm="100000">
                                          <p:val>
                                            <p:strVal val="#ppt_x"/>
                                          </p:val>
                                        </p:tav>
                                      </p:tavLst>
                                    </p:anim>
                                    <p:anim calcmode="lin" valueType="num">
                                      <p:cBhvr additive="base">
                                        <p:cTn id="14" dur="500" fill="hold"/>
                                        <p:tgtEl>
                                          <p:spTgt spid="1433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351"/>
                                        </p:tgtEl>
                                        <p:attrNameLst>
                                          <p:attrName>style.visibility</p:attrName>
                                        </p:attrNameLst>
                                      </p:cBhvr>
                                      <p:to>
                                        <p:strVal val="visible"/>
                                      </p:to>
                                    </p:set>
                                    <p:anim calcmode="lin" valueType="num">
                                      <p:cBhvr additive="base">
                                        <p:cTn id="19" dur="500" fill="hold"/>
                                        <p:tgtEl>
                                          <p:spTgt spid="14351"/>
                                        </p:tgtEl>
                                        <p:attrNameLst>
                                          <p:attrName>ppt_x</p:attrName>
                                        </p:attrNameLst>
                                      </p:cBhvr>
                                      <p:tavLst>
                                        <p:tav tm="0">
                                          <p:val>
                                            <p:strVal val="0-#ppt_w/2"/>
                                          </p:val>
                                        </p:tav>
                                        <p:tav tm="100000">
                                          <p:val>
                                            <p:strVal val="#ppt_x"/>
                                          </p:val>
                                        </p:tav>
                                      </p:tavLst>
                                    </p:anim>
                                    <p:anim calcmode="lin" valueType="num">
                                      <p:cBhvr additive="base">
                                        <p:cTn id="20" dur="500" fill="hold"/>
                                        <p:tgtEl>
                                          <p:spTgt spid="1435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4339"/>
                                        </p:tgtEl>
                                        <p:attrNameLst>
                                          <p:attrName>style.visibility</p:attrName>
                                        </p:attrNameLst>
                                      </p:cBhvr>
                                      <p:to>
                                        <p:strVal val="visible"/>
                                      </p:to>
                                    </p:set>
                                    <p:animEffect transition="in" filter="dissolve">
                                      <p:cBhvr>
                                        <p:cTn id="25" dur="500"/>
                                        <p:tgtEl>
                                          <p:spTgt spid="14339"/>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14342"/>
                                        </p:tgtEl>
                                        <p:attrNameLst>
                                          <p:attrName>style.visibility</p:attrName>
                                        </p:attrNameLst>
                                      </p:cBhvr>
                                      <p:to>
                                        <p:strVal val="visible"/>
                                      </p:to>
                                    </p:set>
                                    <p:animEffect transition="in" filter="dissolve">
                                      <p:cBhvr>
                                        <p:cTn id="29" dur="500"/>
                                        <p:tgtEl>
                                          <p:spTgt spid="14342"/>
                                        </p:tgtEl>
                                      </p:cBhvr>
                                    </p:animEffect>
                                  </p:childTnLst>
                                </p:cTn>
                              </p:par>
                            </p:childTnLst>
                          </p:cTn>
                        </p:par>
                        <p:par>
                          <p:cTn id="30" fill="hold">
                            <p:stCondLst>
                              <p:cond delay="1000"/>
                            </p:stCondLst>
                            <p:childTnLst>
                              <p:par>
                                <p:cTn id="31" presetID="9" presetClass="entr" presetSubtype="0" fill="hold" nodeType="afterEffect">
                                  <p:stCondLst>
                                    <p:cond delay="0"/>
                                  </p:stCondLst>
                                  <p:childTnLst>
                                    <p:set>
                                      <p:cBhvr>
                                        <p:cTn id="32" dur="1" fill="hold">
                                          <p:stCondLst>
                                            <p:cond delay="0"/>
                                          </p:stCondLst>
                                        </p:cTn>
                                        <p:tgtEl>
                                          <p:spTgt spid="14345"/>
                                        </p:tgtEl>
                                        <p:attrNameLst>
                                          <p:attrName>style.visibility</p:attrName>
                                        </p:attrNameLst>
                                      </p:cBhvr>
                                      <p:to>
                                        <p:strVal val="visible"/>
                                      </p:to>
                                    </p:set>
                                    <p:animEffect transition="in" filter="dissolve">
                                      <p:cBhvr>
                                        <p:cTn id="33" dur="500"/>
                                        <p:tgtEl>
                                          <p:spTgt spid="14345"/>
                                        </p:tgtEl>
                                      </p:cBhvr>
                                    </p:animEffect>
                                  </p:childTnLst>
                                </p:cTn>
                              </p:par>
                            </p:childTnLst>
                          </p:cTn>
                        </p:par>
                        <p:par>
                          <p:cTn id="34" fill="hold">
                            <p:stCondLst>
                              <p:cond delay="1500"/>
                            </p:stCondLst>
                            <p:childTnLst>
                              <p:par>
                                <p:cTn id="35" presetID="9" presetClass="entr" presetSubtype="0" fill="hold" nodeType="afterEffect">
                                  <p:stCondLst>
                                    <p:cond delay="0"/>
                                  </p:stCondLst>
                                  <p:childTnLst>
                                    <p:set>
                                      <p:cBhvr>
                                        <p:cTn id="36" dur="1" fill="hold">
                                          <p:stCondLst>
                                            <p:cond delay="0"/>
                                          </p:stCondLst>
                                        </p:cTn>
                                        <p:tgtEl>
                                          <p:spTgt spid="14353"/>
                                        </p:tgtEl>
                                        <p:attrNameLst>
                                          <p:attrName>style.visibility</p:attrName>
                                        </p:attrNameLst>
                                      </p:cBhvr>
                                      <p:to>
                                        <p:strVal val="visible"/>
                                      </p:to>
                                    </p:set>
                                    <p:animEffect transition="in" filter="dissolve">
                                      <p:cBhvr>
                                        <p:cTn id="37" dur="500"/>
                                        <p:tgtEl>
                                          <p:spTgt spid="14353"/>
                                        </p:tgtEl>
                                      </p:cBhvr>
                                    </p:animEffect>
                                  </p:childTnLst>
                                </p:cTn>
                              </p:par>
                            </p:childTnLst>
                          </p:cTn>
                        </p:par>
                        <p:par>
                          <p:cTn id="38" fill="hold">
                            <p:stCondLst>
                              <p:cond delay="2000"/>
                            </p:stCondLst>
                            <p:childTnLst>
                              <p:par>
                                <p:cTn id="39" presetID="9" presetClass="entr" presetSubtype="0" fill="hold" nodeType="afterEffect">
                                  <p:stCondLst>
                                    <p:cond delay="0"/>
                                  </p:stCondLst>
                                  <p:childTnLst>
                                    <p:set>
                                      <p:cBhvr>
                                        <p:cTn id="40" dur="1" fill="hold">
                                          <p:stCondLst>
                                            <p:cond delay="0"/>
                                          </p:stCondLst>
                                        </p:cTn>
                                        <p:tgtEl>
                                          <p:spTgt spid="14348"/>
                                        </p:tgtEl>
                                        <p:attrNameLst>
                                          <p:attrName>style.visibility</p:attrName>
                                        </p:attrNameLst>
                                      </p:cBhvr>
                                      <p:to>
                                        <p:strVal val="visible"/>
                                      </p:to>
                                    </p:set>
                                    <p:animEffect transition="in" filter="dissolve">
                                      <p:cBhvr>
                                        <p:cTn id="41" dur="500"/>
                                        <p:tgtEl>
                                          <p:spTgt spid="14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nimBg="1"/>
      <p:bldP spid="14351" grpId="0" animBg="1"/>
      <p:bldP spid="1435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13</a:t>
            </a:fld>
            <a:endParaRPr lang="en-US" altLang="zh-CN" sz="1400" dirty="0"/>
          </a:p>
        </p:txBody>
      </p:sp>
      <p:sp>
        <p:nvSpPr>
          <p:cNvPr id="15362" name="Rectangle 2"/>
          <p:cNvSpPr/>
          <p:nvPr/>
        </p:nvSpPr>
        <p:spPr>
          <a:xfrm>
            <a:off x="381000" y="4800600"/>
            <a:ext cx="2224088" cy="579438"/>
          </a:xfrm>
          <a:prstGeom prst="rect">
            <a:avLst/>
          </a:prstGeom>
          <a:solidFill>
            <a:srgbClr val="99FF33"/>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latin typeface="黑体" panose="02010609060101010101" pitchFamily="49" charset="-122"/>
                <a:ea typeface="黑体" panose="02010609060101010101" pitchFamily="49" charset="-122"/>
              </a:rPr>
              <a:t>三、交换律</a:t>
            </a:r>
          </a:p>
        </p:txBody>
      </p:sp>
      <p:grpSp>
        <p:nvGrpSpPr>
          <p:cNvPr id="15363" name="Group 3"/>
          <p:cNvGrpSpPr/>
          <p:nvPr/>
        </p:nvGrpSpPr>
        <p:grpSpPr>
          <a:xfrm>
            <a:off x="1295400" y="1295400"/>
            <a:ext cx="5257800" cy="546100"/>
            <a:chOff x="576" y="816"/>
            <a:chExt cx="3312" cy="344"/>
          </a:xfrm>
        </p:grpSpPr>
        <mc:AlternateContent xmlns:mc="http://schemas.openxmlformats.org/markup-compatibility/2006" xmlns:a14="http://schemas.microsoft.com/office/drawing/2010/main">
          <mc:Choice Requires="a14">
            <p:sp>
              <p:nvSpPr>
                <p:cNvPr id="27666" name="Object 4"/>
                <p:cNvSpPr txBox="1"/>
                <p:nvPr/>
              </p:nvSpPr>
              <p:spPr>
                <a:xfrm>
                  <a:off x="576" y="816"/>
                  <a:ext cx="1056" cy="34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27666" name="Object 4"/>
                <p:cNvSpPr txBox="1">
                  <a:spLocks noRot="1" noChangeAspect="1" noMove="1" noResize="1" noEditPoints="1" noAdjustHandles="1" noChangeArrowheads="1" noChangeShapeType="1" noTextEdit="1"/>
                </p:cNvSpPr>
                <p:nvPr/>
              </p:nvSpPr>
              <p:spPr>
                <a:xfrm>
                  <a:off x="576" y="816"/>
                  <a:ext cx="1056" cy="344"/>
                </a:xfrm>
                <a:prstGeom prst="rect">
                  <a:avLst/>
                </a:prstGeom>
                <a:blipFill>
                  <a:blip r:embed="rId3"/>
                  <a:stretch>
                    <a:fillRect l="-109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667" name="Object 5"/>
                <p:cNvSpPr txBox="1"/>
                <p:nvPr/>
              </p:nvSpPr>
              <p:spPr>
                <a:xfrm>
                  <a:off x="2832" y="828"/>
                  <a:ext cx="1056" cy="31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=1</m:t>
                        </m:r>
                      </m:oMath>
                    </m:oMathPara>
                  </a14:m>
                  <a:endParaRPr lang="zh-CN" altLang="en-US"/>
                </a:p>
              </p:txBody>
            </p:sp>
          </mc:Choice>
          <mc:Fallback xmlns="">
            <p:sp>
              <p:nvSpPr>
                <p:cNvPr id="27667" name="Object 5"/>
                <p:cNvSpPr txBox="1">
                  <a:spLocks noRot="1" noChangeAspect="1" noMove="1" noResize="1" noEditPoints="1" noAdjustHandles="1" noChangeArrowheads="1" noChangeShapeType="1" noTextEdit="1"/>
                </p:cNvSpPr>
                <p:nvPr/>
              </p:nvSpPr>
              <p:spPr>
                <a:xfrm>
                  <a:off x="2832" y="828"/>
                  <a:ext cx="1056" cy="319"/>
                </a:xfrm>
                <a:prstGeom prst="rect">
                  <a:avLst/>
                </a:prstGeom>
                <a:blipFill>
                  <a:blip r:embed="rId4"/>
                  <a:stretch>
                    <a:fillRect l="-727"/>
                  </a:stretch>
                </a:blipFill>
                <a:ln w="38100">
                  <a:noFill/>
                  <a:miter/>
                </a:ln>
              </p:spPr>
              <p:txBody>
                <a:bodyPr/>
                <a:lstStyle/>
                <a:p>
                  <a:r>
                    <a:rPr lang="zh-CN" altLang="en-US">
                      <a:noFill/>
                    </a:rPr>
                    <a:t> </a:t>
                  </a:r>
                </a:p>
              </p:txBody>
            </p:sp>
          </mc:Fallback>
        </mc:AlternateContent>
      </p:grpSp>
      <p:grpSp>
        <p:nvGrpSpPr>
          <p:cNvPr id="15366" name="Group 6"/>
          <p:cNvGrpSpPr/>
          <p:nvPr/>
        </p:nvGrpSpPr>
        <p:grpSpPr>
          <a:xfrm>
            <a:off x="1217613" y="3067050"/>
            <a:ext cx="5588000" cy="506413"/>
            <a:chOff x="527" y="1932"/>
            <a:chExt cx="3520" cy="319"/>
          </a:xfrm>
        </p:grpSpPr>
        <mc:AlternateContent xmlns:mc="http://schemas.openxmlformats.org/markup-compatibility/2006" xmlns:a14="http://schemas.microsoft.com/office/drawing/2010/main">
          <mc:Choice Requires="a14">
            <p:sp>
              <p:nvSpPr>
                <p:cNvPr id="27664" name="Object 7"/>
                <p:cNvSpPr txBox="1"/>
                <p:nvPr/>
              </p:nvSpPr>
              <p:spPr>
                <a:xfrm>
                  <a:off x="527" y="1932"/>
                  <a:ext cx="1154" cy="31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27664" name="Object 7"/>
                <p:cNvSpPr txBox="1">
                  <a:spLocks noRot="1" noChangeAspect="1" noMove="1" noResize="1" noEditPoints="1" noAdjustHandles="1" noChangeArrowheads="1" noChangeShapeType="1" noTextEdit="1"/>
                </p:cNvSpPr>
                <p:nvPr/>
              </p:nvSpPr>
              <p:spPr>
                <a:xfrm>
                  <a:off x="527" y="1932"/>
                  <a:ext cx="1154" cy="319"/>
                </a:xfrm>
                <a:prstGeom prst="rect">
                  <a:avLst/>
                </a:prstGeom>
                <a:blipFill>
                  <a:blip r:embed="rId5"/>
                  <a:stretch>
                    <a:fillRect l="-100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665" name="Object 8"/>
                <p:cNvSpPr txBox="1"/>
                <p:nvPr/>
              </p:nvSpPr>
              <p:spPr>
                <a:xfrm>
                  <a:off x="2770" y="1932"/>
                  <a:ext cx="1277" cy="31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27665" name="Object 8"/>
                <p:cNvSpPr txBox="1">
                  <a:spLocks noRot="1" noChangeAspect="1" noMove="1" noResize="1" noEditPoints="1" noAdjustHandles="1" noChangeArrowheads="1" noChangeShapeType="1" noTextEdit="1"/>
                </p:cNvSpPr>
                <p:nvPr/>
              </p:nvSpPr>
              <p:spPr>
                <a:xfrm>
                  <a:off x="2770" y="1932"/>
                  <a:ext cx="1277" cy="319"/>
                </a:xfrm>
                <a:prstGeom prst="rect">
                  <a:avLst/>
                </a:prstGeom>
                <a:blipFill>
                  <a:blip r:embed="rId6"/>
                  <a:stretch>
                    <a:fillRect l="-904"/>
                  </a:stretch>
                </a:blipFill>
                <a:ln w="38100">
                  <a:noFill/>
                  <a:miter/>
                </a:ln>
              </p:spPr>
              <p:txBody>
                <a:bodyPr/>
                <a:lstStyle/>
                <a:p>
                  <a:r>
                    <a:rPr lang="zh-CN" altLang="en-US">
                      <a:noFill/>
                    </a:rPr>
                    <a:t> </a:t>
                  </a:r>
                </a:p>
              </p:txBody>
            </p:sp>
          </mc:Fallback>
        </mc:AlternateContent>
      </p:grpSp>
      <p:grpSp>
        <p:nvGrpSpPr>
          <p:cNvPr id="15369" name="Group 9"/>
          <p:cNvGrpSpPr/>
          <p:nvPr/>
        </p:nvGrpSpPr>
        <p:grpSpPr>
          <a:xfrm>
            <a:off x="1181100" y="3903663"/>
            <a:ext cx="5546725" cy="663575"/>
            <a:chOff x="504" y="2459"/>
            <a:chExt cx="3494" cy="418"/>
          </a:xfrm>
        </p:grpSpPr>
        <mc:AlternateContent xmlns:mc="http://schemas.openxmlformats.org/markup-compatibility/2006" xmlns:a14="http://schemas.microsoft.com/office/drawing/2010/main">
          <mc:Choice Requires="a14">
            <p:sp>
              <p:nvSpPr>
                <p:cNvPr id="27662" name="Object 10"/>
                <p:cNvSpPr txBox="1"/>
                <p:nvPr/>
              </p:nvSpPr>
              <p:spPr>
                <a:xfrm>
                  <a:off x="504" y="2459"/>
                  <a:ext cx="1105" cy="41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=0</m:t>
                        </m:r>
                      </m:oMath>
                    </m:oMathPara>
                  </a14:m>
                  <a:endParaRPr lang="zh-CN" altLang="en-US"/>
                </a:p>
              </p:txBody>
            </p:sp>
          </mc:Choice>
          <mc:Fallback xmlns="">
            <p:sp>
              <p:nvSpPr>
                <p:cNvPr id="27662" name="Object 10"/>
                <p:cNvSpPr txBox="1">
                  <a:spLocks noRot="1" noChangeAspect="1" noMove="1" noResize="1" noEditPoints="1" noAdjustHandles="1" noChangeArrowheads="1" noChangeShapeType="1" noTextEdit="1"/>
                </p:cNvSpPr>
                <p:nvPr/>
              </p:nvSpPr>
              <p:spPr>
                <a:xfrm>
                  <a:off x="504" y="2459"/>
                  <a:ext cx="1105" cy="418"/>
                </a:xfrm>
                <a:prstGeom prst="rect">
                  <a:avLst/>
                </a:prstGeom>
                <a:blipFill>
                  <a:blip r:embed="rId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663" name="Object 11"/>
                <p:cNvSpPr txBox="1"/>
                <p:nvPr/>
              </p:nvSpPr>
              <p:spPr>
                <a:xfrm>
                  <a:off x="2819" y="2472"/>
                  <a:ext cx="1179" cy="39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=1</m:t>
                        </m:r>
                      </m:oMath>
                    </m:oMathPara>
                  </a14:m>
                  <a:endParaRPr lang="zh-CN" altLang="en-US"/>
                </a:p>
              </p:txBody>
            </p:sp>
          </mc:Choice>
          <mc:Fallback xmlns="">
            <p:sp>
              <p:nvSpPr>
                <p:cNvPr id="27663" name="Object 11"/>
                <p:cNvSpPr txBox="1">
                  <a:spLocks noRot="1" noChangeAspect="1" noMove="1" noResize="1" noEditPoints="1" noAdjustHandles="1" noChangeArrowheads="1" noChangeShapeType="1" noTextEdit="1"/>
                </p:cNvSpPr>
                <p:nvPr/>
              </p:nvSpPr>
              <p:spPr>
                <a:xfrm>
                  <a:off x="2819" y="2472"/>
                  <a:ext cx="1179" cy="393"/>
                </a:xfrm>
                <a:prstGeom prst="rect">
                  <a:avLst/>
                </a:prstGeom>
                <a:blipFill>
                  <a:blip r:embed="rId8"/>
                  <a:stretch>
                    <a:fillRect/>
                  </a:stretch>
                </a:blipFill>
                <a:ln w="38100">
                  <a:noFill/>
                  <a:miter/>
                </a:ln>
              </p:spPr>
              <p:txBody>
                <a:bodyPr/>
                <a:lstStyle/>
                <a:p>
                  <a:r>
                    <a:rPr lang="zh-CN" altLang="en-US">
                      <a:noFill/>
                    </a:rPr>
                    <a:t> </a:t>
                  </a:r>
                </a:p>
              </p:txBody>
            </p:sp>
          </mc:Fallback>
        </mc:AlternateContent>
      </p:grpSp>
      <p:grpSp>
        <p:nvGrpSpPr>
          <p:cNvPr id="15372" name="Group 12"/>
          <p:cNvGrpSpPr/>
          <p:nvPr/>
        </p:nvGrpSpPr>
        <p:grpSpPr>
          <a:xfrm>
            <a:off x="1066800" y="5715000"/>
            <a:ext cx="6477000" cy="619125"/>
            <a:chOff x="432" y="3600"/>
            <a:chExt cx="4080" cy="390"/>
          </a:xfrm>
        </p:grpSpPr>
        <mc:AlternateContent xmlns:mc="http://schemas.openxmlformats.org/markup-compatibility/2006" xmlns:a14="http://schemas.microsoft.com/office/drawing/2010/main">
          <mc:Choice Requires="a14">
            <p:sp>
              <p:nvSpPr>
                <p:cNvPr id="27660" name="Object 13"/>
                <p:cNvSpPr txBox="1"/>
                <p:nvPr/>
              </p:nvSpPr>
              <p:spPr>
                <a:xfrm>
                  <a:off x="432" y="3648"/>
                  <a:ext cx="1488" cy="34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27660" name="Object 13"/>
                <p:cNvSpPr txBox="1">
                  <a:spLocks noRot="1" noChangeAspect="1" noMove="1" noResize="1" noEditPoints="1" noAdjustHandles="1" noChangeArrowheads="1" noChangeShapeType="1" noTextEdit="1"/>
                </p:cNvSpPr>
                <p:nvPr/>
              </p:nvSpPr>
              <p:spPr>
                <a:xfrm>
                  <a:off x="432" y="3648"/>
                  <a:ext cx="1488" cy="342"/>
                </a:xfrm>
                <a:prstGeom prst="rect">
                  <a:avLst/>
                </a:prstGeom>
                <a:blipFill>
                  <a:blip r:embed="rId9"/>
                  <a:stretch>
                    <a:fillRect l="-51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661" name="Object 14"/>
                <p:cNvSpPr txBox="1"/>
                <p:nvPr/>
              </p:nvSpPr>
              <p:spPr>
                <a:xfrm>
                  <a:off x="2784" y="3600"/>
                  <a:ext cx="1728" cy="34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27661" name="Object 14"/>
                <p:cNvSpPr txBox="1">
                  <a:spLocks noRot="1" noChangeAspect="1" noMove="1" noResize="1" noEditPoints="1" noAdjustHandles="1" noChangeArrowheads="1" noChangeShapeType="1" noTextEdit="1"/>
                </p:cNvSpPr>
                <p:nvPr/>
              </p:nvSpPr>
              <p:spPr>
                <a:xfrm>
                  <a:off x="2784" y="3600"/>
                  <a:ext cx="1728" cy="342"/>
                </a:xfrm>
                <a:prstGeom prst="rect">
                  <a:avLst/>
                </a:prstGeom>
                <a:blipFill>
                  <a:blip r:embed="rId10"/>
                  <a:stretch>
                    <a:fillRect l="-667"/>
                  </a:stretch>
                </a:blipFill>
                <a:ln w="38100">
                  <a:noFill/>
                  <a:miter/>
                </a:ln>
              </p:spPr>
              <p:txBody>
                <a:bodyPr/>
                <a:lstStyle/>
                <a:p>
                  <a:r>
                    <a:rPr lang="zh-CN" altLang="en-US">
                      <a:noFill/>
                    </a:rPr>
                    <a:t> </a:t>
                  </a:r>
                </a:p>
              </p:txBody>
            </p:sp>
          </mc:Fallback>
        </mc:AlternateContent>
      </p:grpSp>
      <p:sp>
        <p:nvSpPr>
          <p:cNvPr id="15375" name="Rectangle 15"/>
          <p:cNvSpPr>
            <a:spLocks noChangeArrowheads="1"/>
          </p:cNvSpPr>
          <p:nvPr/>
        </p:nvSpPr>
        <p:spPr bwMode="auto">
          <a:xfrm>
            <a:off x="381000" y="381000"/>
            <a:ext cx="4673600"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二、公式</a:t>
            </a:r>
            <a:r>
              <a:rPr kumimoji="1" lang="en-US" altLang="zh-CN"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a:t>
            </a: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可由公理推出</a:t>
            </a:r>
            <a:r>
              <a:rPr kumimoji="1" lang="en-US" altLang="zh-CN"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a:t>
            </a:r>
          </a:p>
        </p:txBody>
      </p:sp>
      <p:grpSp>
        <p:nvGrpSpPr>
          <p:cNvPr id="15376" name="Group 16"/>
          <p:cNvGrpSpPr/>
          <p:nvPr/>
        </p:nvGrpSpPr>
        <p:grpSpPr>
          <a:xfrm>
            <a:off x="1295400" y="2133600"/>
            <a:ext cx="5394325" cy="546100"/>
            <a:chOff x="576" y="1344"/>
            <a:chExt cx="3398" cy="344"/>
          </a:xfrm>
        </p:grpSpPr>
        <mc:AlternateContent xmlns:mc="http://schemas.openxmlformats.org/markup-compatibility/2006" xmlns:a14="http://schemas.microsoft.com/office/drawing/2010/main">
          <mc:Choice Requires="a14">
            <p:sp>
              <p:nvSpPr>
                <p:cNvPr id="27658" name="Object 17"/>
                <p:cNvSpPr txBox="1"/>
                <p:nvPr/>
              </p:nvSpPr>
              <p:spPr>
                <a:xfrm>
                  <a:off x="576" y="1356"/>
                  <a:ext cx="1056" cy="31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27658" name="Object 17"/>
                <p:cNvSpPr txBox="1">
                  <a:spLocks noRot="1" noChangeAspect="1" noMove="1" noResize="1" noEditPoints="1" noAdjustHandles="1" noChangeArrowheads="1" noChangeShapeType="1" noTextEdit="1"/>
                </p:cNvSpPr>
                <p:nvPr/>
              </p:nvSpPr>
              <p:spPr>
                <a:xfrm>
                  <a:off x="576" y="1356"/>
                  <a:ext cx="1056" cy="319"/>
                </a:xfrm>
                <a:prstGeom prst="rect">
                  <a:avLst/>
                </a:prstGeom>
                <a:blipFill>
                  <a:blip r:embed="rId11"/>
                  <a:stretch>
                    <a:fillRect l="-109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659" name="Object 18"/>
                <p:cNvSpPr txBox="1"/>
                <p:nvPr/>
              </p:nvSpPr>
              <p:spPr>
                <a:xfrm>
                  <a:off x="2746" y="1344"/>
                  <a:ext cx="1228" cy="34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27659" name="Object 18"/>
                <p:cNvSpPr txBox="1">
                  <a:spLocks noRot="1" noChangeAspect="1" noMove="1" noResize="1" noEditPoints="1" noAdjustHandles="1" noChangeArrowheads="1" noChangeShapeType="1" noTextEdit="1"/>
                </p:cNvSpPr>
                <p:nvPr/>
              </p:nvSpPr>
              <p:spPr>
                <a:xfrm>
                  <a:off x="2746" y="1344"/>
                  <a:ext cx="1228" cy="344"/>
                </a:xfrm>
                <a:prstGeom prst="rect">
                  <a:avLst/>
                </a:prstGeom>
                <a:blipFill>
                  <a:blip r:embed="rId12"/>
                  <a:stretch>
                    <a:fillRect l="-940"/>
                  </a:stretch>
                </a:blipFill>
                <a:ln w="38100">
                  <a:noFill/>
                  <a:miter/>
                </a:ln>
              </p:spPr>
              <p:txBody>
                <a:bodyPr/>
                <a:lstStyle/>
                <a:p>
                  <a:r>
                    <a:rPr lang="zh-CN" altLang="en-US">
                      <a:noFill/>
                    </a:rPr>
                    <a:t> </a:t>
                  </a:r>
                </a:p>
              </p:txBody>
            </p:sp>
          </mc:Fallback>
        </mc:AlternateContent>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75"/>
                                        </p:tgtEl>
                                        <p:attrNameLst>
                                          <p:attrName>style.visibility</p:attrName>
                                        </p:attrNameLst>
                                      </p:cBhvr>
                                      <p:to>
                                        <p:strVal val="visible"/>
                                      </p:to>
                                    </p:set>
                                    <p:anim calcmode="lin" valueType="num">
                                      <p:cBhvr additive="base">
                                        <p:cTn id="7" dur="500" fill="hold"/>
                                        <p:tgtEl>
                                          <p:spTgt spid="15375"/>
                                        </p:tgtEl>
                                        <p:attrNameLst>
                                          <p:attrName>ppt_x</p:attrName>
                                        </p:attrNameLst>
                                      </p:cBhvr>
                                      <p:tavLst>
                                        <p:tav tm="0">
                                          <p:val>
                                            <p:strVal val="0-#ppt_w/2"/>
                                          </p:val>
                                        </p:tav>
                                        <p:tav tm="100000">
                                          <p:val>
                                            <p:strVal val="#ppt_x"/>
                                          </p:val>
                                        </p:tav>
                                      </p:tavLst>
                                    </p:anim>
                                    <p:anim calcmode="lin" valueType="num">
                                      <p:cBhvr additive="base">
                                        <p:cTn id="8" dur="500" fill="hold"/>
                                        <p:tgtEl>
                                          <p:spTgt spid="153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5363"/>
                                        </p:tgtEl>
                                        <p:attrNameLst>
                                          <p:attrName>style.visibility</p:attrName>
                                        </p:attrNameLst>
                                      </p:cBhvr>
                                      <p:to>
                                        <p:strVal val="visible"/>
                                      </p:to>
                                    </p:set>
                                    <p:animEffect transition="in" filter="dissolve">
                                      <p:cBhvr>
                                        <p:cTn id="13" dur="500"/>
                                        <p:tgtEl>
                                          <p:spTgt spid="15363"/>
                                        </p:tgtEl>
                                      </p:cBhvr>
                                    </p:animEffect>
                                  </p:childTnLst>
                                </p:cTn>
                              </p:par>
                            </p:childTnLst>
                          </p:cTn>
                        </p:par>
                        <p:par>
                          <p:cTn id="14" fill="hold">
                            <p:stCondLst>
                              <p:cond delay="500"/>
                            </p:stCondLst>
                            <p:childTnLst>
                              <p:par>
                                <p:cTn id="15" presetID="9" presetClass="entr" presetSubtype="0" fill="hold" nodeType="afterEffect">
                                  <p:stCondLst>
                                    <p:cond delay="0"/>
                                  </p:stCondLst>
                                  <p:childTnLst>
                                    <p:set>
                                      <p:cBhvr>
                                        <p:cTn id="16" dur="1" fill="hold">
                                          <p:stCondLst>
                                            <p:cond delay="0"/>
                                          </p:stCondLst>
                                        </p:cTn>
                                        <p:tgtEl>
                                          <p:spTgt spid="15376"/>
                                        </p:tgtEl>
                                        <p:attrNameLst>
                                          <p:attrName>style.visibility</p:attrName>
                                        </p:attrNameLst>
                                      </p:cBhvr>
                                      <p:to>
                                        <p:strVal val="visible"/>
                                      </p:to>
                                    </p:set>
                                    <p:animEffect transition="in" filter="dissolve">
                                      <p:cBhvr>
                                        <p:cTn id="17" dur="500"/>
                                        <p:tgtEl>
                                          <p:spTgt spid="15376"/>
                                        </p:tgtEl>
                                      </p:cBhvr>
                                    </p:animEffect>
                                  </p:childTnLst>
                                </p:cTn>
                              </p:par>
                            </p:childTnLst>
                          </p:cTn>
                        </p:par>
                        <p:par>
                          <p:cTn id="18" fill="hold">
                            <p:stCondLst>
                              <p:cond delay="1000"/>
                            </p:stCondLst>
                            <p:childTnLst>
                              <p:par>
                                <p:cTn id="19" presetID="9" presetClass="entr" presetSubtype="0" fill="hold" nodeType="afterEffect">
                                  <p:stCondLst>
                                    <p:cond delay="0"/>
                                  </p:stCondLst>
                                  <p:childTnLst>
                                    <p:set>
                                      <p:cBhvr>
                                        <p:cTn id="20" dur="1" fill="hold">
                                          <p:stCondLst>
                                            <p:cond delay="0"/>
                                          </p:stCondLst>
                                        </p:cTn>
                                        <p:tgtEl>
                                          <p:spTgt spid="15366"/>
                                        </p:tgtEl>
                                        <p:attrNameLst>
                                          <p:attrName>style.visibility</p:attrName>
                                        </p:attrNameLst>
                                      </p:cBhvr>
                                      <p:to>
                                        <p:strVal val="visible"/>
                                      </p:to>
                                    </p:set>
                                    <p:animEffect transition="in" filter="dissolve">
                                      <p:cBhvr>
                                        <p:cTn id="21" dur="500"/>
                                        <p:tgtEl>
                                          <p:spTgt spid="15366"/>
                                        </p:tgtEl>
                                      </p:cBhvr>
                                    </p:animEffect>
                                  </p:childTnLst>
                                </p:cTn>
                              </p:par>
                            </p:childTnLst>
                          </p:cTn>
                        </p:par>
                        <p:par>
                          <p:cTn id="22" fill="hold">
                            <p:stCondLst>
                              <p:cond delay="1500"/>
                            </p:stCondLst>
                            <p:childTnLst>
                              <p:par>
                                <p:cTn id="23" presetID="9" presetClass="entr" presetSubtype="0" fill="hold" nodeType="afterEffect">
                                  <p:stCondLst>
                                    <p:cond delay="0"/>
                                  </p:stCondLst>
                                  <p:childTnLst>
                                    <p:set>
                                      <p:cBhvr>
                                        <p:cTn id="24" dur="1" fill="hold">
                                          <p:stCondLst>
                                            <p:cond delay="0"/>
                                          </p:stCondLst>
                                        </p:cTn>
                                        <p:tgtEl>
                                          <p:spTgt spid="15369"/>
                                        </p:tgtEl>
                                        <p:attrNameLst>
                                          <p:attrName>style.visibility</p:attrName>
                                        </p:attrNameLst>
                                      </p:cBhvr>
                                      <p:to>
                                        <p:strVal val="visible"/>
                                      </p:to>
                                    </p:set>
                                    <p:animEffect transition="in" filter="dissolve">
                                      <p:cBhvr>
                                        <p:cTn id="25" dur="500"/>
                                        <p:tgtEl>
                                          <p:spTgt spid="15369"/>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5362"/>
                                        </p:tgtEl>
                                        <p:attrNameLst>
                                          <p:attrName>style.visibility</p:attrName>
                                        </p:attrNameLst>
                                      </p:cBhvr>
                                      <p:to>
                                        <p:strVal val="visible"/>
                                      </p:to>
                                    </p:set>
                                    <p:anim calcmode="lin" valueType="num">
                                      <p:cBhvr additive="base">
                                        <p:cTn id="30" dur="500" fill="hold"/>
                                        <p:tgtEl>
                                          <p:spTgt spid="15362"/>
                                        </p:tgtEl>
                                        <p:attrNameLst>
                                          <p:attrName>ppt_x</p:attrName>
                                        </p:attrNameLst>
                                      </p:cBhvr>
                                      <p:tavLst>
                                        <p:tav tm="0">
                                          <p:val>
                                            <p:strVal val="0-#ppt_w/2"/>
                                          </p:val>
                                        </p:tav>
                                        <p:tav tm="100000">
                                          <p:val>
                                            <p:strVal val="#ppt_x"/>
                                          </p:val>
                                        </p:tav>
                                      </p:tavLst>
                                    </p:anim>
                                    <p:anim calcmode="lin" valueType="num">
                                      <p:cBhvr additive="base">
                                        <p:cTn id="31" dur="500" fill="hold"/>
                                        <p:tgtEl>
                                          <p:spTgt spid="15362"/>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5372"/>
                                        </p:tgtEl>
                                        <p:attrNameLst>
                                          <p:attrName>style.visibility</p:attrName>
                                        </p:attrNameLst>
                                      </p:cBhvr>
                                      <p:to>
                                        <p:strVal val="visible"/>
                                      </p:to>
                                    </p:set>
                                    <p:animEffect transition="in" filter="dissolve">
                                      <p:cBhvr>
                                        <p:cTn id="36" dur="500"/>
                                        <p:tgtEl>
                                          <p:spTgt spid="15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nimBg="1"/>
      <p:bldP spid="1537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14</a:t>
            </a:fld>
            <a:endParaRPr lang="en-US" altLang="zh-CN" sz="1400" dirty="0"/>
          </a:p>
        </p:txBody>
      </p:sp>
      <p:sp>
        <p:nvSpPr>
          <p:cNvPr id="16386" name="Rectangle 2"/>
          <p:cNvSpPr/>
          <p:nvPr/>
        </p:nvSpPr>
        <p:spPr>
          <a:xfrm>
            <a:off x="349250" y="334963"/>
            <a:ext cx="2224088" cy="579437"/>
          </a:xfrm>
          <a:prstGeom prst="rect">
            <a:avLst/>
          </a:prstGeom>
          <a:solidFill>
            <a:srgbClr val="99FF33"/>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latin typeface="黑体" panose="02010609060101010101" pitchFamily="49" charset="-122"/>
                <a:ea typeface="黑体" panose="02010609060101010101" pitchFamily="49" charset="-122"/>
              </a:rPr>
              <a:t>四、结合律</a:t>
            </a:r>
          </a:p>
        </p:txBody>
      </p:sp>
      <p:sp>
        <p:nvSpPr>
          <p:cNvPr id="16387" name="Rectangle 3"/>
          <p:cNvSpPr>
            <a:spLocks noChangeArrowheads="1"/>
          </p:cNvSpPr>
          <p:nvPr/>
        </p:nvSpPr>
        <p:spPr bwMode="auto">
          <a:xfrm>
            <a:off x="349250" y="2468563"/>
            <a:ext cx="2224088"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五、分配律</a:t>
            </a:r>
          </a:p>
        </p:txBody>
      </p:sp>
      <p:sp>
        <p:nvSpPr>
          <p:cNvPr id="16388" name="Rectangle 4"/>
          <p:cNvSpPr>
            <a:spLocks noChangeArrowheads="1"/>
          </p:cNvSpPr>
          <p:nvPr/>
        </p:nvSpPr>
        <p:spPr bwMode="auto">
          <a:xfrm>
            <a:off x="1187450" y="944563"/>
            <a:ext cx="3638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A(BC)=(AB)C=(AC)B</a:t>
            </a:r>
          </a:p>
        </p:txBody>
      </p:sp>
      <p:sp>
        <p:nvSpPr>
          <p:cNvPr id="16389" name="Rectangle 5"/>
          <p:cNvSpPr>
            <a:spLocks noChangeArrowheads="1"/>
          </p:cNvSpPr>
          <p:nvPr/>
        </p:nvSpPr>
        <p:spPr bwMode="auto">
          <a:xfrm>
            <a:off x="1111250" y="1630363"/>
            <a:ext cx="4857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A+(B+C)=(A+B)+C=(A+C)+B</a:t>
            </a:r>
          </a:p>
        </p:txBody>
      </p:sp>
      <p:sp>
        <p:nvSpPr>
          <p:cNvPr id="16390" name="Rectangle 6"/>
          <p:cNvSpPr>
            <a:spLocks noChangeArrowheads="1"/>
          </p:cNvSpPr>
          <p:nvPr/>
        </p:nvSpPr>
        <p:spPr bwMode="auto">
          <a:xfrm>
            <a:off x="990600" y="3306763"/>
            <a:ext cx="2622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A(B+C)=AB+AC</a:t>
            </a:r>
          </a:p>
        </p:txBody>
      </p:sp>
      <p:sp>
        <p:nvSpPr>
          <p:cNvPr id="16391" name="Rectangle 7"/>
          <p:cNvSpPr>
            <a:spLocks noChangeArrowheads="1"/>
          </p:cNvSpPr>
          <p:nvPr/>
        </p:nvSpPr>
        <p:spPr bwMode="auto">
          <a:xfrm>
            <a:off x="958850" y="4095750"/>
            <a:ext cx="6178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A+BC=(A+B)</a:t>
            </a:r>
            <a:r>
              <a:rPr kumimoji="1" lang="en-US" altLang="zh-CN"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en-US" altLang="zh-CN"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(A+C)  </a:t>
            </a:r>
            <a:r>
              <a:rPr kumimoji="1" lang="zh-CN" altLang="en-US"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加法的分配律</a:t>
            </a:r>
          </a:p>
        </p:txBody>
      </p:sp>
      <p:grpSp>
        <p:nvGrpSpPr>
          <p:cNvPr id="16392" name="Group 8"/>
          <p:cNvGrpSpPr/>
          <p:nvPr/>
        </p:nvGrpSpPr>
        <p:grpSpPr>
          <a:xfrm>
            <a:off x="958850" y="4830763"/>
            <a:ext cx="6280150" cy="1417637"/>
            <a:chOff x="384" y="2976"/>
            <a:chExt cx="3956" cy="893"/>
          </a:xfrm>
        </p:grpSpPr>
        <p:sp>
          <p:nvSpPr>
            <p:cNvPr id="16393" name="Rectangle 9"/>
            <p:cNvSpPr>
              <a:spLocks noChangeArrowheads="1"/>
            </p:cNvSpPr>
            <p:nvPr/>
          </p:nvSpPr>
          <p:spPr bwMode="auto">
            <a:xfrm>
              <a:off x="384" y="2976"/>
              <a:ext cx="395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证</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右式</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=AA+AC+AB+BC=A+AC+AB+BC</a:t>
              </a:r>
            </a:p>
          </p:txBody>
        </p:sp>
        <p:sp>
          <p:nvSpPr>
            <p:cNvPr id="16394" name="Rectangle 10"/>
            <p:cNvSpPr>
              <a:spLocks noChangeArrowheads="1"/>
            </p:cNvSpPr>
            <p:nvPr/>
          </p:nvSpPr>
          <p:spPr bwMode="auto">
            <a:xfrm>
              <a:off x="432" y="3504"/>
              <a:ext cx="29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=A(1+C+B)+BC=A+BC=</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左式</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86"/>
                                        </p:tgtEl>
                                        <p:attrNameLst>
                                          <p:attrName>style.visibility</p:attrName>
                                        </p:attrNameLst>
                                      </p:cBhvr>
                                      <p:to>
                                        <p:strVal val="visible"/>
                                      </p:to>
                                    </p:set>
                                    <p:anim calcmode="lin" valueType="num">
                                      <p:cBhvr additive="base">
                                        <p:cTn id="7" dur="500" fill="hold"/>
                                        <p:tgtEl>
                                          <p:spTgt spid="16386"/>
                                        </p:tgtEl>
                                        <p:attrNameLst>
                                          <p:attrName>ppt_x</p:attrName>
                                        </p:attrNameLst>
                                      </p:cBhvr>
                                      <p:tavLst>
                                        <p:tav tm="0">
                                          <p:val>
                                            <p:strVal val="0-#ppt_w/2"/>
                                          </p:val>
                                        </p:tav>
                                        <p:tav tm="100000">
                                          <p:val>
                                            <p:strVal val="#ppt_x"/>
                                          </p:val>
                                        </p:tav>
                                      </p:tavLst>
                                    </p:anim>
                                    <p:anim calcmode="lin" valueType="num">
                                      <p:cBhvr additive="base">
                                        <p:cTn id="8" dur="500" fill="hold"/>
                                        <p:tgtEl>
                                          <p:spTgt spid="163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6388">
                                            <p:txEl>
                                              <p:pRg st="0" end="0"/>
                                            </p:txEl>
                                          </p:spTgt>
                                        </p:tgtEl>
                                        <p:attrNameLst>
                                          <p:attrName>style.visibility</p:attrName>
                                        </p:attrNameLst>
                                      </p:cBhvr>
                                      <p:to>
                                        <p:strVal val="visible"/>
                                      </p:to>
                                    </p:set>
                                    <p:animEffect transition="in" filter="dissolve">
                                      <p:cBhvr>
                                        <p:cTn id="13" dur="500"/>
                                        <p:tgtEl>
                                          <p:spTgt spid="1638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6389">
                                            <p:txEl>
                                              <p:pRg st="0" end="0"/>
                                            </p:txEl>
                                          </p:spTgt>
                                        </p:tgtEl>
                                        <p:attrNameLst>
                                          <p:attrName>style.visibility</p:attrName>
                                        </p:attrNameLst>
                                      </p:cBhvr>
                                      <p:to>
                                        <p:strVal val="visible"/>
                                      </p:to>
                                    </p:set>
                                    <p:animEffect transition="in" filter="dissolve">
                                      <p:cBhvr>
                                        <p:cTn id="18" dur="500"/>
                                        <p:tgtEl>
                                          <p:spTgt spid="16389">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6387"/>
                                        </p:tgtEl>
                                        <p:attrNameLst>
                                          <p:attrName>style.visibility</p:attrName>
                                        </p:attrNameLst>
                                      </p:cBhvr>
                                      <p:to>
                                        <p:strVal val="visible"/>
                                      </p:to>
                                    </p:set>
                                    <p:anim calcmode="lin" valueType="num">
                                      <p:cBhvr additive="base">
                                        <p:cTn id="23" dur="500" fill="hold"/>
                                        <p:tgtEl>
                                          <p:spTgt spid="16387"/>
                                        </p:tgtEl>
                                        <p:attrNameLst>
                                          <p:attrName>ppt_x</p:attrName>
                                        </p:attrNameLst>
                                      </p:cBhvr>
                                      <p:tavLst>
                                        <p:tav tm="0">
                                          <p:val>
                                            <p:strVal val="0-#ppt_w/2"/>
                                          </p:val>
                                        </p:tav>
                                        <p:tav tm="100000">
                                          <p:val>
                                            <p:strVal val="#ppt_x"/>
                                          </p:val>
                                        </p:tav>
                                      </p:tavLst>
                                    </p:anim>
                                    <p:anim calcmode="lin" valueType="num">
                                      <p:cBhvr additive="base">
                                        <p:cTn id="24" dur="500" fill="hold"/>
                                        <p:tgtEl>
                                          <p:spTgt spid="1638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6390">
                                            <p:txEl>
                                              <p:pRg st="0" end="0"/>
                                            </p:txEl>
                                          </p:spTgt>
                                        </p:tgtEl>
                                        <p:attrNameLst>
                                          <p:attrName>style.visibility</p:attrName>
                                        </p:attrNameLst>
                                      </p:cBhvr>
                                      <p:to>
                                        <p:strVal val="visible"/>
                                      </p:to>
                                    </p:set>
                                    <p:animEffect transition="in" filter="dissolve">
                                      <p:cBhvr>
                                        <p:cTn id="29" dur="500"/>
                                        <p:tgtEl>
                                          <p:spTgt spid="16390">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6391">
                                            <p:txEl>
                                              <p:pRg st="0" end="0"/>
                                            </p:txEl>
                                          </p:spTgt>
                                        </p:tgtEl>
                                        <p:attrNameLst>
                                          <p:attrName>style.visibility</p:attrName>
                                        </p:attrNameLst>
                                      </p:cBhvr>
                                      <p:to>
                                        <p:strVal val="visible"/>
                                      </p:to>
                                    </p:set>
                                    <p:animEffect transition="in" filter="dissolve">
                                      <p:cBhvr>
                                        <p:cTn id="34" dur="500"/>
                                        <p:tgtEl>
                                          <p:spTgt spid="16391">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6392"/>
                                        </p:tgtEl>
                                        <p:attrNameLst>
                                          <p:attrName>style.visibility</p:attrName>
                                        </p:attrNameLst>
                                      </p:cBhvr>
                                      <p:to>
                                        <p:strVal val="visible"/>
                                      </p:to>
                                    </p:set>
                                    <p:anim calcmode="lin" valueType="num">
                                      <p:cBhvr additive="base">
                                        <p:cTn id="39" dur="500" fill="hold"/>
                                        <p:tgtEl>
                                          <p:spTgt spid="16392"/>
                                        </p:tgtEl>
                                        <p:attrNameLst>
                                          <p:attrName>ppt_x</p:attrName>
                                        </p:attrNameLst>
                                      </p:cBhvr>
                                      <p:tavLst>
                                        <p:tav tm="0">
                                          <p:val>
                                            <p:strVal val="#ppt_x"/>
                                          </p:val>
                                        </p:tav>
                                        <p:tav tm="100000">
                                          <p:val>
                                            <p:strVal val="#ppt_x"/>
                                          </p:val>
                                        </p:tav>
                                      </p:tavLst>
                                    </p:anim>
                                    <p:anim calcmode="lin" valueType="num">
                                      <p:cBhvr additive="base">
                                        <p:cTn id="40" dur="500" fill="hold"/>
                                        <p:tgtEl>
                                          <p:spTgt spid="163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nimBg="1"/>
      <p:bldP spid="16387" grpId="0" animBg="1"/>
      <p:bldP spid="16388" grpId="0" build="p"/>
      <p:bldP spid="16389" grpId="0" build="p"/>
      <p:bldP spid="16390" grpId="0" build="p"/>
      <p:bldP spid="1639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15</a:t>
            </a:fld>
            <a:endParaRPr lang="en-US" altLang="zh-CN" sz="1400" dirty="0"/>
          </a:p>
        </p:txBody>
      </p:sp>
      <p:sp>
        <p:nvSpPr>
          <p:cNvPr id="17411" name="Rectangle 3"/>
          <p:cNvSpPr/>
          <p:nvPr/>
        </p:nvSpPr>
        <p:spPr>
          <a:xfrm>
            <a:off x="304800" y="304800"/>
            <a:ext cx="2224088" cy="579438"/>
          </a:xfrm>
          <a:prstGeom prst="rect">
            <a:avLst/>
          </a:prstGeom>
          <a:solidFill>
            <a:srgbClr val="99FF33"/>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latin typeface="黑体" panose="02010609060101010101" pitchFamily="49" charset="-122"/>
                <a:ea typeface="黑体" panose="02010609060101010101" pitchFamily="49" charset="-122"/>
              </a:rPr>
              <a:t>六、摩根律</a:t>
            </a:r>
          </a:p>
        </p:txBody>
      </p:sp>
      <p:grpSp>
        <p:nvGrpSpPr>
          <p:cNvPr id="17433" name="Group 25"/>
          <p:cNvGrpSpPr/>
          <p:nvPr/>
        </p:nvGrpSpPr>
        <p:grpSpPr>
          <a:xfrm>
            <a:off x="1066800" y="1447800"/>
            <a:ext cx="5459413" cy="568325"/>
            <a:chOff x="672" y="912"/>
            <a:chExt cx="3439" cy="358"/>
          </a:xfrm>
        </p:grpSpPr>
        <mc:AlternateContent xmlns:mc="http://schemas.openxmlformats.org/markup-compatibility/2006" xmlns:a14="http://schemas.microsoft.com/office/drawing/2010/main">
          <mc:Choice Requires="a14">
            <p:sp>
              <p:nvSpPr>
                <p:cNvPr id="31770" name="Object 14"/>
                <p:cNvSpPr txBox="1"/>
                <p:nvPr/>
              </p:nvSpPr>
              <p:spPr>
                <a:xfrm>
                  <a:off x="672" y="912"/>
                  <a:ext cx="1344" cy="35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oMath>
                    </m:oMathPara>
                  </a14:m>
                  <a:endParaRPr lang="zh-CN" altLang="en-US"/>
                </a:p>
              </p:txBody>
            </p:sp>
          </mc:Choice>
          <mc:Fallback xmlns="">
            <p:sp>
              <p:nvSpPr>
                <p:cNvPr id="31770" name="Object 14"/>
                <p:cNvSpPr txBox="1">
                  <a:spLocks noRot="1" noChangeAspect="1" noMove="1" noResize="1" noEditPoints="1" noAdjustHandles="1" noChangeArrowheads="1" noChangeShapeType="1" noTextEdit="1"/>
                </p:cNvSpPr>
                <p:nvPr/>
              </p:nvSpPr>
              <p:spPr>
                <a:xfrm>
                  <a:off x="672" y="912"/>
                  <a:ext cx="1344" cy="358"/>
                </a:xfrm>
                <a:prstGeom prst="rect">
                  <a:avLst/>
                </a:prstGeom>
                <a:blipFill>
                  <a:blip r:embed="rId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771" name="Object 15"/>
                <p:cNvSpPr txBox="1"/>
                <p:nvPr/>
              </p:nvSpPr>
              <p:spPr>
                <a:xfrm>
                  <a:off x="2610" y="912"/>
                  <a:ext cx="1501" cy="35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oMath>
                    </m:oMathPara>
                  </a14:m>
                  <a:endParaRPr lang="zh-CN" altLang="en-US"/>
                </a:p>
              </p:txBody>
            </p:sp>
          </mc:Choice>
          <mc:Fallback xmlns="">
            <p:sp>
              <p:nvSpPr>
                <p:cNvPr id="31771" name="Object 15"/>
                <p:cNvSpPr txBox="1">
                  <a:spLocks noRot="1" noChangeAspect="1" noMove="1" noResize="1" noEditPoints="1" noAdjustHandles="1" noChangeArrowheads="1" noChangeShapeType="1" noTextEdit="1"/>
                </p:cNvSpPr>
                <p:nvPr/>
              </p:nvSpPr>
              <p:spPr>
                <a:xfrm>
                  <a:off x="2610" y="912"/>
                  <a:ext cx="1501" cy="358"/>
                </a:xfrm>
                <a:prstGeom prst="rect">
                  <a:avLst/>
                </a:prstGeom>
                <a:blipFill>
                  <a:blip r:embed="rId4"/>
                  <a:stretch>
                    <a:fillRect/>
                  </a:stretch>
                </a:blipFill>
                <a:ln w="38100">
                  <a:noFill/>
                  <a:miter/>
                </a:ln>
              </p:spPr>
              <p:txBody>
                <a:bodyPr/>
                <a:lstStyle/>
                <a:p>
                  <a:r>
                    <a:rPr lang="zh-CN" altLang="en-US">
                      <a:noFill/>
                    </a:rPr>
                    <a:t> </a:t>
                  </a:r>
                </a:p>
              </p:txBody>
            </p:sp>
          </mc:Fallback>
        </mc:AlternateContent>
      </p:grpSp>
      <p:grpSp>
        <p:nvGrpSpPr>
          <p:cNvPr id="17434" name="Group 26"/>
          <p:cNvGrpSpPr/>
          <p:nvPr/>
        </p:nvGrpSpPr>
        <p:grpSpPr>
          <a:xfrm>
            <a:off x="609600" y="2498725"/>
            <a:ext cx="5943600" cy="584200"/>
            <a:chOff x="384" y="1574"/>
            <a:chExt cx="3744" cy="368"/>
          </a:xfrm>
        </p:grpSpPr>
        <p:sp>
          <p:nvSpPr>
            <p:cNvPr id="31768" name="Rectangle 2"/>
            <p:cNvSpPr/>
            <p:nvPr/>
          </p:nvSpPr>
          <p:spPr>
            <a:xfrm>
              <a:off x="384" y="1574"/>
              <a:ext cx="242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buClr>
                  <a:schemeClr val="folHlink"/>
                </a:buClr>
                <a:buSzPct val="60000"/>
                <a:buFont typeface="Wingdings" panose="05000000000000000000" pitchFamily="2" charset="2"/>
                <a:buNone/>
              </a:pPr>
              <a:r>
                <a:rPr lang="zh-CN" altLang="en-US" dirty="0">
                  <a:latin typeface="黑体" panose="02010609060101010101" pitchFamily="49" charset="-122"/>
                  <a:ea typeface="黑体" panose="02010609060101010101" pitchFamily="49" charset="-122"/>
                </a:rPr>
                <a:t>证：用真值表法证明</a:t>
              </a:r>
            </a:p>
          </p:txBody>
        </p:sp>
        <mc:AlternateContent xmlns:mc="http://schemas.openxmlformats.org/markup-compatibility/2006" xmlns:a14="http://schemas.microsoft.com/office/drawing/2010/main">
          <mc:Choice Requires="a14">
            <p:sp>
              <p:nvSpPr>
                <p:cNvPr id="31769" name="Object 17"/>
                <p:cNvSpPr txBox="1"/>
                <p:nvPr/>
              </p:nvSpPr>
              <p:spPr>
                <a:xfrm>
                  <a:off x="2784" y="1584"/>
                  <a:ext cx="1344" cy="35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oMath>
                    </m:oMathPara>
                  </a14:m>
                  <a:endParaRPr lang="zh-CN" altLang="en-US"/>
                </a:p>
              </p:txBody>
            </p:sp>
          </mc:Choice>
          <mc:Fallback xmlns="">
            <p:sp>
              <p:nvSpPr>
                <p:cNvPr id="31769" name="Object 17"/>
                <p:cNvSpPr txBox="1">
                  <a:spLocks noRot="1" noChangeAspect="1" noMove="1" noResize="1" noEditPoints="1" noAdjustHandles="1" noChangeArrowheads="1" noChangeShapeType="1" noTextEdit="1"/>
                </p:cNvSpPr>
                <p:nvPr/>
              </p:nvSpPr>
              <p:spPr>
                <a:xfrm>
                  <a:off x="2784" y="1584"/>
                  <a:ext cx="1344" cy="358"/>
                </a:xfrm>
                <a:prstGeom prst="rect">
                  <a:avLst/>
                </a:prstGeom>
                <a:blipFill>
                  <a:blip r:embed="rId3"/>
                  <a:stretch>
                    <a:fillRect/>
                  </a:stretch>
                </a:blipFill>
                <a:ln w="38100">
                  <a:noFill/>
                  <a:miter/>
                </a:ln>
              </p:spPr>
              <p:txBody>
                <a:bodyPr/>
                <a:lstStyle/>
                <a:p>
                  <a:r>
                    <a:rPr lang="zh-CN" altLang="en-US">
                      <a:noFill/>
                    </a:rPr>
                    <a:t> </a:t>
                  </a:r>
                </a:p>
              </p:txBody>
            </p:sp>
          </mc:Fallback>
        </mc:AlternateContent>
      </p:grpSp>
      <p:grpSp>
        <p:nvGrpSpPr>
          <p:cNvPr id="17435" name="Group 27"/>
          <p:cNvGrpSpPr/>
          <p:nvPr/>
        </p:nvGrpSpPr>
        <p:grpSpPr>
          <a:xfrm>
            <a:off x="1371600" y="3657600"/>
            <a:ext cx="6705600" cy="2895600"/>
            <a:chOff x="864" y="2304"/>
            <a:chExt cx="4224" cy="1824"/>
          </a:xfrm>
        </p:grpSpPr>
        <p:sp>
          <p:nvSpPr>
            <p:cNvPr id="17412" name="Rectangle 4"/>
            <p:cNvSpPr>
              <a:spLocks noChangeArrowheads="1"/>
            </p:cNvSpPr>
            <p:nvPr/>
          </p:nvSpPr>
          <p:spPr bwMode="auto">
            <a:xfrm>
              <a:off x="960" y="2712"/>
              <a:ext cx="35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0  0   0     1    1  1    1</a:t>
              </a:r>
            </a:p>
          </p:txBody>
        </p:sp>
        <p:sp>
          <p:nvSpPr>
            <p:cNvPr id="17413" name="Rectangle 5"/>
            <p:cNvSpPr>
              <a:spLocks noChangeArrowheads="1"/>
            </p:cNvSpPr>
            <p:nvPr/>
          </p:nvSpPr>
          <p:spPr bwMode="auto">
            <a:xfrm>
              <a:off x="960" y="3048"/>
              <a:ext cx="35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0  1   0     1    1  0    1</a:t>
              </a:r>
            </a:p>
          </p:txBody>
        </p:sp>
        <p:sp>
          <p:nvSpPr>
            <p:cNvPr id="17414" name="Rectangle 6"/>
            <p:cNvSpPr>
              <a:spLocks noChangeArrowheads="1"/>
            </p:cNvSpPr>
            <p:nvPr/>
          </p:nvSpPr>
          <p:spPr bwMode="auto">
            <a:xfrm>
              <a:off x="960" y="3384"/>
              <a:ext cx="35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1  0   0     1    0  1    1</a:t>
              </a:r>
            </a:p>
          </p:txBody>
        </p:sp>
        <p:sp>
          <p:nvSpPr>
            <p:cNvPr id="17415" name="Rectangle 7"/>
            <p:cNvSpPr>
              <a:spLocks noChangeArrowheads="1"/>
            </p:cNvSpPr>
            <p:nvPr/>
          </p:nvSpPr>
          <p:spPr bwMode="auto">
            <a:xfrm>
              <a:off x="960" y="3672"/>
              <a:ext cx="35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1  1   1     0    0  0    0</a:t>
              </a:r>
            </a:p>
          </p:txBody>
        </p:sp>
        <p:sp>
          <p:nvSpPr>
            <p:cNvPr id="31755" name="Line 8"/>
            <p:cNvSpPr/>
            <p:nvPr/>
          </p:nvSpPr>
          <p:spPr>
            <a:xfrm>
              <a:off x="864" y="2736"/>
              <a:ext cx="3744" cy="0"/>
            </a:xfrm>
            <a:prstGeom prst="line">
              <a:avLst/>
            </a:prstGeom>
            <a:ln w="28575" cap="flat" cmpd="sng">
              <a:solidFill>
                <a:schemeClr val="tx1"/>
              </a:solidFill>
              <a:prstDash val="solid"/>
              <a:miter/>
              <a:headEnd type="none" w="med" len="med"/>
              <a:tailEnd type="none" w="med" len="med"/>
            </a:ln>
          </p:spPr>
        </p:sp>
        <p:sp>
          <p:nvSpPr>
            <p:cNvPr id="31756" name="Line 9"/>
            <p:cNvSpPr/>
            <p:nvPr/>
          </p:nvSpPr>
          <p:spPr>
            <a:xfrm>
              <a:off x="1680" y="2496"/>
              <a:ext cx="0" cy="1632"/>
            </a:xfrm>
            <a:prstGeom prst="line">
              <a:avLst/>
            </a:prstGeom>
            <a:ln w="28575" cap="flat" cmpd="sng">
              <a:solidFill>
                <a:schemeClr val="tx1"/>
              </a:solidFill>
              <a:prstDash val="solid"/>
              <a:miter/>
              <a:headEnd type="none" w="med" len="med"/>
              <a:tailEnd type="none" w="med" len="med"/>
            </a:ln>
          </p:spPr>
        </p:sp>
        <p:sp>
          <p:nvSpPr>
            <p:cNvPr id="31757" name="Line 10"/>
            <p:cNvSpPr/>
            <p:nvPr/>
          </p:nvSpPr>
          <p:spPr>
            <a:xfrm>
              <a:off x="2400" y="2448"/>
              <a:ext cx="0" cy="1680"/>
            </a:xfrm>
            <a:prstGeom prst="line">
              <a:avLst/>
            </a:prstGeom>
            <a:ln w="28575" cap="flat" cmpd="sng">
              <a:solidFill>
                <a:schemeClr val="tx1"/>
              </a:solidFill>
              <a:prstDash val="solid"/>
              <a:miter/>
              <a:headEnd type="none" w="med" len="med"/>
              <a:tailEnd type="none" w="med" len="med"/>
            </a:ln>
          </p:spPr>
        </p:sp>
        <p:sp>
          <p:nvSpPr>
            <p:cNvPr id="31758" name="Line 11"/>
            <p:cNvSpPr/>
            <p:nvPr/>
          </p:nvSpPr>
          <p:spPr>
            <a:xfrm>
              <a:off x="3120" y="2448"/>
              <a:ext cx="0" cy="1680"/>
            </a:xfrm>
            <a:prstGeom prst="line">
              <a:avLst/>
            </a:prstGeom>
            <a:ln w="28575" cap="flat" cmpd="sng">
              <a:solidFill>
                <a:schemeClr val="tx1"/>
              </a:solidFill>
              <a:prstDash val="solid"/>
              <a:miter/>
              <a:headEnd type="none" w="med" len="med"/>
              <a:tailEnd type="none" w="med" len="med"/>
            </a:ln>
          </p:spPr>
        </p:sp>
        <p:sp>
          <p:nvSpPr>
            <p:cNvPr id="31759" name="Line 12"/>
            <p:cNvSpPr/>
            <p:nvPr/>
          </p:nvSpPr>
          <p:spPr>
            <a:xfrm>
              <a:off x="4032" y="2496"/>
              <a:ext cx="0" cy="1632"/>
            </a:xfrm>
            <a:prstGeom prst="line">
              <a:avLst/>
            </a:prstGeom>
            <a:ln w="28575" cap="flat" cmpd="sng">
              <a:solidFill>
                <a:schemeClr val="tx1"/>
              </a:solidFill>
              <a:prstDash val="solid"/>
              <a:miter/>
              <a:headEnd type="none" w="med" len="med"/>
              <a:tailEnd type="none" w="med" len="med"/>
            </a:ln>
          </p:spPr>
        </p:sp>
        <p:sp>
          <p:nvSpPr>
            <p:cNvPr id="31760" name="Rectangle 13"/>
            <p:cNvSpPr/>
            <p:nvPr/>
          </p:nvSpPr>
          <p:spPr>
            <a:xfrm>
              <a:off x="1008" y="2352"/>
              <a:ext cx="4080"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zh-CN"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31761" name="Object 18"/>
                <p:cNvSpPr txBox="1"/>
                <p:nvPr/>
              </p:nvSpPr>
              <p:spPr>
                <a:xfrm>
                  <a:off x="912" y="2400"/>
                  <a:ext cx="311" cy="3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31761" name="Object 18"/>
                <p:cNvSpPr txBox="1">
                  <a:spLocks noRot="1" noChangeAspect="1" noMove="1" noResize="1" noEditPoints="1" noAdjustHandles="1" noChangeArrowheads="1" noChangeShapeType="1" noTextEdit="1"/>
                </p:cNvSpPr>
                <p:nvPr/>
              </p:nvSpPr>
              <p:spPr>
                <a:xfrm>
                  <a:off x="912" y="2400"/>
                  <a:ext cx="311" cy="336"/>
                </a:xfrm>
                <a:prstGeom prst="rect">
                  <a:avLst/>
                </a:prstGeom>
                <a:blipFill>
                  <a:blip r:embed="rId5"/>
                  <a:stretch>
                    <a:fillRect l="-375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762" name="Object 19"/>
                <p:cNvSpPr txBox="1"/>
                <p:nvPr/>
              </p:nvSpPr>
              <p:spPr>
                <a:xfrm>
                  <a:off x="1296" y="2400"/>
                  <a:ext cx="336" cy="31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𝐵</m:t>
                        </m:r>
                      </m:oMath>
                    </m:oMathPara>
                  </a14:m>
                  <a:endParaRPr lang="zh-CN" altLang="en-US"/>
                </a:p>
              </p:txBody>
            </p:sp>
          </mc:Choice>
          <mc:Fallback xmlns="">
            <p:sp>
              <p:nvSpPr>
                <p:cNvPr id="31762" name="Object 19"/>
                <p:cNvSpPr txBox="1">
                  <a:spLocks noRot="1" noChangeAspect="1" noMove="1" noResize="1" noEditPoints="1" noAdjustHandles="1" noChangeArrowheads="1" noChangeShapeType="1" noTextEdit="1"/>
                </p:cNvSpPr>
                <p:nvPr/>
              </p:nvSpPr>
              <p:spPr>
                <a:xfrm>
                  <a:off x="1296" y="2400"/>
                  <a:ext cx="336" cy="312"/>
                </a:xfrm>
                <a:prstGeom prst="rect">
                  <a:avLst/>
                </a:prstGeom>
                <a:blipFill>
                  <a:blip r:embed="rId6"/>
                  <a:stretch>
                    <a:fillRect l="-3448"/>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763" name="Object 20"/>
                <p:cNvSpPr txBox="1"/>
                <p:nvPr/>
              </p:nvSpPr>
              <p:spPr>
                <a:xfrm>
                  <a:off x="3216" y="2304"/>
                  <a:ext cx="289" cy="38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oMath>
                    </m:oMathPara>
                  </a14:m>
                  <a:endParaRPr lang="zh-CN" altLang="en-US"/>
                </a:p>
              </p:txBody>
            </p:sp>
          </mc:Choice>
          <mc:Fallback xmlns="">
            <p:sp>
              <p:nvSpPr>
                <p:cNvPr id="31763" name="Object 20"/>
                <p:cNvSpPr txBox="1">
                  <a:spLocks noRot="1" noChangeAspect="1" noMove="1" noResize="1" noEditPoints="1" noAdjustHandles="1" noChangeArrowheads="1" noChangeShapeType="1" noTextEdit="1"/>
                </p:cNvSpPr>
                <p:nvPr/>
              </p:nvSpPr>
              <p:spPr>
                <a:xfrm>
                  <a:off x="3216" y="2304"/>
                  <a:ext cx="289" cy="384"/>
                </a:xfrm>
                <a:prstGeom prst="rect">
                  <a:avLst/>
                </a:prstGeom>
                <a:blipFill>
                  <a:blip r:embed="rId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764" name="Object 21"/>
                <p:cNvSpPr txBox="1"/>
                <p:nvPr/>
              </p:nvSpPr>
              <p:spPr>
                <a:xfrm>
                  <a:off x="3648" y="2304"/>
                  <a:ext cx="288" cy="38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oMath>
                    </m:oMathPara>
                  </a14:m>
                  <a:endParaRPr lang="zh-CN" altLang="en-US"/>
                </a:p>
              </p:txBody>
            </p:sp>
          </mc:Choice>
          <mc:Fallback xmlns="">
            <p:sp>
              <p:nvSpPr>
                <p:cNvPr id="31764" name="Object 21"/>
                <p:cNvSpPr txBox="1">
                  <a:spLocks noRot="1" noChangeAspect="1" noMove="1" noResize="1" noEditPoints="1" noAdjustHandles="1" noChangeArrowheads="1" noChangeShapeType="1" noTextEdit="1"/>
                </p:cNvSpPr>
                <p:nvPr/>
              </p:nvSpPr>
              <p:spPr>
                <a:xfrm>
                  <a:off x="3648" y="2304"/>
                  <a:ext cx="288" cy="384"/>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765" name="Object 22"/>
                <p:cNvSpPr txBox="1"/>
                <p:nvPr/>
              </p:nvSpPr>
              <p:spPr>
                <a:xfrm>
                  <a:off x="1728" y="2400"/>
                  <a:ext cx="528" cy="311"/>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oMath>
                    </m:oMathPara>
                  </a14:m>
                  <a:endParaRPr lang="zh-CN" altLang="en-US"/>
                </a:p>
              </p:txBody>
            </p:sp>
          </mc:Choice>
          <mc:Fallback xmlns="">
            <p:sp>
              <p:nvSpPr>
                <p:cNvPr id="31765" name="Object 22"/>
                <p:cNvSpPr txBox="1">
                  <a:spLocks noRot="1" noChangeAspect="1" noMove="1" noResize="1" noEditPoints="1" noAdjustHandles="1" noChangeArrowheads="1" noChangeShapeType="1" noTextEdit="1"/>
                </p:cNvSpPr>
                <p:nvPr/>
              </p:nvSpPr>
              <p:spPr>
                <a:xfrm>
                  <a:off x="1728" y="2400"/>
                  <a:ext cx="528" cy="311"/>
                </a:xfrm>
                <a:prstGeom prst="rect">
                  <a:avLst/>
                </a:prstGeom>
                <a:blipFill>
                  <a:blip r:embed="rId9"/>
                  <a:stretch>
                    <a:fillRect l="-144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766" name="Object 23"/>
                <p:cNvSpPr txBox="1"/>
                <p:nvPr/>
              </p:nvSpPr>
              <p:spPr>
                <a:xfrm>
                  <a:off x="2448" y="2304"/>
                  <a:ext cx="624" cy="38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e>
                        </m:bar>
                      </m:oMath>
                    </m:oMathPara>
                  </a14:m>
                  <a:endParaRPr lang="zh-CN" altLang="en-US"/>
                </a:p>
              </p:txBody>
            </p:sp>
          </mc:Choice>
          <mc:Fallback xmlns="">
            <p:sp>
              <p:nvSpPr>
                <p:cNvPr id="31766" name="Object 23"/>
                <p:cNvSpPr txBox="1">
                  <a:spLocks noRot="1" noChangeAspect="1" noMove="1" noResize="1" noEditPoints="1" noAdjustHandles="1" noChangeArrowheads="1" noChangeShapeType="1" noTextEdit="1"/>
                </p:cNvSpPr>
                <p:nvPr/>
              </p:nvSpPr>
              <p:spPr>
                <a:xfrm>
                  <a:off x="2448" y="2304"/>
                  <a:ext cx="624" cy="384"/>
                </a:xfrm>
                <a:prstGeom prst="rect">
                  <a:avLst/>
                </a:prstGeom>
                <a:blipFill>
                  <a:blip r:embed="rId10"/>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767" name="Object 24"/>
                <p:cNvSpPr txBox="1"/>
                <p:nvPr/>
              </p:nvSpPr>
              <p:spPr>
                <a:xfrm>
                  <a:off x="4032" y="2304"/>
                  <a:ext cx="720" cy="37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oMath>
                    </m:oMathPara>
                  </a14:m>
                  <a:endParaRPr lang="zh-CN" altLang="en-US"/>
                </a:p>
              </p:txBody>
            </p:sp>
          </mc:Choice>
          <mc:Fallback xmlns="">
            <p:sp>
              <p:nvSpPr>
                <p:cNvPr id="31767" name="Object 24"/>
                <p:cNvSpPr txBox="1">
                  <a:spLocks noRot="1" noChangeAspect="1" noMove="1" noResize="1" noEditPoints="1" noAdjustHandles="1" noChangeArrowheads="1" noChangeShapeType="1" noTextEdit="1"/>
                </p:cNvSpPr>
                <p:nvPr/>
              </p:nvSpPr>
              <p:spPr>
                <a:xfrm>
                  <a:off x="4032" y="2304"/>
                  <a:ext cx="720" cy="372"/>
                </a:xfrm>
                <a:prstGeom prst="rect">
                  <a:avLst/>
                </a:prstGeom>
                <a:blipFill>
                  <a:blip r:embed="rId11"/>
                  <a:stretch>
                    <a:fillRect/>
                  </a:stretch>
                </a:blipFill>
                <a:ln w="38100">
                  <a:noFill/>
                  <a:miter/>
                </a:ln>
              </p:spPr>
              <p:txBody>
                <a:bodyPr/>
                <a:lstStyle/>
                <a:p>
                  <a:r>
                    <a:rPr lang="zh-CN" altLang="en-US">
                      <a:noFill/>
                    </a:rPr>
                    <a:t> </a:t>
                  </a:r>
                </a:p>
              </p:txBody>
            </p:sp>
          </mc:Fallback>
        </mc:AlternateContent>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 calcmode="lin" valueType="num">
                                      <p:cBhvr additive="base">
                                        <p:cTn id="7" dur="500" fill="hold"/>
                                        <p:tgtEl>
                                          <p:spTgt spid="17411"/>
                                        </p:tgtEl>
                                        <p:attrNameLst>
                                          <p:attrName>ppt_x</p:attrName>
                                        </p:attrNameLst>
                                      </p:cBhvr>
                                      <p:tavLst>
                                        <p:tav tm="0">
                                          <p:val>
                                            <p:strVal val="0-#ppt_w/2"/>
                                          </p:val>
                                        </p:tav>
                                        <p:tav tm="100000">
                                          <p:val>
                                            <p:strVal val="#ppt_x"/>
                                          </p:val>
                                        </p:tav>
                                      </p:tavLst>
                                    </p:anim>
                                    <p:anim calcmode="lin" valueType="num">
                                      <p:cBhvr additive="base">
                                        <p:cTn id="8" dur="500" fill="hold"/>
                                        <p:tgtEl>
                                          <p:spTgt spid="174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7433"/>
                                        </p:tgtEl>
                                        <p:attrNameLst>
                                          <p:attrName>style.visibility</p:attrName>
                                        </p:attrNameLst>
                                      </p:cBhvr>
                                      <p:to>
                                        <p:strVal val="visible"/>
                                      </p:to>
                                    </p:set>
                                    <p:animEffect transition="in" filter="dissolve">
                                      <p:cBhvr>
                                        <p:cTn id="13" dur="500"/>
                                        <p:tgtEl>
                                          <p:spTgt spid="1743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7434"/>
                                        </p:tgtEl>
                                        <p:attrNameLst>
                                          <p:attrName>style.visibility</p:attrName>
                                        </p:attrNameLst>
                                      </p:cBhvr>
                                      <p:to>
                                        <p:strVal val="visible"/>
                                      </p:to>
                                    </p:set>
                                    <p:anim calcmode="lin" valueType="num">
                                      <p:cBhvr additive="base">
                                        <p:cTn id="18" dur="500" fill="hold"/>
                                        <p:tgtEl>
                                          <p:spTgt spid="17434"/>
                                        </p:tgtEl>
                                        <p:attrNameLst>
                                          <p:attrName>ppt_x</p:attrName>
                                        </p:attrNameLst>
                                      </p:cBhvr>
                                      <p:tavLst>
                                        <p:tav tm="0">
                                          <p:val>
                                            <p:strVal val="0-#ppt_w/2"/>
                                          </p:val>
                                        </p:tav>
                                        <p:tav tm="100000">
                                          <p:val>
                                            <p:strVal val="#ppt_x"/>
                                          </p:val>
                                        </p:tav>
                                      </p:tavLst>
                                    </p:anim>
                                    <p:anim calcmode="lin" valueType="num">
                                      <p:cBhvr additive="base">
                                        <p:cTn id="19" dur="500" fill="hold"/>
                                        <p:tgtEl>
                                          <p:spTgt spid="1743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7435"/>
                                        </p:tgtEl>
                                        <p:attrNameLst>
                                          <p:attrName>style.visibility</p:attrName>
                                        </p:attrNameLst>
                                      </p:cBhvr>
                                      <p:to>
                                        <p:strVal val="visible"/>
                                      </p:to>
                                    </p:set>
                                    <p:anim calcmode="lin" valueType="num">
                                      <p:cBhvr additive="base">
                                        <p:cTn id="24" dur="500" fill="hold"/>
                                        <p:tgtEl>
                                          <p:spTgt spid="17435"/>
                                        </p:tgtEl>
                                        <p:attrNameLst>
                                          <p:attrName>ppt_x</p:attrName>
                                        </p:attrNameLst>
                                      </p:cBhvr>
                                      <p:tavLst>
                                        <p:tav tm="0">
                                          <p:val>
                                            <p:strVal val="#ppt_x"/>
                                          </p:val>
                                        </p:tav>
                                        <p:tav tm="100000">
                                          <p:val>
                                            <p:strVal val="#ppt_x"/>
                                          </p:val>
                                        </p:tav>
                                      </p:tavLst>
                                    </p:anim>
                                    <p:anim calcmode="lin" valueType="num">
                                      <p:cBhvr additive="base">
                                        <p:cTn id="25" dur="500" fill="hold"/>
                                        <p:tgtEl>
                                          <p:spTgt spid="174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16</a:t>
            </a:fld>
            <a:endParaRPr lang="en-US" altLang="zh-CN" sz="1400" dirty="0"/>
          </a:p>
        </p:txBody>
      </p:sp>
      <p:sp>
        <p:nvSpPr>
          <p:cNvPr id="19458" name="Rectangle 2"/>
          <p:cNvSpPr/>
          <p:nvPr/>
        </p:nvSpPr>
        <p:spPr>
          <a:xfrm>
            <a:off x="381000" y="304800"/>
            <a:ext cx="3448050" cy="579438"/>
          </a:xfrm>
          <a:prstGeom prst="rect">
            <a:avLst/>
          </a:prstGeom>
          <a:solidFill>
            <a:srgbClr val="99FF33"/>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latin typeface="黑体" panose="02010609060101010101" pitchFamily="49" charset="-122"/>
                <a:ea typeface="黑体" panose="02010609060101010101" pitchFamily="49" charset="-122"/>
              </a:rPr>
              <a:t>七、其他常用公式</a:t>
            </a:r>
          </a:p>
        </p:txBody>
      </p:sp>
      <p:sp>
        <p:nvSpPr>
          <p:cNvPr id="19464" name="Rectangle 8"/>
          <p:cNvSpPr>
            <a:spLocks noChangeArrowheads="1"/>
          </p:cNvSpPr>
          <p:nvPr/>
        </p:nvSpPr>
        <p:spPr bwMode="auto">
          <a:xfrm>
            <a:off x="457200" y="4838700"/>
            <a:ext cx="8382000" cy="1592263"/>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在两个乘积项中，若有一个变量是互反的，那么由这两个乘积项中的其它变量组成的新的乘积项就是多余的，可以消去。</a:t>
            </a:r>
          </a:p>
        </p:txBody>
      </p:sp>
      <p:grpSp>
        <p:nvGrpSpPr>
          <p:cNvPr id="19478" name="Group 22"/>
          <p:cNvGrpSpPr/>
          <p:nvPr/>
        </p:nvGrpSpPr>
        <p:grpSpPr>
          <a:xfrm>
            <a:off x="304800" y="990600"/>
            <a:ext cx="7859713" cy="598488"/>
            <a:chOff x="192" y="624"/>
            <a:chExt cx="4951" cy="377"/>
          </a:xfrm>
        </p:grpSpPr>
        <mc:AlternateContent xmlns:mc="http://schemas.openxmlformats.org/markup-compatibility/2006" xmlns:a14="http://schemas.microsoft.com/office/drawing/2010/main">
          <mc:Choice Requires="a14">
            <p:sp>
              <p:nvSpPr>
                <p:cNvPr id="33814" name="Object 11"/>
                <p:cNvSpPr txBox="1"/>
                <p:nvPr/>
              </p:nvSpPr>
              <p:spPr>
                <a:xfrm>
                  <a:off x="1463" y="672"/>
                  <a:ext cx="1346" cy="30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33814" name="Object 11"/>
                <p:cNvSpPr txBox="1">
                  <a:spLocks noRot="1" noChangeAspect="1" noMove="1" noResize="1" noEditPoints="1" noAdjustHandles="1" noChangeArrowheads="1" noChangeShapeType="1" noTextEdit="1"/>
                </p:cNvSpPr>
                <p:nvPr/>
              </p:nvSpPr>
              <p:spPr>
                <a:xfrm>
                  <a:off x="1463" y="672"/>
                  <a:ext cx="1346" cy="302"/>
                </a:xfrm>
                <a:prstGeom prst="rect">
                  <a:avLst/>
                </a:prstGeom>
                <a:blipFill>
                  <a:blip r:embed="rId3"/>
                  <a:stretch>
                    <a:fillRect l="-855"/>
                  </a:stretch>
                </a:blipFill>
                <a:ln w="38100">
                  <a:noFill/>
                  <a:miter/>
                </a:ln>
              </p:spPr>
              <p:txBody>
                <a:bodyPr/>
                <a:lstStyle/>
                <a:p>
                  <a:r>
                    <a:rPr lang="zh-CN" altLang="en-US">
                      <a:noFill/>
                    </a:rPr>
                    <a:t> </a:t>
                  </a:r>
                </a:p>
              </p:txBody>
            </p:sp>
          </mc:Fallback>
        </mc:AlternateContent>
        <p:sp>
          <p:nvSpPr>
            <p:cNvPr id="33815" name="Rectangle 15"/>
            <p:cNvSpPr/>
            <p:nvPr/>
          </p:nvSpPr>
          <p:spPr>
            <a:xfrm>
              <a:off x="192" y="624"/>
              <a:ext cx="114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吸收律：</a:t>
              </a:r>
            </a:p>
          </p:txBody>
        </p:sp>
        <mc:AlternateContent xmlns:mc="http://schemas.openxmlformats.org/markup-compatibility/2006" xmlns:a14="http://schemas.microsoft.com/office/drawing/2010/main">
          <mc:Choice Requires="a14">
            <p:sp>
              <p:nvSpPr>
                <p:cNvPr id="33816" name="Object 16"/>
                <p:cNvSpPr txBox="1"/>
                <p:nvPr/>
              </p:nvSpPr>
              <p:spPr>
                <a:xfrm>
                  <a:off x="3449" y="629"/>
                  <a:ext cx="1694" cy="37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33816" name="Object 16"/>
                <p:cNvSpPr txBox="1">
                  <a:spLocks noRot="1" noChangeAspect="1" noMove="1" noResize="1" noEditPoints="1" noAdjustHandles="1" noChangeArrowheads="1" noChangeShapeType="1" noTextEdit="1"/>
                </p:cNvSpPr>
                <p:nvPr/>
              </p:nvSpPr>
              <p:spPr>
                <a:xfrm>
                  <a:off x="3449" y="629"/>
                  <a:ext cx="1694" cy="372"/>
                </a:xfrm>
                <a:prstGeom prst="rect">
                  <a:avLst/>
                </a:prstGeom>
                <a:blipFill>
                  <a:blip r:embed="rId4"/>
                  <a:stretch>
                    <a:fillRect l="-454"/>
                  </a:stretch>
                </a:blipFill>
                <a:ln w="38100">
                  <a:noFill/>
                  <a:miter/>
                </a:ln>
              </p:spPr>
              <p:txBody>
                <a:bodyPr/>
                <a:lstStyle/>
                <a:p>
                  <a:r>
                    <a:rPr lang="zh-CN" altLang="en-US">
                      <a:noFill/>
                    </a:rPr>
                    <a:t> </a:t>
                  </a:r>
                </a:p>
              </p:txBody>
            </p:sp>
          </mc:Fallback>
        </mc:AlternateContent>
      </p:grpSp>
      <p:grpSp>
        <p:nvGrpSpPr>
          <p:cNvPr id="19479" name="Group 23"/>
          <p:cNvGrpSpPr/>
          <p:nvPr/>
        </p:nvGrpSpPr>
        <p:grpSpPr>
          <a:xfrm>
            <a:off x="304800" y="1525588"/>
            <a:ext cx="8118475" cy="677862"/>
            <a:chOff x="192" y="961"/>
            <a:chExt cx="5114" cy="427"/>
          </a:xfrm>
        </p:grpSpPr>
        <mc:AlternateContent xmlns:mc="http://schemas.openxmlformats.org/markup-compatibility/2006" xmlns:a14="http://schemas.microsoft.com/office/drawing/2010/main">
          <mc:Choice Requires="a14">
            <p:sp>
              <p:nvSpPr>
                <p:cNvPr id="33811" name="Object 12"/>
                <p:cNvSpPr txBox="1"/>
                <p:nvPr/>
              </p:nvSpPr>
              <p:spPr>
                <a:xfrm>
                  <a:off x="1216" y="976"/>
                  <a:ext cx="1776" cy="36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oMath>
                    </m:oMathPara>
                  </a14:m>
                  <a:endParaRPr lang="zh-CN" altLang="en-US"/>
                </a:p>
              </p:txBody>
            </p:sp>
          </mc:Choice>
          <mc:Fallback xmlns="">
            <p:sp>
              <p:nvSpPr>
                <p:cNvPr id="33811" name="Object 12"/>
                <p:cNvSpPr txBox="1">
                  <a:spLocks noRot="1" noChangeAspect="1" noMove="1" noResize="1" noEditPoints="1" noAdjustHandles="1" noChangeArrowheads="1" noChangeShapeType="1" noTextEdit="1"/>
                </p:cNvSpPr>
                <p:nvPr/>
              </p:nvSpPr>
              <p:spPr>
                <a:xfrm>
                  <a:off x="1216" y="976"/>
                  <a:ext cx="1776" cy="360"/>
                </a:xfrm>
                <a:prstGeom prst="rect">
                  <a:avLst/>
                </a:prstGeom>
                <a:blipFill>
                  <a:blip r:embed="rId5"/>
                  <a:stretch>
                    <a:fillRect/>
                  </a:stretch>
                </a:blipFill>
                <a:ln w="38100">
                  <a:noFill/>
                  <a:miter/>
                </a:ln>
              </p:spPr>
              <p:txBody>
                <a:bodyPr/>
                <a:lstStyle/>
                <a:p>
                  <a:r>
                    <a:rPr lang="zh-CN" altLang="en-US">
                      <a:noFill/>
                    </a:rPr>
                    <a:t> </a:t>
                  </a:r>
                </a:p>
              </p:txBody>
            </p:sp>
          </mc:Fallback>
        </mc:AlternateContent>
        <p:sp>
          <p:nvSpPr>
            <p:cNvPr id="33812" name="Rectangle 17"/>
            <p:cNvSpPr/>
            <p:nvPr/>
          </p:nvSpPr>
          <p:spPr>
            <a:xfrm>
              <a:off x="192" y="1008"/>
              <a:ext cx="114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消去律：</a:t>
              </a:r>
            </a:p>
          </p:txBody>
        </p:sp>
        <mc:AlternateContent xmlns:mc="http://schemas.openxmlformats.org/markup-compatibility/2006" xmlns:a14="http://schemas.microsoft.com/office/drawing/2010/main">
          <mc:Choice Requires="a14">
            <p:sp>
              <p:nvSpPr>
                <p:cNvPr id="33813" name="Object 18"/>
                <p:cNvSpPr txBox="1"/>
                <p:nvPr/>
              </p:nvSpPr>
              <p:spPr>
                <a:xfrm>
                  <a:off x="3350" y="961"/>
                  <a:ext cx="1956" cy="42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oMath>
                    </m:oMathPara>
                  </a14:m>
                  <a:endParaRPr lang="zh-CN" altLang="en-US"/>
                </a:p>
              </p:txBody>
            </p:sp>
          </mc:Choice>
          <mc:Fallback xmlns="">
            <p:sp>
              <p:nvSpPr>
                <p:cNvPr id="33813" name="Object 18"/>
                <p:cNvSpPr txBox="1">
                  <a:spLocks noRot="1" noChangeAspect="1" noMove="1" noResize="1" noEditPoints="1" noAdjustHandles="1" noChangeArrowheads="1" noChangeShapeType="1" noTextEdit="1"/>
                </p:cNvSpPr>
                <p:nvPr/>
              </p:nvSpPr>
              <p:spPr>
                <a:xfrm>
                  <a:off x="3350" y="961"/>
                  <a:ext cx="1956" cy="427"/>
                </a:xfrm>
                <a:prstGeom prst="rect">
                  <a:avLst/>
                </a:prstGeom>
                <a:blipFill>
                  <a:blip r:embed="rId6"/>
                  <a:stretch>
                    <a:fillRect/>
                  </a:stretch>
                </a:blipFill>
                <a:ln w="38100">
                  <a:noFill/>
                  <a:miter/>
                </a:ln>
              </p:spPr>
              <p:txBody>
                <a:bodyPr/>
                <a:lstStyle/>
                <a:p>
                  <a:r>
                    <a:rPr lang="zh-CN" altLang="en-US">
                      <a:noFill/>
                    </a:rPr>
                    <a:t> </a:t>
                  </a:r>
                </a:p>
              </p:txBody>
            </p:sp>
          </mc:Fallback>
        </mc:AlternateContent>
      </p:grpSp>
      <p:grpSp>
        <p:nvGrpSpPr>
          <p:cNvPr id="19480" name="Group 24"/>
          <p:cNvGrpSpPr/>
          <p:nvPr/>
        </p:nvGrpSpPr>
        <p:grpSpPr>
          <a:xfrm>
            <a:off x="330200" y="2239963"/>
            <a:ext cx="7874000" cy="652462"/>
            <a:chOff x="208" y="1411"/>
            <a:chExt cx="4960" cy="376"/>
          </a:xfrm>
        </p:grpSpPr>
        <mc:AlternateContent xmlns:mc="http://schemas.openxmlformats.org/markup-compatibility/2006" xmlns:a14="http://schemas.microsoft.com/office/drawing/2010/main">
          <mc:Choice Requires="a14">
            <p:sp>
              <p:nvSpPr>
                <p:cNvPr id="33808" name="Object 13"/>
                <p:cNvSpPr txBox="1"/>
                <p:nvPr/>
              </p:nvSpPr>
              <p:spPr>
                <a:xfrm>
                  <a:off x="1248" y="1440"/>
                  <a:ext cx="1347" cy="31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33808" name="Object 13"/>
                <p:cNvSpPr txBox="1">
                  <a:spLocks noRot="1" noChangeAspect="1" noMove="1" noResize="1" noEditPoints="1" noAdjustHandles="1" noChangeArrowheads="1" noChangeShapeType="1" noTextEdit="1"/>
                </p:cNvSpPr>
                <p:nvPr/>
              </p:nvSpPr>
              <p:spPr>
                <a:xfrm>
                  <a:off x="1248" y="1440"/>
                  <a:ext cx="1347" cy="317"/>
                </a:xfrm>
                <a:prstGeom prst="rect">
                  <a:avLst/>
                </a:prstGeom>
                <a:blipFill>
                  <a:blip r:embed="rId7"/>
                  <a:stretch>
                    <a:fillRect/>
                  </a:stretch>
                </a:blipFill>
                <a:ln w="38100">
                  <a:noFill/>
                  <a:miter/>
                </a:ln>
              </p:spPr>
              <p:txBody>
                <a:bodyPr/>
                <a:lstStyle/>
                <a:p>
                  <a:r>
                    <a:rPr lang="zh-CN" altLang="en-US">
                      <a:noFill/>
                    </a:rPr>
                    <a:t> </a:t>
                  </a:r>
                </a:p>
              </p:txBody>
            </p:sp>
          </mc:Fallback>
        </mc:AlternateContent>
        <p:sp>
          <p:nvSpPr>
            <p:cNvPr id="33809" name="Rectangle 19"/>
            <p:cNvSpPr/>
            <p:nvPr/>
          </p:nvSpPr>
          <p:spPr>
            <a:xfrm>
              <a:off x="208" y="1424"/>
              <a:ext cx="884" cy="33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其它：</a:t>
              </a:r>
            </a:p>
          </p:txBody>
        </p:sp>
        <mc:AlternateContent xmlns:mc="http://schemas.openxmlformats.org/markup-compatibility/2006" xmlns:a14="http://schemas.microsoft.com/office/drawing/2010/main">
          <mc:Choice Requires="a14">
            <p:sp>
              <p:nvSpPr>
                <p:cNvPr id="33810" name="Object 20"/>
                <p:cNvSpPr txBox="1"/>
                <p:nvPr/>
              </p:nvSpPr>
              <p:spPr>
                <a:xfrm>
                  <a:off x="3187" y="1411"/>
                  <a:ext cx="1981" cy="37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33810" name="Object 20"/>
                <p:cNvSpPr txBox="1">
                  <a:spLocks noRot="1" noChangeAspect="1" noMove="1" noResize="1" noEditPoints="1" noAdjustHandles="1" noChangeArrowheads="1" noChangeShapeType="1" noTextEdit="1"/>
                </p:cNvSpPr>
                <p:nvPr/>
              </p:nvSpPr>
              <p:spPr>
                <a:xfrm>
                  <a:off x="3187" y="1411"/>
                  <a:ext cx="1981" cy="376"/>
                </a:xfrm>
                <a:prstGeom prst="rect">
                  <a:avLst/>
                </a:prstGeom>
                <a:blipFill>
                  <a:blip r:embed="rId8"/>
                  <a:stretch>
                    <a:fillRect/>
                  </a:stretch>
                </a:blipFill>
                <a:ln w="38100">
                  <a:noFill/>
                  <a:miter/>
                </a:ln>
              </p:spPr>
              <p:txBody>
                <a:bodyPr/>
                <a:lstStyle/>
                <a:p>
                  <a:r>
                    <a:rPr lang="zh-CN" altLang="en-US">
                      <a:noFill/>
                    </a:rPr>
                    <a:t> </a:t>
                  </a:r>
                </a:p>
              </p:txBody>
            </p:sp>
          </mc:Fallback>
        </mc:AlternateContent>
      </p:grpSp>
      <p:grpSp>
        <p:nvGrpSpPr>
          <p:cNvPr id="19481" name="Group 25"/>
          <p:cNvGrpSpPr/>
          <p:nvPr/>
        </p:nvGrpSpPr>
        <p:grpSpPr>
          <a:xfrm>
            <a:off x="76200" y="3200400"/>
            <a:ext cx="8991600" cy="1371600"/>
            <a:chOff x="144" y="2152"/>
            <a:chExt cx="5520" cy="728"/>
          </a:xfrm>
        </p:grpSpPr>
        <p:grpSp>
          <p:nvGrpSpPr>
            <p:cNvPr id="33801" name="Group 3"/>
            <p:cNvGrpSpPr/>
            <p:nvPr/>
          </p:nvGrpSpPr>
          <p:grpSpPr>
            <a:xfrm>
              <a:off x="3984" y="2152"/>
              <a:ext cx="1680" cy="308"/>
              <a:chOff x="3264" y="2016"/>
              <a:chExt cx="1680" cy="308"/>
            </a:xfrm>
          </p:grpSpPr>
          <p:sp>
            <p:nvSpPr>
              <p:cNvPr id="33806" name="Rectangle 4"/>
              <p:cNvSpPr/>
              <p:nvPr/>
            </p:nvSpPr>
            <p:spPr>
              <a:xfrm>
                <a:off x="3600" y="2016"/>
                <a:ext cx="884" cy="30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冗余律</a:t>
                </a:r>
              </a:p>
            </p:txBody>
          </p:sp>
          <p:sp>
            <p:nvSpPr>
              <p:cNvPr id="33807" name="Line 5"/>
              <p:cNvSpPr/>
              <p:nvPr/>
            </p:nvSpPr>
            <p:spPr>
              <a:xfrm>
                <a:off x="3264" y="2016"/>
                <a:ext cx="1680" cy="0"/>
              </a:xfrm>
              <a:prstGeom prst="line">
                <a:avLst/>
              </a:prstGeom>
              <a:ln w="28575" cap="flat" cmpd="sng">
                <a:solidFill>
                  <a:schemeClr val="tx1"/>
                </a:solidFill>
                <a:prstDash val="solid"/>
                <a:miter/>
                <a:headEnd type="none" w="med" len="med"/>
                <a:tailEnd type="triangle" w="med" len="med"/>
              </a:ln>
            </p:spPr>
          </p:sp>
        </p:grpSp>
        <p:sp>
          <p:nvSpPr>
            <p:cNvPr id="33802" name="Rectangle 6"/>
            <p:cNvSpPr/>
            <p:nvPr/>
          </p:nvSpPr>
          <p:spPr>
            <a:xfrm>
              <a:off x="4320" y="2496"/>
              <a:ext cx="862" cy="30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添加律</a:t>
              </a:r>
            </a:p>
          </p:txBody>
        </p:sp>
        <p:sp>
          <p:nvSpPr>
            <p:cNvPr id="33803" name="Line 7"/>
            <p:cNvSpPr/>
            <p:nvPr/>
          </p:nvSpPr>
          <p:spPr>
            <a:xfrm flipH="1">
              <a:off x="4032" y="2880"/>
              <a:ext cx="1584" cy="0"/>
            </a:xfrm>
            <a:prstGeom prst="line">
              <a:avLst/>
            </a:prstGeom>
            <a:ln w="28575" cap="flat" cmpd="sng">
              <a:solidFill>
                <a:schemeClr val="tx1"/>
              </a:solidFill>
              <a:prstDash val="solid"/>
              <a:miter/>
              <a:headEnd type="none" w="med" len="med"/>
              <a:tailEnd type="triangle" w="med" len="med"/>
            </a:ln>
          </p:spPr>
        </p:sp>
        <mc:AlternateContent xmlns:mc="http://schemas.openxmlformats.org/markup-compatibility/2006" xmlns:a14="http://schemas.microsoft.com/office/drawing/2010/main">
          <mc:Choice Requires="a14">
            <p:sp>
              <p:nvSpPr>
                <p:cNvPr id="33804" name="Object 14"/>
                <p:cNvSpPr txBox="1"/>
                <p:nvPr/>
              </p:nvSpPr>
              <p:spPr>
                <a:xfrm>
                  <a:off x="864" y="2160"/>
                  <a:ext cx="2444" cy="31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oMath>
                    </m:oMathPara>
                  </a14:m>
                  <a:endParaRPr lang="zh-CN" altLang="en-US"/>
                </a:p>
              </p:txBody>
            </p:sp>
          </mc:Choice>
          <mc:Fallback xmlns="">
            <p:sp>
              <p:nvSpPr>
                <p:cNvPr id="33804" name="Object 14"/>
                <p:cNvSpPr txBox="1">
                  <a:spLocks noRot="1" noChangeAspect="1" noMove="1" noResize="1" noEditPoints="1" noAdjustHandles="1" noChangeArrowheads="1" noChangeShapeType="1" noTextEdit="1"/>
                </p:cNvSpPr>
                <p:nvPr/>
              </p:nvSpPr>
              <p:spPr>
                <a:xfrm>
                  <a:off x="864" y="2160"/>
                  <a:ext cx="2444" cy="315"/>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05" name="Object 21"/>
                <p:cNvSpPr txBox="1"/>
                <p:nvPr/>
              </p:nvSpPr>
              <p:spPr>
                <a:xfrm>
                  <a:off x="144" y="2496"/>
                  <a:ext cx="3918" cy="35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3805" name="Object 21"/>
                <p:cNvSpPr txBox="1">
                  <a:spLocks noRot="1" noChangeAspect="1" noMove="1" noResize="1" noEditPoints="1" noAdjustHandles="1" noChangeArrowheads="1" noChangeShapeType="1" noTextEdit="1"/>
                </p:cNvSpPr>
                <p:nvPr/>
              </p:nvSpPr>
              <p:spPr>
                <a:xfrm>
                  <a:off x="144" y="2496"/>
                  <a:ext cx="3918" cy="352"/>
                </a:xfrm>
                <a:prstGeom prst="rect">
                  <a:avLst/>
                </a:prstGeom>
                <a:blipFill>
                  <a:blip r:embed="rId10"/>
                  <a:stretch>
                    <a:fillRect/>
                  </a:stretch>
                </a:blipFill>
                <a:ln w="38100">
                  <a:noFill/>
                  <a:miter/>
                </a:ln>
              </p:spPr>
              <p:txBody>
                <a:bodyPr/>
                <a:lstStyle/>
                <a:p>
                  <a:r>
                    <a:rPr lang="zh-CN" altLang="en-US">
                      <a:noFill/>
                    </a:rPr>
                    <a:t> </a:t>
                  </a:r>
                </a:p>
              </p:txBody>
            </p:sp>
          </mc:Fallback>
        </mc:AlternateContent>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58"/>
                                        </p:tgtEl>
                                        <p:attrNameLst>
                                          <p:attrName>style.visibility</p:attrName>
                                        </p:attrNameLst>
                                      </p:cBhvr>
                                      <p:to>
                                        <p:strVal val="visible"/>
                                      </p:to>
                                    </p:set>
                                    <p:anim calcmode="lin" valueType="num">
                                      <p:cBhvr additive="base">
                                        <p:cTn id="7" dur="500" fill="hold"/>
                                        <p:tgtEl>
                                          <p:spTgt spid="19458"/>
                                        </p:tgtEl>
                                        <p:attrNameLst>
                                          <p:attrName>ppt_x</p:attrName>
                                        </p:attrNameLst>
                                      </p:cBhvr>
                                      <p:tavLst>
                                        <p:tav tm="0">
                                          <p:val>
                                            <p:strVal val="0-#ppt_w/2"/>
                                          </p:val>
                                        </p:tav>
                                        <p:tav tm="100000">
                                          <p:val>
                                            <p:strVal val="#ppt_x"/>
                                          </p:val>
                                        </p:tav>
                                      </p:tavLst>
                                    </p:anim>
                                    <p:anim calcmode="lin" valueType="num">
                                      <p:cBhvr additive="base">
                                        <p:cTn id="8" dur="500" fill="hold"/>
                                        <p:tgtEl>
                                          <p:spTgt spid="1945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9478"/>
                                        </p:tgtEl>
                                        <p:attrNameLst>
                                          <p:attrName>style.visibility</p:attrName>
                                        </p:attrNameLst>
                                      </p:cBhvr>
                                      <p:to>
                                        <p:strVal val="visible"/>
                                      </p:to>
                                    </p:set>
                                    <p:animEffect transition="in" filter="dissolve">
                                      <p:cBhvr>
                                        <p:cTn id="13" dur="500"/>
                                        <p:tgtEl>
                                          <p:spTgt spid="19478"/>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9479"/>
                                        </p:tgtEl>
                                        <p:attrNameLst>
                                          <p:attrName>style.visibility</p:attrName>
                                        </p:attrNameLst>
                                      </p:cBhvr>
                                      <p:to>
                                        <p:strVal val="visible"/>
                                      </p:to>
                                    </p:set>
                                    <p:animEffect transition="in" filter="dissolve">
                                      <p:cBhvr>
                                        <p:cTn id="18" dur="500"/>
                                        <p:tgtEl>
                                          <p:spTgt spid="1947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9480"/>
                                        </p:tgtEl>
                                        <p:attrNameLst>
                                          <p:attrName>style.visibility</p:attrName>
                                        </p:attrNameLst>
                                      </p:cBhvr>
                                      <p:to>
                                        <p:strVal val="visible"/>
                                      </p:to>
                                    </p:set>
                                    <p:animEffect transition="in" filter="dissolve">
                                      <p:cBhvr>
                                        <p:cTn id="23" dur="500"/>
                                        <p:tgtEl>
                                          <p:spTgt spid="1948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9481"/>
                                        </p:tgtEl>
                                        <p:attrNameLst>
                                          <p:attrName>style.visibility</p:attrName>
                                        </p:attrNameLst>
                                      </p:cBhvr>
                                      <p:to>
                                        <p:strVal val="visible"/>
                                      </p:to>
                                    </p:set>
                                    <p:animEffect transition="in" filter="dissolve">
                                      <p:cBhvr>
                                        <p:cTn id="28" dur="500"/>
                                        <p:tgtEl>
                                          <p:spTgt spid="19481"/>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9464"/>
                                        </p:tgtEl>
                                        <p:attrNameLst>
                                          <p:attrName>style.visibility</p:attrName>
                                        </p:attrNameLst>
                                      </p:cBhvr>
                                      <p:to>
                                        <p:strVal val="visible"/>
                                      </p:to>
                                    </p:set>
                                    <p:animEffect transition="in" filter="box(in)">
                                      <p:cBhvr>
                                        <p:cTn id="33" dur="500"/>
                                        <p:tgtEl>
                                          <p:spTgt spid="19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nimBg="1"/>
      <p:bldP spid="1946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17</a:t>
            </a:fld>
            <a:endParaRPr lang="en-US" altLang="zh-CN" sz="1400" dirty="0"/>
          </a:p>
        </p:txBody>
      </p:sp>
      <mc:AlternateContent xmlns:mc="http://schemas.openxmlformats.org/markup-compatibility/2006" xmlns:a14="http://schemas.microsoft.com/office/drawing/2010/main">
        <mc:Choice Requires="a14">
          <p:sp>
            <p:nvSpPr>
              <p:cNvPr id="20496" name="Object 16"/>
              <p:cNvSpPr txBox="1"/>
              <p:nvPr/>
            </p:nvSpPr>
            <p:spPr>
              <a:xfrm>
                <a:off x="1122363" y="2133600"/>
                <a:ext cx="4191000" cy="7239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20496" name="Object 16"/>
              <p:cNvSpPr txBox="1">
                <a:spLocks noRot="1" noChangeAspect="1" noMove="1" noResize="1" noEditPoints="1" noAdjustHandles="1" noChangeArrowheads="1" noChangeShapeType="1" noTextEdit="1"/>
              </p:cNvSpPr>
              <p:nvPr/>
            </p:nvSpPr>
            <p:spPr>
              <a:xfrm>
                <a:off x="1122363" y="2133600"/>
                <a:ext cx="4191000" cy="723900"/>
              </a:xfrm>
              <a:prstGeom prst="rect">
                <a:avLst/>
              </a:prstGeom>
              <a:blipFill>
                <a:blip r:embed="rId3"/>
                <a:stretch>
                  <a:fillRect/>
                </a:stretch>
              </a:blipFill>
              <a:ln w="38100">
                <a:noFill/>
                <a:miter/>
              </a:ln>
            </p:spPr>
            <p:txBody>
              <a:bodyPr/>
              <a:lstStyle/>
              <a:p>
                <a:r>
                  <a:rPr lang="zh-CN" altLang="en-US">
                    <a:noFill/>
                  </a:rPr>
                  <a:t> </a:t>
                </a:r>
              </a:p>
            </p:txBody>
          </p:sp>
        </mc:Fallback>
      </mc:AlternateContent>
      <p:sp>
        <p:nvSpPr>
          <p:cNvPr id="20497" name="Rectangle 17"/>
          <p:cNvSpPr>
            <a:spLocks noChangeArrowheads="1"/>
          </p:cNvSpPr>
          <p:nvPr/>
        </p:nvSpPr>
        <p:spPr bwMode="auto">
          <a:xfrm>
            <a:off x="7315200" y="2230438"/>
            <a:ext cx="1403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 </a:t>
            </a:r>
            <a:r>
              <a:rPr kumimoji="1" lang="zh-CN" altLang="en-US"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右式</a:t>
            </a:r>
          </a:p>
        </p:txBody>
      </p:sp>
      <p:grpSp>
        <p:nvGrpSpPr>
          <p:cNvPr id="20512" name="Group 32"/>
          <p:cNvGrpSpPr/>
          <p:nvPr/>
        </p:nvGrpSpPr>
        <p:grpSpPr>
          <a:xfrm>
            <a:off x="304800" y="995363"/>
            <a:ext cx="4648200" cy="681037"/>
            <a:chOff x="192" y="627"/>
            <a:chExt cx="2928" cy="429"/>
          </a:xfrm>
        </p:grpSpPr>
        <mc:AlternateContent xmlns:mc="http://schemas.openxmlformats.org/markup-compatibility/2006" xmlns:a14="http://schemas.microsoft.com/office/drawing/2010/main">
          <mc:Choice Requires="a14">
            <p:sp>
              <p:nvSpPr>
                <p:cNvPr id="35862" name="Object 15"/>
                <p:cNvSpPr txBox="1"/>
                <p:nvPr/>
              </p:nvSpPr>
              <p:spPr>
                <a:xfrm>
                  <a:off x="960" y="627"/>
                  <a:ext cx="2160" cy="42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𝐵𝐶</m:t>
                        </m:r>
                      </m:oMath>
                    </m:oMathPara>
                  </a14:m>
                  <a:endParaRPr lang="zh-CN" altLang="en-US"/>
                </a:p>
              </p:txBody>
            </p:sp>
          </mc:Choice>
          <mc:Fallback xmlns="">
            <p:sp>
              <p:nvSpPr>
                <p:cNvPr id="35862" name="Object 15"/>
                <p:cNvSpPr txBox="1">
                  <a:spLocks noRot="1" noChangeAspect="1" noMove="1" noResize="1" noEditPoints="1" noAdjustHandles="1" noChangeArrowheads="1" noChangeShapeType="1" noTextEdit="1"/>
                </p:cNvSpPr>
                <p:nvPr/>
              </p:nvSpPr>
              <p:spPr>
                <a:xfrm>
                  <a:off x="960" y="627"/>
                  <a:ext cx="2160" cy="429"/>
                </a:xfrm>
                <a:prstGeom prst="rect">
                  <a:avLst/>
                </a:prstGeom>
                <a:blipFill>
                  <a:blip r:embed="rId4"/>
                  <a:stretch>
                    <a:fillRect/>
                  </a:stretch>
                </a:blipFill>
                <a:ln w="38100">
                  <a:noFill/>
                  <a:miter/>
                </a:ln>
              </p:spPr>
              <p:txBody>
                <a:bodyPr/>
                <a:lstStyle/>
                <a:p>
                  <a:r>
                    <a:rPr lang="zh-CN" altLang="en-US">
                      <a:noFill/>
                    </a:rPr>
                    <a:t> </a:t>
                  </a:r>
                </a:p>
              </p:txBody>
            </p:sp>
          </mc:Fallback>
        </mc:AlternateContent>
        <p:sp>
          <p:nvSpPr>
            <p:cNvPr id="20498" name="Rectangle 18"/>
            <p:cNvSpPr>
              <a:spLocks noChangeArrowheads="1"/>
            </p:cNvSpPr>
            <p:nvPr/>
          </p:nvSpPr>
          <p:spPr bwMode="auto">
            <a:xfrm>
              <a:off x="192" y="643"/>
              <a:ext cx="75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左式</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grpSp>
      <p:grpSp>
        <p:nvGrpSpPr>
          <p:cNvPr id="20513" name="Group 33"/>
          <p:cNvGrpSpPr/>
          <p:nvPr/>
        </p:nvGrpSpPr>
        <p:grpSpPr>
          <a:xfrm>
            <a:off x="381000" y="3124200"/>
            <a:ext cx="8382000" cy="650875"/>
            <a:chOff x="240" y="1968"/>
            <a:chExt cx="5280" cy="410"/>
          </a:xfrm>
        </p:grpSpPr>
        <p:sp>
          <p:nvSpPr>
            <p:cNvPr id="20500" name="Rectangle 20"/>
            <p:cNvSpPr>
              <a:spLocks noChangeArrowheads="1"/>
            </p:cNvSpPr>
            <p:nvPr/>
          </p:nvSpPr>
          <p:spPr bwMode="auto">
            <a:xfrm>
              <a:off x="240" y="1968"/>
              <a:ext cx="1536" cy="365"/>
            </a:xfrm>
            <a:prstGeom prst="rect">
              <a:avLst/>
            </a:prstGeom>
            <a:gradFill rotWithShape="0">
              <a:gsLst>
                <a:gs pos="0">
                  <a:schemeClr val="hlink"/>
                </a:gs>
                <a:gs pos="100000">
                  <a:schemeClr val="hlink">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冗余律推广：</a:t>
              </a:r>
            </a:p>
          </p:txBody>
        </p:sp>
        <mc:AlternateContent xmlns:mc="http://schemas.openxmlformats.org/markup-compatibility/2006" xmlns:a14="http://schemas.microsoft.com/office/drawing/2010/main">
          <mc:Choice Requires="a14">
            <p:sp>
              <p:nvSpPr>
                <p:cNvPr id="35861" name="Object 21"/>
                <p:cNvSpPr txBox="1"/>
                <p:nvPr/>
              </p:nvSpPr>
              <p:spPr>
                <a:xfrm>
                  <a:off x="1803" y="1968"/>
                  <a:ext cx="3717" cy="41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𝐵𝐶𝐷</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𝐸</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𝐺</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𝐻</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oMath>
                    </m:oMathPara>
                  </a14:m>
                  <a:endParaRPr lang="zh-CN" altLang="en-US" dirty="0"/>
                </a:p>
              </p:txBody>
            </p:sp>
          </mc:Choice>
          <mc:Fallback xmlns="">
            <p:sp>
              <p:nvSpPr>
                <p:cNvPr id="35861" name="Object 21"/>
                <p:cNvSpPr txBox="1">
                  <a:spLocks noRot="1" noChangeAspect="1" noMove="1" noResize="1" noEditPoints="1" noAdjustHandles="1" noChangeArrowheads="1" noChangeShapeType="1" noTextEdit="1"/>
                </p:cNvSpPr>
                <p:nvPr/>
              </p:nvSpPr>
              <p:spPr>
                <a:xfrm>
                  <a:off x="1803" y="1968"/>
                  <a:ext cx="3717" cy="410"/>
                </a:xfrm>
                <a:prstGeom prst="rect">
                  <a:avLst/>
                </a:prstGeom>
                <a:blipFill>
                  <a:blip r:embed="rId5"/>
                  <a:stretch>
                    <a:fillRect/>
                  </a:stretch>
                </a:blipFill>
                <a:ln w="38100">
                  <a:noFill/>
                  <a:miter/>
                </a:ln>
              </p:spPr>
              <p:txBody>
                <a:bodyPr/>
                <a:lstStyle/>
                <a:p>
                  <a:r>
                    <a:rPr lang="zh-CN" altLang="en-US">
                      <a:noFill/>
                    </a:rPr>
                    <a:t> </a:t>
                  </a:r>
                </a:p>
              </p:txBody>
            </p:sp>
          </mc:Fallback>
        </mc:AlternateContent>
      </p:grpSp>
      <p:sp>
        <p:nvSpPr>
          <p:cNvPr id="20503" name="Rectangle 23"/>
          <p:cNvSpPr>
            <a:spLocks noChangeArrowheads="1"/>
          </p:cNvSpPr>
          <p:nvPr/>
        </p:nvSpPr>
        <p:spPr bwMode="auto">
          <a:xfrm>
            <a:off x="304800" y="3840163"/>
            <a:ext cx="1403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证明：</a:t>
            </a:r>
          </a:p>
        </p:txBody>
      </p:sp>
      <p:grpSp>
        <p:nvGrpSpPr>
          <p:cNvPr id="20550" name="Group 70"/>
          <p:cNvGrpSpPr/>
          <p:nvPr/>
        </p:nvGrpSpPr>
        <p:grpSpPr>
          <a:xfrm>
            <a:off x="1535113" y="3810000"/>
            <a:ext cx="6542087" cy="687388"/>
            <a:chOff x="967" y="2400"/>
            <a:chExt cx="4121" cy="433"/>
          </a:xfrm>
        </p:grpSpPr>
        <mc:AlternateContent xmlns:mc="http://schemas.openxmlformats.org/markup-compatibility/2006" xmlns:a14="http://schemas.microsoft.com/office/drawing/2010/main">
          <mc:Choice Requires="a14">
            <p:sp>
              <p:nvSpPr>
                <p:cNvPr id="35858" name="Object 22"/>
                <p:cNvSpPr txBox="1"/>
                <p:nvPr/>
              </p:nvSpPr>
              <p:spPr>
                <a:xfrm>
                  <a:off x="1543" y="2400"/>
                  <a:ext cx="3545" cy="43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𝐵𝐶𝐷</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𝐸</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𝐺</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𝐻</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𝐵𝐶</m:t>
                        </m:r>
                      </m:oMath>
                    </m:oMathPara>
                  </a14:m>
                  <a:endParaRPr lang="zh-CN" altLang="en-US"/>
                </a:p>
              </p:txBody>
            </p:sp>
          </mc:Choice>
          <mc:Fallback xmlns="">
            <p:sp>
              <p:nvSpPr>
                <p:cNvPr id="35858" name="Object 22"/>
                <p:cNvSpPr txBox="1">
                  <a:spLocks noRot="1" noChangeAspect="1" noMove="1" noResize="1" noEditPoints="1" noAdjustHandles="1" noChangeArrowheads="1" noChangeShapeType="1" noTextEdit="1"/>
                </p:cNvSpPr>
                <p:nvPr/>
              </p:nvSpPr>
              <p:spPr>
                <a:xfrm>
                  <a:off x="1543" y="2400"/>
                  <a:ext cx="3545" cy="433"/>
                </a:xfrm>
                <a:prstGeom prst="rect">
                  <a:avLst/>
                </a:prstGeom>
                <a:blipFill>
                  <a:blip r:embed="rId6"/>
                  <a:stretch>
                    <a:fillRect/>
                  </a:stretch>
                </a:blipFill>
                <a:ln w="38100">
                  <a:noFill/>
                  <a:miter/>
                </a:ln>
              </p:spPr>
              <p:txBody>
                <a:bodyPr/>
                <a:lstStyle/>
                <a:p>
                  <a:r>
                    <a:rPr lang="zh-CN" altLang="en-US">
                      <a:noFill/>
                    </a:rPr>
                    <a:t> </a:t>
                  </a:r>
                </a:p>
              </p:txBody>
            </p:sp>
          </mc:Fallback>
        </mc:AlternateContent>
        <p:sp>
          <p:nvSpPr>
            <p:cNvPr id="20504" name="Rectangle 24"/>
            <p:cNvSpPr>
              <a:spLocks noChangeArrowheads="1"/>
            </p:cNvSpPr>
            <p:nvPr/>
          </p:nvSpPr>
          <p:spPr bwMode="auto">
            <a:xfrm>
              <a:off x="967" y="2419"/>
              <a:ext cx="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左式</a:t>
              </a:r>
            </a:p>
          </p:txBody>
        </p:sp>
      </p:grpSp>
      <mc:AlternateContent xmlns:mc="http://schemas.openxmlformats.org/markup-compatibility/2006" xmlns:a14="http://schemas.microsoft.com/office/drawing/2010/main">
        <mc:Choice Requires="a14">
          <p:sp>
            <p:nvSpPr>
              <p:cNvPr id="20505" name="Object 25"/>
              <p:cNvSpPr txBox="1"/>
              <p:nvPr/>
            </p:nvSpPr>
            <p:spPr>
              <a:xfrm>
                <a:off x="2473325" y="4419600"/>
                <a:ext cx="5562600" cy="69056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𝐵𝐶</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𝐷</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𝐸</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𝐺</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𝐻</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20505" name="Object 25"/>
              <p:cNvSpPr txBox="1">
                <a:spLocks noRot="1" noChangeAspect="1" noMove="1" noResize="1" noEditPoints="1" noAdjustHandles="1" noChangeArrowheads="1" noChangeShapeType="1" noTextEdit="1"/>
              </p:cNvSpPr>
              <p:nvPr/>
            </p:nvSpPr>
            <p:spPr>
              <a:xfrm>
                <a:off x="2473325" y="4419600"/>
                <a:ext cx="5562600" cy="690563"/>
              </a:xfrm>
              <a:prstGeom prst="rect">
                <a:avLst/>
              </a:prstGeom>
              <a:blipFill>
                <a:blip r:embed="rId7"/>
                <a:stretch>
                  <a:fillRect/>
                </a:stretch>
              </a:blipFill>
              <a:ln w="38100">
                <a:noFill/>
                <a:miter/>
              </a:ln>
            </p:spPr>
            <p:txBody>
              <a:bodyPr/>
              <a:lstStyle/>
              <a:p>
                <a:r>
                  <a:rPr lang="zh-CN" altLang="en-US">
                    <a:noFill/>
                  </a:rPr>
                  <a:t> </a:t>
                </a:r>
              </a:p>
            </p:txBody>
          </p:sp>
        </mc:Fallback>
      </mc:AlternateContent>
      <p:sp>
        <p:nvSpPr>
          <p:cNvPr id="20506" name="Rectangle 26"/>
          <p:cNvSpPr>
            <a:spLocks noChangeArrowheads="1"/>
          </p:cNvSpPr>
          <p:nvPr/>
        </p:nvSpPr>
        <p:spPr bwMode="auto">
          <a:xfrm>
            <a:off x="4572000" y="5749925"/>
            <a:ext cx="1403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 </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右式</a:t>
            </a:r>
          </a:p>
        </p:txBody>
      </p:sp>
      <mc:AlternateContent xmlns:mc="http://schemas.openxmlformats.org/markup-compatibility/2006" xmlns:a14="http://schemas.microsoft.com/office/drawing/2010/main">
        <mc:Choice Requires="a14">
          <p:sp>
            <p:nvSpPr>
              <p:cNvPr id="20508" name="Object 28"/>
              <p:cNvSpPr txBox="1"/>
              <p:nvPr/>
            </p:nvSpPr>
            <p:spPr>
              <a:xfrm>
                <a:off x="1111250" y="1600200"/>
                <a:ext cx="4070350" cy="60483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𝐵𝐶</m:t>
                      </m:r>
                    </m:oMath>
                  </m:oMathPara>
                </a14:m>
                <a:endParaRPr lang="zh-CN" altLang="en-US"/>
              </a:p>
            </p:txBody>
          </p:sp>
        </mc:Choice>
        <mc:Fallback xmlns="">
          <p:sp>
            <p:nvSpPr>
              <p:cNvPr id="20508" name="Object 28"/>
              <p:cNvSpPr txBox="1">
                <a:spLocks noRot="1" noChangeAspect="1" noMove="1" noResize="1" noEditPoints="1" noAdjustHandles="1" noChangeArrowheads="1" noChangeShapeType="1" noTextEdit="1"/>
              </p:cNvSpPr>
              <p:nvPr/>
            </p:nvSpPr>
            <p:spPr>
              <a:xfrm>
                <a:off x="1111250" y="1600200"/>
                <a:ext cx="4070350" cy="604838"/>
              </a:xfrm>
              <a:prstGeom prst="rect">
                <a:avLst/>
              </a:prstGeom>
              <a:blipFill>
                <a:blip r:embed="rId8"/>
                <a:stretch>
                  <a:fillRect/>
                </a:stretch>
              </a:blipFill>
              <a:ln w="38100">
                <a:noFill/>
                <a:miter/>
              </a:ln>
            </p:spPr>
            <p:txBody>
              <a:bodyPr/>
              <a:lstStyle/>
              <a:p>
                <a:r>
                  <a:rPr lang="zh-CN" altLang="en-US">
                    <a:noFill/>
                  </a:rPr>
                  <a:t> </a:t>
                </a:r>
              </a:p>
            </p:txBody>
          </p:sp>
        </mc:Fallback>
      </mc:AlternateContent>
      <p:grpSp>
        <p:nvGrpSpPr>
          <p:cNvPr id="20511" name="Group 31"/>
          <p:cNvGrpSpPr/>
          <p:nvPr/>
        </p:nvGrpSpPr>
        <p:grpSpPr>
          <a:xfrm>
            <a:off x="381000" y="315913"/>
            <a:ext cx="6858000" cy="598487"/>
            <a:chOff x="240" y="199"/>
            <a:chExt cx="4320" cy="377"/>
          </a:xfrm>
        </p:grpSpPr>
        <p:sp>
          <p:nvSpPr>
            <p:cNvPr id="20499" name="Rectangle 19"/>
            <p:cNvSpPr>
              <a:spLocks noChangeArrowheads="1"/>
            </p:cNvSpPr>
            <p:nvPr/>
          </p:nvSpPr>
          <p:spPr bwMode="auto">
            <a:xfrm>
              <a:off x="240" y="211"/>
              <a:ext cx="1536" cy="365"/>
            </a:xfrm>
            <a:prstGeom prst="rect">
              <a:avLst/>
            </a:prstGeom>
            <a:gradFill rotWithShape="0">
              <a:gsLst>
                <a:gs pos="0">
                  <a:schemeClr val="hlink"/>
                </a:gs>
                <a:gs pos="100000">
                  <a:schemeClr val="hlink">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证明冗余律：</a:t>
              </a:r>
            </a:p>
          </p:txBody>
        </p:sp>
        <mc:AlternateContent xmlns:mc="http://schemas.openxmlformats.org/markup-compatibility/2006" xmlns:a14="http://schemas.microsoft.com/office/drawing/2010/main">
          <mc:Choice Requires="a14">
            <p:sp>
              <p:nvSpPr>
                <p:cNvPr id="35857" name="Object 29"/>
                <p:cNvSpPr txBox="1"/>
                <p:nvPr/>
              </p:nvSpPr>
              <p:spPr>
                <a:xfrm>
                  <a:off x="1776" y="199"/>
                  <a:ext cx="2784" cy="37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oMath>
                    </m:oMathPara>
                  </a14:m>
                  <a:endParaRPr lang="zh-CN" altLang="en-US"/>
                </a:p>
              </p:txBody>
            </p:sp>
          </mc:Choice>
          <mc:Fallback xmlns="">
            <p:sp>
              <p:nvSpPr>
                <p:cNvPr id="35857" name="Object 29"/>
                <p:cNvSpPr txBox="1">
                  <a:spLocks noRot="1" noChangeAspect="1" noMove="1" noResize="1" noEditPoints="1" noAdjustHandles="1" noChangeArrowheads="1" noChangeShapeType="1" noTextEdit="1"/>
                </p:cNvSpPr>
                <p:nvPr/>
              </p:nvSpPr>
              <p:spPr>
                <a:xfrm>
                  <a:off x="1776" y="199"/>
                  <a:ext cx="2784" cy="377"/>
                </a:xfrm>
                <a:prstGeom prst="rect">
                  <a:avLst/>
                </a:prstGeom>
                <a:blipFill>
                  <a:blip r:embed="rId9"/>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0510" name="Object 30"/>
              <p:cNvSpPr txBox="1"/>
              <p:nvPr/>
            </p:nvSpPr>
            <p:spPr>
              <a:xfrm>
                <a:off x="5257800" y="2149475"/>
                <a:ext cx="2101850" cy="64928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oMath>
                  </m:oMathPara>
                </a14:m>
                <a:endParaRPr lang="zh-CN" altLang="en-US"/>
              </a:p>
            </p:txBody>
          </p:sp>
        </mc:Choice>
        <mc:Fallback xmlns="">
          <p:sp>
            <p:nvSpPr>
              <p:cNvPr id="20510" name="Object 30"/>
              <p:cNvSpPr txBox="1">
                <a:spLocks noRot="1" noChangeAspect="1" noMove="1" noResize="1" noEditPoints="1" noAdjustHandles="1" noChangeArrowheads="1" noChangeShapeType="1" noTextEdit="1"/>
              </p:cNvSpPr>
              <p:nvPr/>
            </p:nvSpPr>
            <p:spPr>
              <a:xfrm>
                <a:off x="5257800" y="2149475"/>
                <a:ext cx="2101850" cy="649288"/>
              </a:xfrm>
              <a:prstGeom prst="rect">
                <a:avLst/>
              </a:prstGeom>
              <a:blipFill>
                <a:blip r:embed="rId10"/>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548" name="Object 68"/>
              <p:cNvSpPr txBox="1"/>
              <p:nvPr/>
            </p:nvSpPr>
            <p:spPr>
              <a:xfrm>
                <a:off x="2473325" y="5048250"/>
                <a:ext cx="2889250" cy="59055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𝐵𝐶</m:t>
                      </m:r>
                    </m:oMath>
                  </m:oMathPara>
                </a14:m>
                <a:endParaRPr lang="zh-CN" altLang="en-US"/>
              </a:p>
            </p:txBody>
          </p:sp>
        </mc:Choice>
        <mc:Fallback xmlns="">
          <p:sp>
            <p:nvSpPr>
              <p:cNvPr id="20548" name="Object 68"/>
              <p:cNvSpPr txBox="1">
                <a:spLocks noRot="1" noChangeAspect="1" noMove="1" noResize="1" noEditPoints="1" noAdjustHandles="1" noChangeArrowheads="1" noChangeShapeType="1" noTextEdit="1"/>
              </p:cNvSpPr>
              <p:nvPr/>
            </p:nvSpPr>
            <p:spPr>
              <a:xfrm>
                <a:off x="2473325" y="5048250"/>
                <a:ext cx="2889250" cy="590550"/>
              </a:xfrm>
              <a:prstGeom prst="rect">
                <a:avLst/>
              </a:prstGeom>
              <a:blipFill>
                <a:blip r:embed="rId11"/>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549" name="Object 69"/>
              <p:cNvSpPr txBox="1"/>
              <p:nvPr/>
            </p:nvSpPr>
            <p:spPr>
              <a:xfrm>
                <a:off x="2487613" y="5694363"/>
                <a:ext cx="2025650" cy="62547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oMath>
                  </m:oMathPara>
                </a14:m>
                <a:endParaRPr lang="zh-CN" altLang="en-US"/>
              </a:p>
            </p:txBody>
          </p:sp>
        </mc:Choice>
        <mc:Fallback xmlns="">
          <p:sp>
            <p:nvSpPr>
              <p:cNvPr id="20549" name="Object 69"/>
              <p:cNvSpPr txBox="1">
                <a:spLocks noRot="1" noChangeAspect="1" noMove="1" noResize="1" noEditPoints="1" noAdjustHandles="1" noChangeArrowheads="1" noChangeShapeType="1" noTextEdit="1"/>
              </p:cNvSpPr>
              <p:nvPr/>
            </p:nvSpPr>
            <p:spPr>
              <a:xfrm>
                <a:off x="2487613" y="5694363"/>
                <a:ext cx="2025650" cy="625475"/>
              </a:xfrm>
              <a:prstGeom prst="rect">
                <a:avLst/>
              </a:prstGeom>
              <a:blipFill>
                <a:blip r:embed="rId12"/>
                <a:stretch>
                  <a:fillRect/>
                </a:stretch>
              </a:blipFill>
              <a:ln w="38100">
                <a:noFill/>
                <a:miter/>
              </a:ln>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511"/>
                                        </p:tgtEl>
                                        <p:attrNameLst>
                                          <p:attrName>style.visibility</p:attrName>
                                        </p:attrNameLst>
                                      </p:cBhvr>
                                      <p:to>
                                        <p:strVal val="visible"/>
                                      </p:to>
                                    </p:set>
                                    <p:anim calcmode="lin" valueType="num">
                                      <p:cBhvr additive="base">
                                        <p:cTn id="7" dur="500" fill="hold"/>
                                        <p:tgtEl>
                                          <p:spTgt spid="20511"/>
                                        </p:tgtEl>
                                        <p:attrNameLst>
                                          <p:attrName>ppt_x</p:attrName>
                                        </p:attrNameLst>
                                      </p:cBhvr>
                                      <p:tavLst>
                                        <p:tav tm="0">
                                          <p:val>
                                            <p:strVal val="0-#ppt_w/2"/>
                                          </p:val>
                                        </p:tav>
                                        <p:tav tm="100000">
                                          <p:val>
                                            <p:strVal val="#ppt_x"/>
                                          </p:val>
                                        </p:tav>
                                      </p:tavLst>
                                    </p:anim>
                                    <p:anim calcmode="lin" valueType="num">
                                      <p:cBhvr additive="base">
                                        <p:cTn id="8" dur="500" fill="hold"/>
                                        <p:tgtEl>
                                          <p:spTgt spid="205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0512"/>
                                        </p:tgtEl>
                                        <p:attrNameLst>
                                          <p:attrName>style.visibility</p:attrName>
                                        </p:attrNameLst>
                                      </p:cBhvr>
                                      <p:to>
                                        <p:strVal val="visible"/>
                                      </p:to>
                                    </p:set>
                                    <p:animEffect transition="in" filter="wipe(left)">
                                      <p:cBhvr>
                                        <p:cTn id="13" dur="500"/>
                                        <p:tgtEl>
                                          <p:spTgt spid="2051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0497"/>
                                        </p:tgtEl>
                                        <p:attrNameLst>
                                          <p:attrName>style.visibility</p:attrName>
                                        </p:attrNameLst>
                                      </p:cBhvr>
                                      <p:to>
                                        <p:strVal val="visible"/>
                                      </p:to>
                                    </p:set>
                                    <p:animEffect transition="in" filter="wipe(left)">
                                      <p:cBhvr>
                                        <p:cTn id="18" dur="500"/>
                                        <p:tgtEl>
                                          <p:spTgt spid="2049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20513"/>
                                        </p:tgtEl>
                                        <p:attrNameLst>
                                          <p:attrName>style.visibility</p:attrName>
                                        </p:attrNameLst>
                                      </p:cBhvr>
                                      <p:to>
                                        <p:strVal val="visible"/>
                                      </p:to>
                                    </p:set>
                                    <p:anim calcmode="lin" valueType="num">
                                      <p:cBhvr additive="base">
                                        <p:cTn id="23" dur="500" fill="hold"/>
                                        <p:tgtEl>
                                          <p:spTgt spid="20513"/>
                                        </p:tgtEl>
                                        <p:attrNameLst>
                                          <p:attrName>ppt_x</p:attrName>
                                        </p:attrNameLst>
                                      </p:cBhvr>
                                      <p:tavLst>
                                        <p:tav tm="0">
                                          <p:val>
                                            <p:strVal val="0-#ppt_w/2"/>
                                          </p:val>
                                        </p:tav>
                                        <p:tav tm="100000">
                                          <p:val>
                                            <p:strVal val="#ppt_x"/>
                                          </p:val>
                                        </p:tav>
                                      </p:tavLst>
                                    </p:anim>
                                    <p:anim calcmode="lin" valueType="num">
                                      <p:cBhvr additive="base">
                                        <p:cTn id="24" dur="500" fill="hold"/>
                                        <p:tgtEl>
                                          <p:spTgt spid="20513"/>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0503"/>
                                        </p:tgtEl>
                                        <p:attrNameLst>
                                          <p:attrName>style.visibility</p:attrName>
                                        </p:attrNameLst>
                                      </p:cBhvr>
                                      <p:to>
                                        <p:strVal val="visible"/>
                                      </p:to>
                                    </p:set>
                                    <p:anim calcmode="lin" valueType="num">
                                      <p:cBhvr additive="base">
                                        <p:cTn id="29" dur="500" fill="hold"/>
                                        <p:tgtEl>
                                          <p:spTgt spid="20503"/>
                                        </p:tgtEl>
                                        <p:attrNameLst>
                                          <p:attrName>ppt_x</p:attrName>
                                        </p:attrNameLst>
                                      </p:cBhvr>
                                      <p:tavLst>
                                        <p:tav tm="0">
                                          <p:val>
                                            <p:strVal val="0-#ppt_w/2"/>
                                          </p:val>
                                        </p:tav>
                                        <p:tav tm="100000">
                                          <p:val>
                                            <p:strVal val="#ppt_x"/>
                                          </p:val>
                                        </p:tav>
                                      </p:tavLst>
                                    </p:anim>
                                    <p:anim calcmode="lin" valueType="num">
                                      <p:cBhvr additive="base">
                                        <p:cTn id="30" dur="500" fill="hold"/>
                                        <p:tgtEl>
                                          <p:spTgt spid="20503"/>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0550"/>
                                        </p:tgtEl>
                                        <p:attrNameLst>
                                          <p:attrName>style.visibility</p:attrName>
                                        </p:attrNameLst>
                                      </p:cBhvr>
                                      <p:to>
                                        <p:strVal val="visible"/>
                                      </p:to>
                                    </p:set>
                                    <p:animEffect transition="in" filter="wipe(left)">
                                      <p:cBhvr>
                                        <p:cTn id="35" dur="500"/>
                                        <p:tgtEl>
                                          <p:spTgt spid="2055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0506"/>
                                        </p:tgtEl>
                                        <p:attrNameLst>
                                          <p:attrName>style.visibility</p:attrName>
                                        </p:attrNameLst>
                                      </p:cBhvr>
                                      <p:to>
                                        <p:strVal val="visible"/>
                                      </p:to>
                                    </p:set>
                                    <p:animEffect transition="in" filter="wipe(left)">
                                      <p:cBhvr>
                                        <p:cTn id="40" dur="500"/>
                                        <p:tgtEl>
                                          <p:spTgt spid="20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7" grpId="0"/>
      <p:bldP spid="20503" grpId="0"/>
      <p:bldP spid="2050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18</a:t>
            </a:fld>
            <a:endParaRPr lang="en-US" altLang="zh-CN" sz="1400" dirty="0"/>
          </a:p>
        </p:txBody>
      </p:sp>
      <p:sp>
        <p:nvSpPr>
          <p:cNvPr id="30722" name="Rectangle 2"/>
          <p:cNvSpPr/>
          <p:nvPr/>
        </p:nvSpPr>
        <p:spPr>
          <a:xfrm>
            <a:off x="228600" y="228600"/>
            <a:ext cx="7543800" cy="762000"/>
          </a:xfrm>
          <a:prstGeom prst="rect">
            <a:avLst/>
          </a:prstGeom>
          <a:solidFill>
            <a:srgbClr val="FFFF00"/>
          </a:solidFill>
          <a:ln w="9525">
            <a:noFill/>
          </a:ln>
        </p:spPr>
        <p:txBody>
          <a:bodyPr anchor="b">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4400" b="1" dirty="0">
                <a:solidFill>
                  <a:schemeClr val="tx2"/>
                </a:solidFill>
                <a:latin typeface="黑体" panose="02010609060101010101" pitchFamily="49" charset="-122"/>
                <a:ea typeface="黑体" panose="02010609060101010101" pitchFamily="49" charset="-122"/>
              </a:rPr>
              <a:t>2.2.3 </a:t>
            </a:r>
            <a:r>
              <a:rPr lang="zh-CN" altLang="en-US" sz="4400" b="1" dirty="0">
                <a:solidFill>
                  <a:schemeClr val="tx2"/>
                </a:solidFill>
                <a:latin typeface="黑体" panose="02010609060101010101" pitchFamily="49" charset="-122"/>
                <a:ea typeface="黑体" panose="02010609060101010101" pitchFamily="49" charset="-122"/>
              </a:rPr>
              <a:t>几种导出</a:t>
            </a:r>
            <a:r>
              <a:rPr lang="en-US" altLang="zh-CN" sz="4400" b="1" dirty="0">
                <a:solidFill>
                  <a:schemeClr val="tx2"/>
                </a:solidFill>
                <a:latin typeface="黑体" panose="02010609060101010101" pitchFamily="49" charset="-122"/>
                <a:ea typeface="黑体" panose="02010609060101010101" pitchFamily="49" charset="-122"/>
              </a:rPr>
              <a:t>(</a:t>
            </a:r>
            <a:r>
              <a:rPr lang="zh-CN" altLang="en-US" sz="4400" b="1" dirty="0">
                <a:solidFill>
                  <a:schemeClr val="tx2"/>
                </a:solidFill>
                <a:latin typeface="黑体" panose="02010609060101010101" pitchFamily="49" charset="-122"/>
                <a:ea typeface="黑体" panose="02010609060101010101" pitchFamily="49" charset="-122"/>
              </a:rPr>
              <a:t>复合</a:t>
            </a:r>
            <a:r>
              <a:rPr lang="en-US" altLang="zh-CN" sz="4400" b="1" dirty="0">
                <a:solidFill>
                  <a:schemeClr val="tx2"/>
                </a:solidFill>
                <a:latin typeface="黑体" panose="02010609060101010101" pitchFamily="49" charset="-122"/>
                <a:ea typeface="黑体" panose="02010609060101010101" pitchFamily="49" charset="-122"/>
              </a:rPr>
              <a:t>)</a:t>
            </a:r>
            <a:r>
              <a:rPr lang="zh-CN" altLang="en-US" sz="4400" b="1" dirty="0">
                <a:solidFill>
                  <a:schemeClr val="tx2"/>
                </a:solidFill>
                <a:latin typeface="黑体" panose="02010609060101010101" pitchFamily="49" charset="-122"/>
                <a:ea typeface="黑体" panose="02010609060101010101" pitchFamily="49" charset="-122"/>
              </a:rPr>
              <a:t>的运算</a:t>
            </a:r>
            <a:endParaRPr lang="zh-CN" altLang="en-US" sz="4400" b="1" dirty="0">
              <a:solidFill>
                <a:schemeClr val="tx2"/>
              </a:solidFill>
            </a:endParaRPr>
          </a:p>
        </p:txBody>
      </p:sp>
      <p:grpSp>
        <p:nvGrpSpPr>
          <p:cNvPr id="30815" name="Group 95"/>
          <p:cNvGrpSpPr/>
          <p:nvPr/>
        </p:nvGrpSpPr>
        <p:grpSpPr>
          <a:xfrm>
            <a:off x="152400" y="4495800"/>
            <a:ext cx="3968750" cy="1189038"/>
            <a:chOff x="336" y="2832"/>
            <a:chExt cx="2500" cy="749"/>
          </a:xfrm>
        </p:grpSpPr>
        <p:sp>
          <p:nvSpPr>
            <p:cNvPr id="56405" name="Rectangle 3"/>
            <p:cNvSpPr/>
            <p:nvPr/>
          </p:nvSpPr>
          <p:spPr>
            <a:xfrm>
              <a:off x="1584" y="3007"/>
              <a:ext cx="240" cy="528"/>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406" name="Rectangle 4"/>
            <p:cNvSpPr/>
            <p:nvPr/>
          </p:nvSpPr>
          <p:spPr>
            <a:xfrm>
              <a:off x="1008" y="3007"/>
              <a:ext cx="240" cy="528"/>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407" name="Line 5"/>
            <p:cNvSpPr/>
            <p:nvPr/>
          </p:nvSpPr>
          <p:spPr>
            <a:xfrm flipH="1">
              <a:off x="1248" y="3247"/>
              <a:ext cx="336" cy="0"/>
            </a:xfrm>
            <a:prstGeom prst="line">
              <a:avLst/>
            </a:prstGeom>
            <a:ln w="9525" cap="flat" cmpd="sng">
              <a:solidFill>
                <a:schemeClr val="tx1"/>
              </a:solidFill>
              <a:prstDash val="solid"/>
              <a:miter/>
              <a:headEnd type="none" w="med" len="med"/>
              <a:tailEnd type="none" w="med" len="med"/>
            </a:ln>
          </p:spPr>
        </p:sp>
        <p:sp>
          <p:nvSpPr>
            <p:cNvPr id="56408" name="Oval 6"/>
            <p:cNvSpPr/>
            <p:nvPr/>
          </p:nvSpPr>
          <p:spPr>
            <a:xfrm>
              <a:off x="1824" y="3199"/>
              <a:ext cx="96" cy="96"/>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409" name="Line 7"/>
            <p:cNvSpPr/>
            <p:nvPr/>
          </p:nvSpPr>
          <p:spPr>
            <a:xfrm flipH="1">
              <a:off x="672" y="3151"/>
              <a:ext cx="336" cy="0"/>
            </a:xfrm>
            <a:prstGeom prst="line">
              <a:avLst/>
            </a:prstGeom>
            <a:ln w="9525" cap="flat" cmpd="sng">
              <a:solidFill>
                <a:schemeClr val="tx1"/>
              </a:solidFill>
              <a:prstDash val="solid"/>
              <a:miter/>
              <a:headEnd type="none" w="med" len="med"/>
              <a:tailEnd type="none" w="med" len="med"/>
            </a:ln>
          </p:spPr>
        </p:sp>
        <p:sp>
          <p:nvSpPr>
            <p:cNvPr id="56410" name="Line 8"/>
            <p:cNvSpPr/>
            <p:nvPr/>
          </p:nvSpPr>
          <p:spPr>
            <a:xfrm flipH="1">
              <a:off x="672" y="3343"/>
              <a:ext cx="336" cy="0"/>
            </a:xfrm>
            <a:prstGeom prst="line">
              <a:avLst/>
            </a:prstGeom>
            <a:ln w="9525" cap="flat" cmpd="sng">
              <a:solidFill>
                <a:schemeClr val="tx1"/>
              </a:solidFill>
              <a:prstDash val="solid"/>
              <a:miter/>
              <a:headEnd type="none" w="med" len="med"/>
              <a:tailEnd type="none" w="med" len="med"/>
            </a:ln>
          </p:spPr>
        </p:sp>
        <p:sp>
          <p:nvSpPr>
            <p:cNvPr id="56411" name="Line 9"/>
            <p:cNvSpPr/>
            <p:nvPr/>
          </p:nvSpPr>
          <p:spPr>
            <a:xfrm>
              <a:off x="1920" y="3247"/>
              <a:ext cx="240" cy="0"/>
            </a:xfrm>
            <a:prstGeom prst="line">
              <a:avLst/>
            </a:prstGeom>
            <a:ln w="9525" cap="flat" cmpd="sng">
              <a:solidFill>
                <a:schemeClr val="tx1"/>
              </a:solidFill>
              <a:prstDash val="solid"/>
              <a:miter/>
              <a:headEnd type="none" w="med" len="med"/>
              <a:tailEnd type="none" w="med" len="med"/>
            </a:ln>
          </p:spPr>
        </p:sp>
        <p:sp>
          <p:nvSpPr>
            <p:cNvPr id="56412" name="Rectangle 22"/>
            <p:cNvSpPr/>
            <p:nvPr/>
          </p:nvSpPr>
          <p:spPr>
            <a:xfrm>
              <a:off x="912" y="3062"/>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t>
              </a:r>
            </a:p>
          </p:txBody>
        </p:sp>
        <p:sp>
          <p:nvSpPr>
            <p:cNvPr id="56413" name="Rectangle 25"/>
            <p:cNvSpPr/>
            <p:nvPr/>
          </p:nvSpPr>
          <p:spPr>
            <a:xfrm>
              <a:off x="1824" y="2870"/>
              <a:ext cx="101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F</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A</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B</a:t>
              </a:r>
            </a:p>
          </p:txBody>
        </p:sp>
        <p:sp>
          <p:nvSpPr>
            <p:cNvPr id="56414" name="Rectangle 26"/>
            <p:cNvSpPr/>
            <p:nvPr/>
          </p:nvSpPr>
          <p:spPr>
            <a:xfrm>
              <a:off x="336" y="2832"/>
              <a:ext cx="50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 </a:t>
              </a:r>
            </a:p>
          </p:txBody>
        </p:sp>
        <p:sp>
          <p:nvSpPr>
            <p:cNvPr id="56415" name="Rectangle 29"/>
            <p:cNvSpPr/>
            <p:nvPr/>
          </p:nvSpPr>
          <p:spPr>
            <a:xfrm>
              <a:off x="336" y="3216"/>
              <a:ext cx="3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B</a:t>
              </a:r>
            </a:p>
          </p:txBody>
        </p:sp>
        <p:sp>
          <p:nvSpPr>
            <p:cNvPr id="56416" name="Line 33"/>
            <p:cNvSpPr/>
            <p:nvPr/>
          </p:nvSpPr>
          <p:spPr>
            <a:xfrm>
              <a:off x="2256" y="2928"/>
              <a:ext cx="528" cy="0"/>
            </a:xfrm>
            <a:prstGeom prst="line">
              <a:avLst/>
            </a:prstGeom>
            <a:ln w="28575" cap="flat" cmpd="sng">
              <a:solidFill>
                <a:schemeClr val="tx1"/>
              </a:solidFill>
              <a:prstDash val="solid"/>
              <a:miter/>
              <a:headEnd type="none" w="med" len="med"/>
              <a:tailEnd type="none" w="med" len="med"/>
            </a:ln>
          </p:spPr>
        </p:sp>
        <p:sp>
          <p:nvSpPr>
            <p:cNvPr id="56417" name="Rectangle 34"/>
            <p:cNvSpPr/>
            <p:nvPr/>
          </p:nvSpPr>
          <p:spPr>
            <a:xfrm>
              <a:off x="1584" y="3032"/>
              <a:ext cx="212"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latin typeface="黑体" panose="02010609060101010101" pitchFamily="49" charset="-122"/>
                  <a:ea typeface="黑体" panose="02010609060101010101" pitchFamily="49" charset="-122"/>
                </a:rPr>
                <a:t>1</a:t>
              </a:r>
            </a:p>
          </p:txBody>
        </p:sp>
        <p:sp>
          <p:nvSpPr>
            <p:cNvPr id="56418" name="Rectangle 35"/>
            <p:cNvSpPr/>
            <p:nvPr/>
          </p:nvSpPr>
          <p:spPr>
            <a:xfrm>
              <a:off x="960" y="3145"/>
              <a:ext cx="35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000" dirty="0">
                  <a:latin typeface="黑体" panose="02010609060101010101" pitchFamily="49" charset="-122"/>
                  <a:ea typeface="黑体" panose="02010609060101010101" pitchFamily="49" charset="-122"/>
                </a:rPr>
                <a:t>≥1</a:t>
              </a:r>
            </a:p>
          </p:txBody>
        </p:sp>
      </p:grpSp>
      <p:grpSp>
        <p:nvGrpSpPr>
          <p:cNvPr id="30819" name="Group 99"/>
          <p:cNvGrpSpPr/>
          <p:nvPr/>
        </p:nvGrpSpPr>
        <p:grpSpPr>
          <a:xfrm>
            <a:off x="4819650" y="4449763"/>
            <a:ext cx="4254500" cy="2130425"/>
            <a:chOff x="3036" y="2803"/>
            <a:chExt cx="2680" cy="1342"/>
          </a:xfrm>
        </p:grpSpPr>
        <p:grpSp>
          <p:nvGrpSpPr>
            <p:cNvPr id="56375" name="Group 97"/>
            <p:cNvGrpSpPr/>
            <p:nvPr/>
          </p:nvGrpSpPr>
          <p:grpSpPr>
            <a:xfrm>
              <a:off x="4128" y="2832"/>
              <a:ext cx="1572" cy="624"/>
              <a:chOff x="4128" y="2736"/>
              <a:chExt cx="1572" cy="624"/>
            </a:xfrm>
          </p:grpSpPr>
          <p:sp>
            <p:nvSpPr>
              <p:cNvPr id="56396" name="Rectangle 13"/>
              <p:cNvSpPr/>
              <p:nvPr/>
            </p:nvSpPr>
            <p:spPr>
              <a:xfrm>
                <a:off x="4752" y="2832"/>
                <a:ext cx="240" cy="528"/>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397" name="Oval 14"/>
              <p:cNvSpPr/>
              <p:nvPr/>
            </p:nvSpPr>
            <p:spPr>
              <a:xfrm>
                <a:off x="4992" y="3024"/>
                <a:ext cx="96" cy="96"/>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398" name="Line 15"/>
              <p:cNvSpPr/>
              <p:nvPr/>
            </p:nvSpPr>
            <p:spPr>
              <a:xfrm>
                <a:off x="5088" y="3072"/>
                <a:ext cx="240" cy="0"/>
              </a:xfrm>
              <a:prstGeom prst="line">
                <a:avLst/>
              </a:prstGeom>
              <a:ln w="9525" cap="flat" cmpd="sng">
                <a:solidFill>
                  <a:schemeClr val="tx1"/>
                </a:solidFill>
                <a:prstDash val="solid"/>
                <a:miter/>
                <a:headEnd type="none" w="med" len="med"/>
                <a:tailEnd type="none" w="med" len="med"/>
              </a:ln>
            </p:spPr>
          </p:sp>
          <p:sp>
            <p:nvSpPr>
              <p:cNvPr id="56399" name="Line 18"/>
              <p:cNvSpPr/>
              <p:nvPr/>
            </p:nvSpPr>
            <p:spPr>
              <a:xfrm flipH="1">
                <a:off x="4512" y="2976"/>
                <a:ext cx="240" cy="0"/>
              </a:xfrm>
              <a:prstGeom prst="line">
                <a:avLst/>
              </a:prstGeom>
              <a:ln w="9525" cap="flat" cmpd="sng">
                <a:solidFill>
                  <a:schemeClr val="tx1"/>
                </a:solidFill>
                <a:prstDash val="solid"/>
                <a:miter/>
                <a:headEnd type="none" w="med" len="med"/>
                <a:tailEnd type="none" w="med" len="med"/>
              </a:ln>
            </p:spPr>
          </p:sp>
          <p:sp>
            <p:nvSpPr>
              <p:cNvPr id="56400" name="Line 19"/>
              <p:cNvSpPr/>
              <p:nvPr/>
            </p:nvSpPr>
            <p:spPr>
              <a:xfrm flipH="1">
                <a:off x="4512" y="3168"/>
                <a:ext cx="240" cy="0"/>
              </a:xfrm>
              <a:prstGeom prst="line">
                <a:avLst/>
              </a:prstGeom>
              <a:ln w="9525" cap="flat" cmpd="sng">
                <a:solidFill>
                  <a:schemeClr val="tx1"/>
                </a:solidFill>
                <a:prstDash val="solid"/>
                <a:miter/>
                <a:headEnd type="none" w="med" len="med"/>
                <a:tailEnd type="none" w="med" len="med"/>
              </a:ln>
            </p:spPr>
          </p:sp>
          <p:sp>
            <p:nvSpPr>
              <p:cNvPr id="56401" name="Rectangle 20"/>
              <p:cNvSpPr/>
              <p:nvPr/>
            </p:nvSpPr>
            <p:spPr>
              <a:xfrm>
                <a:off x="4704" y="2976"/>
                <a:ext cx="413"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000" dirty="0">
                    <a:latin typeface="黑体" panose="02010609060101010101" pitchFamily="49" charset="-122"/>
                    <a:ea typeface="黑体" panose="02010609060101010101" pitchFamily="49" charset="-122"/>
                  </a:rPr>
                  <a:t>≥1</a:t>
                </a:r>
              </a:p>
            </p:txBody>
          </p:sp>
          <p:sp>
            <p:nvSpPr>
              <p:cNvPr id="56402" name="Rectangle 24"/>
              <p:cNvSpPr/>
              <p:nvPr/>
            </p:nvSpPr>
            <p:spPr>
              <a:xfrm>
                <a:off x="5328" y="2839"/>
                <a:ext cx="3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F</a:t>
                </a:r>
              </a:p>
            </p:txBody>
          </p:sp>
          <p:sp>
            <p:nvSpPr>
              <p:cNvPr id="56403" name="Rectangle 27"/>
              <p:cNvSpPr/>
              <p:nvPr/>
            </p:nvSpPr>
            <p:spPr>
              <a:xfrm flipH="1">
                <a:off x="4128" y="2736"/>
                <a:ext cx="669"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 </a:t>
                </a:r>
              </a:p>
            </p:txBody>
          </p:sp>
          <p:sp>
            <p:nvSpPr>
              <p:cNvPr id="56404" name="Rectangle 30"/>
              <p:cNvSpPr/>
              <p:nvPr/>
            </p:nvSpPr>
            <p:spPr>
              <a:xfrm>
                <a:off x="4128" y="2976"/>
                <a:ext cx="3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B</a:t>
                </a:r>
              </a:p>
            </p:txBody>
          </p:sp>
        </p:grpSp>
        <p:grpSp>
          <p:nvGrpSpPr>
            <p:cNvPr id="56376" name="Group 96"/>
            <p:cNvGrpSpPr/>
            <p:nvPr/>
          </p:nvGrpSpPr>
          <p:grpSpPr>
            <a:xfrm>
              <a:off x="3036" y="2803"/>
              <a:ext cx="1188" cy="893"/>
              <a:chOff x="2832" y="2774"/>
              <a:chExt cx="1188" cy="893"/>
            </a:xfrm>
          </p:grpSpPr>
          <p:sp>
            <p:nvSpPr>
              <p:cNvPr id="56387" name="Rectangle 10"/>
              <p:cNvSpPr/>
              <p:nvPr/>
            </p:nvSpPr>
            <p:spPr>
              <a:xfrm>
                <a:off x="3264" y="3007"/>
                <a:ext cx="240" cy="528"/>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388" name="Oval 11"/>
              <p:cNvSpPr/>
              <p:nvPr/>
            </p:nvSpPr>
            <p:spPr>
              <a:xfrm>
                <a:off x="3504" y="3199"/>
                <a:ext cx="96" cy="96"/>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389" name="Line 12"/>
              <p:cNvSpPr/>
              <p:nvPr/>
            </p:nvSpPr>
            <p:spPr>
              <a:xfrm>
                <a:off x="3600" y="3247"/>
                <a:ext cx="240" cy="0"/>
              </a:xfrm>
              <a:prstGeom prst="line">
                <a:avLst/>
              </a:prstGeom>
              <a:ln w="9525" cap="flat" cmpd="sng">
                <a:solidFill>
                  <a:schemeClr val="tx1"/>
                </a:solidFill>
                <a:prstDash val="solid"/>
                <a:miter/>
                <a:headEnd type="none" w="med" len="med"/>
                <a:tailEnd type="none" w="med" len="med"/>
              </a:ln>
            </p:spPr>
          </p:sp>
          <p:sp>
            <p:nvSpPr>
              <p:cNvPr id="56390" name="Line 16"/>
              <p:cNvSpPr/>
              <p:nvPr/>
            </p:nvSpPr>
            <p:spPr>
              <a:xfrm flipH="1">
                <a:off x="2976" y="3151"/>
                <a:ext cx="288" cy="0"/>
              </a:xfrm>
              <a:prstGeom prst="line">
                <a:avLst/>
              </a:prstGeom>
              <a:ln w="9525" cap="flat" cmpd="sng">
                <a:solidFill>
                  <a:schemeClr val="tx1"/>
                </a:solidFill>
                <a:prstDash val="solid"/>
                <a:miter/>
                <a:headEnd type="none" w="med" len="med"/>
                <a:tailEnd type="none" w="med" len="med"/>
              </a:ln>
            </p:spPr>
          </p:sp>
          <p:sp>
            <p:nvSpPr>
              <p:cNvPr id="56391" name="Line 17"/>
              <p:cNvSpPr/>
              <p:nvPr/>
            </p:nvSpPr>
            <p:spPr>
              <a:xfrm flipH="1">
                <a:off x="2976" y="3391"/>
                <a:ext cx="288" cy="0"/>
              </a:xfrm>
              <a:prstGeom prst="line">
                <a:avLst/>
              </a:prstGeom>
              <a:ln w="9525" cap="flat" cmpd="sng">
                <a:solidFill>
                  <a:schemeClr val="tx1"/>
                </a:solidFill>
                <a:prstDash val="solid"/>
                <a:miter/>
                <a:headEnd type="none" w="med" len="med"/>
                <a:tailEnd type="none" w="med" len="med"/>
              </a:ln>
            </p:spPr>
          </p:sp>
          <p:sp>
            <p:nvSpPr>
              <p:cNvPr id="56392" name="Rectangle 21"/>
              <p:cNvSpPr/>
              <p:nvPr/>
            </p:nvSpPr>
            <p:spPr>
              <a:xfrm>
                <a:off x="3216" y="2832"/>
                <a:ext cx="397" cy="59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a:t>
                </a:r>
              </a:p>
            </p:txBody>
          </p:sp>
          <p:sp>
            <p:nvSpPr>
              <p:cNvPr id="56393" name="Rectangle 23"/>
              <p:cNvSpPr/>
              <p:nvPr/>
            </p:nvSpPr>
            <p:spPr>
              <a:xfrm>
                <a:off x="3648" y="2870"/>
                <a:ext cx="3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F</a:t>
                </a:r>
              </a:p>
            </p:txBody>
          </p:sp>
          <p:sp>
            <p:nvSpPr>
              <p:cNvPr id="56394" name="Rectangle 28"/>
              <p:cNvSpPr/>
              <p:nvPr/>
            </p:nvSpPr>
            <p:spPr>
              <a:xfrm>
                <a:off x="2880" y="2774"/>
                <a:ext cx="50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 </a:t>
                </a:r>
              </a:p>
            </p:txBody>
          </p:sp>
          <p:sp>
            <p:nvSpPr>
              <p:cNvPr id="56395" name="Rectangle 31"/>
              <p:cNvSpPr/>
              <p:nvPr/>
            </p:nvSpPr>
            <p:spPr>
              <a:xfrm>
                <a:off x="2832" y="3302"/>
                <a:ext cx="3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B</a:t>
                </a:r>
              </a:p>
            </p:txBody>
          </p:sp>
        </p:grpSp>
        <p:grpSp>
          <p:nvGrpSpPr>
            <p:cNvPr id="56377" name="Group 98"/>
            <p:cNvGrpSpPr/>
            <p:nvPr/>
          </p:nvGrpSpPr>
          <p:grpSpPr>
            <a:xfrm>
              <a:off x="4224" y="3456"/>
              <a:ext cx="1492" cy="689"/>
              <a:chOff x="4176" y="3456"/>
              <a:chExt cx="1492" cy="689"/>
            </a:xfrm>
          </p:grpSpPr>
          <p:sp>
            <p:nvSpPr>
              <p:cNvPr id="56378" name="Arc 36"/>
              <p:cNvSpPr/>
              <p:nvPr/>
            </p:nvSpPr>
            <p:spPr>
              <a:xfrm>
                <a:off x="4641" y="3598"/>
                <a:ext cx="192" cy="480"/>
              </a:xfrm>
              <a:custGeom>
                <a:avLst/>
                <a:gdLst/>
                <a:ahLst/>
                <a:cxnLst>
                  <a:cxn ang="0">
                    <a:pos x="0" y="0"/>
                  </a:cxn>
                  <a:cxn ang="0">
                    <a:pos x="0" y="0"/>
                  </a:cxn>
                  <a:cxn ang="0">
                    <a:pos x="0" y="0"/>
                  </a:cxn>
                </a:cxnLst>
                <a:rect l="0" t="0" r="0" b="0"/>
                <a:pathLst>
                  <a:path w="21600" h="43091" fill="none">
                    <a:moveTo>
                      <a:pt x="0" y="0"/>
                    </a:moveTo>
                    <a:cubicBezTo>
                      <a:pt x="11929" y="0"/>
                      <a:pt x="21600" y="9670"/>
                      <a:pt x="21600" y="21600"/>
                    </a:cubicBezTo>
                    <a:cubicBezTo>
                      <a:pt x="21600" y="32691"/>
                      <a:pt x="13199" y="41980"/>
                      <a:pt x="2163" y="43091"/>
                    </a:cubicBezTo>
                  </a:path>
                  <a:path w="21600" h="43091" stroke="0">
                    <a:moveTo>
                      <a:pt x="0" y="0"/>
                    </a:moveTo>
                    <a:cubicBezTo>
                      <a:pt x="11929" y="0"/>
                      <a:pt x="21600" y="9670"/>
                      <a:pt x="21600" y="21600"/>
                    </a:cubicBezTo>
                    <a:cubicBezTo>
                      <a:pt x="21600" y="32691"/>
                      <a:pt x="13199" y="41980"/>
                      <a:pt x="2163" y="43091"/>
                    </a:cubicBezTo>
                    <a:lnTo>
                      <a:pt x="0" y="21600"/>
                    </a:lnTo>
                    <a:lnTo>
                      <a:pt x="0" y="0"/>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56379" name="Arc 37"/>
              <p:cNvSpPr/>
              <p:nvPr/>
            </p:nvSpPr>
            <p:spPr>
              <a:xfrm>
                <a:off x="4646" y="3600"/>
                <a:ext cx="594" cy="478"/>
              </a:xfrm>
              <a:custGeom>
                <a:avLst/>
                <a:gdLst/>
                <a:ahLst/>
                <a:cxnLst>
                  <a:cxn ang="0">
                    <a:pos x="0" y="0"/>
                  </a:cxn>
                  <a:cxn ang="0">
                    <a:pos x="0" y="0"/>
                  </a:cxn>
                  <a:cxn ang="0">
                    <a:pos x="0" y="0"/>
                  </a:cxn>
                </a:cxnLst>
                <a:rect l="0" t="0" r="0" b="0"/>
                <a:pathLst>
                  <a:path w="28102" h="43200" fill="none">
                    <a:moveTo>
                      <a:pt x="-1" y="1001"/>
                    </a:moveTo>
                    <a:cubicBezTo>
                      <a:pt x="2103" y="337"/>
                      <a:pt x="4296" y="-1"/>
                      <a:pt x="6502" y="0"/>
                    </a:cubicBezTo>
                    <a:cubicBezTo>
                      <a:pt x="18431" y="0"/>
                      <a:pt x="28102" y="9670"/>
                      <a:pt x="28102" y="21600"/>
                    </a:cubicBezTo>
                    <a:cubicBezTo>
                      <a:pt x="28102" y="33529"/>
                      <a:pt x="18431" y="43200"/>
                      <a:pt x="6502" y="43200"/>
                    </a:cubicBezTo>
                    <a:cubicBezTo>
                      <a:pt x="4348" y="43200"/>
                      <a:pt x="2207" y="42877"/>
                      <a:pt x="149" y="42244"/>
                    </a:cubicBezTo>
                  </a:path>
                  <a:path w="28102" h="43200" stroke="0">
                    <a:moveTo>
                      <a:pt x="-1" y="1001"/>
                    </a:moveTo>
                    <a:cubicBezTo>
                      <a:pt x="2103" y="337"/>
                      <a:pt x="4296" y="-1"/>
                      <a:pt x="6502" y="0"/>
                    </a:cubicBezTo>
                    <a:cubicBezTo>
                      <a:pt x="18431" y="0"/>
                      <a:pt x="28102" y="9670"/>
                      <a:pt x="28102" y="21600"/>
                    </a:cubicBezTo>
                    <a:cubicBezTo>
                      <a:pt x="28102" y="33529"/>
                      <a:pt x="18431" y="43200"/>
                      <a:pt x="6502" y="43200"/>
                    </a:cubicBezTo>
                    <a:cubicBezTo>
                      <a:pt x="4348" y="43200"/>
                      <a:pt x="2207" y="42877"/>
                      <a:pt x="149" y="42244"/>
                    </a:cubicBezTo>
                    <a:lnTo>
                      <a:pt x="6502" y="21600"/>
                    </a:lnTo>
                    <a:lnTo>
                      <a:pt x="-1" y="1001"/>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56380" name="Line 38"/>
              <p:cNvSpPr/>
              <p:nvPr/>
            </p:nvSpPr>
            <p:spPr>
              <a:xfrm flipH="1">
                <a:off x="4449" y="3694"/>
                <a:ext cx="336" cy="0"/>
              </a:xfrm>
              <a:prstGeom prst="line">
                <a:avLst/>
              </a:prstGeom>
              <a:ln w="9525" cap="flat" cmpd="sng">
                <a:solidFill>
                  <a:schemeClr val="tx1"/>
                </a:solidFill>
                <a:prstDash val="solid"/>
                <a:miter/>
                <a:headEnd type="none" w="med" len="med"/>
                <a:tailEnd type="none" w="med" len="med"/>
              </a:ln>
            </p:spPr>
          </p:sp>
          <p:sp>
            <p:nvSpPr>
              <p:cNvPr id="56381" name="Line 39"/>
              <p:cNvSpPr/>
              <p:nvPr/>
            </p:nvSpPr>
            <p:spPr>
              <a:xfrm flipH="1">
                <a:off x="4449" y="3934"/>
                <a:ext cx="384" cy="0"/>
              </a:xfrm>
              <a:prstGeom prst="line">
                <a:avLst/>
              </a:prstGeom>
              <a:ln w="9525" cap="flat" cmpd="sng">
                <a:solidFill>
                  <a:schemeClr val="tx1"/>
                </a:solidFill>
                <a:prstDash val="solid"/>
                <a:miter/>
                <a:headEnd type="none" w="med" len="med"/>
                <a:tailEnd type="none" w="med" len="med"/>
              </a:ln>
            </p:spPr>
          </p:sp>
          <p:sp>
            <p:nvSpPr>
              <p:cNvPr id="56382" name="Line 40"/>
              <p:cNvSpPr/>
              <p:nvPr/>
            </p:nvSpPr>
            <p:spPr>
              <a:xfrm>
                <a:off x="5318" y="3840"/>
                <a:ext cx="154" cy="0"/>
              </a:xfrm>
              <a:prstGeom prst="line">
                <a:avLst/>
              </a:prstGeom>
              <a:ln w="9525" cap="flat" cmpd="sng">
                <a:solidFill>
                  <a:schemeClr val="tx1"/>
                </a:solidFill>
                <a:prstDash val="solid"/>
                <a:miter/>
                <a:headEnd type="none" w="med" len="med"/>
                <a:tailEnd type="none" w="med" len="med"/>
              </a:ln>
            </p:spPr>
          </p:sp>
          <p:sp>
            <p:nvSpPr>
              <p:cNvPr id="56383" name="Rectangle 41"/>
              <p:cNvSpPr/>
              <p:nvPr/>
            </p:nvSpPr>
            <p:spPr>
              <a:xfrm>
                <a:off x="4176" y="3456"/>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a:t>
                </a:r>
              </a:p>
            </p:txBody>
          </p:sp>
          <p:sp>
            <p:nvSpPr>
              <p:cNvPr id="56384" name="Rectangle 42"/>
              <p:cNvSpPr/>
              <p:nvPr/>
            </p:nvSpPr>
            <p:spPr>
              <a:xfrm>
                <a:off x="4209" y="3780"/>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B</a:t>
                </a:r>
              </a:p>
            </p:txBody>
          </p:sp>
          <p:sp>
            <p:nvSpPr>
              <p:cNvPr id="56385" name="Rectangle 43"/>
              <p:cNvSpPr/>
              <p:nvPr/>
            </p:nvSpPr>
            <p:spPr>
              <a:xfrm>
                <a:off x="5424" y="3638"/>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F</a:t>
                </a:r>
              </a:p>
            </p:txBody>
          </p:sp>
          <p:sp>
            <p:nvSpPr>
              <p:cNvPr id="56386" name="Oval 44"/>
              <p:cNvSpPr/>
              <p:nvPr/>
            </p:nvSpPr>
            <p:spPr>
              <a:xfrm>
                <a:off x="5222" y="3792"/>
                <a:ext cx="96" cy="96"/>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grpSp>
      </p:grpSp>
      <p:sp>
        <p:nvSpPr>
          <p:cNvPr id="30792" name="Line 72"/>
          <p:cNvSpPr/>
          <p:nvPr/>
        </p:nvSpPr>
        <p:spPr>
          <a:xfrm>
            <a:off x="3581400" y="3352800"/>
            <a:ext cx="1066800" cy="0"/>
          </a:xfrm>
          <a:prstGeom prst="line">
            <a:avLst/>
          </a:prstGeom>
          <a:ln w="76200" cap="flat" cmpd="sng">
            <a:solidFill>
              <a:schemeClr val="tx1"/>
            </a:solidFill>
            <a:prstDash val="solid"/>
            <a:miter/>
            <a:headEnd type="none" w="med" len="med"/>
            <a:tailEnd type="triangle" w="med" len="med"/>
          </a:ln>
        </p:spPr>
      </p:sp>
      <p:grpSp>
        <p:nvGrpSpPr>
          <p:cNvPr id="30809" name="Group 89"/>
          <p:cNvGrpSpPr/>
          <p:nvPr/>
        </p:nvGrpSpPr>
        <p:grpSpPr>
          <a:xfrm>
            <a:off x="152400" y="2667000"/>
            <a:ext cx="3714750" cy="1189038"/>
            <a:chOff x="432" y="1440"/>
            <a:chExt cx="2340" cy="749"/>
          </a:xfrm>
        </p:grpSpPr>
        <p:sp>
          <p:nvSpPr>
            <p:cNvPr id="56362" name="Rectangle 45"/>
            <p:cNvSpPr/>
            <p:nvPr/>
          </p:nvSpPr>
          <p:spPr>
            <a:xfrm>
              <a:off x="1728" y="1632"/>
              <a:ext cx="240" cy="528"/>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363" name="Rectangle 46"/>
            <p:cNvSpPr/>
            <p:nvPr/>
          </p:nvSpPr>
          <p:spPr>
            <a:xfrm>
              <a:off x="1152" y="1632"/>
              <a:ext cx="240" cy="528"/>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364" name="Line 47"/>
            <p:cNvSpPr/>
            <p:nvPr/>
          </p:nvSpPr>
          <p:spPr>
            <a:xfrm flipH="1">
              <a:off x="1392" y="1872"/>
              <a:ext cx="336" cy="0"/>
            </a:xfrm>
            <a:prstGeom prst="line">
              <a:avLst/>
            </a:prstGeom>
            <a:ln w="9525" cap="flat" cmpd="sng">
              <a:solidFill>
                <a:schemeClr val="tx1"/>
              </a:solidFill>
              <a:prstDash val="solid"/>
              <a:miter/>
              <a:headEnd type="none" w="med" len="med"/>
              <a:tailEnd type="none" w="med" len="med"/>
            </a:ln>
          </p:spPr>
        </p:sp>
        <p:sp>
          <p:nvSpPr>
            <p:cNvPr id="56365" name="Oval 48"/>
            <p:cNvSpPr/>
            <p:nvPr/>
          </p:nvSpPr>
          <p:spPr>
            <a:xfrm>
              <a:off x="1968" y="1824"/>
              <a:ext cx="96" cy="96"/>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366" name="Line 49"/>
            <p:cNvSpPr/>
            <p:nvPr/>
          </p:nvSpPr>
          <p:spPr>
            <a:xfrm flipH="1">
              <a:off x="816" y="1776"/>
              <a:ext cx="336" cy="0"/>
            </a:xfrm>
            <a:prstGeom prst="line">
              <a:avLst/>
            </a:prstGeom>
            <a:ln w="9525" cap="flat" cmpd="sng">
              <a:solidFill>
                <a:schemeClr val="tx1"/>
              </a:solidFill>
              <a:prstDash val="solid"/>
              <a:miter/>
              <a:headEnd type="none" w="med" len="med"/>
              <a:tailEnd type="none" w="med" len="med"/>
            </a:ln>
          </p:spPr>
        </p:sp>
        <p:sp>
          <p:nvSpPr>
            <p:cNvPr id="56367" name="Line 50"/>
            <p:cNvSpPr/>
            <p:nvPr/>
          </p:nvSpPr>
          <p:spPr>
            <a:xfrm flipH="1">
              <a:off x="816" y="1968"/>
              <a:ext cx="336" cy="0"/>
            </a:xfrm>
            <a:prstGeom prst="line">
              <a:avLst/>
            </a:prstGeom>
            <a:ln w="9525" cap="flat" cmpd="sng">
              <a:solidFill>
                <a:schemeClr val="tx1"/>
              </a:solidFill>
              <a:prstDash val="solid"/>
              <a:miter/>
              <a:headEnd type="none" w="med" len="med"/>
              <a:tailEnd type="none" w="med" len="med"/>
            </a:ln>
          </p:spPr>
        </p:sp>
        <p:sp>
          <p:nvSpPr>
            <p:cNvPr id="56368" name="Line 51"/>
            <p:cNvSpPr/>
            <p:nvPr/>
          </p:nvSpPr>
          <p:spPr>
            <a:xfrm>
              <a:off x="2064" y="1872"/>
              <a:ext cx="240" cy="0"/>
            </a:xfrm>
            <a:prstGeom prst="line">
              <a:avLst/>
            </a:prstGeom>
            <a:ln w="9525" cap="flat" cmpd="sng">
              <a:solidFill>
                <a:schemeClr val="tx1"/>
              </a:solidFill>
              <a:prstDash val="solid"/>
              <a:miter/>
              <a:headEnd type="none" w="med" len="med"/>
              <a:tailEnd type="none" w="med" len="med"/>
            </a:ln>
          </p:spPr>
        </p:sp>
        <p:sp>
          <p:nvSpPr>
            <p:cNvPr id="56369" name="Rectangle 63"/>
            <p:cNvSpPr/>
            <p:nvPr/>
          </p:nvSpPr>
          <p:spPr>
            <a:xfrm>
              <a:off x="2016" y="1447"/>
              <a:ext cx="756"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F</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AB</a:t>
              </a:r>
            </a:p>
          </p:txBody>
        </p:sp>
        <p:sp>
          <p:nvSpPr>
            <p:cNvPr id="56370" name="Rectangle 66"/>
            <p:cNvSpPr/>
            <p:nvPr/>
          </p:nvSpPr>
          <p:spPr>
            <a:xfrm>
              <a:off x="432" y="1440"/>
              <a:ext cx="50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 </a:t>
              </a:r>
            </a:p>
          </p:txBody>
        </p:sp>
        <p:sp>
          <p:nvSpPr>
            <p:cNvPr id="56371" name="Rectangle 69"/>
            <p:cNvSpPr/>
            <p:nvPr/>
          </p:nvSpPr>
          <p:spPr>
            <a:xfrm>
              <a:off x="432" y="1824"/>
              <a:ext cx="3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B</a:t>
              </a:r>
            </a:p>
          </p:txBody>
        </p:sp>
        <p:sp>
          <p:nvSpPr>
            <p:cNvPr id="56372" name="Line 73"/>
            <p:cNvSpPr/>
            <p:nvPr/>
          </p:nvSpPr>
          <p:spPr>
            <a:xfrm>
              <a:off x="2448" y="1488"/>
              <a:ext cx="288" cy="0"/>
            </a:xfrm>
            <a:prstGeom prst="line">
              <a:avLst/>
            </a:prstGeom>
            <a:ln w="28575" cap="flat" cmpd="sng">
              <a:solidFill>
                <a:schemeClr val="tx1"/>
              </a:solidFill>
              <a:prstDash val="solid"/>
              <a:miter/>
              <a:headEnd type="none" w="med" len="med"/>
              <a:tailEnd type="none" w="med" len="med"/>
            </a:ln>
          </p:spPr>
        </p:sp>
        <p:sp>
          <p:nvSpPr>
            <p:cNvPr id="56373" name="Rectangle 74"/>
            <p:cNvSpPr/>
            <p:nvPr/>
          </p:nvSpPr>
          <p:spPr>
            <a:xfrm>
              <a:off x="1104" y="1728"/>
              <a:ext cx="308"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400" dirty="0">
                  <a:latin typeface="黑体" panose="02010609060101010101" pitchFamily="49" charset="-122"/>
                  <a:ea typeface="黑体" panose="02010609060101010101" pitchFamily="49" charset="-122"/>
                </a:rPr>
                <a:t>＆</a:t>
              </a:r>
            </a:p>
          </p:txBody>
        </p:sp>
        <p:sp>
          <p:nvSpPr>
            <p:cNvPr id="56374" name="Rectangle 75"/>
            <p:cNvSpPr/>
            <p:nvPr/>
          </p:nvSpPr>
          <p:spPr>
            <a:xfrm>
              <a:off x="1728" y="1705"/>
              <a:ext cx="212"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latin typeface="黑体" panose="02010609060101010101" pitchFamily="49" charset="-122"/>
                  <a:ea typeface="黑体" panose="02010609060101010101" pitchFamily="49" charset="-122"/>
                </a:rPr>
                <a:t>1</a:t>
              </a:r>
            </a:p>
          </p:txBody>
        </p:sp>
      </p:grpSp>
      <p:grpSp>
        <p:nvGrpSpPr>
          <p:cNvPr id="30814" name="Group 94"/>
          <p:cNvGrpSpPr/>
          <p:nvPr/>
        </p:nvGrpSpPr>
        <p:grpSpPr>
          <a:xfrm>
            <a:off x="4591050" y="1524000"/>
            <a:ext cx="4381500" cy="2332038"/>
            <a:chOff x="2892" y="960"/>
            <a:chExt cx="2760" cy="1469"/>
          </a:xfrm>
        </p:grpSpPr>
        <p:grpSp>
          <p:nvGrpSpPr>
            <p:cNvPr id="56331" name="Group 91"/>
            <p:cNvGrpSpPr/>
            <p:nvPr/>
          </p:nvGrpSpPr>
          <p:grpSpPr>
            <a:xfrm>
              <a:off x="4128" y="960"/>
              <a:ext cx="1524" cy="653"/>
              <a:chOff x="4128" y="1104"/>
              <a:chExt cx="1524" cy="653"/>
            </a:xfrm>
          </p:grpSpPr>
          <p:sp>
            <p:nvSpPr>
              <p:cNvPr id="56353" name="Rectangle 55"/>
              <p:cNvSpPr/>
              <p:nvPr/>
            </p:nvSpPr>
            <p:spPr>
              <a:xfrm>
                <a:off x="4752" y="1200"/>
                <a:ext cx="240" cy="528"/>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354" name="Oval 56"/>
              <p:cNvSpPr/>
              <p:nvPr/>
            </p:nvSpPr>
            <p:spPr>
              <a:xfrm>
                <a:off x="4992" y="1392"/>
                <a:ext cx="96" cy="96"/>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355" name="Line 57"/>
              <p:cNvSpPr/>
              <p:nvPr/>
            </p:nvSpPr>
            <p:spPr>
              <a:xfrm>
                <a:off x="5088" y="1440"/>
                <a:ext cx="240" cy="0"/>
              </a:xfrm>
              <a:prstGeom prst="line">
                <a:avLst/>
              </a:prstGeom>
              <a:ln w="9525" cap="flat" cmpd="sng">
                <a:solidFill>
                  <a:schemeClr val="tx1"/>
                </a:solidFill>
                <a:prstDash val="solid"/>
                <a:miter/>
                <a:headEnd type="none" w="med" len="med"/>
                <a:tailEnd type="none" w="med" len="med"/>
              </a:ln>
            </p:spPr>
          </p:sp>
          <p:sp>
            <p:nvSpPr>
              <p:cNvPr id="56356" name="Line 60"/>
              <p:cNvSpPr/>
              <p:nvPr/>
            </p:nvSpPr>
            <p:spPr>
              <a:xfrm flipH="1">
                <a:off x="4512" y="1392"/>
                <a:ext cx="240" cy="0"/>
              </a:xfrm>
              <a:prstGeom prst="line">
                <a:avLst/>
              </a:prstGeom>
              <a:ln w="9525" cap="flat" cmpd="sng">
                <a:solidFill>
                  <a:schemeClr val="tx1"/>
                </a:solidFill>
                <a:prstDash val="solid"/>
                <a:miter/>
                <a:headEnd type="none" w="med" len="med"/>
                <a:tailEnd type="none" w="med" len="med"/>
              </a:ln>
            </p:spPr>
          </p:sp>
          <p:sp>
            <p:nvSpPr>
              <p:cNvPr id="56357" name="Line 61"/>
              <p:cNvSpPr/>
              <p:nvPr/>
            </p:nvSpPr>
            <p:spPr>
              <a:xfrm flipH="1">
                <a:off x="4512" y="1584"/>
                <a:ext cx="240" cy="0"/>
              </a:xfrm>
              <a:prstGeom prst="line">
                <a:avLst/>
              </a:prstGeom>
              <a:ln w="9525" cap="flat" cmpd="sng">
                <a:solidFill>
                  <a:schemeClr val="tx1"/>
                </a:solidFill>
                <a:prstDash val="solid"/>
                <a:miter/>
                <a:headEnd type="none" w="med" len="med"/>
                <a:tailEnd type="none" w="med" len="med"/>
              </a:ln>
            </p:spPr>
          </p:sp>
          <p:sp>
            <p:nvSpPr>
              <p:cNvPr id="56358" name="Rectangle 62"/>
              <p:cNvSpPr/>
              <p:nvPr/>
            </p:nvSpPr>
            <p:spPr>
              <a:xfrm>
                <a:off x="4608" y="1248"/>
                <a:ext cx="436"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a:t>
                </a:r>
              </a:p>
            </p:txBody>
          </p:sp>
          <p:sp>
            <p:nvSpPr>
              <p:cNvPr id="56359" name="Rectangle 65"/>
              <p:cNvSpPr/>
              <p:nvPr/>
            </p:nvSpPr>
            <p:spPr>
              <a:xfrm>
                <a:off x="5280" y="1207"/>
                <a:ext cx="3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F</a:t>
                </a:r>
              </a:p>
            </p:txBody>
          </p:sp>
          <p:sp>
            <p:nvSpPr>
              <p:cNvPr id="56360" name="Rectangle 67"/>
              <p:cNvSpPr/>
              <p:nvPr/>
            </p:nvSpPr>
            <p:spPr>
              <a:xfrm>
                <a:off x="4128" y="1104"/>
                <a:ext cx="50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 </a:t>
                </a:r>
              </a:p>
            </p:txBody>
          </p:sp>
          <p:sp>
            <p:nvSpPr>
              <p:cNvPr id="56361" name="Rectangle 70"/>
              <p:cNvSpPr/>
              <p:nvPr/>
            </p:nvSpPr>
            <p:spPr>
              <a:xfrm>
                <a:off x="4128" y="1392"/>
                <a:ext cx="3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B</a:t>
                </a:r>
              </a:p>
            </p:txBody>
          </p:sp>
        </p:grpSp>
        <p:grpSp>
          <p:nvGrpSpPr>
            <p:cNvPr id="56332" name="Group 90"/>
            <p:cNvGrpSpPr/>
            <p:nvPr/>
          </p:nvGrpSpPr>
          <p:grpSpPr>
            <a:xfrm>
              <a:off x="2892" y="1632"/>
              <a:ext cx="1332" cy="797"/>
              <a:chOff x="2784" y="1543"/>
              <a:chExt cx="1332" cy="797"/>
            </a:xfrm>
          </p:grpSpPr>
          <p:sp>
            <p:nvSpPr>
              <p:cNvPr id="56345" name="Rectangle 52"/>
              <p:cNvSpPr/>
              <p:nvPr/>
            </p:nvSpPr>
            <p:spPr>
              <a:xfrm>
                <a:off x="3312" y="1680"/>
                <a:ext cx="240" cy="528"/>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346" name="Oval 53"/>
              <p:cNvSpPr/>
              <p:nvPr/>
            </p:nvSpPr>
            <p:spPr>
              <a:xfrm>
                <a:off x="3552" y="1872"/>
                <a:ext cx="96" cy="96"/>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347" name="Line 54"/>
              <p:cNvSpPr/>
              <p:nvPr/>
            </p:nvSpPr>
            <p:spPr>
              <a:xfrm>
                <a:off x="3648" y="1920"/>
                <a:ext cx="240" cy="0"/>
              </a:xfrm>
              <a:prstGeom prst="line">
                <a:avLst/>
              </a:prstGeom>
              <a:ln w="9525" cap="flat" cmpd="sng">
                <a:solidFill>
                  <a:schemeClr val="tx1"/>
                </a:solidFill>
                <a:prstDash val="solid"/>
                <a:miter/>
                <a:headEnd type="none" w="med" len="med"/>
                <a:tailEnd type="none" w="med" len="med"/>
              </a:ln>
            </p:spPr>
          </p:sp>
          <p:sp>
            <p:nvSpPr>
              <p:cNvPr id="56348" name="Line 58"/>
              <p:cNvSpPr/>
              <p:nvPr/>
            </p:nvSpPr>
            <p:spPr>
              <a:xfrm flipH="1">
                <a:off x="2976" y="1872"/>
                <a:ext cx="336" cy="0"/>
              </a:xfrm>
              <a:prstGeom prst="line">
                <a:avLst/>
              </a:prstGeom>
              <a:ln w="9525" cap="flat" cmpd="sng">
                <a:solidFill>
                  <a:schemeClr val="tx1"/>
                </a:solidFill>
                <a:prstDash val="solid"/>
                <a:miter/>
                <a:headEnd type="none" w="med" len="med"/>
                <a:tailEnd type="none" w="med" len="med"/>
              </a:ln>
            </p:spPr>
          </p:sp>
          <p:sp>
            <p:nvSpPr>
              <p:cNvPr id="56349" name="Line 59"/>
              <p:cNvSpPr/>
              <p:nvPr/>
            </p:nvSpPr>
            <p:spPr>
              <a:xfrm flipH="1">
                <a:off x="2976" y="2064"/>
                <a:ext cx="336" cy="0"/>
              </a:xfrm>
              <a:prstGeom prst="line">
                <a:avLst/>
              </a:prstGeom>
              <a:ln w="9525" cap="flat" cmpd="sng">
                <a:solidFill>
                  <a:schemeClr val="tx1"/>
                </a:solidFill>
                <a:prstDash val="solid"/>
                <a:miter/>
                <a:headEnd type="none" w="med" len="med"/>
                <a:tailEnd type="none" w="med" len="med"/>
              </a:ln>
            </p:spPr>
          </p:sp>
          <p:sp>
            <p:nvSpPr>
              <p:cNvPr id="56350" name="Rectangle 64"/>
              <p:cNvSpPr/>
              <p:nvPr/>
            </p:nvSpPr>
            <p:spPr>
              <a:xfrm>
                <a:off x="3744" y="1591"/>
                <a:ext cx="3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F</a:t>
                </a:r>
              </a:p>
            </p:txBody>
          </p:sp>
          <p:sp>
            <p:nvSpPr>
              <p:cNvPr id="56351" name="Rectangle 68"/>
              <p:cNvSpPr/>
              <p:nvPr/>
            </p:nvSpPr>
            <p:spPr>
              <a:xfrm>
                <a:off x="2784" y="1543"/>
                <a:ext cx="50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A </a:t>
                </a:r>
              </a:p>
            </p:txBody>
          </p:sp>
          <p:sp>
            <p:nvSpPr>
              <p:cNvPr id="56352" name="Rectangle 71"/>
              <p:cNvSpPr/>
              <p:nvPr/>
            </p:nvSpPr>
            <p:spPr>
              <a:xfrm>
                <a:off x="2784" y="1975"/>
                <a:ext cx="3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B</a:t>
                </a:r>
              </a:p>
            </p:txBody>
          </p:sp>
        </p:grpSp>
        <p:grpSp>
          <p:nvGrpSpPr>
            <p:cNvPr id="56333" name="Group 92"/>
            <p:cNvGrpSpPr/>
            <p:nvPr/>
          </p:nvGrpSpPr>
          <p:grpSpPr>
            <a:xfrm>
              <a:off x="4176" y="1692"/>
              <a:ext cx="1444" cy="660"/>
              <a:chOff x="4224" y="1776"/>
              <a:chExt cx="1444" cy="660"/>
            </a:xfrm>
          </p:grpSpPr>
          <p:sp>
            <p:nvSpPr>
              <p:cNvPr id="56334" name="Arc 76"/>
              <p:cNvSpPr/>
              <p:nvPr/>
            </p:nvSpPr>
            <p:spPr>
              <a:xfrm>
                <a:off x="4944" y="1920"/>
                <a:ext cx="240" cy="383"/>
              </a:xfrm>
              <a:custGeom>
                <a:avLst/>
                <a:gdLst/>
                <a:ahLst/>
                <a:cxnLst>
                  <a:cxn ang="0">
                    <a:pos x="0" y="0"/>
                  </a:cxn>
                  <a:cxn ang="0">
                    <a:pos x="0" y="0"/>
                  </a:cxn>
                  <a:cxn ang="0">
                    <a:pos x="0" y="0"/>
                  </a:cxn>
                </a:cxnLst>
                <a:rect l="0" t="0" r="0" b="0"/>
                <a:pathLst>
                  <a:path w="21600" h="43179" fill="none">
                    <a:moveTo>
                      <a:pt x="0" y="0"/>
                    </a:moveTo>
                    <a:cubicBezTo>
                      <a:pt x="11929" y="0"/>
                      <a:pt x="21600" y="9670"/>
                      <a:pt x="21600" y="21600"/>
                    </a:cubicBezTo>
                    <a:cubicBezTo>
                      <a:pt x="21600" y="33158"/>
                      <a:pt x="12500" y="42668"/>
                      <a:pt x="952" y="43178"/>
                    </a:cubicBezTo>
                  </a:path>
                  <a:path w="21600" h="43179" stroke="0">
                    <a:moveTo>
                      <a:pt x="0" y="0"/>
                    </a:moveTo>
                    <a:cubicBezTo>
                      <a:pt x="11929" y="0"/>
                      <a:pt x="21600" y="9670"/>
                      <a:pt x="21600" y="21600"/>
                    </a:cubicBezTo>
                    <a:cubicBezTo>
                      <a:pt x="21600" y="33158"/>
                      <a:pt x="12500" y="42668"/>
                      <a:pt x="952" y="43178"/>
                    </a:cubicBezTo>
                    <a:lnTo>
                      <a:pt x="0" y="21600"/>
                    </a:lnTo>
                    <a:lnTo>
                      <a:pt x="0" y="0"/>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56335" name="Oval 77"/>
              <p:cNvSpPr/>
              <p:nvPr/>
            </p:nvSpPr>
            <p:spPr>
              <a:xfrm>
                <a:off x="5184" y="2064"/>
                <a:ext cx="96" cy="96"/>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6336" name="Line 78"/>
              <p:cNvSpPr/>
              <p:nvPr/>
            </p:nvSpPr>
            <p:spPr>
              <a:xfrm flipH="1">
                <a:off x="4704" y="1920"/>
                <a:ext cx="240" cy="0"/>
              </a:xfrm>
              <a:prstGeom prst="line">
                <a:avLst/>
              </a:prstGeom>
              <a:ln w="9525" cap="flat" cmpd="sng">
                <a:solidFill>
                  <a:schemeClr val="tx1"/>
                </a:solidFill>
                <a:prstDash val="solid"/>
                <a:miter/>
                <a:headEnd type="none" w="med" len="med"/>
                <a:tailEnd type="none" w="med" len="med"/>
              </a:ln>
            </p:spPr>
          </p:sp>
          <p:sp>
            <p:nvSpPr>
              <p:cNvPr id="56337" name="Line 79"/>
              <p:cNvSpPr/>
              <p:nvPr/>
            </p:nvSpPr>
            <p:spPr>
              <a:xfrm flipH="1">
                <a:off x="4704" y="2304"/>
                <a:ext cx="288" cy="0"/>
              </a:xfrm>
              <a:prstGeom prst="line">
                <a:avLst/>
              </a:prstGeom>
              <a:ln w="9525" cap="flat" cmpd="sng">
                <a:solidFill>
                  <a:schemeClr val="tx1"/>
                </a:solidFill>
                <a:prstDash val="solid"/>
                <a:miter/>
                <a:headEnd type="none" w="med" len="med"/>
                <a:tailEnd type="none" w="med" len="med"/>
              </a:ln>
            </p:spPr>
          </p:sp>
          <p:sp>
            <p:nvSpPr>
              <p:cNvPr id="56338" name="Line 80"/>
              <p:cNvSpPr/>
              <p:nvPr/>
            </p:nvSpPr>
            <p:spPr>
              <a:xfrm>
                <a:off x="4704" y="1920"/>
                <a:ext cx="0" cy="384"/>
              </a:xfrm>
              <a:prstGeom prst="line">
                <a:avLst/>
              </a:prstGeom>
              <a:ln w="9525" cap="flat" cmpd="sng">
                <a:solidFill>
                  <a:schemeClr val="tx1"/>
                </a:solidFill>
                <a:prstDash val="solid"/>
                <a:miter/>
                <a:headEnd type="none" w="med" len="med"/>
                <a:tailEnd type="none" w="med" len="med"/>
              </a:ln>
            </p:spPr>
          </p:sp>
          <p:sp>
            <p:nvSpPr>
              <p:cNvPr id="56339" name="Line 81"/>
              <p:cNvSpPr/>
              <p:nvPr/>
            </p:nvSpPr>
            <p:spPr>
              <a:xfrm flipH="1">
                <a:off x="4512" y="2016"/>
                <a:ext cx="192" cy="0"/>
              </a:xfrm>
              <a:prstGeom prst="line">
                <a:avLst/>
              </a:prstGeom>
              <a:ln w="9525" cap="flat" cmpd="sng">
                <a:solidFill>
                  <a:schemeClr val="tx1"/>
                </a:solidFill>
                <a:prstDash val="solid"/>
                <a:miter/>
                <a:headEnd type="none" w="med" len="med"/>
                <a:tailEnd type="none" w="med" len="med"/>
              </a:ln>
            </p:spPr>
          </p:sp>
          <p:sp>
            <p:nvSpPr>
              <p:cNvPr id="56340" name="Line 82"/>
              <p:cNvSpPr/>
              <p:nvPr/>
            </p:nvSpPr>
            <p:spPr>
              <a:xfrm flipH="1">
                <a:off x="4512" y="2208"/>
                <a:ext cx="192" cy="0"/>
              </a:xfrm>
              <a:prstGeom prst="line">
                <a:avLst/>
              </a:prstGeom>
              <a:ln w="9525" cap="flat" cmpd="sng">
                <a:solidFill>
                  <a:schemeClr val="tx1"/>
                </a:solidFill>
                <a:prstDash val="solid"/>
                <a:miter/>
                <a:headEnd type="none" w="med" len="med"/>
                <a:tailEnd type="none" w="med" len="med"/>
              </a:ln>
            </p:spPr>
          </p:sp>
          <p:sp>
            <p:nvSpPr>
              <p:cNvPr id="56341" name="Line 83"/>
              <p:cNvSpPr/>
              <p:nvPr/>
            </p:nvSpPr>
            <p:spPr>
              <a:xfrm>
                <a:off x="5280" y="2112"/>
                <a:ext cx="144" cy="0"/>
              </a:xfrm>
              <a:prstGeom prst="line">
                <a:avLst/>
              </a:prstGeom>
              <a:ln w="9525" cap="flat" cmpd="sng">
                <a:solidFill>
                  <a:schemeClr val="tx1"/>
                </a:solidFill>
                <a:prstDash val="solid"/>
                <a:miter/>
                <a:headEnd type="none" w="med" len="med"/>
                <a:tailEnd type="none" w="med" len="med"/>
              </a:ln>
            </p:spPr>
          </p:sp>
          <p:sp>
            <p:nvSpPr>
              <p:cNvPr id="56342" name="Rectangle 84"/>
              <p:cNvSpPr/>
              <p:nvPr/>
            </p:nvSpPr>
            <p:spPr>
              <a:xfrm>
                <a:off x="4224" y="1776"/>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a:t>
                </a:r>
              </a:p>
            </p:txBody>
          </p:sp>
          <p:sp>
            <p:nvSpPr>
              <p:cNvPr id="56343" name="Rectangle 85"/>
              <p:cNvSpPr/>
              <p:nvPr/>
            </p:nvSpPr>
            <p:spPr>
              <a:xfrm>
                <a:off x="4224" y="2071"/>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B</a:t>
                </a:r>
              </a:p>
            </p:txBody>
          </p:sp>
          <p:sp>
            <p:nvSpPr>
              <p:cNvPr id="56344" name="Rectangle 86"/>
              <p:cNvSpPr/>
              <p:nvPr/>
            </p:nvSpPr>
            <p:spPr>
              <a:xfrm>
                <a:off x="5424" y="1927"/>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F</a:t>
                </a:r>
              </a:p>
            </p:txBody>
          </p:sp>
        </p:grpSp>
      </p:grpSp>
      <p:sp>
        <p:nvSpPr>
          <p:cNvPr id="30807" name="Rectangle 87"/>
          <p:cNvSpPr>
            <a:spLocks noChangeArrowheads="1"/>
          </p:cNvSpPr>
          <p:nvPr/>
        </p:nvSpPr>
        <p:spPr bwMode="auto">
          <a:xfrm>
            <a:off x="304800" y="1219200"/>
            <a:ext cx="51054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工程上常用的有：与非、或非、与或非、异或、同或。</a:t>
            </a:r>
          </a:p>
        </p:txBody>
      </p:sp>
      <p:sp>
        <p:nvSpPr>
          <p:cNvPr id="30820" name="Line 100"/>
          <p:cNvSpPr/>
          <p:nvPr/>
        </p:nvSpPr>
        <p:spPr>
          <a:xfrm>
            <a:off x="3581400" y="5140325"/>
            <a:ext cx="1066800" cy="0"/>
          </a:xfrm>
          <a:prstGeom prst="line">
            <a:avLst/>
          </a:prstGeom>
          <a:ln w="76200" cap="flat" cmpd="sng">
            <a:solidFill>
              <a:schemeClr val="tx1"/>
            </a:solidFill>
            <a:prstDash val="solid"/>
            <a:miter/>
            <a:headEnd type="none" w="med" len="med"/>
            <a:tailEnd type="triangl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anim calcmode="lin" valueType="num">
                                      <p:cBhvr additive="base">
                                        <p:cTn id="7" dur="500" fill="hold"/>
                                        <p:tgtEl>
                                          <p:spTgt spid="30722"/>
                                        </p:tgtEl>
                                        <p:attrNameLst>
                                          <p:attrName>ppt_x</p:attrName>
                                        </p:attrNameLst>
                                      </p:cBhvr>
                                      <p:tavLst>
                                        <p:tav tm="0">
                                          <p:val>
                                            <p:strVal val="0-#ppt_w/2"/>
                                          </p:val>
                                        </p:tav>
                                        <p:tav tm="100000">
                                          <p:val>
                                            <p:strVal val="#ppt_x"/>
                                          </p:val>
                                        </p:tav>
                                      </p:tavLst>
                                    </p:anim>
                                    <p:anim calcmode="lin" valueType="num">
                                      <p:cBhvr additive="base">
                                        <p:cTn id="8" dur="500" fill="hold"/>
                                        <p:tgtEl>
                                          <p:spTgt spid="307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30807"/>
                                        </p:tgtEl>
                                        <p:attrNameLst>
                                          <p:attrName>style.visibility</p:attrName>
                                        </p:attrNameLst>
                                      </p:cBhvr>
                                      <p:to>
                                        <p:strVal val="visible"/>
                                      </p:to>
                                    </p:set>
                                    <p:animEffect transition="in" filter="box(in)">
                                      <p:cBhvr>
                                        <p:cTn id="13" dur="500"/>
                                        <p:tgtEl>
                                          <p:spTgt spid="3080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0809"/>
                                        </p:tgtEl>
                                        <p:attrNameLst>
                                          <p:attrName>style.visibility</p:attrName>
                                        </p:attrNameLst>
                                      </p:cBhvr>
                                      <p:to>
                                        <p:strVal val="visible"/>
                                      </p:to>
                                    </p:set>
                                    <p:animEffect transition="in" filter="wipe(left)">
                                      <p:cBhvr>
                                        <p:cTn id="18" dur="500"/>
                                        <p:tgtEl>
                                          <p:spTgt spid="3080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0792"/>
                                        </p:tgtEl>
                                        <p:attrNameLst>
                                          <p:attrName>style.visibility</p:attrName>
                                        </p:attrNameLst>
                                      </p:cBhvr>
                                      <p:to>
                                        <p:strVal val="visible"/>
                                      </p:to>
                                    </p:set>
                                    <p:animEffect transition="in" filter="wipe(left)">
                                      <p:cBhvr>
                                        <p:cTn id="23" dur="500"/>
                                        <p:tgtEl>
                                          <p:spTgt spid="3079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0814"/>
                                        </p:tgtEl>
                                        <p:attrNameLst>
                                          <p:attrName>style.visibility</p:attrName>
                                        </p:attrNameLst>
                                      </p:cBhvr>
                                      <p:to>
                                        <p:strVal val="visible"/>
                                      </p:to>
                                    </p:set>
                                    <p:animEffect transition="in" filter="wipe(left)">
                                      <p:cBhvr>
                                        <p:cTn id="28" dur="500"/>
                                        <p:tgtEl>
                                          <p:spTgt spid="308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0815"/>
                                        </p:tgtEl>
                                        <p:attrNameLst>
                                          <p:attrName>style.visibility</p:attrName>
                                        </p:attrNameLst>
                                      </p:cBhvr>
                                      <p:to>
                                        <p:strVal val="visible"/>
                                      </p:to>
                                    </p:set>
                                    <p:animEffect transition="in" filter="wipe(left)">
                                      <p:cBhvr>
                                        <p:cTn id="33" dur="500"/>
                                        <p:tgtEl>
                                          <p:spTgt spid="3081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0820"/>
                                        </p:tgtEl>
                                        <p:attrNameLst>
                                          <p:attrName>style.visibility</p:attrName>
                                        </p:attrNameLst>
                                      </p:cBhvr>
                                      <p:to>
                                        <p:strVal val="visible"/>
                                      </p:to>
                                    </p:set>
                                    <p:animEffect transition="in" filter="wipe(left)">
                                      <p:cBhvr>
                                        <p:cTn id="38" dur="500"/>
                                        <p:tgtEl>
                                          <p:spTgt spid="3082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0819"/>
                                        </p:tgtEl>
                                        <p:attrNameLst>
                                          <p:attrName>style.visibility</p:attrName>
                                        </p:attrNameLst>
                                      </p:cBhvr>
                                      <p:to>
                                        <p:strVal val="visible"/>
                                      </p:to>
                                    </p:set>
                                    <p:animEffect transition="in" filter="wipe(left)">
                                      <p:cBhvr>
                                        <p:cTn id="43" dur="500"/>
                                        <p:tgtEl>
                                          <p:spTgt spid="30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p:bldP spid="3080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19</a:t>
            </a:fld>
            <a:endParaRPr lang="en-US" altLang="zh-CN" sz="1400" dirty="0"/>
          </a:p>
        </p:txBody>
      </p:sp>
      <p:sp>
        <p:nvSpPr>
          <p:cNvPr id="31887" name="Line 143"/>
          <p:cNvSpPr/>
          <p:nvPr/>
        </p:nvSpPr>
        <p:spPr>
          <a:xfrm>
            <a:off x="4191000" y="3048000"/>
            <a:ext cx="1447800" cy="0"/>
          </a:xfrm>
          <a:prstGeom prst="line">
            <a:avLst/>
          </a:prstGeom>
          <a:ln w="76200" cap="flat" cmpd="sng">
            <a:solidFill>
              <a:schemeClr val="tx1"/>
            </a:solidFill>
            <a:prstDash val="solid"/>
            <a:miter/>
            <a:headEnd type="none" w="med" len="med"/>
            <a:tailEnd type="triangle" w="med" len="med"/>
          </a:ln>
        </p:spPr>
      </p:sp>
      <p:grpSp>
        <p:nvGrpSpPr>
          <p:cNvPr id="31920" name="Group 176"/>
          <p:cNvGrpSpPr/>
          <p:nvPr/>
        </p:nvGrpSpPr>
        <p:grpSpPr>
          <a:xfrm>
            <a:off x="4953000" y="239713"/>
            <a:ext cx="3962400" cy="6142037"/>
            <a:chOff x="3120" y="151"/>
            <a:chExt cx="2496" cy="3869"/>
          </a:xfrm>
        </p:grpSpPr>
        <p:sp>
          <p:nvSpPr>
            <p:cNvPr id="58401" name="Rectangle 106"/>
            <p:cNvSpPr/>
            <p:nvPr/>
          </p:nvSpPr>
          <p:spPr>
            <a:xfrm>
              <a:off x="4512" y="240"/>
              <a:ext cx="432" cy="1056"/>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8402" name="Line 107"/>
            <p:cNvSpPr/>
            <p:nvPr/>
          </p:nvSpPr>
          <p:spPr>
            <a:xfrm>
              <a:off x="4752" y="240"/>
              <a:ext cx="0" cy="1056"/>
            </a:xfrm>
            <a:prstGeom prst="line">
              <a:avLst/>
            </a:prstGeom>
            <a:ln w="9525" cap="flat" cmpd="sng">
              <a:solidFill>
                <a:schemeClr val="tx1"/>
              </a:solidFill>
              <a:prstDash val="solid"/>
              <a:miter/>
              <a:headEnd type="none" w="med" len="med"/>
              <a:tailEnd type="none" w="med" len="med"/>
            </a:ln>
          </p:spPr>
        </p:sp>
        <p:sp>
          <p:nvSpPr>
            <p:cNvPr id="58403" name="Line 108"/>
            <p:cNvSpPr/>
            <p:nvPr/>
          </p:nvSpPr>
          <p:spPr>
            <a:xfrm flipH="1">
              <a:off x="4512" y="768"/>
              <a:ext cx="240" cy="0"/>
            </a:xfrm>
            <a:prstGeom prst="line">
              <a:avLst/>
            </a:prstGeom>
            <a:ln w="9525" cap="flat" cmpd="sng">
              <a:solidFill>
                <a:schemeClr val="tx1"/>
              </a:solidFill>
              <a:prstDash val="solid"/>
              <a:miter/>
              <a:headEnd type="none" w="med" len="med"/>
              <a:tailEnd type="none" w="med" len="med"/>
            </a:ln>
          </p:spPr>
        </p:sp>
        <p:sp>
          <p:nvSpPr>
            <p:cNvPr id="58404" name="Line 109"/>
            <p:cNvSpPr/>
            <p:nvPr/>
          </p:nvSpPr>
          <p:spPr>
            <a:xfrm flipH="1">
              <a:off x="4176" y="384"/>
              <a:ext cx="336" cy="0"/>
            </a:xfrm>
            <a:prstGeom prst="line">
              <a:avLst/>
            </a:prstGeom>
            <a:ln w="9525" cap="flat" cmpd="sng">
              <a:solidFill>
                <a:schemeClr val="tx1"/>
              </a:solidFill>
              <a:prstDash val="solid"/>
              <a:miter/>
              <a:headEnd type="none" w="med" len="med"/>
              <a:tailEnd type="none" w="med" len="med"/>
            </a:ln>
          </p:spPr>
        </p:sp>
        <p:sp>
          <p:nvSpPr>
            <p:cNvPr id="58405" name="Line 110"/>
            <p:cNvSpPr/>
            <p:nvPr/>
          </p:nvSpPr>
          <p:spPr>
            <a:xfrm flipH="1">
              <a:off x="4176" y="624"/>
              <a:ext cx="336" cy="0"/>
            </a:xfrm>
            <a:prstGeom prst="line">
              <a:avLst/>
            </a:prstGeom>
            <a:ln w="9525" cap="flat" cmpd="sng">
              <a:solidFill>
                <a:schemeClr val="tx1"/>
              </a:solidFill>
              <a:prstDash val="solid"/>
              <a:miter/>
              <a:headEnd type="none" w="med" len="med"/>
              <a:tailEnd type="none" w="med" len="med"/>
            </a:ln>
          </p:spPr>
        </p:sp>
        <p:sp>
          <p:nvSpPr>
            <p:cNvPr id="58406" name="Line 111"/>
            <p:cNvSpPr/>
            <p:nvPr/>
          </p:nvSpPr>
          <p:spPr>
            <a:xfrm flipH="1">
              <a:off x="4176" y="960"/>
              <a:ext cx="336" cy="0"/>
            </a:xfrm>
            <a:prstGeom prst="line">
              <a:avLst/>
            </a:prstGeom>
            <a:ln w="9525" cap="flat" cmpd="sng">
              <a:solidFill>
                <a:schemeClr val="tx1"/>
              </a:solidFill>
              <a:prstDash val="solid"/>
              <a:miter/>
              <a:headEnd type="none" w="med" len="med"/>
              <a:tailEnd type="none" w="med" len="med"/>
            </a:ln>
          </p:spPr>
        </p:sp>
        <p:sp>
          <p:nvSpPr>
            <p:cNvPr id="58407" name="Line 112"/>
            <p:cNvSpPr/>
            <p:nvPr/>
          </p:nvSpPr>
          <p:spPr>
            <a:xfrm flipH="1">
              <a:off x="4176" y="1200"/>
              <a:ext cx="336" cy="0"/>
            </a:xfrm>
            <a:prstGeom prst="line">
              <a:avLst/>
            </a:prstGeom>
            <a:ln w="9525" cap="flat" cmpd="sng">
              <a:solidFill>
                <a:schemeClr val="tx1"/>
              </a:solidFill>
              <a:prstDash val="solid"/>
              <a:miter/>
              <a:headEnd type="none" w="med" len="med"/>
              <a:tailEnd type="none" w="med" len="med"/>
            </a:ln>
          </p:spPr>
        </p:sp>
        <p:sp>
          <p:nvSpPr>
            <p:cNvPr id="58408" name="Oval 113"/>
            <p:cNvSpPr/>
            <p:nvPr/>
          </p:nvSpPr>
          <p:spPr>
            <a:xfrm>
              <a:off x="4944" y="720"/>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8409" name="Line 114"/>
            <p:cNvSpPr/>
            <p:nvPr/>
          </p:nvSpPr>
          <p:spPr>
            <a:xfrm>
              <a:off x="5088" y="768"/>
              <a:ext cx="288" cy="0"/>
            </a:xfrm>
            <a:prstGeom prst="line">
              <a:avLst/>
            </a:prstGeom>
            <a:ln w="9525" cap="flat" cmpd="sng">
              <a:solidFill>
                <a:schemeClr val="tx1"/>
              </a:solidFill>
              <a:prstDash val="solid"/>
              <a:miter/>
              <a:headEnd type="none" w="med" len="med"/>
              <a:tailEnd type="none" w="med" len="med"/>
            </a:ln>
          </p:spPr>
        </p:sp>
        <p:sp>
          <p:nvSpPr>
            <p:cNvPr id="58410" name="Rectangle 115"/>
            <p:cNvSpPr/>
            <p:nvPr/>
          </p:nvSpPr>
          <p:spPr>
            <a:xfrm>
              <a:off x="4368" y="1632"/>
              <a:ext cx="816" cy="1056"/>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8411" name="Line 116"/>
            <p:cNvSpPr/>
            <p:nvPr/>
          </p:nvSpPr>
          <p:spPr>
            <a:xfrm>
              <a:off x="4752" y="1632"/>
              <a:ext cx="0" cy="1056"/>
            </a:xfrm>
            <a:prstGeom prst="line">
              <a:avLst/>
            </a:prstGeom>
            <a:ln w="9525" cap="flat" cmpd="sng">
              <a:solidFill>
                <a:schemeClr val="tx1"/>
              </a:solidFill>
              <a:prstDash val="solid"/>
              <a:miter/>
              <a:headEnd type="none" w="med" len="med"/>
              <a:tailEnd type="none" w="med" len="med"/>
            </a:ln>
          </p:spPr>
        </p:sp>
        <p:sp>
          <p:nvSpPr>
            <p:cNvPr id="58412" name="Line 117"/>
            <p:cNvSpPr/>
            <p:nvPr/>
          </p:nvSpPr>
          <p:spPr>
            <a:xfrm flipH="1">
              <a:off x="4032" y="1776"/>
              <a:ext cx="336" cy="0"/>
            </a:xfrm>
            <a:prstGeom prst="line">
              <a:avLst/>
            </a:prstGeom>
            <a:ln w="9525" cap="flat" cmpd="sng">
              <a:solidFill>
                <a:schemeClr val="tx1"/>
              </a:solidFill>
              <a:prstDash val="solid"/>
              <a:miter/>
              <a:headEnd type="none" w="med" len="med"/>
              <a:tailEnd type="none" w="med" len="med"/>
            </a:ln>
          </p:spPr>
        </p:sp>
        <p:sp>
          <p:nvSpPr>
            <p:cNvPr id="58413" name="Line 118"/>
            <p:cNvSpPr/>
            <p:nvPr/>
          </p:nvSpPr>
          <p:spPr>
            <a:xfrm flipH="1">
              <a:off x="4032" y="2016"/>
              <a:ext cx="336" cy="0"/>
            </a:xfrm>
            <a:prstGeom prst="line">
              <a:avLst/>
            </a:prstGeom>
            <a:ln w="9525" cap="flat" cmpd="sng">
              <a:solidFill>
                <a:schemeClr val="tx1"/>
              </a:solidFill>
              <a:prstDash val="solid"/>
              <a:miter/>
              <a:headEnd type="none" w="med" len="med"/>
              <a:tailEnd type="none" w="med" len="med"/>
            </a:ln>
          </p:spPr>
        </p:sp>
        <p:sp>
          <p:nvSpPr>
            <p:cNvPr id="58414" name="Line 119"/>
            <p:cNvSpPr/>
            <p:nvPr/>
          </p:nvSpPr>
          <p:spPr>
            <a:xfrm flipH="1">
              <a:off x="4032" y="2304"/>
              <a:ext cx="336" cy="0"/>
            </a:xfrm>
            <a:prstGeom prst="line">
              <a:avLst/>
            </a:prstGeom>
            <a:ln w="9525" cap="flat" cmpd="sng">
              <a:solidFill>
                <a:schemeClr val="tx1"/>
              </a:solidFill>
              <a:prstDash val="solid"/>
              <a:miter/>
              <a:headEnd type="none" w="med" len="med"/>
              <a:tailEnd type="none" w="med" len="med"/>
            </a:ln>
          </p:spPr>
        </p:sp>
        <p:sp>
          <p:nvSpPr>
            <p:cNvPr id="58415" name="Line 120"/>
            <p:cNvSpPr/>
            <p:nvPr/>
          </p:nvSpPr>
          <p:spPr>
            <a:xfrm flipH="1">
              <a:off x="4032" y="2592"/>
              <a:ext cx="336" cy="0"/>
            </a:xfrm>
            <a:prstGeom prst="line">
              <a:avLst/>
            </a:prstGeom>
            <a:ln w="9525" cap="flat" cmpd="sng">
              <a:solidFill>
                <a:schemeClr val="tx1"/>
              </a:solidFill>
              <a:prstDash val="solid"/>
              <a:miter/>
              <a:headEnd type="none" w="med" len="med"/>
              <a:tailEnd type="none" w="med" len="med"/>
            </a:ln>
          </p:spPr>
        </p:sp>
        <p:sp>
          <p:nvSpPr>
            <p:cNvPr id="58416" name="Oval 121"/>
            <p:cNvSpPr/>
            <p:nvPr/>
          </p:nvSpPr>
          <p:spPr>
            <a:xfrm>
              <a:off x="5184" y="2112"/>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8417" name="Line 122"/>
            <p:cNvSpPr/>
            <p:nvPr/>
          </p:nvSpPr>
          <p:spPr>
            <a:xfrm>
              <a:off x="5328" y="2160"/>
              <a:ext cx="288" cy="0"/>
            </a:xfrm>
            <a:prstGeom prst="line">
              <a:avLst/>
            </a:prstGeom>
            <a:ln w="9525" cap="flat" cmpd="sng">
              <a:solidFill>
                <a:schemeClr val="tx1"/>
              </a:solidFill>
              <a:prstDash val="solid"/>
              <a:miter/>
              <a:headEnd type="none" w="med" len="med"/>
              <a:tailEnd type="none" w="med" len="med"/>
            </a:ln>
          </p:spPr>
        </p:sp>
        <p:sp>
          <p:nvSpPr>
            <p:cNvPr id="58418" name="Rectangle 124"/>
            <p:cNvSpPr/>
            <p:nvPr/>
          </p:nvSpPr>
          <p:spPr>
            <a:xfrm>
              <a:off x="3936" y="151"/>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a:t>
              </a:r>
            </a:p>
          </p:txBody>
        </p:sp>
        <p:sp>
          <p:nvSpPr>
            <p:cNvPr id="58419" name="Rectangle 125"/>
            <p:cNvSpPr/>
            <p:nvPr/>
          </p:nvSpPr>
          <p:spPr>
            <a:xfrm>
              <a:off x="3696" y="1536"/>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a:t>
              </a:r>
            </a:p>
          </p:txBody>
        </p:sp>
        <p:sp>
          <p:nvSpPr>
            <p:cNvPr id="58420" name="Rectangle 127"/>
            <p:cNvSpPr/>
            <p:nvPr/>
          </p:nvSpPr>
          <p:spPr>
            <a:xfrm>
              <a:off x="3936" y="391"/>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B</a:t>
              </a:r>
            </a:p>
          </p:txBody>
        </p:sp>
        <p:sp>
          <p:nvSpPr>
            <p:cNvPr id="58421" name="Rectangle 128"/>
            <p:cNvSpPr/>
            <p:nvPr/>
          </p:nvSpPr>
          <p:spPr>
            <a:xfrm>
              <a:off x="3744" y="1824"/>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B</a:t>
              </a:r>
            </a:p>
          </p:txBody>
        </p:sp>
        <p:sp>
          <p:nvSpPr>
            <p:cNvPr id="58422" name="Rectangle 130"/>
            <p:cNvSpPr/>
            <p:nvPr/>
          </p:nvSpPr>
          <p:spPr>
            <a:xfrm>
              <a:off x="3792" y="720"/>
              <a:ext cx="3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C</a:t>
              </a:r>
            </a:p>
          </p:txBody>
        </p:sp>
        <p:sp>
          <p:nvSpPr>
            <p:cNvPr id="58423" name="Rectangle 131"/>
            <p:cNvSpPr/>
            <p:nvPr/>
          </p:nvSpPr>
          <p:spPr>
            <a:xfrm>
              <a:off x="3600" y="2112"/>
              <a:ext cx="3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C</a:t>
              </a:r>
            </a:p>
          </p:txBody>
        </p:sp>
        <p:sp>
          <p:nvSpPr>
            <p:cNvPr id="58424" name="Rectangle 133"/>
            <p:cNvSpPr/>
            <p:nvPr/>
          </p:nvSpPr>
          <p:spPr>
            <a:xfrm>
              <a:off x="3936" y="1008"/>
              <a:ext cx="220"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D</a:t>
              </a:r>
            </a:p>
          </p:txBody>
        </p:sp>
        <p:sp>
          <p:nvSpPr>
            <p:cNvPr id="58425" name="Rectangle 134"/>
            <p:cNvSpPr/>
            <p:nvPr/>
          </p:nvSpPr>
          <p:spPr>
            <a:xfrm>
              <a:off x="3744" y="2400"/>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D</a:t>
              </a:r>
            </a:p>
          </p:txBody>
        </p:sp>
        <p:sp>
          <p:nvSpPr>
            <p:cNvPr id="58426" name="Rectangle 135"/>
            <p:cNvSpPr/>
            <p:nvPr/>
          </p:nvSpPr>
          <p:spPr>
            <a:xfrm>
              <a:off x="5136" y="432"/>
              <a:ext cx="303"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Tahoma" panose="020B0604030504040204" pitchFamily="34" charset="0"/>
                </a:rPr>
                <a:t> F</a:t>
              </a:r>
            </a:p>
          </p:txBody>
        </p:sp>
        <p:sp>
          <p:nvSpPr>
            <p:cNvPr id="58427" name="Rectangle 136"/>
            <p:cNvSpPr/>
            <p:nvPr/>
          </p:nvSpPr>
          <p:spPr>
            <a:xfrm>
              <a:off x="5184" y="1824"/>
              <a:ext cx="303"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Tahoma" panose="020B0604030504040204" pitchFamily="34" charset="0"/>
                </a:rPr>
                <a:t> F</a:t>
              </a:r>
            </a:p>
          </p:txBody>
        </p:sp>
        <p:sp>
          <p:nvSpPr>
            <p:cNvPr id="58428" name="Rectangle 139"/>
            <p:cNvSpPr/>
            <p:nvPr/>
          </p:nvSpPr>
          <p:spPr>
            <a:xfrm>
              <a:off x="4656" y="624"/>
              <a:ext cx="349"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Tahoma" panose="020B0604030504040204" pitchFamily="34" charset="0"/>
                </a:rPr>
                <a:t> +</a:t>
              </a:r>
            </a:p>
          </p:txBody>
        </p:sp>
        <p:sp>
          <p:nvSpPr>
            <p:cNvPr id="58429" name="Rectangle 140"/>
            <p:cNvSpPr/>
            <p:nvPr/>
          </p:nvSpPr>
          <p:spPr>
            <a:xfrm>
              <a:off x="4704" y="2016"/>
              <a:ext cx="576"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Tahoma" panose="020B0604030504040204" pitchFamily="34" charset="0"/>
                </a:rPr>
                <a:t>≥1</a:t>
              </a:r>
            </a:p>
          </p:txBody>
        </p:sp>
        <p:sp>
          <p:nvSpPr>
            <p:cNvPr id="58430" name="Rectangle 141"/>
            <p:cNvSpPr/>
            <p:nvPr/>
          </p:nvSpPr>
          <p:spPr>
            <a:xfrm>
              <a:off x="4320" y="1632"/>
              <a:ext cx="400"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400" dirty="0">
                  <a:latin typeface="Tahoma" panose="020B0604030504040204" pitchFamily="34" charset="0"/>
                </a:rPr>
                <a:t> </a:t>
              </a:r>
              <a:r>
                <a:rPr lang="zh-CN" altLang="en-US" sz="2800" dirty="0">
                  <a:latin typeface="Tahoma" panose="020B0604030504040204" pitchFamily="34" charset="0"/>
                </a:rPr>
                <a:t>＆</a:t>
              </a:r>
            </a:p>
          </p:txBody>
        </p:sp>
        <p:sp>
          <p:nvSpPr>
            <p:cNvPr id="58431" name="Line 142"/>
            <p:cNvSpPr/>
            <p:nvPr/>
          </p:nvSpPr>
          <p:spPr>
            <a:xfrm>
              <a:off x="4368" y="2160"/>
              <a:ext cx="384" cy="0"/>
            </a:xfrm>
            <a:prstGeom prst="line">
              <a:avLst/>
            </a:prstGeom>
            <a:ln w="9525" cap="flat" cmpd="sng">
              <a:solidFill>
                <a:schemeClr val="tx1"/>
              </a:solidFill>
              <a:prstDash val="solid"/>
              <a:miter/>
              <a:headEnd type="none" w="med" len="med"/>
              <a:tailEnd type="none" w="med" len="med"/>
            </a:ln>
          </p:spPr>
        </p:sp>
        <p:sp>
          <p:nvSpPr>
            <p:cNvPr id="58432" name="Arc 145"/>
            <p:cNvSpPr/>
            <p:nvPr/>
          </p:nvSpPr>
          <p:spPr>
            <a:xfrm>
              <a:off x="3928" y="2880"/>
              <a:ext cx="240" cy="383"/>
            </a:xfrm>
            <a:custGeom>
              <a:avLst/>
              <a:gdLst/>
              <a:ahLst/>
              <a:cxnLst>
                <a:cxn ang="0">
                  <a:pos x="0" y="0"/>
                </a:cxn>
                <a:cxn ang="0">
                  <a:pos x="0" y="0"/>
                </a:cxn>
                <a:cxn ang="0">
                  <a:pos x="0" y="0"/>
                </a:cxn>
              </a:cxnLst>
              <a:rect l="0" t="0" r="0" b="0"/>
              <a:pathLst>
                <a:path w="21600" h="43179" fill="none">
                  <a:moveTo>
                    <a:pt x="0" y="0"/>
                  </a:moveTo>
                  <a:cubicBezTo>
                    <a:pt x="11929" y="0"/>
                    <a:pt x="21600" y="9670"/>
                    <a:pt x="21600" y="21600"/>
                  </a:cubicBezTo>
                  <a:cubicBezTo>
                    <a:pt x="21600" y="33158"/>
                    <a:pt x="12500" y="42668"/>
                    <a:pt x="952" y="43178"/>
                  </a:cubicBezTo>
                </a:path>
                <a:path w="21600" h="43179" stroke="0">
                  <a:moveTo>
                    <a:pt x="0" y="0"/>
                  </a:moveTo>
                  <a:cubicBezTo>
                    <a:pt x="11929" y="0"/>
                    <a:pt x="21600" y="9670"/>
                    <a:pt x="21600" y="21600"/>
                  </a:cubicBezTo>
                  <a:cubicBezTo>
                    <a:pt x="21600" y="33158"/>
                    <a:pt x="12500" y="42668"/>
                    <a:pt x="952" y="43178"/>
                  </a:cubicBezTo>
                  <a:lnTo>
                    <a:pt x="0" y="21600"/>
                  </a:lnTo>
                  <a:lnTo>
                    <a:pt x="0" y="0"/>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58433" name="Line 146"/>
            <p:cNvSpPr/>
            <p:nvPr/>
          </p:nvSpPr>
          <p:spPr>
            <a:xfrm flipH="1">
              <a:off x="3688" y="2880"/>
              <a:ext cx="240" cy="0"/>
            </a:xfrm>
            <a:prstGeom prst="line">
              <a:avLst/>
            </a:prstGeom>
            <a:ln w="9525" cap="flat" cmpd="sng">
              <a:solidFill>
                <a:schemeClr val="tx1"/>
              </a:solidFill>
              <a:prstDash val="solid"/>
              <a:miter/>
              <a:headEnd type="none" w="med" len="med"/>
              <a:tailEnd type="none" w="med" len="med"/>
            </a:ln>
          </p:spPr>
        </p:sp>
        <p:sp>
          <p:nvSpPr>
            <p:cNvPr id="58434" name="Line 147"/>
            <p:cNvSpPr/>
            <p:nvPr/>
          </p:nvSpPr>
          <p:spPr>
            <a:xfrm flipH="1">
              <a:off x="3688" y="3264"/>
              <a:ext cx="288" cy="0"/>
            </a:xfrm>
            <a:prstGeom prst="line">
              <a:avLst/>
            </a:prstGeom>
            <a:ln w="9525" cap="flat" cmpd="sng">
              <a:solidFill>
                <a:schemeClr val="tx1"/>
              </a:solidFill>
              <a:prstDash val="solid"/>
              <a:miter/>
              <a:headEnd type="none" w="med" len="med"/>
              <a:tailEnd type="none" w="med" len="med"/>
            </a:ln>
          </p:spPr>
        </p:sp>
        <p:sp>
          <p:nvSpPr>
            <p:cNvPr id="58435" name="Line 148"/>
            <p:cNvSpPr/>
            <p:nvPr/>
          </p:nvSpPr>
          <p:spPr>
            <a:xfrm>
              <a:off x="3688" y="2880"/>
              <a:ext cx="0" cy="384"/>
            </a:xfrm>
            <a:prstGeom prst="line">
              <a:avLst/>
            </a:prstGeom>
            <a:ln w="9525" cap="flat" cmpd="sng">
              <a:solidFill>
                <a:schemeClr val="tx1"/>
              </a:solidFill>
              <a:prstDash val="solid"/>
              <a:miter/>
              <a:headEnd type="none" w="med" len="med"/>
              <a:tailEnd type="none" w="med" len="med"/>
            </a:ln>
          </p:spPr>
        </p:sp>
        <p:sp>
          <p:nvSpPr>
            <p:cNvPr id="58436" name="Line 149"/>
            <p:cNvSpPr/>
            <p:nvPr/>
          </p:nvSpPr>
          <p:spPr>
            <a:xfrm flipH="1">
              <a:off x="3496" y="2976"/>
              <a:ext cx="192" cy="0"/>
            </a:xfrm>
            <a:prstGeom prst="line">
              <a:avLst/>
            </a:prstGeom>
            <a:ln w="9525" cap="flat" cmpd="sng">
              <a:solidFill>
                <a:schemeClr val="tx1"/>
              </a:solidFill>
              <a:prstDash val="solid"/>
              <a:miter/>
              <a:headEnd type="none" w="med" len="med"/>
              <a:tailEnd type="none" w="med" len="med"/>
            </a:ln>
          </p:spPr>
        </p:sp>
        <p:sp>
          <p:nvSpPr>
            <p:cNvPr id="58437" name="Line 150"/>
            <p:cNvSpPr/>
            <p:nvPr/>
          </p:nvSpPr>
          <p:spPr>
            <a:xfrm flipH="1">
              <a:off x="3496" y="3168"/>
              <a:ext cx="192" cy="0"/>
            </a:xfrm>
            <a:prstGeom prst="line">
              <a:avLst/>
            </a:prstGeom>
            <a:ln w="9525" cap="flat" cmpd="sng">
              <a:solidFill>
                <a:schemeClr val="tx1"/>
              </a:solidFill>
              <a:prstDash val="solid"/>
              <a:miter/>
              <a:headEnd type="none" w="med" len="med"/>
              <a:tailEnd type="none" w="med" len="med"/>
            </a:ln>
          </p:spPr>
        </p:sp>
        <p:sp>
          <p:nvSpPr>
            <p:cNvPr id="58438" name="Line 151"/>
            <p:cNvSpPr/>
            <p:nvPr/>
          </p:nvSpPr>
          <p:spPr>
            <a:xfrm>
              <a:off x="4176" y="3072"/>
              <a:ext cx="144" cy="0"/>
            </a:xfrm>
            <a:prstGeom prst="line">
              <a:avLst/>
            </a:prstGeom>
            <a:ln w="9525" cap="flat" cmpd="sng">
              <a:solidFill>
                <a:schemeClr val="tx1"/>
              </a:solidFill>
              <a:prstDash val="solid"/>
              <a:miter/>
              <a:headEnd type="none" w="med" len="med"/>
              <a:tailEnd type="none" w="med" len="med"/>
            </a:ln>
          </p:spPr>
        </p:sp>
        <p:sp>
          <p:nvSpPr>
            <p:cNvPr id="58439" name="Rectangle 152"/>
            <p:cNvSpPr/>
            <p:nvPr/>
          </p:nvSpPr>
          <p:spPr>
            <a:xfrm>
              <a:off x="3120" y="2743"/>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a:t>
              </a:r>
            </a:p>
          </p:txBody>
        </p:sp>
        <p:sp>
          <p:nvSpPr>
            <p:cNvPr id="58440" name="Rectangle 153"/>
            <p:cNvSpPr/>
            <p:nvPr/>
          </p:nvSpPr>
          <p:spPr>
            <a:xfrm>
              <a:off x="3120" y="3031"/>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B</a:t>
              </a:r>
            </a:p>
          </p:txBody>
        </p:sp>
        <p:sp>
          <p:nvSpPr>
            <p:cNvPr id="58441" name="Rectangle 154"/>
            <p:cNvSpPr/>
            <p:nvPr/>
          </p:nvSpPr>
          <p:spPr>
            <a:xfrm>
              <a:off x="5328" y="2976"/>
              <a:ext cx="233"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Tahoma" panose="020B0604030504040204" pitchFamily="34" charset="0"/>
                </a:rPr>
                <a:t>F</a:t>
              </a:r>
            </a:p>
          </p:txBody>
        </p:sp>
        <p:sp>
          <p:nvSpPr>
            <p:cNvPr id="58442" name="Arc 155"/>
            <p:cNvSpPr/>
            <p:nvPr/>
          </p:nvSpPr>
          <p:spPr>
            <a:xfrm>
              <a:off x="3928" y="3504"/>
              <a:ext cx="240" cy="383"/>
            </a:xfrm>
            <a:custGeom>
              <a:avLst/>
              <a:gdLst/>
              <a:ahLst/>
              <a:cxnLst>
                <a:cxn ang="0">
                  <a:pos x="0" y="0"/>
                </a:cxn>
                <a:cxn ang="0">
                  <a:pos x="0" y="0"/>
                </a:cxn>
                <a:cxn ang="0">
                  <a:pos x="0" y="0"/>
                </a:cxn>
              </a:cxnLst>
              <a:rect l="0" t="0" r="0" b="0"/>
              <a:pathLst>
                <a:path w="21600" h="43179" fill="none">
                  <a:moveTo>
                    <a:pt x="0" y="0"/>
                  </a:moveTo>
                  <a:cubicBezTo>
                    <a:pt x="11929" y="0"/>
                    <a:pt x="21600" y="9670"/>
                    <a:pt x="21600" y="21600"/>
                  </a:cubicBezTo>
                  <a:cubicBezTo>
                    <a:pt x="21600" y="33158"/>
                    <a:pt x="12500" y="42668"/>
                    <a:pt x="952" y="43178"/>
                  </a:cubicBezTo>
                </a:path>
                <a:path w="21600" h="43179" stroke="0">
                  <a:moveTo>
                    <a:pt x="0" y="0"/>
                  </a:moveTo>
                  <a:cubicBezTo>
                    <a:pt x="11929" y="0"/>
                    <a:pt x="21600" y="9670"/>
                    <a:pt x="21600" y="21600"/>
                  </a:cubicBezTo>
                  <a:cubicBezTo>
                    <a:pt x="21600" y="33158"/>
                    <a:pt x="12500" y="42668"/>
                    <a:pt x="952" y="43178"/>
                  </a:cubicBezTo>
                  <a:lnTo>
                    <a:pt x="0" y="21600"/>
                  </a:lnTo>
                  <a:lnTo>
                    <a:pt x="0" y="0"/>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58443" name="Line 156"/>
            <p:cNvSpPr/>
            <p:nvPr/>
          </p:nvSpPr>
          <p:spPr>
            <a:xfrm flipH="1">
              <a:off x="3688" y="3504"/>
              <a:ext cx="240" cy="0"/>
            </a:xfrm>
            <a:prstGeom prst="line">
              <a:avLst/>
            </a:prstGeom>
            <a:ln w="9525" cap="flat" cmpd="sng">
              <a:solidFill>
                <a:schemeClr val="tx1"/>
              </a:solidFill>
              <a:prstDash val="solid"/>
              <a:miter/>
              <a:headEnd type="none" w="med" len="med"/>
              <a:tailEnd type="none" w="med" len="med"/>
            </a:ln>
          </p:spPr>
        </p:sp>
        <p:sp>
          <p:nvSpPr>
            <p:cNvPr id="58444" name="Line 157"/>
            <p:cNvSpPr/>
            <p:nvPr/>
          </p:nvSpPr>
          <p:spPr>
            <a:xfrm flipH="1">
              <a:off x="3688" y="3888"/>
              <a:ext cx="288" cy="0"/>
            </a:xfrm>
            <a:prstGeom prst="line">
              <a:avLst/>
            </a:prstGeom>
            <a:ln w="9525" cap="flat" cmpd="sng">
              <a:solidFill>
                <a:schemeClr val="tx1"/>
              </a:solidFill>
              <a:prstDash val="solid"/>
              <a:miter/>
              <a:headEnd type="none" w="med" len="med"/>
              <a:tailEnd type="none" w="med" len="med"/>
            </a:ln>
          </p:spPr>
        </p:sp>
        <p:sp>
          <p:nvSpPr>
            <p:cNvPr id="58445" name="Line 158"/>
            <p:cNvSpPr/>
            <p:nvPr/>
          </p:nvSpPr>
          <p:spPr>
            <a:xfrm>
              <a:off x="3688" y="3504"/>
              <a:ext cx="0" cy="384"/>
            </a:xfrm>
            <a:prstGeom prst="line">
              <a:avLst/>
            </a:prstGeom>
            <a:ln w="9525" cap="flat" cmpd="sng">
              <a:solidFill>
                <a:schemeClr val="tx1"/>
              </a:solidFill>
              <a:prstDash val="solid"/>
              <a:miter/>
              <a:headEnd type="none" w="med" len="med"/>
              <a:tailEnd type="none" w="med" len="med"/>
            </a:ln>
          </p:spPr>
        </p:sp>
        <p:sp>
          <p:nvSpPr>
            <p:cNvPr id="58446" name="Line 159"/>
            <p:cNvSpPr/>
            <p:nvPr/>
          </p:nvSpPr>
          <p:spPr>
            <a:xfrm flipH="1">
              <a:off x="3496" y="3600"/>
              <a:ext cx="192" cy="0"/>
            </a:xfrm>
            <a:prstGeom prst="line">
              <a:avLst/>
            </a:prstGeom>
            <a:ln w="9525" cap="flat" cmpd="sng">
              <a:solidFill>
                <a:schemeClr val="tx1"/>
              </a:solidFill>
              <a:prstDash val="solid"/>
              <a:miter/>
              <a:headEnd type="none" w="med" len="med"/>
              <a:tailEnd type="none" w="med" len="med"/>
            </a:ln>
          </p:spPr>
        </p:sp>
        <p:sp>
          <p:nvSpPr>
            <p:cNvPr id="58447" name="Line 160"/>
            <p:cNvSpPr/>
            <p:nvPr/>
          </p:nvSpPr>
          <p:spPr>
            <a:xfrm flipH="1">
              <a:off x="3496" y="3792"/>
              <a:ext cx="192" cy="0"/>
            </a:xfrm>
            <a:prstGeom prst="line">
              <a:avLst/>
            </a:prstGeom>
            <a:ln w="9525" cap="flat" cmpd="sng">
              <a:solidFill>
                <a:schemeClr val="tx1"/>
              </a:solidFill>
              <a:prstDash val="solid"/>
              <a:miter/>
              <a:headEnd type="none" w="med" len="med"/>
              <a:tailEnd type="none" w="med" len="med"/>
            </a:ln>
          </p:spPr>
        </p:sp>
        <p:sp>
          <p:nvSpPr>
            <p:cNvPr id="58448" name="Line 161"/>
            <p:cNvSpPr/>
            <p:nvPr/>
          </p:nvSpPr>
          <p:spPr>
            <a:xfrm>
              <a:off x="4176" y="3696"/>
              <a:ext cx="144" cy="0"/>
            </a:xfrm>
            <a:prstGeom prst="line">
              <a:avLst/>
            </a:prstGeom>
            <a:ln w="9525" cap="flat" cmpd="sng">
              <a:solidFill>
                <a:schemeClr val="tx1"/>
              </a:solidFill>
              <a:prstDash val="solid"/>
              <a:miter/>
              <a:headEnd type="none" w="med" len="med"/>
              <a:tailEnd type="none" w="med" len="med"/>
            </a:ln>
          </p:spPr>
        </p:sp>
        <p:sp>
          <p:nvSpPr>
            <p:cNvPr id="58449" name="Rectangle 162"/>
            <p:cNvSpPr/>
            <p:nvPr/>
          </p:nvSpPr>
          <p:spPr>
            <a:xfrm>
              <a:off x="3120" y="3367"/>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C</a:t>
              </a:r>
            </a:p>
          </p:txBody>
        </p:sp>
        <p:sp>
          <p:nvSpPr>
            <p:cNvPr id="58450" name="Rectangle 163"/>
            <p:cNvSpPr/>
            <p:nvPr/>
          </p:nvSpPr>
          <p:spPr>
            <a:xfrm>
              <a:off x="3120" y="3655"/>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D</a:t>
              </a:r>
            </a:p>
          </p:txBody>
        </p:sp>
        <p:sp>
          <p:nvSpPr>
            <p:cNvPr id="58451" name="Arc 164"/>
            <p:cNvSpPr/>
            <p:nvPr/>
          </p:nvSpPr>
          <p:spPr>
            <a:xfrm>
              <a:off x="4651" y="3118"/>
              <a:ext cx="192" cy="480"/>
            </a:xfrm>
            <a:custGeom>
              <a:avLst/>
              <a:gdLst/>
              <a:ahLst/>
              <a:cxnLst>
                <a:cxn ang="0">
                  <a:pos x="0" y="0"/>
                </a:cxn>
                <a:cxn ang="0">
                  <a:pos x="0" y="0"/>
                </a:cxn>
                <a:cxn ang="0">
                  <a:pos x="0" y="0"/>
                </a:cxn>
              </a:cxnLst>
              <a:rect l="0" t="0" r="0" b="0"/>
              <a:pathLst>
                <a:path w="21600" h="43091" fill="none">
                  <a:moveTo>
                    <a:pt x="0" y="0"/>
                  </a:moveTo>
                  <a:cubicBezTo>
                    <a:pt x="11929" y="0"/>
                    <a:pt x="21600" y="9670"/>
                    <a:pt x="21600" y="21600"/>
                  </a:cubicBezTo>
                  <a:cubicBezTo>
                    <a:pt x="21600" y="32691"/>
                    <a:pt x="13199" y="41980"/>
                    <a:pt x="2163" y="43091"/>
                  </a:cubicBezTo>
                </a:path>
                <a:path w="21600" h="43091" stroke="0">
                  <a:moveTo>
                    <a:pt x="0" y="0"/>
                  </a:moveTo>
                  <a:cubicBezTo>
                    <a:pt x="11929" y="0"/>
                    <a:pt x="21600" y="9670"/>
                    <a:pt x="21600" y="21600"/>
                  </a:cubicBezTo>
                  <a:cubicBezTo>
                    <a:pt x="21600" y="32691"/>
                    <a:pt x="13199" y="41980"/>
                    <a:pt x="2163" y="43091"/>
                  </a:cubicBezTo>
                  <a:lnTo>
                    <a:pt x="0" y="21600"/>
                  </a:lnTo>
                  <a:lnTo>
                    <a:pt x="0" y="0"/>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58452" name="Arc 165"/>
            <p:cNvSpPr/>
            <p:nvPr/>
          </p:nvSpPr>
          <p:spPr>
            <a:xfrm>
              <a:off x="4656" y="3120"/>
              <a:ext cx="594" cy="478"/>
            </a:xfrm>
            <a:custGeom>
              <a:avLst/>
              <a:gdLst/>
              <a:ahLst/>
              <a:cxnLst>
                <a:cxn ang="0">
                  <a:pos x="0" y="0"/>
                </a:cxn>
                <a:cxn ang="0">
                  <a:pos x="0" y="0"/>
                </a:cxn>
                <a:cxn ang="0">
                  <a:pos x="0" y="0"/>
                </a:cxn>
              </a:cxnLst>
              <a:rect l="0" t="0" r="0" b="0"/>
              <a:pathLst>
                <a:path w="28102" h="43200" fill="none">
                  <a:moveTo>
                    <a:pt x="-1" y="1001"/>
                  </a:moveTo>
                  <a:cubicBezTo>
                    <a:pt x="2103" y="337"/>
                    <a:pt x="4296" y="-1"/>
                    <a:pt x="6502" y="0"/>
                  </a:cubicBezTo>
                  <a:cubicBezTo>
                    <a:pt x="18431" y="0"/>
                    <a:pt x="28102" y="9670"/>
                    <a:pt x="28102" y="21600"/>
                  </a:cubicBezTo>
                  <a:cubicBezTo>
                    <a:pt x="28102" y="33529"/>
                    <a:pt x="18431" y="43200"/>
                    <a:pt x="6502" y="43200"/>
                  </a:cubicBezTo>
                  <a:cubicBezTo>
                    <a:pt x="4348" y="43200"/>
                    <a:pt x="2207" y="42877"/>
                    <a:pt x="149" y="42244"/>
                  </a:cubicBezTo>
                </a:path>
                <a:path w="28102" h="43200" stroke="0">
                  <a:moveTo>
                    <a:pt x="-1" y="1001"/>
                  </a:moveTo>
                  <a:cubicBezTo>
                    <a:pt x="2103" y="337"/>
                    <a:pt x="4296" y="-1"/>
                    <a:pt x="6502" y="0"/>
                  </a:cubicBezTo>
                  <a:cubicBezTo>
                    <a:pt x="18431" y="0"/>
                    <a:pt x="28102" y="9670"/>
                    <a:pt x="28102" y="21600"/>
                  </a:cubicBezTo>
                  <a:cubicBezTo>
                    <a:pt x="28102" y="33529"/>
                    <a:pt x="18431" y="43200"/>
                    <a:pt x="6502" y="43200"/>
                  </a:cubicBezTo>
                  <a:cubicBezTo>
                    <a:pt x="4348" y="43200"/>
                    <a:pt x="2207" y="42877"/>
                    <a:pt x="149" y="42244"/>
                  </a:cubicBezTo>
                  <a:lnTo>
                    <a:pt x="6502" y="21600"/>
                  </a:lnTo>
                  <a:lnTo>
                    <a:pt x="-1" y="1001"/>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58453" name="Line 166"/>
            <p:cNvSpPr/>
            <p:nvPr/>
          </p:nvSpPr>
          <p:spPr>
            <a:xfrm flipH="1">
              <a:off x="4320" y="3214"/>
              <a:ext cx="475" cy="0"/>
            </a:xfrm>
            <a:prstGeom prst="line">
              <a:avLst/>
            </a:prstGeom>
            <a:ln w="9525" cap="flat" cmpd="sng">
              <a:solidFill>
                <a:schemeClr val="tx1"/>
              </a:solidFill>
              <a:prstDash val="solid"/>
              <a:miter/>
              <a:headEnd type="none" w="med" len="med"/>
              <a:tailEnd type="none" w="med" len="med"/>
            </a:ln>
          </p:spPr>
        </p:sp>
        <p:sp>
          <p:nvSpPr>
            <p:cNvPr id="58454" name="Line 167"/>
            <p:cNvSpPr/>
            <p:nvPr/>
          </p:nvSpPr>
          <p:spPr>
            <a:xfrm flipH="1">
              <a:off x="4320" y="3454"/>
              <a:ext cx="523" cy="0"/>
            </a:xfrm>
            <a:prstGeom prst="line">
              <a:avLst/>
            </a:prstGeom>
            <a:ln w="9525" cap="flat" cmpd="sng">
              <a:solidFill>
                <a:schemeClr val="tx1"/>
              </a:solidFill>
              <a:prstDash val="solid"/>
              <a:miter/>
              <a:headEnd type="none" w="med" len="med"/>
              <a:tailEnd type="none" w="med" len="med"/>
            </a:ln>
          </p:spPr>
        </p:sp>
        <p:sp>
          <p:nvSpPr>
            <p:cNvPr id="58455" name="Line 168"/>
            <p:cNvSpPr/>
            <p:nvPr/>
          </p:nvSpPr>
          <p:spPr>
            <a:xfrm>
              <a:off x="5328" y="3360"/>
              <a:ext cx="154" cy="0"/>
            </a:xfrm>
            <a:prstGeom prst="line">
              <a:avLst/>
            </a:prstGeom>
            <a:ln w="9525" cap="flat" cmpd="sng">
              <a:solidFill>
                <a:schemeClr val="tx1"/>
              </a:solidFill>
              <a:prstDash val="solid"/>
              <a:miter/>
              <a:headEnd type="none" w="med" len="med"/>
              <a:tailEnd type="none" w="med" len="med"/>
            </a:ln>
          </p:spPr>
        </p:sp>
        <p:sp>
          <p:nvSpPr>
            <p:cNvPr id="58456" name="Oval 169"/>
            <p:cNvSpPr/>
            <p:nvPr/>
          </p:nvSpPr>
          <p:spPr>
            <a:xfrm>
              <a:off x="5232" y="3312"/>
              <a:ext cx="96" cy="96"/>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8457" name="Line 170"/>
            <p:cNvSpPr/>
            <p:nvPr/>
          </p:nvSpPr>
          <p:spPr>
            <a:xfrm>
              <a:off x="4320" y="3072"/>
              <a:ext cx="0" cy="144"/>
            </a:xfrm>
            <a:prstGeom prst="line">
              <a:avLst/>
            </a:prstGeom>
            <a:ln w="9525" cap="flat" cmpd="sng">
              <a:solidFill>
                <a:schemeClr val="tx1"/>
              </a:solidFill>
              <a:prstDash val="solid"/>
              <a:miter/>
              <a:headEnd type="none" w="med" len="med"/>
              <a:tailEnd type="none" w="med" len="med"/>
            </a:ln>
          </p:spPr>
        </p:sp>
        <p:sp>
          <p:nvSpPr>
            <p:cNvPr id="58458" name="Line 171"/>
            <p:cNvSpPr/>
            <p:nvPr/>
          </p:nvSpPr>
          <p:spPr>
            <a:xfrm flipV="1">
              <a:off x="4320" y="3456"/>
              <a:ext cx="0" cy="240"/>
            </a:xfrm>
            <a:prstGeom prst="line">
              <a:avLst/>
            </a:prstGeom>
            <a:ln w="9525" cap="flat" cmpd="sng">
              <a:solidFill>
                <a:schemeClr val="tx1"/>
              </a:solidFill>
              <a:prstDash val="solid"/>
              <a:miter/>
              <a:headEnd type="none" w="med" len="med"/>
              <a:tailEnd type="none" w="med" len="med"/>
            </a:ln>
          </p:spPr>
        </p:sp>
      </p:grpSp>
      <p:grpSp>
        <p:nvGrpSpPr>
          <p:cNvPr id="31919" name="Group 175"/>
          <p:cNvGrpSpPr/>
          <p:nvPr/>
        </p:nvGrpSpPr>
        <p:grpSpPr>
          <a:xfrm>
            <a:off x="228600" y="1752600"/>
            <a:ext cx="5391150" cy="2209800"/>
            <a:chOff x="144" y="1104"/>
            <a:chExt cx="3396" cy="1392"/>
          </a:xfrm>
        </p:grpSpPr>
        <p:sp>
          <p:nvSpPr>
            <p:cNvPr id="58374" name="Rectangle 89"/>
            <p:cNvSpPr/>
            <p:nvPr/>
          </p:nvSpPr>
          <p:spPr>
            <a:xfrm>
              <a:off x="672" y="1920"/>
              <a:ext cx="288" cy="576"/>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8375" name="Line 90"/>
            <p:cNvSpPr/>
            <p:nvPr/>
          </p:nvSpPr>
          <p:spPr>
            <a:xfrm flipH="1">
              <a:off x="432" y="2112"/>
              <a:ext cx="240" cy="0"/>
            </a:xfrm>
            <a:prstGeom prst="line">
              <a:avLst/>
            </a:prstGeom>
            <a:ln w="9525" cap="flat" cmpd="sng">
              <a:solidFill>
                <a:schemeClr val="tx1"/>
              </a:solidFill>
              <a:prstDash val="solid"/>
              <a:miter/>
              <a:headEnd type="none" w="med" len="med"/>
              <a:tailEnd type="none" w="med" len="med"/>
            </a:ln>
          </p:spPr>
        </p:sp>
        <p:sp>
          <p:nvSpPr>
            <p:cNvPr id="58376" name="Line 91"/>
            <p:cNvSpPr/>
            <p:nvPr/>
          </p:nvSpPr>
          <p:spPr>
            <a:xfrm flipH="1">
              <a:off x="432" y="2304"/>
              <a:ext cx="240" cy="0"/>
            </a:xfrm>
            <a:prstGeom prst="line">
              <a:avLst/>
            </a:prstGeom>
            <a:ln w="9525" cap="flat" cmpd="sng">
              <a:solidFill>
                <a:schemeClr val="tx1"/>
              </a:solidFill>
              <a:prstDash val="solid"/>
              <a:miter/>
              <a:headEnd type="none" w="med" len="med"/>
              <a:tailEnd type="none" w="med" len="med"/>
            </a:ln>
          </p:spPr>
        </p:sp>
        <p:sp>
          <p:nvSpPr>
            <p:cNvPr id="58377" name="Line 92"/>
            <p:cNvSpPr/>
            <p:nvPr/>
          </p:nvSpPr>
          <p:spPr>
            <a:xfrm>
              <a:off x="960" y="2208"/>
              <a:ext cx="240" cy="0"/>
            </a:xfrm>
            <a:prstGeom prst="line">
              <a:avLst/>
            </a:prstGeom>
            <a:ln w="9525" cap="flat" cmpd="sng">
              <a:solidFill>
                <a:schemeClr val="tx1"/>
              </a:solidFill>
              <a:prstDash val="solid"/>
              <a:miter/>
              <a:headEnd type="none" w="med" len="med"/>
              <a:tailEnd type="none" w="med" len="med"/>
            </a:ln>
          </p:spPr>
        </p:sp>
        <p:sp>
          <p:nvSpPr>
            <p:cNvPr id="58378" name="Rectangle 93"/>
            <p:cNvSpPr/>
            <p:nvPr/>
          </p:nvSpPr>
          <p:spPr>
            <a:xfrm>
              <a:off x="1440" y="1488"/>
              <a:ext cx="288" cy="576"/>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8379" name="Line 94"/>
            <p:cNvSpPr/>
            <p:nvPr/>
          </p:nvSpPr>
          <p:spPr>
            <a:xfrm flipH="1">
              <a:off x="1200" y="1680"/>
              <a:ext cx="240" cy="0"/>
            </a:xfrm>
            <a:prstGeom prst="line">
              <a:avLst/>
            </a:prstGeom>
            <a:ln w="9525" cap="flat" cmpd="sng">
              <a:solidFill>
                <a:schemeClr val="tx1"/>
              </a:solidFill>
              <a:prstDash val="solid"/>
              <a:miter/>
              <a:headEnd type="none" w="med" len="med"/>
              <a:tailEnd type="none" w="med" len="med"/>
            </a:ln>
          </p:spPr>
        </p:sp>
        <p:sp>
          <p:nvSpPr>
            <p:cNvPr id="58380" name="Line 95"/>
            <p:cNvSpPr/>
            <p:nvPr/>
          </p:nvSpPr>
          <p:spPr>
            <a:xfrm flipH="1">
              <a:off x="1200" y="1872"/>
              <a:ext cx="240" cy="0"/>
            </a:xfrm>
            <a:prstGeom prst="line">
              <a:avLst/>
            </a:prstGeom>
            <a:ln w="9525" cap="flat" cmpd="sng">
              <a:solidFill>
                <a:schemeClr val="tx1"/>
              </a:solidFill>
              <a:prstDash val="solid"/>
              <a:miter/>
              <a:headEnd type="none" w="med" len="med"/>
              <a:tailEnd type="none" w="med" len="med"/>
            </a:ln>
          </p:spPr>
        </p:sp>
        <p:sp>
          <p:nvSpPr>
            <p:cNvPr id="58381" name="Line 96"/>
            <p:cNvSpPr/>
            <p:nvPr/>
          </p:nvSpPr>
          <p:spPr>
            <a:xfrm>
              <a:off x="1728" y="1776"/>
              <a:ext cx="240" cy="0"/>
            </a:xfrm>
            <a:prstGeom prst="line">
              <a:avLst/>
            </a:prstGeom>
            <a:ln w="9525" cap="flat" cmpd="sng">
              <a:solidFill>
                <a:schemeClr val="tx1"/>
              </a:solidFill>
              <a:prstDash val="solid"/>
              <a:miter/>
              <a:headEnd type="none" w="med" len="med"/>
              <a:tailEnd type="none" w="med" len="med"/>
            </a:ln>
          </p:spPr>
        </p:sp>
        <p:sp>
          <p:nvSpPr>
            <p:cNvPr id="58382" name="Rectangle 97"/>
            <p:cNvSpPr/>
            <p:nvPr/>
          </p:nvSpPr>
          <p:spPr>
            <a:xfrm>
              <a:off x="672" y="1104"/>
              <a:ext cx="288" cy="576"/>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8383" name="Line 98"/>
            <p:cNvSpPr/>
            <p:nvPr/>
          </p:nvSpPr>
          <p:spPr>
            <a:xfrm flipH="1">
              <a:off x="432" y="1344"/>
              <a:ext cx="240" cy="0"/>
            </a:xfrm>
            <a:prstGeom prst="line">
              <a:avLst/>
            </a:prstGeom>
            <a:ln w="9525" cap="flat" cmpd="sng">
              <a:solidFill>
                <a:schemeClr val="tx1"/>
              </a:solidFill>
              <a:prstDash val="solid"/>
              <a:miter/>
              <a:headEnd type="none" w="med" len="med"/>
              <a:tailEnd type="none" w="med" len="med"/>
            </a:ln>
          </p:spPr>
        </p:sp>
        <p:sp>
          <p:nvSpPr>
            <p:cNvPr id="58384" name="Line 99"/>
            <p:cNvSpPr/>
            <p:nvPr/>
          </p:nvSpPr>
          <p:spPr>
            <a:xfrm flipH="1">
              <a:off x="432" y="1536"/>
              <a:ext cx="240" cy="0"/>
            </a:xfrm>
            <a:prstGeom prst="line">
              <a:avLst/>
            </a:prstGeom>
            <a:ln w="9525" cap="flat" cmpd="sng">
              <a:solidFill>
                <a:schemeClr val="tx1"/>
              </a:solidFill>
              <a:prstDash val="solid"/>
              <a:miter/>
              <a:headEnd type="none" w="med" len="med"/>
              <a:tailEnd type="none" w="med" len="med"/>
            </a:ln>
          </p:spPr>
        </p:sp>
        <p:sp>
          <p:nvSpPr>
            <p:cNvPr id="58385" name="Line 100"/>
            <p:cNvSpPr/>
            <p:nvPr/>
          </p:nvSpPr>
          <p:spPr>
            <a:xfrm>
              <a:off x="960" y="1392"/>
              <a:ext cx="240" cy="0"/>
            </a:xfrm>
            <a:prstGeom prst="line">
              <a:avLst/>
            </a:prstGeom>
            <a:ln w="9525" cap="flat" cmpd="sng">
              <a:solidFill>
                <a:schemeClr val="tx1"/>
              </a:solidFill>
              <a:prstDash val="solid"/>
              <a:miter/>
              <a:headEnd type="none" w="med" len="med"/>
              <a:tailEnd type="none" w="med" len="med"/>
            </a:ln>
          </p:spPr>
        </p:sp>
        <p:sp>
          <p:nvSpPr>
            <p:cNvPr id="58386" name="Rectangle 101"/>
            <p:cNvSpPr/>
            <p:nvPr/>
          </p:nvSpPr>
          <p:spPr>
            <a:xfrm>
              <a:off x="1968" y="1488"/>
              <a:ext cx="288" cy="576"/>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8387" name="Line 102"/>
            <p:cNvSpPr/>
            <p:nvPr/>
          </p:nvSpPr>
          <p:spPr>
            <a:xfrm>
              <a:off x="1200" y="1392"/>
              <a:ext cx="0" cy="288"/>
            </a:xfrm>
            <a:prstGeom prst="line">
              <a:avLst/>
            </a:prstGeom>
            <a:ln w="9525" cap="flat" cmpd="sng">
              <a:solidFill>
                <a:schemeClr val="tx1"/>
              </a:solidFill>
              <a:prstDash val="solid"/>
              <a:miter/>
              <a:headEnd type="none" w="med" len="med"/>
              <a:tailEnd type="none" w="med" len="med"/>
            </a:ln>
          </p:spPr>
        </p:sp>
        <p:sp>
          <p:nvSpPr>
            <p:cNvPr id="58388" name="Line 103"/>
            <p:cNvSpPr/>
            <p:nvPr/>
          </p:nvSpPr>
          <p:spPr>
            <a:xfrm>
              <a:off x="1200" y="1872"/>
              <a:ext cx="0" cy="336"/>
            </a:xfrm>
            <a:prstGeom prst="line">
              <a:avLst/>
            </a:prstGeom>
            <a:ln w="9525" cap="flat" cmpd="sng">
              <a:solidFill>
                <a:schemeClr val="tx1"/>
              </a:solidFill>
              <a:prstDash val="solid"/>
              <a:miter/>
              <a:headEnd type="none" w="med" len="med"/>
              <a:tailEnd type="none" w="med" len="med"/>
            </a:ln>
          </p:spPr>
        </p:sp>
        <p:sp>
          <p:nvSpPr>
            <p:cNvPr id="58389" name="Oval 104"/>
            <p:cNvSpPr/>
            <p:nvPr/>
          </p:nvSpPr>
          <p:spPr>
            <a:xfrm>
              <a:off x="2256" y="1728"/>
              <a:ext cx="96" cy="96"/>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58390" name="Line 105"/>
            <p:cNvSpPr/>
            <p:nvPr/>
          </p:nvSpPr>
          <p:spPr>
            <a:xfrm>
              <a:off x="2352" y="1776"/>
              <a:ext cx="192" cy="0"/>
            </a:xfrm>
            <a:prstGeom prst="line">
              <a:avLst/>
            </a:prstGeom>
            <a:ln w="9525" cap="flat" cmpd="sng">
              <a:solidFill>
                <a:schemeClr val="tx1"/>
              </a:solidFill>
              <a:prstDash val="solid"/>
              <a:miter/>
              <a:headEnd type="none" w="med" len="med"/>
              <a:tailEnd type="none" w="med" len="med"/>
            </a:ln>
          </p:spPr>
        </p:sp>
        <p:sp>
          <p:nvSpPr>
            <p:cNvPr id="58391" name="Rectangle 123"/>
            <p:cNvSpPr/>
            <p:nvPr/>
          </p:nvSpPr>
          <p:spPr>
            <a:xfrm>
              <a:off x="192" y="1152"/>
              <a:ext cx="250"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Tahoma" panose="020B0604030504040204" pitchFamily="34" charset="0"/>
                </a:rPr>
                <a:t>A</a:t>
              </a:r>
            </a:p>
          </p:txBody>
        </p:sp>
        <p:sp>
          <p:nvSpPr>
            <p:cNvPr id="58392" name="Rectangle 126"/>
            <p:cNvSpPr/>
            <p:nvPr/>
          </p:nvSpPr>
          <p:spPr>
            <a:xfrm>
              <a:off x="192" y="1392"/>
              <a:ext cx="24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Tahoma" panose="020B0604030504040204" pitchFamily="34" charset="0"/>
                </a:rPr>
                <a:t>B</a:t>
              </a:r>
            </a:p>
          </p:txBody>
        </p:sp>
        <p:sp>
          <p:nvSpPr>
            <p:cNvPr id="58393" name="Rectangle 129"/>
            <p:cNvSpPr/>
            <p:nvPr/>
          </p:nvSpPr>
          <p:spPr>
            <a:xfrm>
              <a:off x="144" y="1920"/>
              <a:ext cx="321"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Tahoma" panose="020B0604030504040204" pitchFamily="34" charset="0"/>
                </a:rPr>
                <a:t> C</a:t>
              </a:r>
            </a:p>
          </p:txBody>
        </p:sp>
        <p:sp>
          <p:nvSpPr>
            <p:cNvPr id="58394" name="Rectangle 132"/>
            <p:cNvSpPr/>
            <p:nvPr/>
          </p:nvSpPr>
          <p:spPr>
            <a:xfrm>
              <a:off x="192" y="2160"/>
              <a:ext cx="220"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Tahoma" panose="020B0604030504040204" pitchFamily="34" charset="0"/>
                </a:rPr>
                <a:t>D</a:t>
              </a:r>
            </a:p>
          </p:txBody>
        </p:sp>
        <p:sp>
          <p:nvSpPr>
            <p:cNvPr id="58395" name="Rectangle 137"/>
            <p:cNvSpPr/>
            <p:nvPr/>
          </p:nvSpPr>
          <p:spPr>
            <a:xfrm>
              <a:off x="2400" y="1399"/>
              <a:ext cx="114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 F=AB+CD</a:t>
              </a:r>
            </a:p>
          </p:txBody>
        </p:sp>
        <p:sp>
          <p:nvSpPr>
            <p:cNvPr id="58396" name="Rectangle 138"/>
            <p:cNvSpPr/>
            <p:nvPr/>
          </p:nvSpPr>
          <p:spPr>
            <a:xfrm>
              <a:off x="1344" y="1584"/>
              <a:ext cx="433"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Tahoma" panose="020B0604030504040204" pitchFamily="34" charset="0"/>
                </a:rPr>
                <a:t> </a:t>
              </a:r>
              <a:r>
                <a:rPr lang="en-US" altLang="zh-CN" sz="2000" dirty="0">
                  <a:latin typeface="Tahoma" panose="020B0604030504040204" pitchFamily="34" charset="0"/>
                </a:rPr>
                <a:t>≥1</a:t>
              </a:r>
            </a:p>
          </p:txBody>
        </p:sp>
        <p:sp>
          <p:nvSpPr>
            <p:cNvPr id="58397" name="Line 144"/>
            <p:cNvSpPr/>
            <p:nvPr/>
          </p:nvSpPr>
          <p:spPr>
            <a:xfrm>
              <a:off x="2832" y="1440"/>
              <a:ext cx="624" cy="0"/>
            </a:xfrm>
            <a:prstGeom prst="line">
              <a:avLst/>
            </a:prstGeom>
            <a:ln w="19050" cap="flat" cmpd="sng">
              <a:solidFill>
                <a:schemeClr val="tx1"/>
              </a:solidFill>
              <a:prstDash val="solid"/>
              <a:miter/>
              <a:headEnd type="none" w="med" len="med"/>
              <a:tailEnd type="none" w="med" len="med"/>
            </a:ln>
          </p:spPr>
        </p:sp>
        <p:sp>
          <p:nvSpPr>
            <p:cNvPr id="58398" name="Rectangle 172"/>
            <p:cNvSpPr/>
            <p:nvPr/>
          </p:nvSpPr>
          <p:spPr>
            <a:xfrm>
              <a:off x="672" y="1248"/>
              <a:ext cx="267"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Tahoma" panose="020B0604030504040204" pitchFamily="34" charset="0"/>
                </a:rPr>
                <a:t>&amp;</a:t>
              </a:r>
            </a:p>
          </p:txBody>
        </p:sp>
        <p:sp>
          <p:nvSpPr>
            <p:cNvPr id="58399" name="Rectangle 173"/>
            <p:cNvSpPr/>
            <p:nvPr/>
          </p:nvSpPr>
          <p:spPr>
            <a:xfrm>
              <a:off x="672" y="2016"/>
              <a:ext cx="267"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Tahoma" panose="020B0604030504040204" pitchFamily="34" charset="0"/>
                </a:rPr>
                <a:t>&amp;</a:t>
              </a:r>
            </a:p>
          </p:txBody>
        </p:sp>
        <p:sp>
          <p:nvSpPr>
            <p:cNvPr id="58400" name="Rectangle 174"/>
            <p:cNvSpPr/>
            <p:nvPr/>
          </p:nvSpPr>
          <p:spPr>
            <a:xfrm>
              <a:off x="1968" y="1584"/>
              <a:ext cx="23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Tahoma" panose="020B0604030504040204" pitchFamily="34" charset="0"/>
                </a:rPr>
                <a:t>1</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919"/>
                                        </p:tgtEl>
                                        <p:attrNameLst>
                                          <p:attrName>style.visibility</p:attrName>
                                        </p:attrNameLst>
                                      </p:cBhvr>
                                      <p:to>
                                        <p:strVal val="visible"/>
                                      </p:to>
                                    </p:set>
                                    <p:animEffect transition="in" filter="wipe(left)">
                                      <p:cBhvr>
                                        <p:cTn id="7" dur="500"/>
                                        <p:tgtEl>
                                          <p:spTgt spid="319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887"/>
                                        </p:tgtEl>
                                        <p:attrNameLst>
                                          <p:attrName>style.visibility</p:attrName>
                                        </p:attrNameLst>
                                      </p:cBhvr>
                                      <p:to>
                                        <p:strVal val="visible"/>
                                      </p:to>
                                    </p:set>
                                    <p:animEffect transition="in" filter="wipe(left)">
                                      <p:cBhvr>
                                        <p:cTn id="12" dur="500"/>
                                        <p:tgtEl>
                                          <p:spTgt spid="318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920"/>
                                        </p:tgtEl>
                                        <p:attrNameLst>
                                          <p:attrName>style.visibility</p:attrName>
                                        </p:attrNameLst>
                                      </p:cBhvr>
                                      <p:to>
                                        <p:strVal val="visible"/>
                                      </p:to>
                                    </p:set>
                                    <p:animEffect transition="in" filter="wipe(left)">
                                      <p:cBhvr>
                                        <p:cTn id="17" dur="500"/>
                                        <p:tgtEl>
                                          <p:spTgt spid="31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20</a:t>
            </a:fld>
            <a:endParaRPr lang="en-US" altLang="zh-CN" sz="1400" dirty="0"/>
          </a:p>
        </p:txBody>
      </p:sp>
      <p:sp>
        <p:nvSpPr>
          <p:cNvPr id="32858" name="Rectangle 90"/>
          <p:cNvSpPr/>
          <p:nvPr/>
        </p:nvSpPr>
        <p:spPr>
          <a:xfrm>
            <a:off x="457200" y="1676400"/>
            <a:ext cx="36385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buClr>
                <a:schemeClr val="folHlink"/>
              </a:buClr>
              <a:buSzPct val="60000"/>
              <a:buFont typeface="Wingdings" panose="05000000000000000000" pitchFamily="2" charset="2"/>
              <a:buNone/>
            </a:pPr>
            <a:r>
              <a:rPr lang="zh-CN" altLang="en-US" dirty="0">
                <a:latin typeface="黑体" panose="02010609060101010101" pitchFamily="49" charset="-122"/>
                <a:ea typeface="黑体" panose="02010609060101010101" pitchFamily="49" charset="-122"/>
              </a:rPr>
              <a:t>异或门的逻辑符号</a:t>
            </a:r>
            <a:r>
              <a:rPr lang="en-US" altLang="zh-CN" dirty="0">
                <a:latin typeface="黑体" panose="02010609060101010101" pitchFamily="49" charset="-122"/>
                <a:ea typeface="黑体" panose="02010609060101010101" pitchFamily="49" charset="-122"/>
              </a:rPr>
              <a:t>:</a:t>
            </a:r>
          </a:p>
        </p:txBody>
      </p:sp>
      <p:grpSp>
        <p:nvGrpSpPr>
          <p:cNvPr id="32934" name="Group 166"/>
          <p:cNvGrpSpPr/>
          <p:nvPr/>
        </p:nvGrpSpPr>
        <p:grpSpPr>
          <a:xfrm>
            <a:off x="914400" y="4635500"/>
            <a:ext cx="7829550" cy="1535113"/>
            <a:chOff x="576" y="2920"/>
            <a:chExt cx="4932" cy="967"/>
          </a:xfrm>
        </p:grpSpPr>
        <p:sp>
          <p:nvSpPr>
            <p:cNvPr id="60464" name="Rectangle 94"/>
            <p:cNvSpPr/>
            <p:nvPr/>
          </p:nvSpPr>
          <p:spPr>
            <a:xfrm>
              <a:off x="1056" y="2984"/>
              <a:ext cx="240" cy="480"/>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0465" name="Line 95"/>
            <p:cNvSpPr/>
            <p:nvPr/>
          </p:nvSpPr>
          <p:spPr>
            <a:xfrm flipH="1">
              <a:off x="816" y="3128"/>
              <a:ext cx="240" cy="0"/>
            </a:xfrm>
            <a:prstGeom prst="line">
              <a:avLst/>
            </a:prstGeom>
            <a:ln w="9525" cap="flat" cmpd="sng">
              <a:solidFill>
                <a:schemeClr val="tx1"/>
              </a:solidFill>
              <a:prstDash val="solid"/>
              <a:miter/>
              <a:headEnd type="none" w="med" len="med"/>
              <a:tailEnd type="none" w="med" len="med"/>
            </a:ln>
          </p:spPr>
        </p:sp>
        <p:sp>
          <p:nvSpPr>
            <p:cNvPr id="60466" name="Line 96"/>
            <p:cNvSpPr/>
            <p:nvPr/>
          </p:nvSpPr>
          <p:spPr>
            <a:xfrm flipH="1">
              <a:off x="816" y="3320"/>
              <a:ext cx="240" cy="0"/>
            </a:xfrm>
            <a:prstGeom prst="line">
              <a:avLst/>
            </a:prstGeom>
            <a:ln w="9525" cap="flat" cmpd="sng">
              <a:solidFill>
                <a:schemeClr val="tx1"/>
              </a:solidFill>
              <a:prstDash val="solid"/>
              <a:miter/>
              <a:headEnd type="none" w="med" len="med"/>
              <a:tailEnd type="none" w="med" len="med"/>
            </a:ln>
          </p:spPr>
        </p:sp>
        <p:sp>
          <p:nvSpPr>
            <p:cNvPr id="60467" name="Line 97"/>
            <p:cNvSpPr/>
            <p:nvPr/>
          </p:nvSpPr>
          <p:spPr>
            <a:xfrm>
              <a:off x="1296" y="3224"/>
              <a:ext cx="240" cy="0"/>
            </a:xfrm>
            <a:prstGeom prst="line">
              <a:avLst/>
            </a:prstGeom>
            <a:ln w="9525" cap="flat" cmpd="sng">
              <a:solidFill>
                <a:schemeClr val="tx1"/>
              </a:solidFill>
              <a:prstDash val="solid"/>
              <a:miter/>
              <a:headEnd type="none" w="med" len="med"/>
              <a:tailEnd type="none" w="med" len="med"/>
            </a:ln>
          </p:spPr>
        </p:sp>
        <p:sp>
          <p:nvSpPr>
            <p:cNvPr id="60468" name="Rectangle 98"/>
            <p:cNvSpPr/>
            <p:nvPr/>
          </p:nvSpPr>
          <p:spPr>
            <a:xfrm>
              <a:off x="2784" y="3024"/>
              <a:ext cx="240" cy="480"/>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0469" name="Line 99"/>
            <p:cNvSpPr/>
            <p:nvPr/>
          </p:nvSpPr>
          <p:spPr>
            <a:xfrm flipH="1">
              <a:off x="2544" y="3168"/>
              <a:ext cx="240" cy="0"/>
            </a:xfrm>
            <a:prstGeom prst="line">
              <a:avLst/>
            </a:prstGeom>
            <a:ln w="9525" cap="flat" cmpd="sng">
              <a:solidFill>
                <a:schemeClr val="tx1"/>
              </a:solidFill>
              <a:prstDash val="solid"/>
              <a:miter/>
              <a:headEnd type="none" w="med" len="med"/>
              <a:tailEnd type="none" w="med" len="med"/>
            </a:ln>
          </p:spPr>
        </p:sp>
        <p:sp>
          <p:nvSpPr>
            <p:cNvPr id="60470" name="Line 100"/>
            <p:cNvSpPr/>
            <p:nvPr/>
          </p:nvSpPr>
          <p:spPr>
            <a:xfrm flipH="1">
              <a:off x="2544" y="3360"/>
              <a:ext cx="240" cy="0"/>
            </a:xfrm>
            <a:prstGeom prst="line">
              <a:avLst/>
            </a:prstGeom>
            <a:ln w="9525" cap="flat" cmpd="sng">
              <a:solidFill>
                <a:schemeClr val="tx1"/>
              </a:solidFill>
              <a:prstDash val="solid"/>
              <a:miter/>
              <a:headEnd type="none" w="med" len="med"/>
              <a:tailEnd type="none" w="med" len="med"/>
            </a:ln>
          </p:spPr>
        </p:sp>
        <p:sp>
          <p:nvSpPr>
            <p:cNvPr id="60471" name="Line 101"/>
            <p:cNvSpPr/>
            <p:nvPr/>
          </p:nvSpPr>
          <p:spPr>
            <a:xfrm>
              <a:off x="3120" y="3264"/>
              <a:ext cx="240" cy="0"/>
            </a:xfrm>
            <a:prstGeom prst="line">
              <a:avLst/>
            </a:prstGeom>
            <a:ln w="9525" cap="flat" cmpd="sng">
              <a:solidFill>
                <a:schemeClr val="tx1"/>
              </a:solidFill>
              <a:prstDash val="solid"/>
              <a:miter/>
              <a:headEnd type="none" w="med" len="med"/>
              <a:tailEnd type="none" w="med" len="med"/>
            </a:ln>
          </p:spPr>
        </p:sp>
        <p:sp>
          <p:nvSpPr>
            <p:cNvPr id="60472" name="Rectangle 102"/>
            <p:cNvSpPr/>
            <p:nvPr/>
          </p:nvSpPr>
          <p:spPr>
            <a:xfrm>
              <a:off x="2736" y="3114"/>
              <a:ext cx="27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000" dirty="0">
                  <a:latin typeface="黑体" panose="02010609060101010101" pitchFamily="49" charset="-122"/>
                  <a:ea typeface="黑体" panose="02010609060101010101" pitchFamily="49" charset="-122"/>
                </a:rPr>
                <a:t>=1</a:t>
              </a:r>
            </a:p>
          </p:txBody>
        </p:sp>
        <p:sp>
          <p:nvSpPr>
            <p:cNvPr id="60473" name="Oval 103"/>
            <p:cNvSpPr/>
            <p:nvPr/>
          </p:nvSpPr>
          <p:spPr>
            <a:xfrm>
              <a:off x="3024" y="3216"/>
              <a:ext cx="96" cy="96"/>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0474" name="Oval 104"/>
            <p:cNvSpPr/>
            <p:nvPr/>
          </p:nvSpPr>
          <p:spPr>
            <a:xfrm>
              <a:off x="1104" y="3176"/>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0475" name="Oval 105"/>
            <p:cNvSpPr/>
            <p:nvPr/>
          </p:nvSpPr>
          <p:spPr>
            <a:xfrm>
              <a:off x="1152" y="3224"/>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0476" name="Rectangle 106"/>
            <p:cNvSpPr/>
            <p:nvPr/>
          </p:nvSpPr>
          <p:spPr>
            <a:xfrm>
              <a:off x="576" y="2928"/>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A</a:t>
              </a:r>
            </a:p>
          </p:txBody>
        </p:sp>
        <p:sp>
          <p:nvSpPr>
            <p:cNvPr id="60477" name="Rectangle 107"/>
            <p:cNvSpPr/>
            <p:nvPr/>
          </p:nvSpPr>
          <p:spPr>
            <a:xfrm>
              <a:off x="2304" y="2968"/>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A</a:t>
              </a:r>
            </a:p>
          </p:txBody>
        </p:sp>
        <p:sp>
          <p:nvSpPr>
            <p:cNvPr id="60478" name="Rectangle 108"/>
            <p:cNvSpPr/>
            <p:nvPr/>
          </p:nvSpPr>
          <p:spPr>
            <a:xfrm>
              <a:off x="576" y="3168"/>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B</a:t>
              </a:r>
            </a:p>
          </p:txBody>
        </p:sp>
        <p:sp>
          <p:nvSpPr>
            <p:cNvPr id="60479" name="Rectangle 109"/>
            <p:cNvSpPr/>
            <p:nvPr/>
          </p:nvSpPr>
          <p:spPr>
            <a:xfrm>
              <a:off x="2304" y="3208"/>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B</a:t>
              </a:r>
            </a:p>
          </p:txBody>
        </p:sp>
        <p:sp>
          <p:nvSpPr>
            <p:cNvPr id="60480" name="Rectangle 110"/>
            <p:cNvSpPr/>
            <p:nvPr/>
          </p:nvSpPr>
          <p:spPr>
            <a:xfrm>
              <a:off x="1536" y="3072"/>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F</a:t>
              </a:r>
            </a:p>
          </p:txBody>
        </p:sp>
        <p:sp>
          <p:nvSpPr>
            <p:cNvPr id="60481" name="Rectangle 111"/>
            <p:cNvSpPr/>
            <p:nvPr/>
          </p:nvSpPr>
          <p:spPr>
            <a:xfrm>
              <a:off x="3360" y="3112"/>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F</a:t>
              </a:r>
            </a:p>
          </p:txBody>
        </p:sp>
        <p:sp>
          <p:nvSpPr>
            <p:cNvPr id="60482" name="Rectangle 112"/>
            <p:cNvSpPr/>
            <p:nvPr/>
          </p:nvSpPr>
          <p:spPr>
            <a:xfrm>
              <a:off x="5280" y="3112"/>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F</a:t>
              </a:r>
            </a:p>
          </p:txBody>
        </p:sp>
        <p:sp>
          <p:nvSpPr>
            <p:cNvPr id="60483" name="Arc 113"/>
            <p:cNvSpPr/>
            <p:nvPr/>
          </p:nvSpPr>
          <p:spPr>
            <a:xfrm>
              <a:off x="4411" y="3022"/>
              <a:ext cx="192" cy="480"/>
            </a:xfrm>
            <a:custGeom>
              <a:avLst/>
              <a:gdLst/>
              <a:ahLst/>
              <a:cxnLst>
                <a:cxn ang="0">
                  <a:pos x="0" y="0"/>
                </a:cxn>
                <a:cxn ang="0">
                  <a:pos x="0" y="0"/>
                </a:cxn>
                <a:cxn ang="0">
                  <a:pos x="0" y="0"/>
                </a:cxn>
              </a:cxnLst>
              <a:rect l="0" t="0" r="0" b="0"/>
              <a:pathLst>
                <a:path w="21600" h="43091" fill="none">
                  <a:moveTo>
                    <a:pt x="0" y="0"/>
                  </a:moveTo>
                  <a:cubicBezTo>
                    <a:pt x="11929" y="0"/>
                    <a:pt x="21600" y="9670"/>
                    <a:pt x="21600" y="21600"/>
                  </a:cubicBezTo>
                  <a:cubicBezTo>
                    <a:pt x="21600" y="32691"/>
                    <a:pt x="13199" y="41980"/>
                    <a:pt x="2163" y="43091"/>
                  </a:cubicBezTo>
                </a:path>
                <a:path w="21600" h="43091" stroke="0">
                  <a:moveTo>
                    <a:pt x="0" y="0"/>
                  </a:moveTo>
                  <a:cubicBezTo>
                    <a:pt x="11929" y="0"/>
                    <a:pt x="21600" y="9670"/>
                    <a:pt x="21600" y="21600"/>
                  </a:cubicBezTo>
                  <a:cubicBezTo>
                    <a:pt x="21600" y="32691"/>
                    <a:pt x="13199" y="41980"/>
                    <a:pt x="2163" y="43091"/>
                  </a:cubicBezTo>
                  <a:lnTo>
                    <a:pt x="0" y="21600"/>
                  </a:lnTo>
                  <a:lnTo>
                    <a:pt x="0" y="0"/>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60484" name="Arc 114"/>
            <p:cNvSpPr/>
            <p:nvPr/>
          </p:nvSpPr>
          <p:spPr>
            <a:xfrm>
              <a:off x="4416" y="3024"/>
              <a:ext cx="594" cy="478"/>
            </a:xfrm>
            <a:custGeom>
              <a:avLst/>
              <a:gdLst/>
              <a:ahLst/>
              <a:cxnLst>
                <a:cxn ang="0">
                  <a:pos x="0" y="0"/>
                </a:cxn>
                <a:cxn ang="0">
                  <a:pos x="0" y="0"/>
                </a:cxn>
                <a:cxn ang="0">
                  <a:pos x="0" y="0"/>
                </a:cxn>
              </a:cxnLst>
              <a:rect l="0" t="0" r="0" b="0"/>
              <a:pathLst>
                <a:path w="28102" h="43200" fill="none">
                  <a:moveTo>
                    <a:pt x="-1" y="1001"/>
                  </a:moveTo>
                  <a:cubicBezTo>
                    <a:pt x="2103" y="337"/>
                    <a:pt x="4296" y="-1"/>
                    <a:pt x="6502" y="0"/>
                  </a:cubicBezTo>
                  <a:cubicBezTo>
                    <a:pt x="18431" y="0"/>
                    <a:pt x="28102" y="9670"/>
                    <a:pt x="28102" y="21600"/>
                  </a:cubicBezTo>
                  <a:cubicBezTo>
                    <a:pt x="28102" y="33529"/>
                    <a:pt x="18431" y="43200"/>
                    <a:pt x="6502" y="43200"/>
                  </a:cubicBezTo>
                  <a:cubicBezTo>
                    <a:pt x="4348" y="43200"/>
                    <a:pt x="2207" y="42877"/>
                    <a:pt x="149" y="42244"/>
                  </a:cubicBezTo>
                </a:path>
                <a:path w="28102" h="43200" stroke="0">
                  <a:moveTo>
                    <a:pt x="-1" y="1001"/>
                  </a:moveTo>
                  <a:cubicBezTo>
                    <a:pt x="2103" y="337"/>
                    <a:pt x="4296" y="-1"/>
                    <a:pt x="6502" y="0"/>
                  </a:cubicBezTo>
                  <a:cubicBezTo>
                    <a:pt x="18431" y="0"/>
                    <a:pt x="28102" y="9670"/>
                    <a:pt x="28102" y="21600"/>
                  </a:cubicBezTo>
                  <a:cubicBezTo>
                    <a:pt x="28102" y="33529"/>
                    <a:pt x="18431" y="43200"/>
                    <a:pt x="6502" y="43200"/>
                  </a:cubicBezTo>
                  <a:cubicBezTo>
                    <a:pt x="4348" y="43200"/>
                    <a:pt x="2207" y="42877"/>
                    <a:pt x="149" y="42244"/>
                  </a:cubicBezTo>
                  <a:lnTo>
                    <a:pt x="6502" y="21600"/>
                  </a:lnTo>
                  <a:lnTo>
                    <a:pt x="-1" y="1001"/>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60485" name="Line 115"/>
            <p:cNvSpPr/>
            <p:nvPr/>
          </p:nvSpPr>
          <p:spPr>
            <a:xfrm>
              <a:off x="5088" y="3264"/>
              <a:ext cx="154" cy="0"/>
            </a:xfrm>
            <a:prstGeom prst="line">
              <a:avLst/>
            </a:prstGeom>
            <a:ln w="9525" cap="flat" cmpd="sng">
              <a:solidFill>
                <a:schemeClr val="tx1"/>
              </a:solidFill>
              <a:prstDash val="solid"/>
              <a:miter/>
              <a:headEnd type="none" w="med" len="med"/>
              <a:tailEnd type="none" w="med" len="med"/>
            </a:ln>
          </p:spPr>
        </p:sp>
        <p:sp>
          <p:nvSpPr>
            <p:cNvPr id="60486" name="Oval 116"/>
            <p:cNvSpPr/>
            <p:nvPr/>
          </p:nvSpPr>
          <p:spPr>
            <a:xfrm>
              <a:off x="4992" y="3216"/>
              <a:ext cx="96" cy="96"/>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0487" name="Arc 117"/>
            <p:cNvSpPr/>
            <p:nvPr/>
          </p:nvSpPr>
          <p:spPr>
            <a:xfrm>
              <a:off x="4368" y="3072"/>
              <a:ext cx="96" cy="384"/>
            </a:xfrm>
            <a:custGeom>
              <a:avLst/>
              <a:gdLst/>
              <a:ahLst/>
              <a:cxnLst>
                <a:cxn ang="0">
                  <a:pos x="0" y="0"/>
                </a:cxn>
                <a:cxn ang="0">
                  <a:pos x="0" y="0"/>
                </a:cxn>
                <a:cxn ang="0">
                  <a:pos x="0" y="0"/>
                </a:cxn>
              </a:cxnLst>
              <a:rect l="0" t="0" r="0" b="0"/>
              <a:pathLst>
                <a:path w="23935" h="43200" fill="none">
                  <a:moveTo>
                    <a:pt x="2335" y="0"/>
                  </a:moveTo>
                  <a:cubicBezTo>
                    <a:pt x="14264" y="0"/>
                    <a:pt x="23935" y="9670"/>
                    <a:pt x="23935" y="21600"/>
                  </a:cubicBezTo>
                  <a:cubicBezTo>
                    <a:pt x="23935" y="33529"/>
                    <a:pt x="14264" y="43200"/>
                    <a:pt x="2335" y="43200"/>
                  </a:cubicBezTo>
                  <a:cubicBezTo>
                    <a:pt x="1554" y="43200"/>
                    <a:pt x="775" y="43157"/>
                    <a:pt x="-1" y="43073"/>
                  </a:cubicBezTo>
                </a:path>
                <a:path w="23935" h="43200" stroke="0">
                  <a:moveTo>
                    <a:pt x="2335" y="0"/>
                  </a:moveTo>
                  <a:cubicBezTo>
                    <a:pt x="14264" y="0"/>
                    <a:pt x="23935" y="9670"/>
                    <a:pt x="23935" y="21600"/>
                  </a:cubicBezTo>
                  <a:cubicBezTo>
                    <a:pt x="23935" y="33529"/>
                    <a:pt x="14264" y="43200"/>
                    <a:pt x="2335" y="43200"/>
                  </a:cubicBezTo>
                  <a:cubicBezTo>
                    <a:pt x="1554" y="43200"/>
                    <a:pt x="775" y="43157"/>
                    <a:pt x="-1" y="43073"/>
                  </a:cubicBezTo>
                  <a:lnTo>
                    <a:pt x="2335" y="21600"/>
                  </a:lnTo>
                  <a:lnTo>
                    <a:pt x="2335" y="0"/>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60488" name="Line 118"/>
            <p:cNvSpPr/>
            <p:nvPr/>
          </p:nvSpPr>
          <p:spPr>
            <a:xfrm flipH="1">
              <a:off x="4176" y="3168"/>
              <a:ext cx="288" cy="0"/>
            </a:xfrm>
            <a:prstGeom prst="line">
              <a:avLst/>
            </a:prstGeom>
            <a:ln w="9525" cap="flat" cmpd="sng">
              <a:solidFill>
                <a:schemeClr val="tx1"/>
              </a:solidFill>
              <a:prstDash val="solid"/>
              <a:miter/>
              <a:headEnd type="none" w="med" len="med"/>
              <a:tailEnd type="none" w="med" len="med"/>
            </a:ln>
          </p:spPr>
        </p:sp>
        <p:sp>
          <p:nvSpPr>
            <p:cNvPr id="60489" name="Line 119"/>
            <p:cNvSpPr/>
            <p:nvPr/>
          </p:nvSpPr>
          <p:spPr>
            <a:xfrm flipH="1">
              <a:off x="4176" y="3360"/>
              <a:ext cx="288" cy="0"/>
            </a:xfrm>
            <a:prstGeom prst="line">
              <a:avLst/>
            </a:prstGeom>
            <a:ln w="9525" cap="flat" cmpd="sng">
              <a:solidFill>
                <a:schemeClr val="tx1"/>
              </a:solidFill>
              <a:prstDash val="solid"/>
              <a:miter/>
              <a:headEnd type="none" w="med" len="med"/>
              <a:tailEnd type="none" w="med" len="med"/>
            </a:ln>
          </p:spPr>
        </p:sp>
        <p:sp>
          <p:nvSpPr>
            <p:cNvPr id="60490" name="Rectangle 120"/>
            <p:cNvSpPr/>
            <p:nvPr/>
          </p:nvSpPr>
          <p:spPr>
            <a:xfrm>
              <a:off x="3888" y="2920"/>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A</a:t>
              </a:r>
            </a:p>
          </p:txBody>
        </p:sp>
        <p:sp>
          <p:nvSpPr>
            <p:cNvPr id="60491" name="Rectangle 121"/>
            <p:cNvSpPr/>
            <p:nvPr/>
          </p:nvSpPr>
          <p:spPr>
            <a:xfrm>
              <a:off x="3888" y="3208"/>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B</a:t>
              </a:r>
            </a:p>
          </p:txBody>
        </p:sp>
        <p:sp>
          <p:nvSpPr>
            <p:cNvPr id="60492" name="Rectangle 122"/>
            <p:cNvSpPr/>
            <p:nvPr/>
          </p:nvSpPr>
          <p:spPr>
            <a:xfrm>
              <a:off x="668" y="3560"/>
              <a:ext cx="1012"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latin typeface="黑体" panose="02010609060101010101" pitchFamily="49" charset="-122"/>
                  <a:ea typeface="黑体" panose="02010609060101010101" pitchFamily="49" charset="-122"/>
                </a:rPr>
                <a:t>曾用符号</a:t>
              </a:r>
            </a:p>
          </p:txBody>
        </p:sp>
        <p:sp>
          <p:nvSpPr>
            <p:cNvPr id="60493" name="Rectangle 123"/>
            <p:cNvSpPr/>
            <p:nvPr/>
          </p:nvSpPr>
          <p:spPr>
            <a:xfrm>
              <a:off x="4176" y="3552"/>
              <a:ext cx="1012"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latin typeface="黑体" panose="02010609060101010101" pitchFamily="49" charset="-122"/>
                  <a:ea typeface="黑体" panose="02010609060101010101" pitchFamily="49" charset="-122"/>
                </a:rPr>
                <a:t>美国符号</a:t>
              </a:r>
            </a:p>
          </p:txBody>
        </p:sp>
        <p:sp>
          <p:nvSpPr>
            <p:cNvPr id="60494" name="Rectangle 124"/>
            <p:cNvSpPr/>
            <p:nvPr/>
          </p:nvSpPr>
          <p:spPr>
            <a:xfrm>
              <a:off x="2396" y="3552"/>
              <a:ext cx="1012"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latin typeface="黑体" panose="02010609060101010101" pitchFamily="49" charset="-122"/>
                  <a:ea typeface="黑体" panose="02010609060101010101" pitchFamily="49" charset="-122"/>
                </a:rPr>
                <a:t>国标符号</a:t>
              </a:r>
            </a:p>
          </p:txBody>
        </p:sp>
      </p:grpSp>
      <p:grpSp>
        <p:nvGrpSpPr>
          <p:cNvPr id="32933" name="Group 165"/>
          <p:cNvGrpSpPr/>
          <p:nvPr/>
        </p:nvGrpSpPr>
        <p:grpSpPr>
          <a:xfrm>
            <a:off x="933450" y="2133600"/>
            <a:ext cx="7886700" cy="1600200"/>
            <a:chOff x="588" y="1344"/>
            <a:chExt cx="4968" cy="1008"/>
          </a:xfrm>
        </p:grpSpPr>
        <p:sp>
          <p:nvSpPr>
            <p:cNvPr id="60436" name="Rectangle 126"/>
            <p:cNvSpPr/>
            <p:nvPr/>
          </p:nvSpPr>
          <p:spPr>
            <a:xfrm>
              <a:off x="1068" y="1488"/>
              <a:ext cx="240" cy="480"/>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0437" name="Line 127"/>
            <p:cNvSpPr/>
            <p:nvPr/>
          </p:nvSpPr>
          <p:spPr>
            <a:xfrm flipH="1">
              <a:off x="828" y="1632"/>
              <a:ext cx="240" cy="0"/>
            </a:xfrm>
            <a:prstGeom prst="line">
              <a:avLst/>
            </a:prstGeom>
            <a:ln w="9525" cap="flat" cmpd="sng">
              <a:solidFill>
                <a:schemeClr val="tx1"/>
              </a:solidFill>
              <a:prstDash val="solid"/>
              <a:miter/>
              <a:headEnd type="none" w="med" len="med"/>
              <a:tailEnd type="none" w="med" len="med"/>
            </a:ln>
          </p:spPr>
        </p:sp>
        <p:sp>
          <p:nvSpPr>
            <p:cNvPr id="60438" name="Line 128"/>
            <p:cNvSpPr/>
            <p:nvPr/>
          </p:nvSpPr>
          <p:spPr>
            <a:xfrm flipH="1">
              <a:off x="828" y="1824"/>
              <a:ext cx="240" cy="0"/>
            </a:xfrm>
            <a:prstGeom prst="line">
              <a:avLst/>
            </a:prstGeom>
            <a:ln w="9525" cap="flat" cmpd="sng">
              <a:solidFill>
                <a:schemeClr val="tx1"/>
              </a:solidFill>
              <a:prstDash val="solid"/>
              <a:miter/>
              <a:headEnd type="none" w="med" len="med"/>
              <a:tailEnd type="none" w="med" len="med"/>
            </a:ln>
          </p:spPr>
        </p:sp>
        <p:sp>
          <p:nvSpPr>
            <p:cNvPr id="60439" name="Line 129"/>
            <p:cNvSpPr/>
            <p:nvPr/>
          </p:nvSpPr>
          <p:spPr>
            <a:xfrm>
              <a:off x="1308" y="1728"/>
              <a:ext cx="240" cy="0"/>
            </a:xfrm>
            <a:prstGeom prst="line">
              <a:avLst/>
            </a:prstGeom>
            <a:ln w="9525" cap="flat" cmpd="sng">
              <a:solidFill>
                <a:schemeClr val="tx1"/>
              </a:solidFill>
              <a:prstDash val="solid"/>
              <a:miter/>
              <a:headEnd type="none" w="med" len="med"/>
              <a:tailEnd type="none" w="med" len="med"/>
            </a:ln>
          </p:spPr>
        </p:sp>
        <p:sp>
          <p:nvSpPr>
            <p:cNvPr id="60440" name="Rectangle 130"/>
            <p:cNvSpPr/>
            <p:nvPr/>
          </p:nvSpPr>
          <p:spPr>
            <a:xfrm>
              <a:off x="2736" y="1497"/>
              <a:ext cx="240" cy="480"/>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0441" name="Line 131"/>
            <p:cNvSpPr/>
            <p:nvPr/>
          </p:nvSpPr>
          <p:spPr>
            <a:xfrm flipH="1">
              <a:off x="2496" y="1641"/>
              <a:ext cx="240" cy="0"/>
            </a:xfrm>
            <a:prstGeom prst="line">
              <a:avLst/>
            </a:prstGeom>
            <a:ln w="9525" cap="flat" cmpd="sng">
              <a:solidFill>
                <a:schemeClr val="tx1"/>
              </a:solidFill>
              <a:prstDash val="solid"/>
              <a:miter/>
              <a:headEnd type="none" w="med" len="med"/>
              <a:tailEnd type="none" w="med" len="med"/>
            </a:ln>
          </p:spPr>
        </p:sp>
        <p:sp>
          <p:nvSpPr>
            <p:cNvPr id="60442" name="Line 132"/>
            <p:cNvSpPr/>
            <p:nvPr/>
          </p:nvSpPr>
          <p:spPr>
            <a:xfrm flipH="1">
              <a:off x="2496" y="1833"/>
              <a:ext cx="240" cy="0"/>
            </a:xfrm>
            <a:prstGeom prst="line">
              <a:avLst/>
            </a:prstGeom>
            <a:ln w="9525" cap="flat" cmpd="sng">
              <a:solidFill>
                <a:schemeClr val="tx1"/>
              </a:solidFill>
              <a:prstDash val="solid"/>
              <a:miter/>
              <a:headEnd type="none" w="med" len="med"/>
              <a:tailEnd type="none" w="med" len="med"/>
            </a:ln>
          </p:spPr>
        </p:sp>
        <p:sp>
          <p:nvSpPr>
            <p:cNvPr id="60443" name="Line 133"/>
            <p:cNvSpPr/>
            <p:nvPr/>
          </p:nvSpPr>
          <p:spPr>
            <a:xfrm>
              <a:off x="2976" y="1737"/>
              <a:ext cx="240" cy="0"/>
            </a:xfrm>
            <a:prstGeom prst="line">
              <a:avLst/>
            </a:prstGeom>
            <a:ln w="9525" cap="flat" cmpd="sng">
              <a:solidFill>
                <a:schemeClr val="tx1"/>
              </a:solidFill>
              <a:prstDash val="solid"/>
              <a:miter/>
              <a:headEnd type="none" w="med" len="med"/>
              <a:tailEnd type="none" w="med" len="med"/>
            </a:ln>
          </p:spPr>
        </p:sp>
        <p:sp>
          <p:nvSpPr>
            <p:cNvPr id="60444" name="Rectangle 134"/>
            <p:cNvSpPr/>
            <p:nvPr/>
          </p:nvSpPr>
          <p:spPr>
            <a:xfrm>
              <a:off x="2688" y="1635"/>
              <a:ext cx="276"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000" dirty="0">
                  <a:latin typeface="黑体" panose="02010609060101010101" pitchFamily="49" charset="-122"/>
                  <a:ea typeface="黑体" panose="02010609060101010101" pitchFamily="49" charset="-122"/>
                </a:rPr>
                <a:t>=1</a:t>
              </a:r>
            </a:p>
          </p:txBody>
        </p:sp>
        <p:sp>
          <p:nvSpPr>
            <p:cNvPr id="60445" name="Rectangle 135"/>
            <p:cNvSpPr/>
            <p:nvPr/>
          </p:nvSpPr>
          <p:spPr>
            <a:xfrm>
              <a:off x="588" y="1432"/>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A</a:t>
              </a:r>
            </a:p>
          </p:txBody>
        </p:sp>
        <p:sp>
          <p:nvSpPr>
            <p:cNvPr id="60446" name="Rectangle 136"/>
            <p:cNvSpPr/>
            <p:nvPr/>
          </p:nvSpPr>
          <p:spPr>
            <a:xfrm>
              <a:off x="2304" y="1441"/>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A</a:t>
              </a:r>
            </a:p>
          </p:txBody>
        </p:sp>
        <p:sp>
          <p:nvSpPr>
            <p:cNvPr id="60447" name="Rectangle 137"/>
            <p:cNvSpPr/>
            <p:nvPr/>
          </p:nvSpPr>
          <p:spPr>
            <a:xfrm>
              <a:off x="588" y="1672"/>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B</a:t>
              </a:r>
            </a:p>
          </p:txBody>
        </p:sp>
        <p:sp>
          <p:nvSpPr>
            <p:cNvPr id="60448" name="Rectangle 138"/>
            <p:cNvSpPr/>
            <p:nvPr/>
          </p:nvSpPr>
          <p:spPr>
            <a:xfrm>
              <a:off x="2304" y="1681"/>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B</a:t>
              </a:r>
            </a:p>
          </p:txBody>
        </p:sp>
        <p:sp>
          <p:nvSpPr>
            <p:cNvPr id="60449" name="Rectangle 139"/>
            <p:cNvSpPr/>
            <p:nvPr/>
          </p:nvSpPr>
          <p:spPr>
            <a:xfrm>
              <a:off x="1548" y="1576"/>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F</a:t>
              </a:r>
            </a:p>
          </p:txBody>
        </p:sp>
        <p:sp>
          <p:nvSpPr>
            <p:cNvPr id="60450" name="Rectangle 140"/>
            <p:cNvSpPr/>
            <p:nvPr/>
          </p:nvSpPr>
          <p:spPr>
            <a:xfrm>
              <a:off x="3216" y="1585"/>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F</a:t>
              </a:r>
            </a:p>
          </p:txBody>
        </p:sp>
        <mc:AlternateContent xmlns:mc="http://schemas.openxmlformats.org/markup-compatibility/2006" xmlns:a14="http://schemas.microsoft.com/office/drawing/2010/main">
          <mc:Choice Requires="a14">
            <p:sp>
              <p:nvSpPr>
                <p:cNvPr id="60451" name="Object 141"/>
                <p:cNvSpPr txBox="1"/>
                <p:nvPr/>
              </p:nvSpPr>
              <p:spPr>
                <a:xfrm>
                  <a:off x="1068" y="1632"/>
                  <a:ext cx="193" cy="208"/>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0451" name="Object 141"/>
                <p:cNvSpPr txBox="1">
                  <a:spLocks noRot="1" noChangeAspect="1" noMove="1" noResize="1" noEditPoints="1" noAdjustHandles="1" noChangeArrowheads="1" noChangeShapeType="1" noTextEdit="1"/>
                </p:cNvSpPr>
                <p:nvPr/>
              </p:nvSpPr>
              <p:spPr>
                <a:xfrm>
                  <a:off x="1068" y="1632"/>
                  <a:ext cx="193" cy="208"/>
                </a:xfrm>
                <a:prstGeom prst="rect">
                  <a:avLst/>
                </a:prstGeom>
                <a:blipFill>
                  <a:blip r:embed="rId3"/>
                  <a:stretch>
                    <a:fillRect r="-20000" b="-1852"/>
                  </a:stretch>
                </a:blipFill>
                <a:ln w="38100">
                  <a:noFill/>
                  <a:miter/>
                </a:ln>
              </p:spPr>
              <p:txBody>
                <a:bodyPr/>
                <a:lstStyle/>
                <a:p>
                  <a:r>
                    <a:rPr lang="zh-CN" altLang="en-US">
                      <a:noFill/>
                    </a:rPr>
                    <a:t> </a:t>
                  </a:r>
                </a:p>
              </p:txBody>
            </p:sp>
          </mc:Fallback>
        </mc:AlternateContent>
        <p:sp>
          <p:nvSpPr>
            <p:cNvPr id="60452" name="Rectangle 142"/>
            <p:cNvSpPr/>
            <p:nvPr/>
          </p:nvSpPr>
          <p:spPr>
            <a:xfrm>
              <a:off x="5328" y="1536"/>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F</a:t>
              </a:r>
            </a:p>
          </p:txBody>
        </p:sp>
        <p:sp>
          <p:nvSpPr>
            <p:cNvPr id="60453" name="Arc 143"/>
            <p:cNvSpPr/>
            <p:nvPr/>
          </p:nvSpPr>
          <p:spPr>
            <a:xfrm>
              <a:off x="4459" y="1446"/>
              <a:ext cx="192" cy="480"/>
            </a:xfrm>
            <a:custGeom>
              <a:avLst/>
              <a:gdLst/>
              <a:ahLst/>
              <a:cxnLst>
                <a:cxn ang="0">
                  <a:pos x="0" y="0"/>
                </a:cxn>
                <a:cxn ang="0">
                  <a:pos x="0" y="0"/>
                </a:cxn>
                <a:cxn ang="0">
                  <a:pos x="0" y="0"/>
                </a:cxn>
              </a:cxnLst>
              <a:rect l="0" t="0" r="0" b="0"/>
              <a:pathLst>
                <a:path w="21600" h="43091" fill="none">
                  <a:moveTo>
                    <a:pt x="0" y="0"/>
                  </a:moveTo>
                  <a:cubicBezTo>
                    <a:pt x="11929" y="0"/>
                    <a:pt x="21600" y="9670"/>
                    <a:pt x="21600" y="21600"/>
                  </a:cubicBezTo>
                  <a:cubicBezTo>
                    <a:pt x="21600" y="32691"/>
                    <a:pt x="13199" y="41980"/>
                    <a:pt x="2163" y="43091"/>
                  </a:cubicBezTo>
                </a:path>
                <a:path w="21600" h="43091" stroke="0">
                  <a:moveTo>
                    <a:pt x="0" y="0"/>
                  </a:moveTo>
                  <a:cubicBezTo>
                    <a:pt x="11929" y="0"/>
                    <a:pt x="21600" y="9670"/>
                    <a:pt x="21600" y="21600"/>
                  </a:cubicBezTo>
                  <a:cubicBezTo>
                    <a:pt x="21600" y="32691"/>
                    <a:pt x="13199" y="41980"/>
                    <a:pt x="2163" y="43091"/>
                  </a:cubicBezTo>
                  <a:lnTo>
                    <a:pt x="0" y="21600"/>
                  </a:lnTo>
                  <a:lnTo>
                    <a:pt x="0" y="0"/>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60454" name="Arc 144"/>
            <p:cNvSpPr/>
            <p:nvPr/>
          </p:nvSpPr>
          <p:spPr>
            <a:xfrm>
              <a:off x="4464" y="1448"/>
              <a:ext cx="594" cy="478"/>
            </a:xfrm>
            <a:custGeom>
              <a:avLst/>
              <a:gdLst/>
              <a:ahLst/>
              <a:cxnLst>
                <a:cxn ang="0">
                  <a:pos x="0" y="0"/>
                </a:cxn>
                <a:cxn ang="0">
                  <a:pos x="0" y="0"/>
                </a:cxn>
                <a:cxn ang="0">
                  <a:pos x="0" y="0"/>
                </a:cxn>
              </a:cxnLst>
              <a:rect l="0" t="0" r="0" b="0"/>
              <a:pathLst>
                <a:path w="28102" h="43200" fill="none">
                  <a:moveTo>
                    <a:pt x="-1" y="1001"/>
                  </a:moveTo>
                  <a:cubicBezTo>
                    <a:pt x="2103" y="337"/>
                    <a:pt x="4296" y="-1"/>
                    <a:pt x="6502" y="0"/>
                  </a:cubicBezTo>
                  <a:cubicBezTo>
                    <a:pt x="18431" y="0"/>
                    <a:pt x="28102" y="9670"/>
                    <a:pt x="28102" y="21600"/>
                  </a:cubicBezTo>
                  <a:cubicBezTo>
                    <a:pt x="28102" y="33529"/>
                    <a:pt x="18431" y="43200"/>
                    <a:pt x="6502" y="43200"/>
                  </a:cubicBezTo>
                  <a:cubicBezTo>
                    <a:pt x="4348" y="43200"/>
                    <a:pt x="2207" y="42877"/>
                    <a:pt x="149" y="42244"/>
                  </a:cubicBezTo>
                </a:path>
                <a:path w="28102" h="43200" stroke="0">
                  <a:moveTo>
                    <a:pt x="-1" y="1001"/>
                  </a:moveTo>
                  <a:cubicBezTo>
                    <a:pt x="2103" y="337"/>
                    <a:pt x="4296" y="-1"/>
                    <a:pt x="6502" y="0"/>
                  </a:cubicBezTo>
                  <a:cubicBezTo>
                    <a:pt x="18431" y="0"/>
                    <a:pt x="28102" y="9670"/>
                    <a:pt x="28102" y="21600"/>
                  </a:cubicBezTo>
                  <a:cubicBezTo>
                    <a:pt x="28102" y="33529"/>
                    <a:pt x="18431" y="43200"/>
                    <a:pt x="6502" y="43200"/>
                  </a:cubicBezTo>
                  <a:cubicBezTo>
                    <a:pt x="4348" y="43200"/>
                    <a:pt x="2207" y="42877"/>
                    <a:pt x="149" y="42244"/>
                  </a:cubicBezTo>
                  <a:lnTo>
                    <a:pt x="6502" y="21600"/>
                  </a:lnTo>
                  <a:lnTo>
                    <a:pt x="-1" y="1001"/>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60455" name="Line 145"/>
            <p:cNvSpPr/>
            <p:nvPr/>
          </p:nvSpPr>
          <p:spPr>
            <a:xfrm>
              <a:off x="5040" y="1688"/>
              <a:ext cx="250" cy="0"/>
            </a:xfrm>
            <a:prstGeom prst="line">
              <a:avLst/>
            </a:prstGeom>
            <a:ln w="9525" cap="flat" cmpd="sng">
              <a:solidFill>
                <a:schemeClr val="tx1"/>
              </a:solidFill>
              <a:prstDash val="solid"/>
              <a:miter/>
              <a:headEnd type="none" w="med" len="med"/>
              <a:tailEnd type="none" w="med" len="med"/>
            </a:ln>
          </p:spPr>
        </p:sp>
        <p:sp>
          <p:nvSpPr>
            <p:cNvPr id="60456" name="Arc 146"/>
            <p:cNvSpPr/>
            <p:nvPr/>
          </p:nvSpPr>
          <p:spPr>
            <a:xfrm>
              <a:off x="4416" y="1496"/>
              <a:ext cx="96" cy="384"/>
            </a:xfrm>
            <a:custGeom>
              <a:avLst/>
              <a:gdLst/>
              <a:ahLst/>
              <a:cxnLst>
                <a:cxn ang="0">
                  <a:pos x="0" y="0"/>
                </a:cxn>
                <a:cxn ang="0">
                  <a:pos x="0" y="0"/>
                </a:cxn>
                <a:cxn ang="0">
                  <a:pos x="0" y="0"/>
                </a:cxn>
              </a:cxnLst>
              <a:rect l="0" t="0" r="0" b="0"/>
              <a:pathLst>
                <a:path w="23935" h="43200" fill="none">
                  <a:moveTo>
                    <a:pt x="2335" y="0"/>
                  </a:moveTo>
                  <a:cubicBezTo>
                    <a:pt x="14264" y="0"/>
                    <a:pt x="23935" y="9670"/>
                    <a:pt x="23935" y="21600"/>
                  </a:cubicBezTo>
                  <a:cubicBezTo>
                    <a:pt x="23935" y="33529"/>
                    <a:pt x="14264" y="43200"/>
                    <a:pt x="2335" y="43200"/>
                  </a:cubicBezTo>
                  <a:cubicBezTo>
                    <a:pt x="1554" y="43200"/>
                    <a:pt x="775" y="43157"/>
                    <a:pt x="-1" y="43073"/>
                  </a:cubicBezTo>
                </a:path>
                <a:path w="23935" h="43200" stroke="0">
                  <a:moveTo>
                    <a:pt x="2335" y="0"/>
                  </a:moveTo>
                  <a:cubicBezTo>
                    <a:pt x="14264" y="0"/>
                    <a:pt x="23935" y="9670"/>
                    <a:pt x="23935" y="21600"/>
                  </a:cubicBezTo>
                  <a:cubicBezTo>
                    <a:pt x="23935" y="33529"/>
                    <a:pt x="14264" y="43200"/>
                    <a:pt x="2335" y="43200"/>
                  </a:cubicBezTo>
                  <a:cubicBezTo>
                    <a:pt x="1554" y="43200"/>
                    <a:pt x="775" y="43157"/>
                    <a:pt x="-1" y="43073"/>
                  </a:cubicBezTo>
                  <a:lnTo>
                    <a:pt x="2335" y="21600"/>
                  </a:lnTo>
                  <a:lnTo>
                    <a:pt x="2335" y="0"/>
                  </a:lnTo>
                  <a:close/>
                </a:path>
              </a:pathLst>
            </a:custGeom>
            <a:no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60457" name="Line 147"/>
            <p:cNvSpPr/>
            <p:nvPr/>
          </p:nvSpPr>
          <p:spPr>
            <a:xfrm flipH="1">
              <a:off x="4224" y="1592"/>
              <a:ext cx="288" cy="0"/>
            </a:xfrm>
            <a:prstGeom prst="line">
              <a:avLst/>
            </a:prstGeom>
            <a:ln w="9525" cap="flat" cmpd="sng">
              <a:solidFill>
                <a:schemeClr val="tx1"/>
              </a:solidFill>
              <a:prstDash val="solid"/>
              <a:miter/>
              <a:headEnd type="none" w="med" len="med"/>
              <a:tailEnd type="none" w="med" len="med"/>
            </a:ln>
          </p:spPr>
        </p:sp>
        <p:sp>
          <p:nvSpPr>
            <p:cNvPr id="60458" name="Line 148"/>
            <p:cNvSpPr/>
            <p:nvPr/>
          </p:nvSpPr>
          <p:spPr>
            <a:xfrm flipH="1">
              <a:off x="4224" y="1784"/>
              <a:ext cx="288" cy="0"/>
            </a:xfrm>
            <a:prstGeom prst="line">
              <a:avLst/>
            </a:prstGeom>
            <a:ln w="9525" cap="flat" cmpd="sng">
              <a:solidFill>
                <a:schemeClr val="tx1"/>
              </a:solidFill>
              <a:prstDash val="solid"/>
              <a:miter/>
              <a:headEnd type="none" w="med" len="med"/>
              <a:tailEnd type="none" w="med" len="med"/>
            </a:ln>
          </p:spPr>
        </p:sp>
        <p:sp>
          <p:nvSpPr>
            <p:cNvPr id="60459" name="Rectangle 149"/>
            <p:cNvSpPr/>
            <p:nvPr/>
          </p:nvSpPr>
          <p:spPr>
            <a:xfrm>
              <a:off x="3984" y="1344"/>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A</a:t>
              </a:r>
            </a:p>
          </p:txBody>
        </p:sp>
        <p:sp>
          <p:nvSpPr>
            <p:cNvPr id="60460" name="Rectangle 150"/>
            <p:cNvSpPr/>
            <p:nvPr/>
          </p:nvSpPr>
          <p:spPr>
            <a:xfrm>
              <a:off x="3984" y="1680"/>
              <a:ext cx="22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2800" dirty="0">
                  <a:latin typeface="黑体" panose="02010609060101010101" pitchFamily="49" charset="-122"/>
                  <a:ea typeface="黑体" panose="02010609060101010101" pitchFamily="49" charset="-122"/>
                </a:rPr>
                <a:t>B</a:t>
              </a:r>
            </a:p>
          </p:txBody>
        </p:sp>
        <p:sp>
          <p:nvSpPr>
            <p:cNvPr id="60461" name="Rectangle 151"/>
            <p:cNvSpPr/>
            <p:nvPr/>
          </p:nvSpPr>
          <p:spPr>
            <a:xfrm>
              <a:off x="588" y="2016"/>
              <a:ext cx="1012"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latin typeface="黑体" panose="02010609060101010101" pitchFamily="49" charset="-122"/>
                  <a:ea typeface="黑体" panose="02010609060101010101" pitchFamily="49" charset="-122"/>
                </a:rPr>
                <a:t>曾用符号</a:t>
              </a:r>
            </a:p>
          </p:txBody>
        </p:sp>
        <p:sp>
          <p:nvSpPr>
            <p:cNvPr id="60462" name="Rectangle 152"/>
            <p:cNvSpPr/>
            <p:nvPr/>
          </p:nvSpPr>
          <p:spPr>
            <a:xfrm>
              <a:off x="4176" y="2024"/>
              <a:ext cx="1012"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latin typeface="黑体" panose="02010609060101010101" pitchFamily="49" charset="-122"/>
                  <a:ea typeface="黑体" panose="02010609060101010101" pitchFamily="49" charset="-122"/>
                </a:rPr>
                <a:t>美国符号</a:t>
              </a:r>
            </a:p>
          </p:txBody>
        </p:sp>
        <p:sp>
          <p:nvSpPr>
            <p:cNvPr id="60463" name="Rectangle 153"/>
            <p:cNvSpPr/>
            <p:nvPr/>
          </p:nvSpPr>
          <p:spPr>
            <a:xfrm>
              <a:off x="2304" y="2025"/>
              <a:ext cx="1012"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sz="2800" dirty="0">
                  <a:latin typeface="黑体" panose="02010609060101010101" pitchFamily="49" charset="-122"/>
                  <a:ea typeface="黑体" panose="02010609060101010101" pitchFamily="49" charset="-122"/>
                </a:rPr>
                <a:t>国标符号</a:t>
              </a:r>
            </a:p>
          </p:txBody>
        </p:sp>
      </p:grpSp>
      <p:sp>
        <p:nvSpPr>
          <p:cNvPr id="32922" name="Rectangle 154"/>
          <p:cNvSpPr/>
          <p:nvPr/>
        </p:nvSpPr>
        <p:spPr>
          <a:xfrm>
            <a:off x="425450" y="3870325"/>
            <a:ext cx="36385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buClr>
                <a:schemeClr val="folHlink"/>
              </a:buClr>
              <a:buSzPct val="60000"/>
              <a:buFont typeface="Wingdings" panose="05000000000000000000" pitchFamily="2" charset="2"/>
              <a:buNone/>
            </a:pPr>
            <a:r>
              <a:rPr lang="zh-CN" altLang="en-US" dirty="0">
                <a:latin typeface="黑体" panose="02010609060101010101" pitchFamily="49" charset="-122"/>
                <a:ea typeface="黑体" panose="02010609060101010101" pitchFamily="49" charset="-122"/>
              </a:rPr>
              <a:t>同或门的逻辑符号</a:t>
            </a:r>
            <a:r>
              <a:rPr lang="en-US" altLang="zh-CN" dirty="0">
                <a:latin typeface="黑体" panose="02010609060101010101" pitchFamily="49" charset="-122"/>
                <a:ea typeface="黑体" panose="02010609060101010101" pitchFamily="49" charset="-122"/>
              </a:rPr>
              <a:t>:</a:t>
            </a:r>
          </a:p>
        </p:txBody>
      </p:sp>
      <p:grpSp>
        <p:nvGrpSpPr>
          <p:cNvPr id="32931" name="Group 163"/>
          <p:cNvGrpSpPr/>
          <p:nvPr/>
        </p:nvGrpSpPr>
        <p:grpSpPr>
          <a:xfrm>
            <a:off x="381000" y="193675"/>
            <a:ext cx="4953000" cy="593725"/>
            <a:chOff x="240" y="122"/>
            <a:chExt cx="3120" cy="374"/>
          </a:xfrm>
        </p:grpSpPr>
        <mc:AlternateContent xmlns:mc="http://schemas.openxmlformats.org/markup-compatibility/2006" xmlns:a14="http://schemas.microsoft.com/office/drawing/2010/main">
          <mc:Choice Requires="a14">
            <p:sp>
              <p:nvSpPr>
                <p:cNvPr id="60431" name="Object 92"/>
                <p:cNvSpPr txBox="1"/>
                <p:nvPr/>
              </p:nvSpPr>
              <p:spPr>
                <a:xfrm>
                  <a:off x="1728" y="240"/>
                  <a:ext cx="193" cy="208"/>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0431" name="Object 92"/>
                <p:cNvSpPr txBox="1">
                  <a:spLocks noRot="1" noChangeAspect="1" noMove="1" noResize="1" noEditPoints="1" noAdjustHandles="1" noChangeArrowheads="1" noChangeShapeType="1" noTextEdit="1"/>
                </p:cNvSpPr>
                <p:nvPr/>
              </p:nvSpPr>
              <p:spPr>
                <a:xfrm>
                  <a:off x="1728" y="240"/>
                  <a:ext cx="193" cy="208"/>
                </a:xfrm>
                <a:prstGeom prst="rect">
                  <a:avLst/>
                </a:prstGeom>
                <a:blipFill>
                  <a:blip r:embed="rId4"/>
                  <a:stretch>
                    <a:fillRect r="-1800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432" name="Object 155"/>
                <p:cNvSpPr txBox="1"/>
                <p:nvPr/>
              </p:nvSpPr>
              <p:spPr>
                <a:xfrm>
                  <a:off x="1056" y="192"/>
                  <a:ext cx="686" cy="280"/>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60432" name="Object 155"/>
                <p:cNvSpPr txBox="1">
                  <a:spLocks noRot="1" noChangeAspect="1" noMove="1" noResize="1" noEditPoints="1" noAdjustHandles="1" noChangeArrowheads="1" noChangeShapeType="1" noTextEdit="1"/>
                </p:cNvSpPr>
                <p:nvPr/>
              </p:nvSpPr>
              <p:spPr>
                <a:xfrm>
                  <a:off x="1056" y="192"/>
                  <a:ext cx="686" cy="280"/>
                </a:xfrm>
                <a:prstGeom prst="rect">
                  <a:avLst/>
                </a:prstGeom>
                <a:blipFill>
                  <a:blip r:embed="rId5"/>
                  <a:stretch>
                    <a:fillRect l="-55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433" name="Object 156"/>
                <p:cNvSpPr txBox="1"/>
                <p:nvPr/>
              </p:nvSpPr>
              <p:spPr>
                <a:xfrm>
                  <a:off x="1920" y="192"/>
                  <a:ext cx="242" cy="280"/>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𝐵</m:t>
                        </m:r>
                      </m:oMath>
                    </m:oMathPara>
                  </a14:m>
                  <a:endParaRPr lang="zh-CN" altLang="en-US"/>
                </a:p>
              </p:txBody>
            </p:sp>
          </mc:Choice>
          <mc:Fallback xmlns="">
            <p:sp>
              <p:nvSpPr>
                <p:cNvPr id="60433" name="Object 156"/>
                <p:cNvSpPr txBox="1">
                  <a:spLocks noRot="1" noChangeAspect="1" noMove="1" noResize="1" noEditPoints="1" noAdjustHandles="1" noChangeArrowheads="1" noChangeShapeType="1" noTextEdit="1"/>
                </p:cNvSpPr>
                <p:nvPr/>
              </p:nvSpPr>
              <p:spPr>
                <a:xfrm>
                  <a:off x="1920" y="192"/>
                  <a:ext cx="242" cy="280"/>
                </a:xfrm>
                <a:prstGeom prst="rect">
                  <a:avLst/>
                </a:prstGeom>
                <a:blipFill>
                  <a:blip r:embed="rId6"/>
                  <a:stretch>
                    <a:fillRect l="-158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434" name="Object 157"/>
                <p:cNvSpPr txBox="1"/>
                <p:nvPr/>
              </p:nvSpPr>
              <p:spPr>
                <a:xfrm>
                  <a:off x="2160" y="122"/>
                  <a:ext cx="1200" cy="35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m:t>
                        </m:r>
                      </m:oMath>
                    </m:oMathPara>
                  </a14:m>
                  <a:endParaRPr lang="zh-CN" altLang="en-US"/>
                </a:p>
              </p:txBody>
            </p:sp>
          </mc:Choice>
          <mc:Fallback xmlns="">
            <p:sp>
              <p:nvSpPr>
                <p:cNvPr id="60434" name="Object 157"/>
                <p:cNvSpPr txBox="1">
                  <a:spLocks noRot="1" noChangeAspect="1" noMove="1" noResize="1" noEditPoints="1" noAdjustHandles="1" noChangeArrowheads="1" noChangeShapeType="1" noTextEdit="1"/>
                </p:cNvSpPr>
                <p:nvPr/>
              </p:nvSpPr>
              <p:spPr>
                <a:xfrm>
                  <a:off x="2160" y="122"/>
                  <a:ext cx="1200" cy="359"/>
                </a:xfrm>
                <a:prstGeom prst="rect">
                  <a:avLst/>
                </a:prstGeom>
                <a:blipFill>
                  <a:blip r:embed="rId7"/>
                  <a:stretch>
                    <a:fillRect/>
                  </a:stretch>
                </a:blipFill>
                <a:ln w="38100">
                  <a:noFill/>
                  <a:miter/>
                </a:ln>
              </p:spPr>
              <p:txBody>
                <a:bodyPr/>
                <a:lstStyle/>
                <a:p>
                  <a:r>
                    <a:rPr lang="zh-CN" altLang="en-US">
                      <a:noFill/>
                    </a:rPr>
                    <a:t> </a:t>
                  </a:r>
                </a:p>
              </p:txBody>
            </p:sp>
          </mc:Fallback>
        </mc:AlternateContent>
        <p:sp>
          <p:nvSpPr>
            <p:cNvPr id="60435" name="Rectangle 161"/>
            <p:cNvSpPr/>
            <p:nvPr/>
          </p:nvSpPr>
          <p:spPr>
            <a:xfrm>
              <a:off x="240" y="131"/>
              <a:ext cx="6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solidFill>
                    <a:schemeClr val="accent2"/>
                  </a:solidFill>
                  <a:latin typeface="黑体" panose="02010609060101010101" pitchFamily="49" charset="-122"/>
                  <a:ea typeface="黑体" panose="02010609060101010101" pitchFamily="49" charset="-122"/>
                </a:rPr>
                <a:t>异或</a:t>
              </a:r>
            </a:p>
          </p:txBody>
        </p:sp>
      </p:grpSp>
      <p:grpSp>
        <p:nvGrpSpPr>
          <p:cNvPr id="32932" name="Group 164"/>
          <p:cNvGrpSpPr/>
          <p:nvPr/>
        </p:nvGrpSpPr>
        <p:grpSpPr>
          <a:xfrm>
            <a:off x="381000" y="817563"/>
            <a:ext cx="5097463" cy="600075"/>
            <a:chOff x="240" y="515"/>
            <a:chExt cx="3211" cy="378"/>
          </a:xfrm>
        </p:grpSpPr>
        <p:sp>
          <p:nvSpPr>
            <p:cNvPr id="60425" name="Oval 88"/>
            <p:cNvSpPr/>
            <p:nvPr/>
          </p:nvSpPr>
          <p:spPr>
            <a:xfrm>
              <a:off x="1728" y="672"/>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0426" name="Oval 89"/>
            <p:cNvSpPr/>
            <p:nvPr/>
          </p:nvSpPr>
          <p:spPr>
            <a:xfrm>
              <a:off x="1776" y="720"/>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mc:AlternateContent xmlns:mc="http://schemas.openxmlformats.org/markup-compatibility/2006" xmlns:a14="http://schemas.microsoft.com/office/drawing/2010/main">
          <mc:Choice Requires="a14">
            <p:sp>
              <p:nvSpPr>
                <p:cNvPr id="60427" name="Object 158"/>
                <p:cNvSpPr txBox="1"/>
                <p:nvPr/>
              </p:nvSpPr>
              <p:spPr>
                <a:xfrm>
                  <a:off x="1008" y="576"/>
                  <a:ext cx="720" cy="29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60427" name="Object 158"/>
                <p:cNvSpPr txBox="1">
                  <a:spLocks noRot="1" noChangeAspect="1" noMove="1" noResize="1" noEditPoints="1" noAdjustHandles="1" noChangeArrowheads="1" noChangeShapeType="1" noTextEdit="1"/>
                </p:cNvSpPr>
                <p:nvPr/>
              </p:nvSpPr>
              <p:spPr>
                <a:xfrm>
                  <a:off x="1008" y="576"/>
                  <a:ext cx="720" cy="294"/>
                </a:xfrm>
                <a:prstGeom prst="rect">
                  <a:avLst/>
                </a:prstGeom>
                <a:blipFill>
                  <a:blip r:embed="rId8"/>
                  <a:stretch>
                    <a:fillRect l="-160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428" name="Object 159"/>
                <p:cNvSpPr txBox="1"/>
                <p:nvPr/>
              </p:nvSpPr>
              <p:spPr>
                <a:xfrm>
                  <a:off x="1920" y="576"/>
                  <a:ext cx="249" cy="28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𝐵</m:t>
                        </m:r>
                      </m:oMath>
                    </m:oMathPara>
                  </a14:m>
                  <a:endParaRPr lang="zh-CN" altLang="en-US"/>
                </a:p>
              </p:txBody>
            </p:sp>
          </mc:Choice>
          <mc:Fallback xmlns="">
            <p:sp>
              <p:nvSpPr>
                <p:cNvPr id="60428" name="Object 159"/>
                <p:cNvSpPr txBox="1">
                  <a:spLocks noRot="1" noChangeAspect="1" noMove="1" noResize="1" noEditPoints="1" noAdjustHandles="1" noChangeArrowheads="1" noChangeShapeType="1" noTextEdit="1"/>
                </p:cNvSpPr>
                <p:nvPr/>
              </p:nvSpPr>
              <p:spPr>
                <a:xfrm>
                  <a:off x="1920" y="576"/>
                  <a:ext cx="249" cy="288"/>
                </a:xfrm>
                <a:prstGeom prst="rect">
                  <a:avLst/>
                </a:prstGeom>
                <a:blipFill>
                  <a:blip r:embed="rId9"/>
                  <a:stretch>
                    <a:fillRect l="-307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429" name="Object 160"/>
                <p:cNvSpPr txBox="1"/>
                <p:nvPr/>
              </p:nvSpPr>
              <p:spPr>
                <a:xfrm>
                  <a:off x="2160" y="515"/>
                  <a:ext cx="1291" cy="34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oMath>
                    </m:oMathPara>
                  </a14:m>
                  <a:endParaRPr lang="zh-CN" altLang="en-US"/>
                </a:p>
              </p:txBody>
            </p:sp>
          </mc:Choice>
          <mc:Fallback xmlns="">
            <p:sp>
              <p:nvSpPr>
                <p:cNvPr id="60429" name="Object 160"/>
                <p:cNvSpPr txBox="1">
                  <a:spLocks noRot="1" noChangeAspect="1" noMove="1" noResize="1" noEditPoints="1" noAdjustHandles="1" noChangeArrowheads="1" noChangeShapeType="1" noTextEdit="1"/>
                </p:cNvSpPr>
                <p:nvPr/>
              </p:nvSpPr>
              <p:spPr>
                <a:xfrm>
                  <a:off x="2160" y="515"/>
                  <a:ext cx="1291" cy="344"/>
                </a:xfrm>
                <a:prstGeom prst="rect">
                  <a:avLst/>
                </a:prstGeom>
                <a:blipFill>
                  <a:blip r:embed="rId10"/>
                  <a:stretch>
                    <a:fillRect/>
                  </a:stretch>
                </a:blipFill>
                <a:ln w="38100">
                  <a:noFill/>
                  <a:miter/>
                </a:ln>
              </p:spPr>
              <p:txBody>
                <a:bodyPr/>
                <a:lstStyle/>
                <a:p>
                  <a:r>
                    <a:rPr lang="zh-CN" altLang="en-US">
                      <a:noFill/>
                    </a:rPr>
                    <a:t> </a:t>
                  </a:r>
                </a:p>
              </p:txBody>
            </p:sp>
          </mc:Fallback>
        </mc:AlternateContent>
        <p:sp>
          <p:nvSpPr>
            <p:cNvPr id="60430" name="Rectangle 162"/>
            <p:cNvSpPr/>
            <p:nvPr/>
          </p:nvSpPr>
          <p:spPr>
            <a:xfrm>
              <a:off x="240" y="528"/>
              <a:ext cx="6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solidFill>
                    <a:schemeClr val="accent2"/>
                  </a:solidFill>
                  <a:latin typeface="黑体" panose="02010609060101010101" pitchFamily="49" charset="-122"/>
                  <a:ea typeface="黑体" panose="02010609060101010101" pitchFamily="49" charset="-122"/>
                </a:rPr>
                <a:t>同或</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2931"/>
                                        </p:tgtEl>
                                        <p:attrNameLst>
                                          <p:attrName>style.visibility</p:attrName>
                                        </p:attrNameLst>
                                      </p:cBhvr>
                                      <p:to>
                                        <p:strVal val="visible"/>
                                      </p:to>
                                    </p:set>
                                    <p:anim calcmode="lin" valueType="num">
                                      <p:cBhvr additive="base">
                                        <p:cTn id="7" dur="500" fill="hold"/>
                                        <p:tgtEl>
                                          <p:spTgt spid="32931"/>
                                        </p:tgtEl>
                                        <p:attrNameLst>
                                          <p:attrName>ppt_x</p:attrName>
                                        </p:attrNameLst>
                                      </p:cBhvr>
                                      <p:tavLst>
                                        <p:tav tm="0">
                                          <p:val>
                                            <p:strVal val="0-#ppt_w/2"/>
                                          </p:val>
                                        </p:tav>
                                        <p:tav tm="100000">
                                          <p:val>
                                            <p:strVal val="#ppt_x"/>
                                          </p:val>
                                        </p:tav>
                                      </p:tavLst>
                                    </p:anim>
                                    <p:anim calcmode="lin" valueType="num">
                                      <p:cBhvr additive="base">
                                        <p:cTn id="8" dur="500" fill="hold"/>
                                        <p:tgtEl>
                                          <p:spTgt spid="3293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2932"/>
                                        </p:tgtEl>
                                        <p:attrNameLst>
                                          <p:attrName>style.visibility</p:attrName>
                                        </p:attrNameLst>
                                      </p:cBhvr>
                                      <p:to>
                                        <p:strVal val="visible"/>
                                      </p:to>
                                    </p:set>
                                    <p:anim calcmode="lin" valueType="num">
                                      <p:cBhvr additive="base">
                                        <p:cTn id="13" dur="500" fill="hold"/>
                                        <p:tgtEl>
                                          <p:spTgt spid="32932"/>
                                        </p:tgtEl>
                                        <p:attrNameLst>
                                          <p:attrName>ppt_x</p:attrName>
                                        </p:attrNameLst>
                                      </p:cBhvr>
                                      <p:tavLst>
                                        <p:tav tm="0">
                                          <p:val>
                                            <p:strVal val="0-#ppt_w/2"/>
                                          </p:val>
                                        </p:tav>
                                        <p:tav tm="100000">
                                          <p:val>
                                            <p:strVal val="#ppt_x"/>
                                          </p:val>
                                        </p:tav>
                                      </p:tavLst>
                                    </p:anim>
                                    <p:anim calcmode="lin" valueType="num">
                                      <p:cBhvr additive="base">
                                        <p:cTn id="14" dur="500" fill="hold"/>
                                        <p:tgtEl>
                                          <p:spTgt spid="3293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2858"/>
                                        </p:tgtEl>
                                        <p:attrNameLst>
                                          <p:attrName>style.visibility</p:attrName>
                                        </p:attrNameLst>
                                      </p:cBhvr>
                                      <p:to>
                                        <p:strVal val="visible"/>
                                      </p:to>
                                    </p:set>
                                    <p:animEffect transition="in" filter="blinds(horizontal)">
                                      <p:cBhvr>
                                        <p:cTn id="19" dur="500"/>
                                        <p:tgtEl>
                                          <p:spTgt spid="32858"/>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32933"/>
                                        </p:tgtEl>
                                        <p:attrNameLst>
                                          <p:attrName>style.visibility</p:attrName>
                                        </p:attrNameLst>
                                      </p:cBhvr>
                                      <p:to>
                                        <p:strVal val="visible"/>
                                      </p:to>
                                    </p:set>
                                    <p:animEffect transition="in" filter="dissolve">
                                      <p:cBhvr>
                                        <p:cTn id="24" dur="500"/>
                                        <p:tgtEl>
                                          <p:spTgt spid="32933"/>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2922"/>
                                        </p:tgtEl>
                                        <p:attrNameLst>
                                          <p:attrName>style.visibility</p:attrName>
                                        </p:attrNameLst>
                                      </p:cBhvr>
                                      <p:to>
                                        <p:strVal val="visible"/>
                                      </p:to>
                                    </p:set>
                                    <p:animEffect transition="in" filter="blinds(horizontal)">
                                      <p:cBhvr>
                                        <p:cTn id="29" dur="500"/>
                                        <p:tgtEl>
                                          <p:spTgt spid="32922"/>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32934"/>
                                        </p:tgtEl>
                                        <p:attrNameLst>
                                          <p:attrName>style.visibility</p:attrName>
                                        </p:attrNameLst>
                                      </p:cBhvr>
                                      <p:to>
                                        <p:strVal val="visible"/>
                                      </p:to>
                                    </p:set>
                                    <p:animEffect transition="in" filter="dissolve">
                                      <p:cBhvr>
                                        <p:cTn id="34" dur="500"/>
                                        <p:tgtEl>
                                          <p:spTgt spid="32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58" grpId="0"/>
      <p:bldP spid="329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21</a:t>
            </a:fld>
            <a:endParaRPr lang="en-US" altLang="zh-CN" sz="1400" dirty="0"/>
          </a:p>
        </p:txBody>
      </p:sp>
      <p:sp>
        <p:nvSpPr>
          <p:cNvPr id="33870" name="Rectangle 78"/>
          <p:cNvSpPr/>
          <p:nvPr/>
        </p:nvSpPr>
        <p:spPr>
          <a:xfrm>
            <a:off x="304800" y="304800"/>
            <a:ext cx="48577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异或和同或的真值表如下</a:t>
            </a:r>
            <a:r>
              <a:rPr lang="en-US" altLang="zh-CN" dirty="0">
                <a:latin typeface="黑体" panose="02010609060101010101" pitchFamily="49" charset="-122"/>
                <a:ea typeface="黑体" panose="02010609060101010101" pitchFamily="49" charset="-122"/>
              </a:rPr>
              <a:t>:</a:t>
            </a:r>
          </a:p>
        </p:txBody>
      </p:sp>
      <p:sp>
        <p:nvSpPr>
          <p:cNvPr id="33872" name="Rectangle 80"/>
          <p:cNvSpPr>
            <a:spLocks noChangeArrowheads="1"/>
          </p:cNvSpPr>
          <p:nvPr/>
        </p:nvSpPr>
        <p:spPr bwMode="auto">
          <a:xfrm>
            <a:off x="395288" y="4508500"/>
            <a:ext cx="8382000" cy="1298575"/>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结论：偶数个变量的异或和同或是互反的，奇数个变量的异或和同或是相同的。</a:t>
            </a:r>
            <a:r>
              <a:rPr kumimoji="1" lang="zh-CN" altLang="en-US" sz="28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Black" panose="020B0A04020102020204" pitchFamily="34" charset="0"/>
                <a:ea typeface="宋体" panose="02010600030101010101" pitchFamily="2" charset="-122"/>
                <a:cs typeface="+mn-cs"/>
              </a:rPr>
              <a:t> </a:t>
            </a:r>
          </a:p>
        </p:txBody>
      </p:sp>
      <p:grpSp>
        <p:nvGrpSpPr>
          <p:cNvPr id="33874" name="Group 82"/>
          <p:cNvGrpSpPr/>
          <p:nvPr/>
        </p:nvGrpSpPr>
        <p:grpSpPr>
          <a:xfrm>
            <a:off x="2555875" y="1052513"/>
            <a:ext cx="3435350" cy="2759075"/>
            <a:chOff x="672" y="854"/>
            <a:chExt cx="2164" cy="1738"/>
          </a:xfrm>
        </p:grpSpPr>
        <mc:AlternateContent xmlns:mc="http://schemas.openxmlformats.org/markup-compatibility/2006" xmlns:a14="http://schemas.microsoft.com/office/drawing/2010/main">
          <mc:Choice Requires="a14">
            <p:sp>
              <p:nvSpPr>
                <p:cNvPr id="62470" name="Object 83"/>
                <p:cNvSpPr txBox="1"/>
                <p:nvPr/>
              </p:nvSpPr>
              <p:spPr>
                <a:xfrm>
                  <a:off x="1632" y="959"/>
                  <a:ext cx="201" cy="213"/>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2470" name="Object 83"/>
                <p:cNvSpPr txBox="1">
                  <a:spLocks noRot="1" noChangeAspect="1" noMove="1" noResize="1" noEditPoints="1" noAdjustHandles="1" noChangeArrowheads="1" noChangeShapeType="1" noTextEdit="1"/>
                </p:cNvSpPr>
                <p:nvPr/>
              </p:nvSpPr>
              <p:spPr>
                <a:xfrm>
                  <a:off x="1632" y="959"/>
                  <a:ext cx="201" cy="213"/>
                </a:xfrm>
                <a:prstGeom prst="rect">
                  <a:avLst/>
                </a:prstGeom>
                <a:blipFill>
                  <a:blip r:embed="rId3"/>
                  <a:stretch>
                    <a:fillRect r="-13208"/>
                  </a:stretch>
                </a:blipFill>
                <a:ln w="38100">
                  <a:noFill/>
                  <a:miter/>
                </a:ln>
              </p:spPr>
              <p:txBody>
                <a:bodyPr/>
                <a:lstStyle/>
                <a:p>
                  <a:r>
                    <a:rPr lang="zh-CN" altLang="en-US">
                      <a:noFill/>
                    </a:rPr>
                    <a:t> </a:t>
                  </a:r>
                </a:p>
              </p:txBody>
            </p:sp>
          </mc:Fallback>
        </mc:AlternateContent>
        <p:sp>
          <p:nvSpPr>
            <p:cNvPr id="62471" name="Oval 84"/>
            <p:cNvSpPr/>
            <p:nvPr/>
          </p:nvSpPr>
          <p:spPr>
            <a:xfrm>
              <a:off x="2400" y="960"/>
              <a:ext cx="146" cy="144"/>
            </a:xfrm>
            <a:prstGeom prst="ellipse">
              <a:avLst/>
            </a:prstGeom>
            <a:noFill/>
            <a:ln w="1905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2472" name="Oval 85"/>
            <p:cNvSpPr/>
            <p:nvPr/>
          </p:nvSpPr>
          <p:spPr>
            <a:xfrm>
              <a:off x="2448" y="1008"/>
              <a:ext cx="48" cy="48"/>
            </a:xfrm>
            <a:prstGeom prst="ellipse">
              <a:avLst/>
            </a:prstGeom>
            <a:solidFill>
              <a:schemeClr val="tx1"/>
            </a:solidFill>
            <a:ln w="1905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2473" name="Rectangle 86"/>
            <p:cNvSpPr/>
            <p:nvPr/>
          </p:nvSpPr>
          <p:spPr>
            <a:xfrm>
              <a:off x="672" y="854"/>
              <a:ext cx="2164" cy="365"/>
            </a:xfrm>
            <a:prstGeom prst="rect">
              <a:avLst/>
            </a:prstGeom>
            <a:noFill/>
            <a:ln w="19050">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 B   A  B  A  B</a:t>
              </a:r>
            </a:p>
          </p:txBody>
        </p:sp>
        <p:sp>
          <p:nvSpPr>
            <p:cNvPr id="33879" name="Rectangle 87"/>
            <p:cNvSpPr>
              <a:spLocks noChangeArrowheads="1"/>
            </p:cNvSpPr>
            <p:nvPr/>
          </p:nvSpPr>
          <p:spPr bwMode="auto">
            <a:xfrm>
              <a:off x="672" y="1248"/>
              <a:ext cx="190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0 0     0    1</a:t>
              </a:r>
            </a:p>
          </p:txBody>
        </p:sp>
        <p:sp>
          <p:nvSpPr>
            <p:cNvPr id="33880" name="Rectangle 88"/>
            <p:cNvSpPr>
              <a:spLocks noChangeArrowheads="1"/>
            </p:cNvSpPr>
            <p:nvPr/>
          </p:nvSpPr>
          <p:spPr bwMode="auto">
            <a:xfrm>
              <a:off x="672" y="1584"/>
              <a:ext cx="190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0 1     1    0</a:t>
              </a:r>
            </a:p>
          </p:txBody>
        </p:sp>
        <p:sp>
          <p:nvSpPr>
            <p:cNvPr id="33881" name="Rectangle 89"/>
            <p:cNvSpPr>
              <a:spLocks noChangeArrowheads="1"/>
            </p:cNvSpPr>
            <p:nvPr/>
          </p:nvSpPr>
          <p:spPr bwMode="auto">
            <a:xfrm>
              <a:off x="672" y="1920"/>
              <a:ext cx="190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1 0     1    0</a:t>
              </a:r>
            </a:p>
          </p:txBody>
        </p:sp>
        <p:sp>
          <p:nvSpPr>
            <p:cNvPr id="33882" name="Rectangle 90"/>
            <p:cNvSpPr>
              <a:spLocks noChangeArrowheads="1"/>
            </p:cNvSpPr>
            <p:nvPr/>
          </p:nvSpPr>
          <p:spPr bwMode="auto">
            <a:xfrm>
              <a:off x="672" y="2208"/>
              <a:ext cx="190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1 1     0    1</a:t>
              </a:r>
            </a:p>
          </p:txBody>
        </p:sp>
        <p:sp>
          <p:nvSpPr>
            <p:cNvPr id="62478" name="Line 91"/>
            <p:cNvSpPr/>
            <p:nvPr/>
          </p:nvSpPr>
          <p:spPr>
            <a:xfrm>
              <a:off x="672" y="1248"/>
              <a:ext cx="2112" cy="0"/>
            </a:xfrm>
            <a:prstGeom prst="line">
              <a:avLst/>
            </a:prstGeom>
            <a:ln w="19050" cap="flat" cmpd="sng">
              <a:solidFill>
                <a:schemeClr val="tx1"/>
              </a:solidFill>
              <a:prstDash val="solid"/>
              <a:miter/>
              <a:headEnd type="none" w="med" len="med"/>
              <a:tailEnd type="none" w="med" len="med"/>
            </a:ln>
          </p:spPr>
        </p:sp>
        <p:sp>
          <p:nvSpPr>
            <p:cNvPr id="62479" name="Line 92"/>
            <p:cNvSpPr/>
            <p:nvPr/>
          </p:nvSpPr>
          <p:spPr>
            <a:xfrm>
              <a:off x="1296" y="960"/>
              <a:ext cx="0" cy="1584"/>
            </a:xfrm>
            <a:prstGeom prst="line">
              <a:avLst/>
            </a:prstGeom>
            <a:ln w="19050" cap="flat" cmpd="sng">
              <a:solidFill>
                <a:schemeClr val="tx1"/>
              </a:solidFill>
              <a:prstDash val="solid"/>
              <a:miter/>
              <a:headEnd type="none" w="med" len="med"/>
              <a:tailEnd type="none" w="med" len="med"/>
            </a:ln>
          </p:spPr>
        </p:sp>
        <p:sp>
          <p:nvSpPr>
            <p:cNvPr id="62480" name="Line 93"/>
            <p:cNvSpPr/>
            <p:nvPr/>
          </p:nvSpPr>
          <p:spPr>
            <a:xfrm>
              <a:off x="2112" y="912"/>
              <a:ext cx="0" cy="1680"/>
            </a:xfrm>
            <a:prstGeom prst="line">
              <a:avLst/>
            </a:prstGeom>
            <a:ln w="19050" cap="flat" cmpd="sng">
              <a:solidFill>
                <a:schemeClr val="tx1"/>
              </a:solidFill>
              <a:prstDash val="solid"/>
              <a:miter/>
              <a:headEnd type="none" w="med" len="med"/>
              <a:tailEnd type="none" w="med" len="med"/>
            </a:ln>
          </p:spPr>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870"/>
                                        </p:tgtEl>
                                        <p:attrNameLst>
                                          <p:attrName>style.visibility</p:attrName>
                                        </p:attrNameLst>
                                      </p:cBhvr>
                                      <p:to>
                                        <p:strVal val="visible"/>
                                      </p:to>
                                    </p:set>
                                    <p:anim calcmode="lin" valueType="num">
                                      <p:cBhvr additive="base">
                                        <p:cTn id="7" dur="500" fill="hold"/>
                                        <p:tgtEl>
                                          <p:spTgt spid="33870"/>
                                        </p:tgtEl>
                                        <p:attrNameLst>
                                          <p:attrName>ppt_x</p:attrName>
                                        </p:attrNameLst>
                                      </p:cBhvr>
                                      <p:tavLst>
                                        <p:tav tm="0">
                                          <p:val>
                                            <p:strVal val="0-#ppt_w/2"/>
                                          </p:val>
                                        </p:tav>
                                        <p:tav tm="100000">
                                          <p:val>
                                            <p:strVal val="#ppt_x"/>
                                          </p:val>
                                        </p:tav>
                                      </p:tavLst>
                                    </p:anim>
                                    <p:anim calcmode="lin" valueType="num">
                                      <p:cBhvr additive="base">
                                        <p:cTn id="8" dur="500" fill="hold"/>
                                        <p:tgtEl>
                                          <p:spTgt spid="338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3874"/>
                                        </p:tgtEl>
                                        <p:attrNameLst>
                                          <p:attrName>style.visibility</p:attrName>
                                        </p:attrNameLst>
                                      </p:cBhvr>
                                      <p:to>
                                        <p:strVal val="visible"/>
                                      </p:to>
                                    </p:set>
                                    <p:animEffect transition="in" filter="dissolve">
                                      <p:cBhvr>
                                        <p:cTn id="13" dur="500"/>
                                        <p:tgtEl>
                                          <p:spTgt spid="33874"/>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33872"/>
                                        </p:tgtEl>
                                        <p:attrNameLst>
                                          <p:attrName>style.visibility</p:attrName>
                                        </p:attrNameLst>
                                      </p:cBhvr>
                                      <p:to>
                                        <p:strVal val="visible"/>
                                      </p:to>
                                    </p:set>
                                    <p:animEffect transition="in" filter="box(in)">
                                      <p:cBhvr>
                                        <p:cTn id="18" dur="500"/>
                                        <p:tgtEl>
                                          <p:spTgt spid="338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70" grpId="0"/>
      <p:bldP spid="3387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22</a:t>
            </a:fld>
            <a:endParaRPr lang="en-US" altLang="zh-CN" sz="1400" dirty="0"/>
          </a:p>
        </p:txBody>
      </p:sp>
      <p:grpSp>
        <p:nvGrpSpPr>
          <p:cNvPr id="34818" name="Group 2"/>
          <p:cNvGrpSpPr/>
          <p:nvPr/>
        </p:nvGrpSpPr>
        <p:grpSpPr>
          <a:xfrm>
            <a:off x="1314450" y="4983163"/>
            <a:ext cx="5372100" cy="579437"/>
            <a:chOff x="816" y="3072"/>
            <a:chExt cx="3384" cy="365"/>
          </a:xfrm>
        </p:grpSpPr>
        <mc:AlternateContent xmlns:mc="http://schemas.openxmlformats.org/markup-compatibility/2006" xmlns:a14="http://schemas.microsoft.com/office/drawing/2010/main">
          <mc:Choice Requires="a14">
            <p:sp>
              <p:nvSpPr>
                <p:cNvPr id="64554" name="Object 3"/>
                <p:cNvSpPr txBox="1"/>
                <p:nvPr/>
              </p:nvSpPr>
              <p:spPr>
                <a:xfrm>
                  <a:off x="1056" y="3168"/>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4554" name="Object 3"/>
                <p:cNvSpPr txBox="1">
                  <a:spLocks noRot="1" noChangeAspect="1" noMove="1" noResize="1" noEditPoints="1" noAdjustHandles="1" noChangeArrowheads="1" noChangeShapeType="1" noTextEdit="1"/>
                </p:cNvSpPr>
                <p:nvPr/>
              </p:nvSpPr>
              <p:spPr>
                <a:xfrm>
                  <a:off x="1056" y="3168"/>
                  <a:ext cx="199" cy="212"/>
                </a:xfrm>
                <a:prstGeom prst="rect">
                  <a:avLst/>
                </a:prstGeom>
                <a:blipFill>
                  <a:blip r:embed="rId3"/>
                  <a:stretch>
                    <a:fillRect r="-15385"/>
                  </a:stretch>
                </a:blipFill>
                <a:ln w="38100">
                  <a:noFill/>
                  <a:miter/>
                </a:ln>
              </p:spPr>
              <p:txBody>
                <a:bodyPr/>
                <a:lstStyle/>
                <a:p>
                  <a:r>
                    <a:rPr lang="zh-CN" altLang="en-US">
                      <a:noFill/>
                    </a:rPr>
                    <a:t> </a:t>
                  </a:r>
                </a:p>
              </p:txBody>
            </p:sp>
          </mc:Fallback>
        </mc:AlternateContent>
        <p:sp>
          <p:nvSpPr>
            <p:cNvPr id="64555" name="Oval 4"/>
            <p:cNvSpPr/>
            <p:nvPr/>
          </p:nvSpPr>
          <p:spPr>
            <a:xfrm>
              <a:off x="3456" y="3168"/>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56" name="Oval 5"/>
            <p:cNvSpPr/>
            <p:nvPr/>
          </p:nvSpPr>
          <p:spPr>
            <a:xfrm>
              <a:off x="3504" y="3216"/>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57" name="Rectangle 6"/>
            <p:cNvSpPr/>
            <p:nvPr/>
          </p:nvSpPr>
          <p:spPr>
            <a:xfrm>
              <a:off x="816" y="3072"/>
              <a:ext cx="338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A   A=0                   A   A=1</a:t>
              </a:r>
            </a:p>
          </p:txBody>
        </p:sp>
      </p:grpSp>
      <p:grpSp>
        <p:nvGrpSpPr>
          <p:cNvPr id="34823" name="Group 7"/>
          <p:cNvGrpSpPr/>
          <p:nvPr/>
        </p:nvGrpSpPr>
        <p:grpSpPr>
          <a:xfrm>
            <a:off x="1314450" y="4449763"/>
            <a:ext cx="5372100" cy="579437"/>
            <a:chOff x="816" y="2736"/>
            <a:chExt cx="3384" cy="365"/>
          </a:xfrm>
        </p:grpSpPr>
        <mc:AlternateContent xmlns:mc="http://schemas.openxmlformats.org/markup-compatibility/2006" xmlns:a14="http://schemas.microsoft.com/office/drawing/2010/main">
          <mc:Choice Requires="a14">
            <p:sp>
              <p:nvSpPr>
                <p:cNvPr id="64548" name="Object 8"/>
                <p:cNvSpPr txBox="1"/>
                <p:nvPr/>
              </p:nvSpPr>
              <p:spPr>
                <a:xfrm>
                  <a:off x="1008" y="2832"/>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4548" name="Object 8"/>
                <p:cNvSpPr txBox="1">
                  <a:spLocks noRot="1" noChangeAspect="1" noMove="1" noResize="1" noEditPoints="1" noAdjustHandles="1" noChangeArrowheads="1" noChangeShapeType="1" noTextEdit="1"/>
                </p:cNvSpPr>
                <p:nvPr/>
              </p:nvSpPr>
              <p:spPr>
                <a:xfrm>
                  <a:off x="1008" y="2832"/>
                  <a:ext cx="199" cy="212"/>
                </a:xfrm>
                <a:prstGeom prst="rect">
                  <a:avLst/>
                </a:prstGeom>
                <a:blipFill>
                  <a:blip r:embed="rId4"/>
                  <a:stretch>
                    <a:fillRect r="-15686"/>
                  </a:stretch>
                </a:blipFill>
                <a:ln w="38100">
                  <a:noFill/>
                  <a:miter/>
                </a:ln>
              </p:spPr>
              <p:txBody>
                <a:bodyPr/>
                <a:lstStyle/>
                <a:p>
                  <a:r>
                    <a:rPr lang="zh-CN" altLang="en-US">
                      <a:noFill/>
                    </a:rPr>
                    <a:t> </a:t>
                  </a:r>
                </a:p>
              </p:txBody>
            </p:sp>
          </mc:Fallback>
        </mc:AlternateContent>
        <p:sp>
          <p:nvSpPr>
            <p:cNvPr id="64549" name="Oval 9"/>
            <p:cNvSpPr/>
            <p:nvPr/>
          </p:nvSpPr>
          <p:spPr>
            <a:xfrm>
              <a:off x="3456" y="2832"/>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50" name="Oval 10"/>
            <p:cNvSpPr/>
            <p:nvPr/>
          </p:nvSpPr>
          <p:spPr>
            <a:xfrm>
              <a:off x="3504" y="2880"/>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51" name="Line 11"/>
            <p:cNvSpPr/>
            <p:nvPr/>
          </p:nvSpPr>
          <p:spPr>
            <a:xfrm>
              <a:off x="1584" y="2784"/>
              <a:ext cx="192" cy="0"/>
            </a:xfrm>
            <a:prstGeom prst="line">
              <a:avLst/>
            </a:prstGeom>
            <a:ln w="28575" cap="flat" cmpd="sng">
              <a:solidFill>
                <a:schemeClr val="tx1"/>
              </a:solidFill>
              <a:prstDash val="solid"/>
              <a:miter/>
              <a:headEnd type="none" w="med" len="med"/>
              <a:tailEnd type="none" w="med" len="med"/>
            </a:ln>
          </p:spPr>
        </p:sp>
        <p:sp>
          <p:nvSpPr>
            <p:cNvPr id="64552" name="Line 12"/>
            <p:cNvSpPr/>
            <p:nvPr/>
          </p:nvSpPr>
          <p:spPr>
            <a:xfrm>
              <a:off x="3936" y="2784"/>
              <a:ext cx="192" cy="0"/>
            </a:xfrm>
            <a:prstGeom prst="line">
              <a:avLst/>
            </a:prstGeom>
            <a:ln w="28575" cap="flat" cmpd="sng">
              <a:solidFill>
                <a:schemeClr val="tx1"/>
              </a:solidFill>
              <a:prstDash val="solid"/>
              <a:miter/>
              <a:headEnd type="none" w="med" len="med"/>
              <a:tailEnd type="none" w="med" len="med"/>
            </a:ln>
          </p:spPr>
        </p:sp>
        <p:sp>
          <p:nvSpPr>
            <p:cNvPr id="64553" name="Rectangle 13"/>
            <p:cNvSpPr/>
            <p:nvPr/>
          </p:nvSpPr>
          <p:spPr>
            <a:xfrm>
              <a:off x="816" y="2736"/>
              <a:ext cx="338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1   A=A                   0   A=A</a:t>
              </a:r>
            </a:p>
          </p:txBody>
        </p:sp>
      </p:grpSp>
      <p:grpSp>
        <p:nvGrpSpPr>
          <p:cNvPr id="34830" name="Group 14"/>
          <p:cNvGrpSpPr/>
          <p:nvPr/>
        </p:nvGrpSpPr>
        <p:grpSpPr>
          <a:xfrm>
            <a:off x="400050" y="3763963"/>
            <a:ext cx="6286500" cy="579437"/>
            <a:chOff x="240" y="2304"/>
            <a:chExt cx="3960" cy="365"/>
          </a:xfrm>
        </p:grpSpPr>
        <mc:AlternateContent xmlns:mc="http://schemas.openxmlformats.org/markup-compatibility/2006" xmlns:a14="http://schemas.microsoft.com/office/drawing/2010/main">
          <mc:Choice Requires="a14">
            <p:sp>
              <p:nvSpPr>
                <p:cNvPr id="64544" name="Object 15"/>
                <p:cNvSpPr txBox="1"/>
                <p:nvPr/>
              </p:nvSpPr>
              <p:spPr>
                <a:xfrm>
                  <a:off x="1008" y="2400"/>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4544" name="Object 15"/>
                <p:cNvSpPr txBox="1">
                  <a:spLocks noRot="1" noChangeAspect="1" noMove="1" noResize="1" noEditPoints="1" noAdjustHandles="1" noChangeArrowheads="1" noChangeShapeType="1" noTextEdit="1"/>
                </p:cNvSpPr>
                <p:nvPr/>
              </p:nvSpPr>
              <p:spPr>
                <a:xfrm>
                  <a:off x="1008" y="2400"/>
                  <a:ext cx="199" cy="212"/>
                </a:xfrm>
                <a:prstGeom prst="rect">
                  <a:avLst/>
                </a:prstGeom>
                <a:blipFill>
                  <a:blip r:embed="rId5"/>
                  <a:stretch>
                    <a:fillRect r="-15686"/>
                  </a:stretch>
                </a:blipFill>
                <a:ln w="38100">
                  <a:noFill/>
                  <a:miter/>
                </a:ln>
              </p:spPr>
              <p:txBody>
                <a:bodyPr/>
                <a:lstStyle/>
                <a:p>
                  <a:r>
                    <a:rPr lang="zh-CN" altLang="en-US">
                      <a:noFill/>
                    </a:rPr>
                    <a:t> </a:t>
                  </a:r>
                </a:p>
              </p:txBody>
            </p:sp>
          </mc:Fallback>
        </mc:AlternateContent>
        <p:sp>
          <p:nvSpPr>
            <p:cNvPr id="64545" name="Oval 16"/>
            <p:cNvSpPr/>
            <p:nvPr/>
          </p:nvSpPr>
          <p:spPr>
            <a:xfrm>
              <a:off x="3408" y="2448"/>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46" name="Oval 17"/>
            <p:cNvSpPr/>
            <p:nvPr/>
          </p:nvSpPr>
          <p:spPr>
            <a:xfrm>
              <a:off x="3456" y="2496"/>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47" name="Rectangle 18"/>
            <p:cNvSpPr/>
            <p:nvPr/>
          </p:nvSpPr>
          <p:spPr>
            <a:xfrm>
              <a:off x="240" y="2304"/>
              <a:ext cx="396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(2)   0   A=A                   1   A=A</a:t>
              </a:r>
            </a:p>
          </p:txBody>
        </p:sp>
      </p:grpSp>
      <p:grpSp>
        <p:nvGrpSpPr>
          <p:cNvPr id="34835" name="Group 19"/>
          <p:cNvGrpSpPr/>
          <p:nvPr/>
        </p:nvGrpSpPr>
        <p:grpSpPr>
          <a:xfrm>
            <a:off x="1238250" y="2697163"/>
            <a:ext cx="5283200" cy="579437"/>
            <a:chOff x="768" y="1632"/>
            <a:chExt cx="3328" cy="365"/>
          </a:xfrm>
        </p:grpSpPr>
        <mc:AlternateContent xmlns:mc="http://schemas.openxmlformats.org/markup-compatibility/2006" xmlns:a14="http://schemas.microsoft.com/office/drawing/2010/main">
          <mc:Choice Requires="a14">
            <p:sp>
              <p:nvSpPr>
                <p:cNvPr id="64540" name="Object 20"/>
                <p:cNvSpPr txBox="1"/>
                <p:nvPr/>
              </p:nvSpPr>
              <p:spPr>
                <a:xfrm>
                  <a:off x="1008" y="1728"/>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4540" name="Object 20"/>
                <p:cNvSpPr txBox="1">
                  <a:spLocks noRot="1" noChangeAspect="1" noMove="1" noResize="1" noEditPoints="1" noAdjustHandles="1" noChangeArrowheads="1" noChangeShapeType="1" noTextEdit="1"/>
                </p:cNvSpPr>
                <p:nvPr/>
              </p:nvSpPr>
              <p:spPr>
                <a:xfrm>
                  <a:off x="1008" y="1728"/>
                  <a:ext cx="199" cy="212"/>
                </a:xfrm>
                <a:prstGeom prst="rect">
                  <a:avLst/>
                </a:prstGeom>
                <a:blipFill>
                  <a:blip r:embed="rId5"/>
                  <a:stretch>
                    <a:fillRect r="-15686"/>
                  </a:stretch>
                </a:blipFill>
                <a:ln w="38100">
                  <a:noFill/>
                  <a:miter/>
                </a:ln>
              </p:spPr>
              <p:txBody>
                <a:bodyPr/>
                <a:lstStyle/>
                <a:p>
                  <a:r>
                    <a:rPr lang="zh-CN" altLang="en-US">
                      <a:noFill/>
                    </a:rPr>
                    <a:t> </a:t>
                  </a:r>
                </a:p>
              </p:txBody>
            </p:sp>
          </mc:Fallback>
        </mc:AlternateContent>
        <p:sp>
          <p:nvSpPr>
            <p:cNvPr id="64541" name="Oval 21"/>
            <p:cNvSpPr/>
            <p:nvPr/>
          </p:nvSpPr>
          <p:spPr>
            <a:xfrm>
              <a:off x="3408" y="1728"/>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42" name="Oval 22"/>
            <p:cNvSpPr/>
            <p:nvPr/>
          </p:nvSpPr>
          <p:spPr>
            <a:xfrm>
              <a:off x="3456" y="1776"/>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43" name="Rectangle 23"/>
            <p:cNvSpPr/>
            <p:nvPr/>
          </p:nvSpPr>
          <p:spPr>
            <a:xfrm>
              <a:off x="768" y="1632"/>
              <a:ext cx="33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1   1=0                   0   0=1</a:t>
              </a:r>
            </a:p>
          </p:txBody>
        </p:sp>
      </p:grpSp>
      <p:grpSp>
        <p:nvGrpSpPr>
          <p:cNvPr id="34840" name="Group 24"/>
          <p:cNvGrpSpPr/>
          <p:nvPr/>
        </p:nvGrpSpPr>
        <p:grpSpPr>
          <a:xfrm>
            <a:off x="1238250" y="2087563"/>
            <a:ext cx="5283200" cy="579437"/>
            <a:chOff x="768" y="1248"/>
            <a:chExt cx="3328" cy="365"/>
          </a:xfrm>
        </p:grpSpPr>
        <mc:AlternateContent xmlns:mc="http://schemas.openxmlformats.org/markup-compatibility/2006" xmlns:a14="http://schemas.microsoft.com/office/drawing/2010/main">
          <mc:Choice Requires="a14">
            <p:sp>
              <p:nvSpPr>
                <p:cNvPr id="64536" name="Object 25"/>
                <p:cNvSpPr txBox="1"/>
                <p:nvPr/>
              </p:nvSpPr>
              <p:spPr>
                <a:xfrm>
                  <a:off x="1008" y="1344"/>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4536" name="Object 25"/>
                <p:cNvSpPr txBox="1">
                  <a:spLocks noRot="1" noChangeAspect="1" noMove="1" noResize="1" noEditPoints="1" noAdjustHandles="1" noChangeArrowheads="1" noChangeShapeType="1" noTextEdit="1"/>
                </p:cNvSpPr>
                <p:nvPr/>
              </p:nvSpPr>
              <p:spPr>
                <a:xfrm>
                  <a:off x="1008" y="1344"/>
                  <a:ext cx="199" cy="212"/>
                </a:xfrm>
                <a:prstGeom prst="rect">
                  <a:avLst/>
                </a:prstGeom>
                <a:blipFill>
                  <a:blip r:embed="rId5"/>
                  <a:stretch>
                    <a:fillRect r="-15686"/>
                  </a:stretch>
                </a:blipFill>
                <a:ln w="38100">
                  <a:noFill/>
                  <a:miter/>
                </a:ln>
              </p:spPr>
              <p:txBody>
                <a:bodyPr/>
                <a:lstStyle/>
                <a:p>
                  <a:r>
                    <a:rPr lang="zh-CN" altLang="en-US">
                      <a:noFill/>
                    </a:rPr>
                    <a:t> </a:t>
                  </a:r>
                </a:p>
              </p:txBody>
            </p:sp>
          </mc:Fallback>
        </mc:AlternateContent>
        <p:sp>
          <p:nvSpPr>
            <p:cNvPr id="64537" name="Oval 26"/>
            <p:cNvSpPr/>
            <p:nvPr/>
          </p:nvSpPr>
          <p:spPr>
            <a:xfrm>
              <a:off x="3408" y="1344"/>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38" name="Oval 27"/>
            <p:cNvSpPr/>
            <p:nvPr/>
          </p:nvSpPr>
          <p:spPr>
            <a:xfrm>
              <a:off x="3456" y="1392"/>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39" name="Rectangle 28"/>
            <p:cNvSpPr/>
            <p:nvPr/>
          </p:nvSpPr>
          <p:spPr>
            <a:xfrm>
              <a:off x="768" y="1248"/>
              <a:ext cx="33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0   0=0                   1   1=1</a:t>
              </a:r>
            </a:p>
          </p:txBody>
        </p:sp>
      </p:grpSp>
      <p:grpSp>
        <p:nvGrpSpPr>
          <p:cNvPr id="34845" name="Group 29"/>
          <p:cNvGrpSpPr/>
          <p:nvPr/>
        </p:nvGrpSpPr>
        <p:grpSpPr>
          <a:xfrm>
            <a:off x="323850" y="1477963"/>
            <a:ext cx="7296150" cy="579437"/>
            <a:chOff x="192" y="864"/>
            <a:chExt cx="4596" cy="365"/>
          </a:xfrm>
        </p:grpSpPr>
        <mc:AlternateContent xmlns:mc="http://schemas.openxmlformats.org/markup-compatibility/2006" xmlns:a14="http://schemas.microsoft.com/office/drawing/2010/main">
          <mc:Choice Requires="a14">
            <p:sp>
              <p:nvSpPr>
                <p:cNvPr id="64529" name="Object 30"/>
                <p:cNvSpPr txBox="1"/>
                <p:nvPr/>
              </p:nvSpPr>
              <p:spPr>
                <a:xfrm>
                  <a:off x="960" y="960"/>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4529" name="Object 30"/>
                <p:cNvSpPr txBox="1">
                  <a:spLocks noRot="1" noChangeAspect="1" noMove="1" noResize="1" noEditPoints="1" noAdjustHandles="1" noChangeArrowheads="1" noChangeShapeType="1" noTextEdit="1"/>
                </p:cNvSpPr>
                <p:nvPr/>
              </p:nvSpPr>
              <p:spPr>
                <a:xfrm>
                  <a:off x="960" y="960"/>
                  <a:ext cx="199" cy="212"/>
                </a:xfrm>
                <a:prstGeom prst="rect">
                  <a:avLst/>
                </a:prstGeom>
                <a:blipFill>
                  <a:blip r:embed="rId3"/>
                  <a:stretch>
                    <a:fillRect r="-1538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530" name="Object 31"/>
                <p:cNvSpPr txBox="1"/>
                <p:nvPr/>
              </p:nvSpPr>
              <p:spPr>
                <a:xfrm>
                  <a:off x="1728" y="960"/>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4530" name="Object 31"/>
                <p:cNvSpPr txBox="1">
                  <a:spLocks noRot="1" noChangeAspect="1" noMove="1" noResize="1" noEditPoints="1" noAdjustHandles="1" noChangeArrowheads="1" noChangeShapeType="1" noTextEdit="1"/>
                </p:cNvSpPr>
                <p:nvPr/>
              </p:nvSpPr>
              <p:spPr>
                <a:xfrm>
                  <a:off x="1728" y="960"/>
                  <a:ext cx="199" cy="212"/>
                </a:xfrm>
                <a:prstGeom prst="rect">
                  <a:avLst/>
                </a:prstGeom>
                <a:blipFill>
                  <a:blip r:embed="rId3"/>
                  <a:stretch>
                    <a:fillRect r="-15385"/>
                  </a:stretch>
                </a:blipFill>
                <a:ln w="38100">
                  <a:noFill/>
                  <a:miter/>
                </a:ln>
              </p:spPr>
              <p:txBody>
                <a:bodyPr/>
                <a:lstStyle/>
                <a:p>
                  <a:r>
                    <a:rPr lang="zh-CN" altLang="en-US">
                      <a:noFill/>
                    </a:rPr>
                    <a:t> </a:t>
                  </a:r>
                </a:p>
              </p:txBody>
            </p:sp>
          </mc:Fallback>
        </mc:AlternateContent>
        <p:sp>
          <p:nvSpPr>
            <p:cNvPr id="64531" name="Oval 32"/>
            <p:cNvSpPr/>
            <p:nvPr/>
          </p:nvSpPr>
          <p:spPr>
            <a:xfrm>
              <a:off x="3456" y="1056"/>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32" name="Oval 33"/>
            <p:cNvSpPr/>
            <p:nvPr/>
          </p:nvSpPr>
          <p:spPr>
            <a:xfrm>
              <a:off x="3408" y="1008"/>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33" name="Oval 34"/>
            <p:cNvSpPr/>
            <p:nvPr/>
          </p:nvSpPr>
          <p:spPr>
            <a:xfrm>
              <a:off x="4032" y="1008"/>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34" name="Oval 35"/>
            <p:cNvSpPr/>
            <p:nvPr/>
          </p:nvSpPr>
          <p:spPr>
            <a:xfrm>
              <a:off x="4080" y="1056"/>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35" name="Rectangle 36"/>
            <p:cNvSpPr/>
            <p:nvPr/>
          </p:nvSpPr>
          <p:spPr>
            <a:xfrm>
              <a:off x="192" y="864"/>
              <a:ext cx="4596"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(1)   1   0=0   1=1          0   1=1   0=0</a:t>
              </a:r>
            </a:p>
          </p:txBody>
        </p:sp>
      </p:grpSp>
      <p:grpSp>
        <p:nvGrpSpPr>
          <p:cNvPr id="34853" name="Group 37"/>
          <p:cNvGrpSpPr/>
          <p:nvPr/>
        </p:nvGrpSpPr>
        <p:grpSpPr>
          <a:xfrm>
            <a:off x="1314450" y="5592763"/>
            <a:ext cx="5372100" cy="579437"/>
            <a:chOff x="816" y="3456"/>
            <a:chExt cx="3384" cy="365"/>
          </a:xfrm>
        </p:grpSpPr>
        <mc:AlternateContent xmlns:mc="http://schemas.openxmlformats.org/markup-compatibility/2006" xmlns:a14="http://schemas.microsoft.com/office/drawing/2010/main">
          <mc:Choice Requires="a14">
            <p:sp>
              <p:nvSpPr>
                <p:cNvPr id="64523" name="Object 38"/>
                <p:cNvSpPr txBox="1"/>
                <p:nvPr/>
              </p:nvSpPr>
              <p:spPr>
                <a:xfrm>
                  <a:off x="1056" y="3552"/>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4523" name="Object 38"/>
                <p:cNvSpPr txBox="1">
                  <a:spLocks noRot="1" noChangeAspect="1" noMove="1" noResize="1" noEditPoints="1" noAdjustHandles="1" noChangeArrowheads="1" noChangeShapeType="1" noTextEdit="1"/>
                </p:cNvSpPr>
                <p:nvPr/>
              </p:nvSpPr>
              <p:spPr>
                <a:xfrm>
                  <a:off x="1056" y="3552"/>
                  <a:ext cx="199" cy="212"/>
                </a:xfrm>
                <a:prstGeom prst="rect">
                  <a:avLst/>
                </a:prstGeom>
                <a:blipFill>
                  <a:blip r:embed="rId3"/>
                  <a:stretch>
                    <a:fillRect r="-15385"/>
                  </a:stretch>
                </a:blipFill>
                <a:ln w="38100">
                  <a:noFill/>
                  <a:miter/>
                </a:ln>
              </p:spPr>
              <p:txBody>
                <a:bodyPr/>
                <a:lstStyle/>
                <a:p>
                  <a:r>
                    <a:rPr lang="zh-CN" altLang="en-US">
                      <a:noFill/>
                    </a:rPr>
                    <a:t> </a:t>
                  </a:r>
                </a:p>
              </p:txBody>
            </p:sp>
          </mc:Fallback>
        </mc:AlternateContent>
        <p:sp>
          <p:nvSpPr>
            <p:cNvPr id="64524" name="Oval 39"/>
            <p:cNvSpPr/>
            <p:nvPr/>
          </p:nvSpPr>
          <p:spPr>
            <a:xfrm>
              <a:off x="3456" y="3552"/>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25" name="Oval 40"/>
            <p:cNvSpPr/>
            <p:nvPr/>
          </p:nvSpPr>
          <p:spPr>
            <a:xfrm>
              <a:off x="3504" y="3600"/>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4526" name="Rectangle 41"/>
            <p:cNvSpPr/>
            <p:nvPr/>
          </p:nvSpPr>
          <p:spPr>
            <a:xfrm>
              <a:off x="816" y="3456"/>
              <a:ext cx="338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A   A=1                   A   A=0</a:t>
              </a:r>
            </a:p>
          </p:txBody>
        </p:sp>
        <p:sp>
          <p:nvSpPr>
            <p:cNvPr id="64527" name="Line 42"/>
            <p:cNvSpPr/>
            <p:nvPr/>
          </p:nvSpPr>
          <p:spPr>
            <a:xfrm>
              <a:off x="1248" y="3504"/>
              <a:ext cx="192" cy="0"/>
            </a:xfrm>
            <a:prstGeom prst="line">
              <a:avLst/>
            </a:prstGeom>
            <a:ln w="28575" cap="flat" cmpd="sng">
              <a:solidFill>
                <a:schemeClr val="tx1"/>
              </a:solidFill>
              <a:prstDash val="solid"/>
              <a:miter/>
              <a:headEnd type="none" w="med" len="med"/>
              <a:tailEnd type="none" w="med" len="med"/>
            </a:ln>
          </p:spPr>
        </p:sp>
        <p:sp>
          <p:nvSpPr>
            <p:cNvPr id="64528" name="Line 43"/>
            <p:cNvSpPr/>
            <p:nvPr/>
          </p:nvSpPr>
          <p:spPr>
            <a:xfrm>
              <a:off x="3648" y="3504"/>
              <a:ext cx="144" cy="0"/>
            </a:xfrm>
            <a:prstGeom prst="line">
              <a:avLst/>
            </a:prstGeom>
            <a:ln w="28575" cap="flat" cmpd="sng">
              <a:solidFill>
                <a:schemeClr val="tx1"/>
              </a:solidFill>
              <a:prstDash val="solid"/>
              <a:miter/>
              <a:headEnd type="none" w="med" len="med"/>
              <a:tailEnd type="none" w="med" len="med"/>
            </a:ln>
          </p:spPr>
        </p:sp>
      </p:grpSp>
      <p:sp>
        <p:nvSpPr>
          <p:cNvPr id="34860" name="Rectangle 44"/>
          <p:cNvSpPr>
            <a:spLocks noChangeArrowheads="1"/>
          </p:cNvSpPr>
          <p:nvPr/>
        </p:nvSpPr>
        <p:spPr bwMode="auto">
          <a:xfrm>
            <a:off x="323850" y="411163"/>
            <a:ext cx="5060950" cy="57943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黑体" panose="02010609060101010101" pitchFamily="49" charset="-122"/>
                <a:cs typeface="+mn-cs"/>
              </a:rPr>
              <a:t>异或和同或的基本运算公式</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860"/>
                                        </p:tgtEl>
                                        <p:attrNameLst>
                                          <p:attrName>style.visibility</p:attrName>
                                        </p:attrNameLst>
                                      </p:cBhvr>
                                      <p:to>
                                        <p:strVal val="visible"/>
                                      </p:to>
                                    </p:set>
                                    <p:anim calcmode="lin" valueType="num">
                                      <p:cBhvr additive="base">
                                        <p:cTn id="7" dur="500" fill="hold"/>
                                        <p:tgtEl>
                                          <p:spTgt spid="34860"/>
                                        </p:tgtEl>
                                        <p:attrNameLst>
                                          <p:attrName>ppt_x</p:attrName>
                                        </p:attrNameLst>
                                      </p:cBhvr>
                                      <p:tavLst>
                                        <p:tav tm="0">
                                          <p:val>
                                            <p:strVal val="0-#ppt_w/2"/>
                                          </p:val>
                                        </p:tav>
                                        <p:tav tm="100000">
                                          <p:val>
                                            <p:strVal val="#ppt_x"/>
                                          </p:val>
                                        </p:tav>
                                      </p:tavLst>
                                    </p:anim>
                                    <p:anim calcmode="lin" valueType="num">
                                      <p:cBhvr additive="base">
                                        <p:cTn id="8" dur="500" fill="hold"/>
                                        <p:tgtEl>
                                          <p:spTgt spid="3486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4845"/>
                                        </p:tgtEl>
                                        <p:attrNameLst>
                                          <p:attrName>style.visibility</p:attrName>
                                        </p:attrNameLst>
                                      </p:cBhvr>
                                      <p:to>
                                        <p:strVal val="visible"/>
                                      </p:to>
                                    </p:set>
                                    <p:animEffect transition="in" filter="dissolve">
                                      <p:cBhvr>
                                        <p:cTn id="13" dur="500"/>
                                        <p:tgtEl>
                                          <p:spTgt spid="3484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4840"/>
                                        </p:tgtEl>
                                        <p:attrNameLst>
                                          <p:attrName>style.visibility</p:attrName>
                                        </p:attrNameLst>
                                      </p:cBhvr>
                                      <p:to>
                                        <p:strVal val="visible"/>
                                      </p:to>
                                    </p:set>
                                    <p:animEffect transition="in" filter="dissolve">
                                      <p:cBhvr>
                                        <p:cTn id="18" dur="500"/>
                                        <p:tgtEl>
                                          <p:spTgt spid="34840"/>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4835"/>
                                        </p:tgtEl>
                                        <p:attrNameLst>
                                          <p:attrName>style.visibility</p:attrName>
                                        </p:attrNameLst>
                                      </p:cBhvr>
                                      <p:to>
                                        <p:strVal val="visible"/>
                                      </p:to>
                                    </p:set>
                                    <p:animEffect transition="in" filter="dissolve">
                                      <p:cBhvr>
                                        <p:cTn id="23" dur="500"/>
                                        <p:tgtEl>
                                          <p:spTgt spid="34835"/>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4830"/>
                                        </p:tgtEl>
                                        <p:attrNameLst>
                                          <p:attrName>style.visibility</p:attrName>
                                        </p:attrNameLst>
                                      </p:cBhvr>
                                      <p:to>
                                        <p:strVal val="visible"/>
                                      </p:to>
                                    </p:set>
                                    <p:animEffect transition="in" filter="dissolve">
                                      <p:cBhvr>
                                        <p:cTn id="28" dur="500"/>
                                        <p:tgtEl>
                                          <p:spTgt spid="34830"/>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34823"/>
                                        </p:tgtEl>
                                        <p:attrNameLst>
                                          <p:attrName>style.visibility</p:attrName>
                                        </p:attrNameLst>
                                      </p:cBhvr>
                                      <p:to>
                                        <p:strVal val="visible"/>
                                      </p:to>
                                    </p:set>
                                    <p:animEffect transition="in" filter="dissolve">
                                      <p:cBhvr>
                                        <p:cTn id="33" dur="500"/>
                                        <p:tgtEl>
                                          <p:spTgt spid="34823"/>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34818"/>
                                        </p:tgtEl>
                                        <p:attrNameLst>
                                          <p:attrName>style.visibility</p:attrName>
                                        </p:attrNameLst>
                                      </p:cBhvr>
                                      <p:to>
                                        <p:strVal val="visible"/>
                                      </p:to>
                                    </p:set>
                                    <p:animEffect transition="in" filter="dissolve">
                                      <p:cBhvr>
                                        <p:cTn id="38" dur="500"/>
                                        <p:tgtEl>
                                          <p:spTgt spid="34818"/>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34853"/>
                                        </p:tgtEl>
                                        <p:attrNameLst>
                                          <p:attrName>style.visibility</p:attrName>
                                        </p:attrNameLst>
                                      </p:cBhvr>
                                      <p:to>
                                        <p:strVal val="visible"/>
                                      </p:to>
                                    </p:set>
                                    <p:animEffect transition="in" filter="dissolve">
                                      <p:cBhvr>
                                        <p:cTn id="43" dur="500"/>
                                        <p:tgtEl>
                                          <p:spTgt spid="34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6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23</a:t>
            </a:fld>
            <a:endParaRPr lang="en-US" altLang="zh-CN" sz="1400" dirty="0"/>
          </a:p>
        </p:txBody>
      </p:sp>
      <p:grpSp>
        <p:nvGrpSpPr>
          <p:cNvPr id="36866" name="Group 2"/>
          <p:cNvGrpSpPr/>
          <p:nvPr/>
        </p:nvGrpSpPr>
        <p:grpSpPr>
          <a:xfrm>
            <a:off x="1295400" y="1000125"/>
            <a:ext cx="6477000" cy="579438"/>
            <a:chOff x="192" y="528"/>
            <a:chExt cx="4080" cy="365"/>
          </a:xfrm>
        </p:grpSpPr>
        <mc:AlternateContent xmlns:mc="http://schemas.openxmlformats.org/markup-compatibility/2006" xmlns:a14="http://schemas.microsoft.com/office/drawing/2010/main">
          <mc:Choice Requires="a14">
            <p:sp>
              <p:nvSpPr>
                <p:cNvPr id="66598" name="Object 3"/>
                <p:cNvSpPr txBox="1"/>
                <p:nvPr/>
              </p:nvSpPr>
              <p:spPr>
                <a:xfrm>
                  <a:off x="384" y="624"/>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6598" name="Object 3"/>
                <p:cNvSpPr txBox="1">
                  <a:spLocks noRot="1" noChangeAspect="1" noMove="1" noResize="1" noEditPoints="1" noAdjustHandles="1" noChangeArrowheads="1" noChangeShapeType="1" noTextEdit="1"/>
                </p:cNvSpPr>
                <p:nvPr/>
              </p:nvSpPr>
              <p:spPr>
                <a:xfrm>
                  <a:off x="384" y="624"/>
                  <a:ext cx="199" cy="212"/>
                </a:xfrm>
                <a:prstGeom prst="rect">
                  <a:avLst/>
                </a:prstGeom>
                <a:blipFill>
                  <a:blip r:embed="rId3"/>
                  <a:stretch>
                    <a:fillRect r="-15686"/>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599" name="Object 4"/>
                <p:cNvSpPr txBox="1"/>
                <p:nvPr/>
              </p:nvSpPr>
              <p:spPr>
                <a:xfrm>
                  <a:off x="1104" y="624"/>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6599" name="Object 4"/>
                <p:cNvSpPr txBox="1">
                  <a:spLocks noRot="1" noChangeAspect="1" noMove="1" noResize="1" noEditPoints="1" noAdjustHandles="1" noChangeArrowheads="1" noChangeShapeType="1" noTextEdit="1"/>
                </p:cNvSpPr>
                <p:nvPr/>
              </p:nvSpPr>
              <p:spPr>
                <a:xfrm>
                  <a:off x="1104" y="624"/>
                  <a:ext cx="199" cy="212"/>
                </a:xfrm>
                <a:prstGeom prst="rect">
                  <a:avLst/>
                </a:prstGeom>
                <a:blipFill>
                  <a:blip r:embed="rId4"/>
                  <a:stretch>
                    <a:fillRect r="-13462"/>
                  </a:stretch>
                </a:blipFill>
                <a:ln w="38100">
                  <a:noFill/>
                  <a:miter/>
                </a:ln>
              </p:spPr>
              <p:txBody>
                <a:bodyPr/>
                <a:lstStyle/>
                <a:p>
                  <a:r>
                    <a:rPr lang="zh-CN" altLang="en-US">
                      <a:noFill/>
                    </a:rPr>
                    <a:t> </a:t>
                  </a:r>
                </a:p>
              </p:txBody>
            </p:sp>
          </mc:Fallback>
        </mc:AlternateContent>
        <p:sp>
          <p:nvSpPr>
            <p:cNvPr id="66600" name="Oval 5"/>
            <p:cNvSpPr/>
            <p:nvPr/>
          </p:nvSpPr>
          <p:spPr>
            <a:xfrm>
              <a:off x="2880" y="672"/>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6601" name="Oval 6"/>
            <p:cNvSpPr/>
            <p:nvPr/>
          </p:nvSpPr>
          <p:spPr>
            <a:xfrm>
              <a:off x="3600" y="672"/>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6602" name="Oval 7"/>
            <p:cNvSpPr/>
            <p:nvPr/>
          </p:nvSpPr>
          <p:spPr>
            <a:xfrm>
              <a:off x="2832" y="624"/>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6603" name="Oval 8"/>
            <p:cNvSpPr/>
            <p:nvPr/>
          </p:nvSpPr>
          <p:spPr>
            <a:xfrm>
              <a:off x="3552" y="624"/>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6604" name="Rectangle 9"/>
            <p:cNvSpPr/>
            <p:nvPr/>
          </p:nvSpPr>
          <p:spPr>
            <a:xfrm>
              <a:off x="192" y="528"/>
              <a:ext cx="4080"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buClr>
                  <a:schemeClr val="folHlink"/>
                </a:buClr>
                <a:buSzPct val="60000"/>
                <a:buFont typeface="Wingdings" panose="05000000000000000000" pitchFamily="2" charset="2"/>
                <a:buNone/>
              </a:pPr>
              <a:r>
                <a:rPr lang="en-US" altLang="zh-CN" dirty="0">
                  <a:latin typeface="Tahoma" panose="020B0604030504040204" pitchFamily="34" charset="0"/>
                </a:rPr>
                <a:t>A   B=B   A              A   B=B   A</a:t>
              </a:r>
            </a:p>
          </p:txBody>
        </p:sp>
      </p:grpSp>
      <p:sp>
        <p:nvSpPr>
          <p:cNvPr id="36874" name="Rectangle 10"/>
          <p:cNvSpPr/>
          <p:nvPr/>
        </p:nvSpPr>
        <p:spPr>
          <a:xfrm>
            <a:off x="304800" y="1868488"/>
            <a:ext cx="2227263"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accent2"/>
                </a:solidFill>
                <a:latin typeface="黑体" panose="02010609060101010101" pitchFamily="49" charset="-122"/>
                <a:ea typeface="黑体" panose="02010609060101010101" pitchFamily="49" charset="-122"/>
              </a:rPr>
              <a:t>(4) </a:t>
            </a:r>
            <a:r>
              <a:rPr lang="zh-CN" altLang="en-US" b="1" dirty="0">
                <a:solidFill>
                  <a:schemeClr val="accent2"/>
                </a:solidFill>
                <a:latin typeface="黑体" panose="02010609060101010101" pitchFamily="49" charset="-122"/>
                <a:ea typeface="黑体" panose="02010609060101010101" pitchFamily="49" charset="-122"/>
              </a:rPr>
              <a:t>结合律</a:t>
            </a:r>
          </a:p>
        </p:txBody>
      </p:sp>
      <p:grpSp>
        <p:nvGrpSpPr>
          <p:cNvPr id="36875" name="Group 11"/>
          <p:cNvGrpSpPr/>
          <p:nvPr/>
        </p:nvGrpSpPr>
        <p:grpSpPr>
          <a:xfrm>
            <a:off x="2089150" y="2570163"/>
            <a:ext cx="4083050" cy="1189037"/>
            <a:chOff x="0" y="1584"/>
            <a:chExt cx="2572" cy="749"/>
          </a:xfrm>
        </p:grpSpPr>
        <mc:AlternateContent xmlns:mc="http://schemas.openxmlformats.org/markup-compatibility/2006" xmlns:a14="http://schemas.microsoft.com/office/drawing/2010/main">
          <mc:Choice Requires="a14">
            <p:sp>
              <p:nvSpPr>
                <p:cNvPr id="66584" name="Object 12"/>
                <p:cNvSpPr txBox="1"/>
                <p:nvPr/>
              </p:nvSpPr>
              <p:spPr>
                <a:xfrm>
                  <a:off x="2112" y="1680"/>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6584" name="Object 12"/>
                <p:cNvSpPr txBox="1">
                  <a:spLocks noRot="1" noChangeAspect="1" noMove="1" noResize="1" noEditPoints="1" noAdjustHandles="1" noChangeArrowheads="1" noChangeShapeType="1" noTextEdit="1"/>
                </p:cNvSpPr>
                <p:nvPr/>
              </p:nvSpPr>
              <p:spPr>
                <a:xfrm>
                  <a:off x="2112" y="1680"/>
                  <a:ext cx="199" cy="212"/>
                </a:xfrm>
                <a:prstGeom prst="rect">
                  <a:avLst/>
                </a:prstGeom>
                <a:blipFill>
                  <a:blip r:embed="rId5"/>
                  <a:stretch>
                    <a:fillRect r="-1346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585" name="Object 13"/>
                <p:cNvSpPr txBox="1"/>
                <p:nvPr/>
              </p:nvSpPr>
              <p:spPr>
                <a:xfrm>
                  <a:off x="288" y="1680"/>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6585" name="Object 13"/>
                <p:cNvSpPr txBox="1">
                  <a:spLocks noRot="1" noChangeAspect="1" noMove="1" noResize="1" noEditPoints="1" noAdjustHandles="1" noChangeArrowheads="1" noChangeShapeType="1" noTextEdit="1"/>
                </p:cNvSpPr>
                <p:nvPr/>
              </p:nvSpPr>
              <p:spPr>
                <a:xfrm>
                  <a:off x="288" y="1680"/>
                  <a:ext cx="199" cy="212"/>
                </a:xfrm>
                <a:prstGeom prst="rect">
                  <a:avLst/>
                </a:prstGeom>
                <a:blipFill>
                  <a:blip r:embed="rId5"/>
                  <a:stretch>
                    <a:fillRect r="-1346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586" name="Object 14"/>
                <p:cNvSpPr txBox="1"/>
                <p:nvPr/>
              </p:nvSpPr>
              <p:spPr>
                <a:xfrm>
                  <a:off x="720" y="1680"/>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6586" name="Object 14"/>
                <p:cNvSpPr txBox="1">
                  <a:spLocks noRot="1" noChangeAspect="1" noMove="1" noResize="1" noEditPoints="1" noAdjustHandles="1" noChangeArrowheads="1" noChangeShapeType="1" noTextEdit="1"/>
                </p:cNvSpPr>
                <p:nvPr/>
              </p:nvSpPr>
              <p:spPr>
                <a:xfrm>
                  <a:off x="720" y="1680"/>
                  <a:ext cx="199" cy="212"/>
                </a:xfrm>
                <a:prstGeom prst="rect">
                  <a:avLst/>
                </a:prstGeom>
                <a:blipFill>
                  <a:blip r:embed="rId6"/>
                  <a:stretch>
                    <a:fillRect r="-1538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587" name="Object 15"/>
                <p:cNvSpPr txBox="1"/>
                <p:nvPr/>
              </p:nvSpPr>
              <p:spPr>
                <a:xfrm>
                  <a:off x="1632" y="1680"/>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6587" name="Object 15"/>
                <p:cNvSpPr txBox="1">
                  <a:spLocks noRot="1" noChangeAspect="1" noMove="1" noResize="1" noEditPoints="1" noAdjustHandles="1" noChangeArrowheads="1" noChangeShapeType="1" noTextEdit="1"/>
                </p:cNvSpPr>
                <p:nvPr/>
              </p:nvSpPr>
              <p:spPr>
                <a:xfrm>
                  <a:off x="1632" y="1680"/>
                  <a:ext cx="199" cy="212"/>
                </a:xfrm>
                <a:prstGeom prst="rect">
                  <a:avLst/>
                </a:prstGeom>
                <a:blipFill>
                  <a:blip r:embed="rId5"/>
                  <a:stretch>
                    <a:fillRect r="-13462"/>
                  </a:stretch>
                </a:blipFill>
                <a:ln w="38100">
                  <a:noFill/>
                  <a:miter/>
                </a:ln>
              </p:spPr>
              <p:txBody>
                <a:bodyPr/>
                <a:lstStyle/>
                <a:p>
                  <a:r>
                    <a:rPr lang="zh-CN" altLang="en-US">
                      <a:noFill/>
                    </a:rPr>
                    <a:t> </a:t>
                  </a:r>
                </a:p>
              </p:txBody>
            </p:sp>
          </mc:Fallback>
        </mc:AlternateContent>
        <p:sp>
          <p:nvSpPr>
            <p:cNvPr id="66588" name="Oval 16"/>
            <p:cNvSpPr/>
            <p:nvPr/>
          </p:nvSpPr>
          <p:spPr>
            <a:xfrm>
              <a:off x="384" y="2160"/>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6589" name="Oval 17"/>
            <p:cNvSpPr/>
            <p:nvPr/>
          </p:nvSpPr>
          <p:spPr>
            <a:xfrm>
              <a:off x="864" y="2112"/>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6590" name="Oval 18"/>
            <p:cNvSpPr/>
            <p:nvPr/>
          </p:nvSpPr>
          <p:spPr>
            <a:xfrm>
              <a:off x="1776" y="2160"/>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6591" name="Oval 19"/>
            <p:cNvSpPr/>
            <p:nvPr/>
          </p:nvSpPr>
          <p:spPr>
            <a:xfrm>
              <a:off x="2160" y="2160"/>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6592" name="Oval 20"/>
            <p:cNvSpPr/>
            <p:nvPr/>
          </p:nvSpPr>
          <p:spPr>
            <a:xfrm>
              <a:off x="336" y="2112"/>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6593" name="Oval 21"/>
            <p:cNvSpPr/>
            <p:nvPr/>
          </p:nvSpPr>
          <p:spPr>
            <a:xfrm>
              <a:off x="816" y="2064"/>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6594" name="Oval 22"/>
            <p:cNvSpPr/>
            <p:nvPr/>
          </p:nvSpPr>
          <p:spPr>
            <a:xfrm>
              <a:off x="1728" y="2112"/>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6595" name="Oval 23"/>
            <p:cNvSpPr/>
            <p:nvPr/>
          </p:nvSpPr>
          <p:spPr>
            <a:xfrm>
              <a:off x="2112" y="2112"/>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6596" name="Rectangle 24"/>
            <p:cNvSpPr/>
            <p:nvPr/>
          </p:nvSpPr>
          <p:spPr>
            <a:xfrm>
              <a:off x="0" y="1584"/>
              <a:ext cx="25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 A  (B   C)=(A   B)   C</a:t>
              </a:r>
            </a:p>
          </p:txBody>
        </p:sp>
        <p:sp>
          <p:nvSpPr>
            <p:cNvPr id="66597" name="Rectangle 25"/>
            <p:cNvSpPr/>
            <p:nvPr/>
          </p:nvSpPr>
          <p:spPr>
            <a:xfrm>
              <a:off x="0" y="1968"/>
              <a:ext cx="249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 A   (B   C)=(A  B)  C</a:t>
              </a:r>
            </a:p>
          </p:txBody>
        </p:sp>
      </p:grpSp>
      <p:sp>
        <p:nvSpPr>
          <p:cNvPr id="36890" name="Rectangle 26"/>
          <p:cNvSpPr/>
          <p:nvPr/>
        </p:nvSpPr>
        <p:spPr>
          <a:xfrm>
            <a:off x="304800" y="4078288"/>
            <a:ext cx="2227263"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accent2"/>
                </a:solidFill>
                <a:latin typeface="黑体" panose="02010609060101010101" pitchFamily="49" charset="-122"/>
                <a:ea typeface="黑体" panose="02010609060101010101" pitchFamily="49" charset="-122"/>
              </a:rPr>
              <a:t>(5) </a:t>
            </a:r>
            <a:r>
              <a:rPr lang="zh-CN" altLang="en-US" b="1" dirty="0">
                <a:solidFill>
                  <a:schemeClr val="accent2"/>
                </a:solidFill>
                <a:latin typeface="黑体" panose="02010609060101010101" pitchFamily="49" charset="-122"/>
                <a:ea typeface="黑体" panose="02010609060101010101" pitchFamily="49" charset="-122"/>
              </a:rPr>
              <a:t>分配律</a:t>
            </a:r>
          </a:p>
        </p:txBody>
      </p:sp>
      <p:grpSp>
        <p:nvGrpSpPr>
          <p:cNvPr id="36891" name="Group 27"/>
          <p:cNvGrpSpPr/>
          <p:nvPr/>
        </p:nvGrpSpPr>
        <p:grpSpPr>
          <a:xfrm>
            <a:off x="684213" y="5445125"/>
            <a:ext cx="7920037" cy="1182688"/>
            <a:chOff x="0" y="3463"/>
            <a:chExt cx="5011" cy="659"/>
          </a:xfrm>
        </p:grpSpPr>
        <mc:AlternateContent xmlns:mc="http://schemas.openxmlformats.org/markup-compatibility/2006" xmlns:a14="http://schemas.microsoft.com/office/drawing/2010/main">
          <mc:Choice Requires="a14">
            <p:sp>
              <p:nvSpPr>
                <p:cNvPr id="66573" name="Object 28"/>
                <p:cNvSpPr txBox="1"/>
                <p:nvPr/>
              </p:nvSpPr>
              <p:spPr>
                <a:xfrm>
                  <a:off x="2448" y="3888"/>
                  <a:ext cx="199" cy="212"/>
                </a:xfrm>
                <a:prstGeom prst="rect">
                  <a:avLst/>
                </a:prstGeom>
                <a:noFill/>
                <a:ln w="38100">
                  <a:noFill/>
                  <a:miter/>
                </a:ln>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6573" name="Object 28"/>
                <p:cNvSpPr txBox="1">
                  <a:spLocks noRot="1" noChangeAspect="1" noMove="1" noResize="1" noEditPoints="1" noAdjustHandles="1" noChangeArrowheads="1" noChangeShapeType="1" noTextEdit="1"/>
                </p:cNvSpPr>
                <p:nvPr/>
              </p:nvSpPr>
              <p:spPr>
                <a:xfrm>
                  <a:off x="2448" y="3888"/>
                  <a:ext cx="199" cy="212"/>
                </a:xfrm>
                <a:prstGeom prst="rect">
                  <a:avLst/>
                </a:prstGeom>
                <a:blipFill>
                  <a:blip r:embed="rId7"/>
                  <a:stretch>
                    <a:fillRect l="-1923" r="-25000"/>
                  </a:stretch>
                </a:blipFill>
                <a:ln w="38100">
                  <a:noFill/>
                  <a:miter/>
                </a:ln>
              </p:spPr>
              <p:txBody>
                <a:bodyPr/>
                <a:lstStyle/>
                <a:p>
                  <a:r>
                    <a:rPr lang="zh-CN" altLang="en-US">
                      <a:noFill/>
                    </a:rPr>
                    <a:t> </a:t>
                  </a:r>
                </a:p>
              </p:txBody>
            </p:sp>
          </mc:Fallback>
        </mc:AlternateContent>
        <p:sp>
          <p:nvSpPr>
            <p:cNvPr id="66574" name="Line 29"/>
            <p:cNvSpPr/>
            <p:nvPr/>
          </p:nvSpPr>
          <p:spPr>
            <a:xfrm>
              <a:off x="1536" y="3504"/>
              <a:ext cx="240" cy="0"/>
            </a:xfrm>
            <a:prstGeom prst="line">
              <a:avLst/>
            </a:prstGeom>
            <a:ln w="28575" cap="flat" cmpd="sng">
              <a:solidFill>
                <a:schemeClr val="tx1"/>
              </a:solidFill>
              <a:prstDash val="solid"/>
              <a:miter/>
              <a:headEnd type="none" w="med" len="med"/>
              <a:tailEnd type="none" w="med" len="med"/>
            </a:ln>
          </p:spPr>
        </p:sp>
        <p:sp>
          <p:nvSpPr>
            <p:cNvPr id="66575" name="Line 30"/>
            <p:cNvSpPr/>
            <p:nvPr/>
          </p:nvSpPr>
          <p:spPr>
            <a:xfrm>
              <a:off x="2016" y="3504"/>
              <a:ext cx="240" cy="0"/>
            </a:xfrm>
            <a:prstGeom prst="line">
              <a:avLst/>
            </a:prstGeom>
            <a:ln w="28575" cap="flat" cmpd="sng">
              <a:solidFill>
                <a:schemeClr val="tx1"/>
              </a:solidFill>
              <a:prstDash val="solid"/>
              <a:miter/>
              <a:headEnd type="none" w="med" len="med"/>
              <a:tailEnd type="none" w="med" len="med"/>
            </a:ln>
          </p:spPr>
        </p:sp>
        <p:sp>
          <p:nvSpPr>
            <p:cNvPr id="66576" name="Line 31"/>
            <p:cNvSpPr/>
            <p:nvPr/>
          </p:nvSpPr>
          <p:spPr>
            <a:xfrm>
              <a:off x="3168" y="3504"/>
              <a:ext cx="192" cy="0"/>
            </a:xfrm>
            <a:prstGeom prst="line">
              <a:avLst/>
            </a:prstGeom>
            <a:ln w="28575" cap="flat" cmpd="sng">
              <a:solidFill>
                <a:schemeClr val="tx1"/>
              </a:solidFill>
              <a:prstDash val="solid"/>
              <a:miter/>
              <a:headEnd type="none" w="med" len="med"/>
              <a:tailEnd type="none" w="med" len="med"/>
            </a:ln>
          </p:spPr>
        </p:sp>
        <p:sp>
          <p:nvSpPr>
            <p:cNvPr id="66577" name="Line 32"/>
            <p:cNvSpPr/>
            <p:nvPr/>
          </p:nvSpPr>
          <p:spPr>
            <a:xfrm>
              <a:off x="3504" y="3504"/>
              <a:ext cx="192" cy="0"/>
            </a:xfrm>
            <a:prstGeom prst="line">
              <a:avLst/>
            </a:prstGeom>
            <a:ln w="28575" cap="flat" cmpd="sng">
              <a:solidFill>
                <a:schemeClr val="tx1"/>
              </a:solidFill>
              <a:prstDash val="solid"/>
              <a:miter/>
              <a:headEnd type="none" w="med" len="med"/>
              <a:tailEnd type="none" w="med" len="med"/>
            </a:ln>
          </p:spPr>
        </p:sp>
        <p:sp>
          <p:nvSpPr>
            <p:cNvPr id="66578" name="Line 33"/>
            <p:cNvSpPr/>
            <p:nvPr/>
          </p:nvSpPr>
          <p:spPr>
            <a:xfrm>
              <a:off x="4368" y="3504"/>
              <a:ext cx="144" cy="0"/>
            </a:xfrm>
            <a:prstGeom prst="line">
              <a:avLst/>
            </a:prstGeom>
            <a:ln w="28575" cap="flat" cmpd="sng">
              <a:solidFill>
                <a:schemeClr val="tx1"/>
              </a:solidFill>
              <a:prstDash val="solid"/>
              <a:miter/>
              <a:headEnd type="none" w="med" len="med"/>
              <a:tailEnd type="none" w="med" len="med"/>
            </a:ln>
          </p:spPr>
        </p:sp>
        <p:sp>
          <p:nvSpPr>
            <p:cNvPr id="66579" name="Line 34"/>
            <p:cNvSpPr/>
            <p:nvPr/>
          </p:nvSpPr>
          <p:spPr>
            <a:xfrm>
              <a:off x="4704" y="3504"/>
              <a:ext cx="192" cy="0"/>
            </a:xfrm>
            <a:prstGeom prst="line">
              <a:avLst/>
            </a:prstGeom>
            <a:ln w="28575" cap="flat" cmpd="sng">
              <a:solidFill>
                <a:schemeClr val="tx1"/>
              </a:solidFill>
              <a:prstDash val="solid"/>
              <a:miter/>
              <a:headEnd type="none" w="med" len="med"/>
              <a:tailEnd type="none" w="med" len="med"/>
            </a:ln>
          </p:spPr>
        </p:sp>
        <p:sp>
          <p:nvSpPr>
            <p:cNvPr id="66580" name="Line 35"/>
            <p:cNvSpPr/>
            <p:nvPr/>
          </p:nvSpPr>
          <p:spPr>
            <a:xfrm>
              <a:off x="1056" y="3840"/>
              <a:ext cx="192" cy="0"/>
            </a:xfrm>
            <a:prstGeom prst="line">
              <a:avLst/>
            </a:prstGeom>
            <a:ln w="28575" cap="flat" cmpd="sng">
              <a:solidFill>
                <a:schemeClr val="tx1"/>
              </a:solidFill>
              <a:prstDash val="solid"/>
              <a:miter/>
              <a:headEnd type="none" w="med" len="med"/>
              <a:tailEnd type="none" w="med" len="med"/>
            </a:ln>
          </p:spPr>
        </p:sp>
        <p:sp>
          <p:nvSpPr>
            <p:cNvPr id="66581" name="Line 36"/>
            <p:cNvSpPr/>
            <p:nvPr/>
          </p:nvSpPr>
          <p:spPr>
            <a:xfrm>
              <a:off x="1488" y="3840"/>
              <a:ext cx="192" cy="0"/>
            </a:xfrm>
            <a:prstGeom prst="line">
              <a:avLst/>
            </a:prstGeom>
            <a:ln w="28575" cap="flat" cmpd="sng">
              <a:solidFill>
                <a:schemeClr val="tx1"/>
              </a:solidFill>
              <a:prstDash val="solid"/>
              <a:miter/>
              <a:headEnd type="none" w="med" len="med"/>
              <a:tailEnd type="none" w="med" len="med"/>
            </a:ln>
          </p:spPr>
        </p:sp>
        <p:sp>
          <p:nvSpPr>
            <p:cNvPr id="66582" name="Rectangle 37"/>
            <p:cNvSpPr/>
            <p:nvPr/>
          </p:nvSpPr>
          <p:spPr>
            <a:xfrm>
              <a:off x="432" y="3799"/>
              <a:ext cx="3225" cy="32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ea typeface="黑体" panose="02010609060101010101" pitchFamily="49" charset="-122"/>
                </a:rPr>
                <a:t> =ABC+ABC=A(B   C)=</a:t>
              </a:r>
              <a:r>
                <a:rPr lang="zh-CN" altLang="en-US" dirty="0">
                  <a:ea typeface="黑体" panose="02010609060101010101" pitchFamily="49" charset="-122"/>
                </a:rPr>
                <a:t>左式</a:t>
              </a:r>
            </a:p>
          </p:txBody>
        </p:sp>
        <p:sp>
          <p:nvSpPr>
            <p:cNvPr id="66583" name="Rectangle 38"/>
            <p:cNvSpPr/>
            <p:nvPr/>
          </p:nvSpPr>
          <p:spPr>
            <a:xfrm>
              <a:off x="0" y="3463"/>
              <a:ext cx="5011" cy="32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ea typeface="黑体" panose="02010609060101010101" pitchFamily="49" charset="-122"/>
                </a:rPr>
                <a:t>证</a:t>
              </a:r>
              <a:r>
                <a:rPr lang="en-US" altLang="zh-CN" dirty="0">
                  <a:ea typeface="黑体" panose="02010609060101010101" pitchFamily="49" charset="-122"/>
                </a:rPr>
                <a:t>: </a:t>
              </a:r>
              <a:r>
                <a:rPr lang="zh-CN" altLang="en-US" dirty="0">
                  <a:ea typeface="黑体" panose="02010609060101010101" pitchFamily="49" charset="-122"/>
                </a:rPr>
                <a:t>右式</a:t>
              </a:r>
              <a:r>
                <a:rPr lang="en-US" altLang="zh-CN" dirty="0">
                  <a:ea typeface="黑体" panose="02010609060101010101" pitchFamily="49" charset="-122"/>
                </a:rPr>
                <a:t>=ABAC+ABAC=AB(A+C)+AC(A+B)</a:t>
              </a:r>
            </a:p>
          </p:txBody>
        </p:sp>
      </p:grpSp>
      <p:grpSp>
        <p:nvGrpSpPr>
          <p:cNvPr id="36903" name="Group 39"/>
          <p:cNvGrpSpPr/>
          <p:nvPr/>
        </p:nvGrpSpPr>
        <p:grpSpPr>
          <a:xfrm>
            <a:off x="2590800" y="4779963"/>
            <a:ext cx="3254375" cy="579437"/>
            <a:chOff x="0" y="3072"/>
            <a:chExt cx="2050" cy="365"/>
          </a:xfrm>
        </p:grpSpPr>
        <mc:AlternateContent xmlns:mc="http://schemas.openxmlformats.org/markup-compatibility/2006" xmlns:a14="http://schemas.microsoft.com/office/drawing/2010/main">
          <mc:Choice Requires="a14">
            <p:sp>
              <p:nvSpPr>
                <p:cNvPr id="66570" name="Object 40"/>
                <p:cNvSpPr txBox="1"/>
                <p:nvPr/>
              </p:nvSpPr>
              <p:spPr>
                <a:xfrm>
                  <a:off x="480" y="3168"/>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6570" name="Object 40"/>
                <p:cNvSpPr txBox="1">
                  <a:spLocks noRot="1" noChangeAspect="1" noMove="1" noResize="1" noEditPoints="1" noAdjustHandles="1" noChangeArrowheads="1" noChangeShapeType="1" noTextEdit="1"/>
                </p:cNvSpPr>
                <p:nvPr/>
              </p:nvSpPr>
              <p:spPr>
                <a:xfrm>
                  <a:off x="480" y="3168"/>
                  <a:ext cx="199" cy="212"/>
                </a:xfrm>
                <a:prstGeom prst="rect">
                  <a:avLst/>
                </a:prstGeom>
                <a:blipFill>
                  <a:blip r:embed="rId8"/>
                  <a:stretch>
                    <a:fillRect r="-1346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571" name="Object 41"/>
                <p:cNvSpPr txBox="1"/>
                <p:nvPr/>
              </p:nvSpPr>
              <p:spPr>
                <a:xfrm>
                  <a:off x="1440" y="3168"/>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6571" name="Object 41"/>
                <p:cNvSpPr txBox="1">
                  <a:spLocks noRot="1" noChangeAspect="1" noMove="1" noResize="1" noEditPoints="1" noAdjustHandles="1" noChangeArrowheads="1" noChangeShapeType="1" noTextEdit="1"/>
                </p:cNvSpPr>
                <p:nvPr/>
              </p:nvSpPr>
              <p:spPr>
                <a:xfrm>
                  <a:off x="1440" y="3168"/>
                  <a:ext cx="199" cy="212"/>
                </a:xfrm>
                <a:prstGeom prst="rect">
                  <a:avLst/>
                </a:prstGeom>
                <a:blipFill>
                  <a:blip r:embed="rId8"/>
                  <a:stretch>
                    <a:fillRect r="-13462"/>
                  </a:stretch>
                </a:blipFill>
                <a:ln w="38100">
                  <a:noFill/>
                  <a:miter/>
                </a:ln>
              </p:spPr>
              <p:txBody>
                <a:bodyPr/>
                <a:lstStyle/>
                <a:p>
                  <a:r>
                    <a:rPr lang="zh-CN" altLang="en-US">
                      <a:noFill/>
                    </a:rPr>
                    <a:t> </a:t>
                  </a:r>
                </a:p>
              </p:txBody>
            </p:sp>
          </mc:Fallback>
        </mc:AlternateContent>
        <p:sp>
          <p:nvSpPr>
            <p:cNvPr id="66572" name="Rectangle 42"/>
            <p:cNvSpPr/>
            <p:nvPr/>
          </p:nvSpPr>
          <p:spPr>
            <a:xfrm>
              <a:off x="0" y="3072"/>
              <a:ext cx="205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A(B   C)=AB   AC</a:t>
              </a:r>
            </a:p>
          </p:txBody>
        </p:sp>
      </p:grpSp>
      <p:sp>
        <p:nvSpPr>
          <p:cNvPr id="36907" name="Rectangle 43"/>
          <p:cNvSpPr>
            <a:spLocks noChangeArrowheads="1"/>
          </p:cNvSpPr>
          <p:nvPr/>
        </p:nvSpPr>
        <p:spPr bwMode="auto">
          <a:xfrm>
            <a:off x="298450" y="246063"/>
            <a:ext cx="2227263" cy="579438"/>
          </a:xfrm>
          <a:prstGeom prst="rect">
            <a:avLst/>
          </a:prstGeom>
          <a:noFill/>
          <a:ln>
            <a:noFill/>
          </a:ln>
          <a:effectLst/>
          <a:extLst>
            <a:ext uri="{909E8E84-426E-40DD-AFC4-6F175D3DCCD1}">
              <a14:hiddenFill xmlns:a14="http://schemas.microsoft.com/office/drawing/2010/main">
                <a:solidFill>
                  <a:srgbClr val="99FF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(3) </a:t>
            </a:r>
            <a:r>
              <a:rPr kumimoji="1" lang="zh-CN" altLang="en-US" sz="3200" b="1"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交换律</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907"/>
                                        </p:tgtEl>
                                        <p:attrNameLst>
                                          <p:attrName>style.visibility</p:attrName>
                                        </p:attrNameLst>
                                      </p:cBhvr>
                                      <p:to>
                                        <p:strVal val="visible"/>
                                      </p:to>
                                    </p:set>
                                    <p:anim calcmode="lin" valueType="num">
                                      <p:cBhvr additive="base">
                                        <p:cTn id="7" dur="500" fill="hold"/>
                                        <p:tgtEl>
                                          <p:spTgt spid="36907"/>
                                        </p:tgtEl>
                                        <p:attrNameLst>
                                          <p:attrName>ppt_x</p:attrName>
                                        </p:attrNameLst>
                                      </p:cBhvr>
                                      <p:tavLst>
                                        <p:tav tm="0">
                                          <p:val>
                                            <p:strVal val="0-#ppt_w/2"/>
                                          </p:val>
                                        </p:tav>
                                        <p:tav tm="100000">
                                          <p:val>
                                            <p:strVal val="#ppt_x"/>
                                          </p:val>
                                        </p:tav>
                                      </p:tavLst>
                                    </p:anim>
                                    <p:anim calcmode="lin" valueType="num">
                                      <p:cBhvr additive="base">
                                        <p:cTn id="8" dur="500" fill="hold"/>
                                        <p:tgtEl>
                                          <p:spTgt spid="3690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6866"/>
                                        </p:tgtEl>
                                        <p:attrNameLst>
                                          <p:attrName>style.visibility</p:attrName>
                                        </p:attrNameLst>
                                      </p:cBhvr>
                                      <p:to>
                                        <p:strVal val="visible"/>
                                      </p:to>
                                    </p:set>
                                    <p:animEffect transition="in" filter="dissolve">
                                      <p:cBhvr>
                                        <p:cTn id="13" dur="500"/>
                                        <p:tgtEl>
                                          <p:spTgt spid="3686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36874"/>
                                        </p:tgtEl>
                                        <p:attrNameLst>
                                          <p:attrName>style.visibility</p:attrName>
                                        </p:attrNameLst>
                                      </p:cBhvr>
                                      <p:to>
                                        <p:strVal val="visible"/>
                                      </p:to>
                                    </p:set>
                                    <p:anim calcmode="lin" valueType="num">
                                      <p:cBhvr additive="base">
                                        <p:cTn id="18" dur="500" fill="hold"/>
                                        <p:tgtEl>
                                          <p:spTgt spid="36874"/>
                                        </p:tgtEl>
                                        <p:attrNameLst>
                                          <p:attrName>ppt_x</p:attrName>
                                        </p:attrNameLst>
                                      </p:cBhvr>
                                      <p:tavLst>
                                        <p:tav tm="0">
                                          <p:val>
                                            <p:strVal val="0-#ppt_w/2"/>
                                          </p:val>
                                        </p:tav>
                                        <p:tav tm="100000">
                                          <p:val>
                                            <p:strVal val="#ppt_x"/>
                                          </p:val>
                                        </p:tav>
                                      </p:tavLst>
                                    </p:anim>
                                    <p:anim calcmode="lin" valueType="num">
                                      <p:cBhvr additive="base">
                                        <p:cTn id="19" dur="500" fill="hold"/>
                                        <p:tgtEl>
                                          <p:spTgt spid="3687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36875"/>
                                        </p:tgtEl>
                                        <p:attrNameLst>
                                          <p:attrName>style.visibility</p:attrName>
                                        </p:attrNameLst>
                                      </p:cBhvr>
                                      <p:to>
                                        <p:strVal val="visible"/>
                                      </p:to>
                                    </p:set>
                                    <p:animEffect transition="in" filter="dissolve">
                                      <p:cBhvr>
                                        <p:cTn id="24" dur="500"/>
                                        <p:tgtEl>
                                          <p:spTgt spid="3687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6890"/>
                                        </p:tgtEl>
                                        <p:attrNameLst>
                                          <p:attrName>style.visibility</p:attrName>
                                        </p:attrNameLst>
                                      </p:cBhvr>
                                      <p:to>
                                        <p:strVal val="visible"/>
                                      </p:to>
                                    </p:set>
                                    <p:anim calcmode="lin" valueType="num">
                                      <p:cBhvr additive="base">
                                        <p:cTn id="29" dur="500" fill="hold"/>
                                        <p:tgtEl>
                                          <p:spTgt spid="36890"/>
                                        </p:tgtEl>
                                        <p:attrNameLst>
                                          <p:attrName>ppt_x</p:attrName>
                                        </p:attrNameLst>
                                      </p:cBhvr>
                                      <p:tavLst>
                                        <p:tav tm="0">
                                          <p:val>
                                            <p:strVal val="0-#ppt_w/2"/>
                                          </p:val>
                                        </p:tav>
                                        <p:tav tm="100000">
                                          <p:val>
                                            <p:strVal val="#ppt_x"/>
                                          </p:val>
                                        </p:tav>
                                      </p:tavLst>
                                    </p:anim>
                                    <p:anim calcmode="lin" valueType="num">
                                      <p:cBhvr additive="base">
                                        <p:cTn id="30" dur="500" fill="hold"/>
                                        <p:tgtEl>
                                          <p:spTgt spid="36890"/>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6903"/>
                                        </p:tgtEl>
                                        <p:attrNameLst>
                                          <p:attrName>style.visibility</p:attrName>
                                        </p:attrNameLst>
                                      </p:cBhvr>
                                      <p:to>
                                        <p:strVal val="visible"/>
                                      </p:to>
                                    </p:set>
                                    <p:animEffect transition="in" filter="dissolve">
                                      <p:cBhvr>
                                        <p:cTn id="35" dur="500"/>
                                        <p:tgtEl>
                                          <p:spTgt spid="36903"/>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36891"/>
                                        </p:tgtEl>
                                        <p:attrNameLst>
                                          <p:attrName>style.visibility</p:attrName>
                                        </p:attrNameLst>
                                      </p:cBhvr>
                                      <p:to>
                                        <p:strVal val="visible"/>
                                      </p:to>
                                    </p:set>
                                    <p:anim calcmode="lin" valueType="num">
                                      <p:cBhvr additive="base">
                                        <p:cTn id="40" dur="500" fill="hold"/>
                                        <p:tgtEl>
                                          <p:spTgt spid="36891"/>
                                        </p:tgtEl>
                                        <p:attrNameLst>
                                          <p:attrName>ppt_x</p:attrName>
                                        </p:attrNameLst>
                                      </p:cBhvr>
                                      <p:tavLst>
                                        <p:tav tm="0">
                                          <p:val>
                                            <p:strVal val="#ppt_x"/>
                                          </p:val>
                                        </p:tav>
                                        <p:tav tm="100000">
                                          <p:val>
                                            <p:strVal val="#ppt_x"/>
                                          </p:val>
                                        </p:tav>
                                      </p:tavLst>
                                    </p:anim>
                                    <p:anim calcmode="lin" valueType="num">
                                      <p:cBhvr additive="base">
                                        <p:cTn id="41" dur="500" fill="hold"/>
                                        <p:tgtEl>
                                          <p:spTgt spid="368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4" grpId="0"/>
      <p:bldP spid="36890" grpId="0"/>
      <p:bldP spid="3690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24</a:t>
            </a:fld>
            <a:endParaRPr lang="en-US" altLang="zh-CN" sz="1400" dirty="0"/>
          </a:p>
        </p:txBody>
      </p:sp>
      <p:grpSp>
        <p:nvGrpSpPr>
          <p:cNvPr id="37894" name="Group 6"/>
          <p:cNvGrpSpPr/>
          <p:nvPr/>
        </p:nvGrpSpPr>
        <p:grpSpPr>
          <a:xfrm>
            <a:off x="381000" y="4572000"/>
            <a:ext cx="6888163" cy="579438"/>
            <a:chOff x="192" y="3360"/>
            <a:chExt cx="4339" cy="365"/>
          </a:xfrm>
        </p:grpSpPr>
        <p:sp>
          <p:nvSpPr>
            <p:cNvPr id="68641" name="Oval 7"/>
            <p:cNvSpPr/>
            <p:nvPr/>
          </p:nvSpPr>
          <p:spPr>
            <a:xfrm>
              <a:off x="816" y="3504"/>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8642" name="Oval 8"/>
            <p:cNvSpPr/>
            <p:nvPr/>
          </p:nvSpPr>
          <p:spPr>
            <a:xfrm>
              <a:off x="2112" y="3504"/>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8643" name="Oval 9"/>
            <p:cNvSpPr/>
            <p:nvPr/>
          </p:nvSpPr>
          <p:spPr>
            <a:xfrm>
              <a:off x="3408" y="3504"/>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8644" name="Oval 10"/>
            <p:cNvSpPr/>
            <p:nvPr/>
          </p:nvSpPr>
          <p:spPr>
            <a:xfrm>
              <a:off x="768" y="3456"/>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8645" name="Oval 11"/>
            <p:cNvSpPr/>
            <p:nvPr/>
          </p:nvSpPr>
          <p:spPr>
            <a:xfrm>
              <a:off x="2064" y="3456"/>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8646" name="Oval 12"/>
            <p:cNvSpPr/>
            <p:nvPr/>
          </p:nvSpPr>
          <p:spPr>
            <a:xfrm>
              <a:off x="3360" y="3456"/>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8647" name="Rectangle 13"/>
            <p:cNvSpPr/>
            <p:nvPr/>
          </p:nvSpPr>
          <p:spPr>
            <a:xfrm>
              <a:off x="192" y="3360"/>
              <a:ext cx="4339"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buClr>
                  <a:schemeClr val="folHlink"/>
                </a:buClr>
                <a:buSzPct val="60000"/>
                <a:buFont typeface="Wingdings" panose="05000000000000000000" pitchFamily="2" charset="2"/>
                <a:buNone/>
              </a:pPr>
              <a:r>
                <a:rPr lang="zh-CN" altLang="en-US" dirty="0">
                  <a:latin typeface="Tahoma" panose="020B0604030504040204" pitchFamily="34" charset="0"/>
                  <a:ea typeface="黑体" panose="02010609060101010101" pitchFamily="49" charset="-122"/>
                </a:rPr>
                <a:t>若</a:t>
              </a:r>
              <a:r>
                <a:rPr lang="zh-CN" altLang="en-US" dirty="0">
                  <a:latin typeface="Tahoma" panose="020B0604030504040204" pitchFamily="34" charset="0"/>
                </a:rPr>
                <a:t> </a:t>
              </a:r>
              <a:r>
                <a:rPr lang="en-US" altLang="zh-CN" dirty="0">
                  <a:latin typeface="Tahoma" panose="020B0604030504040204" pitchFamily="34" charset="0"/>
                </a:rPr>
                <a:t>A   B=C </a:t>
              </a:r>
              <a:r>
                <a:rPr lang="zh-CN" altLang="en-US" dirty="0">
                  <a:latin typeface="Tahoma" panose="020B0604030504040204" pitchFamily="34" charset="0"/>
                  <a:ea typeface="黑体" panose="02010609060101010101" pitchFamily="49" charset="-122"/>
                </a:rPr>
                <a:t>则</a:t>
              </a:r>
              <a:r>
                <a:rPr lang="zh-CN" altLang="en-US" dirty="0">
                  <a:latin typeface="Tahoma" panose="020B0604030504040204" pitchFamily="34" charset="0"/>
                </a:rPr>
                <a:t> </a:t>
              </a:r>
              <a:r>
                <a:rPr lang="en-US" altLang="zh-CN" dirty="0">
                  <a:latin typeface="Tahoma" panose="020B0604030504040204" pitchFamily="34" charset="0"/>
                </a:rPr>
                <a:t>A   C=B </a:t>
              </a:r>
              <a:r>
                <a:rPr lang="zh-CN" altLang="en-US" dirty="0">
                  <a:latin typeface="Tahoma" panose="020B0604030504040204" pitchFamily="34" charset="0"/>
                  <a:ea typeface="黑体" panose="02010609060101010101" pitchFamily="49" charset="-122"/>
                </a:rPr>
                <a:t>或</a:t>
              </a:r>
              <a:r>
                <a:rPr lang="zh-CN" altLang="en-US" dirty="0">
                  <a:latin typeface="Tahoma" panose="020B0604030504040204" pitchFamily="34" charset="0"/>
                </a:rPr>
                <a:t> </a:t>
              </a:r>
              <a:r>
                <a:rPr lang="en-US" altLang="zh-CN" dirty="0">
                  <a:latin typeface="Tahoma" panose="020B0604030504040204" pitchFamily="34" charset="0"/>
                </a:rPr>
                <a:t>B   C=A     </a:t>
              </a:r>
            </a:p>
          </p:txBody>
        </p:sp>
      </p:grpSp>
      <p:grpSp>
        <p:nvGrpSpPr>
          <p:cNvPr id="37902" name="Group 14"/>
          <p:cNvGrpSpPr/>
          <p:nvPr/>
        </p:nvGrpSpPr>
        <p:grpSpPr>
          <a:xfrm>
            <a:off x="381000" y="3810000"/>
            <a:ext cx="6126163" cy="579438"/>
            <a:chOff x="192" y="2784"/>
            <a:chExt cx="3859" cy="365"/>
          </a:xfrm>
        </p:grpSpPr>
        <mc:AlternateContent xmlns:mc="http://schemas.openxmlformats.org/markup-compatibility/2006" xmlns:a14="http://schemas.microsoft.com/office/drawing/2010/main">
          <mc:Choice Requires="a14">
            <p:sp>
              <p:nvSpPr>
                <p:cNvPr id="68637" name="Object 15"/>
                <p:cNvSpPr txBox="1"/>
                <p:nvPr/>
              </p:nvSpPr>
              <p:spPr>
                <a:xfrm>
                  <a:off x="768" y="2880"/>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8637" name="Object 15"/>
                <p:cNvSpPr txBox="1">
                  <a:spLocks noRot="1" noChangeAspect="1" noMove="1" noResize="1" noEditPoints="1" noAdjustHandles="1" noChangeArrowheads="1" noChangeShapeType="1" noTextEdit="1"/>
                </p:cNvSpPr>
                <p:nvPr/>
              </p:nvSpPr>
              <p:spPr>
                <a:xfrm>
                  <a:off x="768" y="2880"/>
                  <a:ext cx="199" cy="212"/>
                </a:xfrm>
                <a:prstGeom prst="rect">
                  <a:avLst/>
                </a:prstGeom>
                <a:blipFill>
                  <a:blip r:embed="rId3"/>
                  <a:stretch>
                    <a:fillRect r="-15686"/>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638" name="Object 16"/>
                <p:cNvSpPr txBox="1"/>
                <p:nvPr/>
              </p:nvSpPr>
              <p:spPr>
                <a:xfrm>
                  <a:off x="2016" y="2880"/>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8638" name="Object 16"/>
                <p:cNvSpPr txBox="1">
                  <a:spLocks noRot="1" noChangeAspect="1" noMove="1" noResize="1" noEditPoints="1" noAdjustHandles="1" noChangeArrowheads="1" noChangeShapeType="1" noTextEdit="1"/>
                </p:cNvSpPr>
                <p:nvPr/>
              </p:nvSpPr>
              <p:spPr>
                <a:xfrm>
                  <a:off x="2016" y="2880"/>
                  <a:ext cx="199" cy="212"/>
                </a:xfrm>
                <a:prstGeom prst="rect">
                  <a:avLst/>
                </a:prstGeom>
                <a:blipFill>
                  <a:blip r:embed="rId3"/>
                  <a:stretch>
                    <a:fillRect r="-15686"/>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639" name="Object 17"/>
                <p:cNvSpPr txBox="1"/>
                <p:nvPr/>
              </p:nvSpPr>
              <p:spPr>
                <a:xfrm>
                  <a:off x="3312" y="2880"/>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8639" name="Object 17"/>
                <p:cNvSpPr txBox="1">
                  <a:spLocks noRot="1" noChangeAspect="1" noMove="1" noResize="1" noEditPoints="1" noAdjustHandles="1" noChangeArrowheads="1" noChangeShapeType="1" noTextEdit="1"/>
                </p:cNvSpPr>
                <p:nvPr/>
              </p:nvSpPr>
              <p:spPr>
                <a:xfrm>
                  <a:off x="3312" y="2880"/>
                  <a:ext cx="199" cy="212"/>
                </a:xfrm>
                <a:prstGeom prst="rect">
                  <a:avLst/>
                </a:prstGeom>
                <a:blipFill>
                  <a:blip r:embed="rId4"/>
                  <a:stretch>
                    <a:fillRect r="-13462"/>
                  </a:stretch>
                </a:blipFill>
                <a:ln w="38100">
                  <a:noFill/>
                  <a:miter/>
                </a:ln>
              </p:spPr>
              <p:txBody>
                <a:bodyPr/>
                <a:lstStyle/>
                <a:p>
                  <a:r>
                    <a:rPr lang="zh-CN" altLang="en-US">
                      <a:noFill/>
                    </a:rPr>
                    <a:t> </a:t>
                  </a:r>
                </a:p>
              </p:txBody>
            </p:sp>
          </mc:Fallback>
        </mc:AlternateContent>
        <p:sp>
          <p:nvSpPr>
            <p:cNvPr id="68640" name="Rectangle 18"/>
            <p:cNvSpPr/>
            <p:nvPr/>
          </p:nvSpPr>
          <p:spPr>
            <a:xfrm>
              <a:off x="192" y="2784"/>
              <a:ext cx="3859"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Tahoma" panose="020B0604030504040204" pitchFamily="34" charset="0"/>
                  <a:ea typeface="黑体" panose="02010609060101010101" pitchFamily="49" charset="-122"/>
                </a:rPr>
                <a:t>若</a:t>
              </a:r>
              <a:r>
                <a:rPr lang="zh-CN" altLang="en-US" dirty="0">
                  <a:latin typeface="Tahoma" panose="020B0604030504040204" pitchFamily="34" charset="0"/>
                </a:rPr>
                <a:t> </a:t>
              </a:r>
              <a:r>
                <a:rPr lang="en-US" altLang="zh-CN" dirty="0">
                  <a:latin typeface="Tahoma" panose="020B0604030504040204" pitchFamily="34" charset="0"/>
                </a:rPr>
                <a:t>A   B=C </a:t>
              </a:r>
              <a:r>
                <a:rPr lang="zh-CN" altLang="en-US" dirty="0">
                  <a:latin typeface="Tahoma" panose="020B0604030504040204" pitchFamily="34" charset="0"/>
                  <a:ea typeface="黑体" panose="02010609060101010101" pitchFamily="49" charset="-122"/>
                </a:rPr>
                <a:t>则</a:t>
              </a:r>
              <a:r>
                <a:rPr lang="zh-CN" altLang="en-US" dirty="0">
                  <a:latin typeface="Tahoma" panose="020B0604030504040204" pitchFamily="34" charset="0"/>
                </a:rPr>
                <a:t> </a:t>
              </a:r>
              <a:r>
                <a:rPr lang="en-US" altLang="zh-CN" dirty="0">
                  <a:latin typeface="Tahoma" panose="020B0604030504040204" pitchFamily="34" charset="0"/>
                </a:rPr>
                <a:t>A  C=B </a:t>
              </a:r>
              <a:r>
                <a:rPr lang="zh-CN" altLang="en-US" dirty="0">
                  <a:latin typeface="Tahoma" panose="020B0604030504040204" pitchFamily="34" charset="0"/>
                  <a:ea typeface="黑体" panose="02010609060101010101" pitchFamily="49" charset="-122"/>
                </a:rPr>
                <a:t>或</a:t>
              </a:r>
              <a:r>
                <a:rPr lang="zh-CN" altLang="en-US" dirty="0">
                  <a:latin typeface="Tahoma" panose="020B0604030504040204" pitchFamily="34" charset="0"/>
                </a:rPr>
                <a:t> </a:t>
              </a:r>
              <a:r>
                <a:rPr lang="en-US" altLang="zh-CN" dirty="0">
                  <a:latin typeface="Tahoma" panose="020B0604030504040204" pitchFamily="34" charset="0"/>
                </a:rPr>
                <a:t>B   C=A</a:t>
              </a:r>
            </a:p>
          </p:txBody>
        </p:sp>
      </p:grpSp>
      <p:sp>
        <p:nvSpPr>
          <p:cNvPr id="37907" name="Rectangle 19"/>
          <p:cNvSpPr/>
          <p:nvPr/>
        </p:nvSpPr>
        <p:spPr>
          <a:xfrm>
            <a:off x="381000" y="2971800"/>
            <a:ext cx="3043238"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b="1" dirty="0">
                <a:solidFill>
                  <a:schemeClr val="accent2"/>
                </a:solidFill>
                <a:latin typeface="黑体" panose="02010609060101010101" pitchFamily="49" charset="-122"/>
                <a:ea typeface="黑体" panose="02010609060101010101" pitchFamily="49" charset="-122"/>
              </a:rPr>
              <a:t>(6) </a:t>
            </a:r>
            <a:r>
              <a:rPr lang="zh-CN" altLang="en-US" b="1" dirty="0">
                <a:solidFill>
                  <a:schemeClr val="accent2"/>
                </a:solidFill>
                <a:latin typeface="黑体" panose="02010609060101010101" pitchFamily="49" charset="-122"/>
                <a:ea typeface="黑体" panose="02010609060101010101" pitchFamily="49" charset="-122"/>
              </a:rPr>
              <a:t>因果互换律</a:t>
            </a:r>
          </a:p>
        </p:txBody>
      </p:sp>
      <p:grpSp>
        <p:nvGrpSpPr>
          <p:cNvPr id="37926" name="Group 38"/>
          <p:cNvGrpSpPr/>
          <p:nvPr/>
        </p:nvGrpSpPr>
        <p:grpSpPr>
          <a:xfrm>
            <a:off x="228600" y="1295400"/>
            <a:ext cx="8416925" cy="1189038"/>
            <a:chOff x="144" y="816"/>
            <a:chExt cx="5302" cy="749"/>
          </a:xfrm>
        </p:grpSpPr>
        <p:grpSp>
          <p:nvGrpSpPr>
            <p:cNvPr id="68625" name="Group 20"/>
            <p:cNvGrpSpPr/>
            <p:nvPr/>
          </p:nvGrpSpPr>
          <p:grpSpPr>
            <a:xfrm>
              <a:off x="1109" y="1200"/>
              <a:ext cx="3403" cy="365"/>
              <a:chOff x="384" y="1632"/>
              <a:chExt cx="3403" cy="365"/>
            </a:xfrm>
          </p:grpSpPr>
          <p:sp>
            <p:nvSpPr>
              <p:cNvPr id="68632" name="Oval 21"/>
              <p:cNvSpPr/>
              <p:nvPr/>
            </p:nvSpPr>
            <p:spPr>
              <a:xfrm>
                <a:off x="2592" y="1728"/>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8633" name="Oval 22"/>
              <p:cNvSpPr/>
              <p:nvPr/>
            </p:nvSpPr>
            <p:spPr>
              <a:xfrm>
                <a:off x="2640" y="1776"/>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8634" name="Line 23"/>
              <p:cNvSpPr/>
              <p:nvPr/>
            </p:nvSpPr>
            <p:spPr>
              <a:xfrm>
                <a:off x="1488" y="1632"/>
                <a:ext cx="144" cy="0"/>
              </a:xfrm>
              <a:prstGeom prst="line">
                <a:avLst/>
              </a:prstGeom>
              <a:ln w="28575" cap="flat" cmpd="sng">
                <a:solidFill>
                  <a:schemeClr val="tx1"/>
                </a:solidFill>
                <a:prstDash val="solid"/>
                <a:miter/>
                <a:headEnd type="none" w="med" len="med"/>
                <a:tailEnd type="none" w="med" len="med"/>
              </a:ln>
            </p:spPr>
          </p:sp>
          <p:sp>
            <p:nvSpPr>
              <p:cNvPr id="68635" name="Line 24"/>
              <p:cNvSpPr/>
              <p:nvPr/>
            </p:nvSpPr>
            <p:spPr>
              <a:xfrm>
                <a:off x="1680" y="1632"/>
                <a:ext cx="144" cy="0"/>
              </a:xfrm>
              <a:prstGeom prst="line">
                <a:avLst/>
              </a:prstGeom>
              <a:ln w="28575" cap="flat" cmpd="sng">
                <a:solidFill>
                  <a:schemeClr val="tx1"/>
                </a:solidFill>
                <a:prstDash val="solid"/>
                <a:miter/>
                <a:headEnd type="none" w="med" len="med"/>
                <a:tailEnd type="none" w="med" len="med"/>
              </a:ln>
            </p:spPr>
          </p:sp>
          <p:sp>
            <p:nvSpPr>
              <p:cNvPr id="68636" name="Rectangle 25"/>
              <p:cNvSpPr/>
              <p:nvPr/>
            </p:nvSpPr>
            <p:spPr>
              <a:xfrm>
                <a:off x="384" y="1632"/>
                <a:ext cx="3403"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=A+BC+BC=A+(B   C)=</a:t>
                </a:r>
                <a:r>
                  <a:rPr lang="zh-CN" altLang="en-US" dirty="0">
                    <a:latin typeface="Tahoma" panose="020B0604030504040204" pitchFamily="34" charset="0"/>
                    <a:ea typeface="黑体" panose="02010609060101010101" pitchFamily="49" charset="-122"/>
                  </a:rPr>
                  <a:t>左式</a:t>
                </a:r>
              </a:p>
            </p:txBody>
          </p:sp>
        </p:grpSp>
        <p:sp>
          <p:nvSpPr>
            <p:cNvPr id="68626" name="Line 27"/>
            <p:cNvSpPr/>
            <p:nvPr/>
          </p:nvSpPr>
          <p:spPr>
            <a:xfrm>
              <a:off x="1344" y="816"/>
              <a:ext cx="432" cy="0"/>
            </a:xfrm>
            <a:prstGeom prst="line">
              <a:avLst/>
            </a:prstGeom>
            <a:ln w="28575" cap="flat" cmpd="sng">
              <a:solidFill>
                <a:schemeClr val="tx1"/>
              </a:solidFill>
              <a:prstDash val="solid"/>
              <a:miter/>
              <a:headEnd type="none" w="med" len="med"/>
              <a:tailEnd type="none" w="med" len="med"/>
            </a:ln>
          </p:spPr>
        </p:sp>
        <p:sp>
          <p:nvSpPr>
            <p:cNvPr id="68627" name="Line 28"/>
            <p:cNvSpPr/>
            <p:nvPr/>
          </p:nvSpPr>
          <p:spPr>
            <a:xfrm>
              <a:off x="1872" y="816"/>
              <a:ext cx="384" cy="0"/>
            </a:xfrm>
            <a:prstGeom prst="line">
              <a:avLst/>
            </a:prstGeom>
            <a:ln w="28575" cap="flat" cmpd="sng">
              <a:solidFill>
                <a:schemeClr val="tx1"/>
              </a:solidFill>
              <a:prstDash val="solid"/>
              <a:miter/>
              <a:headEnd type="none" w="med" len="med"/>
              <a:tailEnd type="none" w="med" len="med"/>
            </a:ln>
          </p:spPr>
        </p:sp>
        <p:sp>
          <p:nvSpPr>
            <p:cNvPr id="68628" name="Line 29"/>
            <p:cNvSpPr/>
            <p:nvPr/>
          </p:nvSpPr>
          <p:spPr>
            <a:xfrm>
              <a:off x="4080" y="816"/>
              <a:ext cx="96" cy="0"/>
            </a:xfrm>
            <a:prstGeom prst="line">
              <a:avLst/>
            </a:prstGeom>
            <a:ln w="28575" cap="flat" cmpd="sng">
              <a:solidFill>
                <a:schemeClr val="tx1"/>
              </a:solidFill>
              <a:prstDash val="solid"/>
              <a:miter/>
              <a:headEnd type="none" w="med" len="med"/>
              <a:tailEnd type="none" w="med" len="med"/>
            </a:ln>
          </p:spPr>
        </p:sp>
        <p:sp>
          <p:nvSpPr>
            <p:cNvPr id="68629" name="Line 30"/>
            <p:cNvSpPr/>
            <p:nvPr/>
          </p:nvSpPr>
          <p:spPr>
            <a:xfrm>
              <a:off x="4368" y="816"/>
              <a:ext cx="144" cy="0"/>
            </a:xfrm>
            <a:prstGeom prst="line">
              <a:avLst/>
            </a:prstGeom>
            <a:ln w="28575" cap="flat" cmpd="sng">
              <a:solidFill>
                <a:schemeClr val="tx1"/>
              </a:solidFill>
              <a:prstDash val="solid"/>
              <a:miter/>
              <a:headEnd type="none" w="med" len="med"/>
              <a:tailEnd type="none" w="med" len="med"/>
            </a:ln>
          </p:spPr>
        </p:sp>
        <p:sp>
          <p:nvSpPr>
            <p:cNvPr id="68630" name="Line 31"/>
            <p:cNvSpPr/>
            <p:nvPr/>
          </p:nvSpPr>
          <p:spPr>
            <a:xfrm>
              <a:off x="4224" y="816"/>
              <a:ext cx="96" cy="0"/>
            </a:xfrm>
            <a:prstGeom prst="line">
              <a:avLst/>
            </a:prstGeom>
            <a:ln w="28575" cap="flat" cmpd="sng">
              <a:solidFill>
                <a:schemeClr val="tx1"/>
              </a:solidFill>
              <a:prstDash val="solid"/>
              <a:miter/>
              <a:headEnd type="none" w="med" len="med"/>
              <a:tailEnd type="none" w="med" len="med"/>
            </a:ln>
          </p:spPr>
        </p:sp>
        <p:sp>
          <p:nvSpPr>
            <p:cNvPr id="68631" name="Rectangle 32"/>
            <p:cNvSpPr/>
            <p:nvPr/>
          </p:nvSpPr>
          <p:spPr>
            <a:xfrm>
              <a:off x="144" y="816"/>
              <a:ext cx="530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 </a:t>
              </a:r>
              <a:r>
                <a:rPr lang="zh-CN" altLang="en-US" dirty="0">
                  <a:latin typeface="黑体" panose="02010609060101010101" pitchFamily="49" charset="-122"/>
                  <a:ea typeface="黑体" panose="02010609060101010101" pitchFamily="49" charset="-122"/>
                </a:rPr>
                <a:t>证</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右式</a:t>
              </a:r>
              <a:r>
                <a:rPr lang="en-US" altLang="zh-CN" dirty="0">
                  <a:latin typeface="Tahoma" panose="020B0604030504040204" pitchFamily="34" charset="0"/>
                </a:rPr>
                <a:t>=A+BA+C+(A+B)(A+C)=ABC+A+BC</a:t>
              </a:r>
            </a:p>
          </p:txBody>
        </p:sp>
      </p:grpSp>
      <p:grpSp>
        <p:nvGrpSpPr>
          <p:cNvPr id="37921" name="Group 33"/>
          <p:cNvGrpSpPr/>
          <p:nvPr/>
        </p:nvGrpSpPr>
        <p:grpSpPr>
          <a:xfrm>
            <a:off x="7315200" y="2971800"/>
            <a:ext cx="1489075" cy="2227263"/>
            <a:chOff x="4464" y="2352"/>
            <a:chExt cx="938" cy="1403"/>
          </a:xfrm>
        </p:grpSpPr>
        <p:sp>
          <p:nvSpPr>
            <p:cNvPr id="37922" name="Rectangle 34"/>
            <p:cNvSpPr>
              <a:spLocks noChangeArrowheads="1"/>
            </p:cNvSpPr>
            <p:nvPr/>
          </p:nvSpPr>
          <p:spPr bwMode="auto">
            <a:xfrm>
              <a:off x="4464" y="2352"/>
              <a:ext cx="938" cy="1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kumimoji="1" sz="2400">
                  <a:solidFill>
                    <a:schemeClr val="tx1"/>
                  </a:solidFill>
                  <a:latin typeface="Times New Roman" panose="02020603050405020304" charset="0"/>
                  <a:ea typeface="宋体" panose="02010600030101010101" pitchFamily="2" charset="-122"/>
                </a:defRPr>
              </a:lvl1pPr>
              <a:lvl2pPr marL="914400" indent="-457200">
                <a:defRPr kumimoji="1" sz="2400">
                  <a:solidFill>
                    <a:schemeClr val="tx1"/>
                  </a:solidFill>
                  <a:latin typeface="Times New Roman" panose="02020603050405020304" charset="0"/>
                  <a:ea typeface="宋体" panose="02010600030101010101" pitchFamily="2" charset="-122"/>
                </a:defRPr>
              </a:lvl2pPr>
              <a:lvl3pPr marL="1371600" indent="-457200">
                <a:defRPr kumimoji="1" sz="2400">
                  <a:solidFill>
                    <a:schemeClr val="tx1"/>
                  </a:solidFill>
                  <a:latin typeface="Times New Roman" panose="02020603050405020304" charset="0"/>
                  <a:ea typeface="宋体" panose="02010600030101010101" pitchFamily="2" charset="-122"/>
                </a:defRPr>
              </a:lvl3pPr>
              <a:lvl4pPr marL="1828800" indent="-457200">
                <a:defRPr kumimoji="1" sz="2400">
                  <a:solidFill>
                    <a:schemeClr val="tx1"/>
                  </a:solidFill>
                  <a:latin typeface="Times New Roman" panose="02020603050405020304" charset="0"/>
                  <a:ea typeface="宋体" panose="02010600030101010101" pitchFamily="2" charset="-122"/>
                </a:defRPr>
              </a:lvl4pPr>
              <a:lvl5pPr marL="2286000" indent="-457200">
                <a:defRPr kumimoji="1" sz="2400">
                  <a:solidFill>
                    <a:schemeClr val="tx1"/>
                  </a:solidFill>
                  <a:latin typeface="Times New Roman" panose="02020603050405020304"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Black" panose="020B0A04020102020204" pitchFamily="34" charset="0"/>
                  <a:ea typeface="宋体" panose="02010600030101010101" pitchFamily="2" charset="-122"/>
                  <a:cs typeface="+mn-cs"/>
                </a:rPr>
                <a:t>A  B  C</a:t>
              </a:r>
            </a:p>
            <a:p>
              <a:pPr marL="457200" marR="0" lvl="0" indent="-45720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Black" panose="020B0A04020102020204" pitchFamily="34" charset="0"/>
                  <a:ea typeface="宋体" panose="02010600030101010101" pitchFamily="2" charset="-122"/>
                  <a:cs typeface="+mn-cs"/>
                </a:rPr>
                <a:t>0   0  0</a:t>
              </a:r>
            </a:p>
            <a:p>
              <a:pPr marL="457200" marR="0" lvl="0" indent="-45720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Black" panose="020B0A04020102020204" pitchFamily="34" charset="0"/>
                  <a:ea typeface="宋体" panose="02010600030101010101" pitchFamily="2" charset="-122"/>
                  <a:cs typeface="+mn-cs"/>
                </a:rPr>
                <a:t>0   1  1</a:t>
              </a:r>
            </a:p>
            <a:p>
              <a:pPr marL="457200" marR="0" lvl="0" indent="-457200" algn="l" defTabSz="914400" rtl="0" eaLnBrk="1" fontAlgn="base" latinLnBrk="0" hangingPunct="1">
                <a:lnSpc>
                  <a:spcPct val="100000"/>
                </a:lnSpc>
                <a:spcBef>
                  <a:spcPct val="0"/>
                </a:spcBef>
                <a:spcAft>
                  <a:spcPct val="0"/>
                </a:spcAft>
                <a:buClrTx/>
                <a:buSzTx/>
                <a:buFontTx/>
                <a:buAutoNum type="arabicPlain"/>
                <a:defRPr/>
              </a:pPr>
              <a:r>
                <a:rPr kumimoji="1"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Black" panose="020B0A04020102020204" pitchFamily="34" charset="0"/>
                  <a:ea typeface="宋体" panose="02010600030101010101" pitchFamily="2" charset="-122"/>
                  <a:cs typeface="+mn-cs"/>
                </a:rPr>
                <a:t> 0  1</a:t>
              </a:r>
            </a:p>
            <a:p>
              <a:pPr marL="457200" marR="0" lvl="0" indent="-45720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Black" panose="020B0A04020102020204" pitchFamily="34" charset="0"/>
                  <a:ea typeface="宋体" panose="02010600030101010101" pitchFamily="2" charset="-122"/>
                  <a:cs typeface="+mn-cs"/>
                </a:rPr>
                <a:t>1   1  0</a:t>
              </a:r>
            </a:p>
          </p:txBody>
        </p:sp>
        <p:sp>
          <p:nvSpPr>
            <p:cNvPr id="68623" name="Line 35"/>
            <p:cNvSpPr/>
            <p:nvPr/>
          </p:nvSpPr>
          <p:spPr>
            <a:xfrm>
              <a:off x="4464" y="2640"/>
              <a:ext cx="912" cy="0"/>
            </a:xfrm>
            <a:prstGeom prst="line">
              <a:avLst/>
            </a:prstGeom>
            <a:ln w="9525" cap="flat" cmpd="sng">
              <a:solidFill>
                <a:schemeClr val="tx1"/>
              </a:solidFill>
              <a:prstDash val="solid"/>
              <a:miter/>
              <a:headEnd type="none" w="med" len="med"/>
              <a:tailEnd type="none" w="med" len="med"/>
            </a:ln>
          </p:spPr>
        </p:sp>
        <p:sp>
          <p:nvSpPr>
            <p:cNvPr id="68624" name="Line 36"/>
            <p:cNvSpPr/>
            <p:nvPr/>
          </p:nvSpPr>
          <p:spPr>
            <a:xfrm>
              <a:off x="5088" y="2352"/>
              <a:ext cx="0" cy="1344"/>
            </a:xfrm>
            <a:prstGeom prst="line">
              <a:avLst/>
            </a:prstGeom>
            <a:ln w="9525" cap="flat" cmpd="sng">
              <a:solidFill>
                <a:schemeClr val="tx1"/>
              </a:solidFill>
              <a:prstDash val="solid"/>
              <a:miter/>
              <a:headEnd type="none" w="med" len="med"/>
              <a:tailEnd type="none" w="med" len="med"/>
            </a:ln>
          </p:spPr>
        </p:sp>
      </p:grpSp>
      <p:grpSp>
        <p:nvGrpSpPr>
          <p:cNvPr id="37929" name="Group 41"/>
          <p:cNvGrpSpPr/>
          <p:nvPr/>
        </p:nvGrpSpPr>
        <p:grpSpPr>
          <a:xfrm>
            <a:off x="679450" y="373063"/>
            <a:ext cx="4248150" cy="579437"/>
            <a:chOff x="428" y="235"/>
            <a:chExt cx="2676" cy="365"/>
          </a:xfrm>
        </p:grpSpPr>
        <p:sp>
          <p:nvSpPr>
            <p:cNvPr id="68617" name="Oval 2"/>
            <p:cNvSpPr/>
            <p:nvPr/>
          </p:nvSpPr>
          <p:spPr>
            <a:xfrm>
              <a:off x="1073" y="355"/>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8618" name="Oval 3"/>
            <p:cNvSpPr/>
            <p:nvPr/>
          </p:nvSpPr>
          <p:spPr>
            <a:xfrm>
              <a:off x="2256" y="355"/>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8619" name="Oval 4"/>
            <p:cNvSpPr/>
            <p:nvPr/>
          </p:nvSpPr>
          <p:spPr>
            <a:xfrm>
              <a:off x="1121" y="403"/>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68620" name="Oval 5"/>
            <p:cNvSpPr/>
            <p:nvPr/>
          </p:nvSpPr>
          <p:spPr>
            <a:xfrm>
              <a:off x="2301" y="403"/>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37928" name="Rectangle 40"/>
            <p:cNvSpPr>
              <a:spLocks noChangeArrowheads="1"/>
            </p:cNvSpPr>
            <p:nvPr/>
          </p:nvSpPr>
          <p:spPr bwMode="auto">
            <a:xfrm>
              <a:off x="428" y="235"/>
              <a:ext cx="267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A+(B  C)=(A+B) (A+C)</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7929"/>
                                        </p:tgtEl>
                                        <p:attrNameLst>
                                          <p:attrName>style.visibility</p:attrName>
                                        </p:attrNameLst>
                                      </p:cBhvr>
                                      <p:to>
                                        <p:strVal val="visible"/>
                                      </p:to>
                                    </p:set>
                                    <p:anim calcmode="lin" valueType="num">
                                      <p:cBhvr additive="base">
                                        <p:cTn id="7" dur="500" fill="hold"/>
                                        <p:tgtEl>
                                          <p:spTgt spid="37929"/>
                                        </p:tgtEl>
                                        <p:attrNameLst>
                                          <p:attrName>ppt_x</p:attrName>
                                        </p:attrNameLst>
                                      </p:cBhvr>
                                      <p:tavLst>
                                        <p:tav tm="0">
                                          <p:val>
                                            <p:strVal val="0-#ppt_w/2"/>
                                          </p:val>
                                        </p:tav>
                                        <p:tav tm="100000">
                                          <p:val>
                                            <p:strVal val="#ppt_x"/>
                                          </p:val>
                                        </p:tav>
                                      </p:tavLst>
                                    </p:anim>
                                    <p:anim calcmode="lin" valueType="num">
                                      <p:cBhvr additive="base">
                                        <p:cTn id="8" dur="500" fill="hold"/>
                                        <p:tgtEl>
                                          <p:spTgt spid="379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926"/>
                                        </p:tgtEl>
                                        <p:attrNameLst>
                                          <p:attrName>style.visibility</p:attrName>
                                        </p:attrNameLst>
                                      </p:cBhvr>
                                      <p:to>
                                        <p:strVal val="visible"/>
                                      </p:to>
                                    </p:set>
                                    <p:anim calcmode="lin" valueType="num">
                                      <p:cBhvr additive="base">
                                        <p:cTn id="13" dur="500" fill="hold"/>
                                        <p:tgtEl>
                                          <p:spTgt spid="37926"/>
                                        </p:tgtEl>
                                        <p:attrNameLst>
                                          <p:attrName>ppt_x</p:attrName>
                                        </p:attrNameLst>
                                      </p:cBhvr>
                                      <p:tavLst>
                                        <p:tav tm="0">
                                          <p:val>
                                            <p:strVal val="#ppt_x"/>
                                          </p:val>
                                        </p:tav>
                                        <p:tav tm="100000">
                                          <p:val>
                                            <p:strVal val="#ppt_x"/>
                                          </p:val>
                                        </p:tav>
                                      </p:tavLst>
                                    </p:anim>
                                    <p:anim calcmode="lin" valueType="num">
                                      <p:cBhvr additive="base">
                                        <p:cTn id="14" dur="500" fill="hold"/>
                                        <p:tgtEl>
                                          <p:spTgt spid="379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7907"/>
                                        </p:tgtEl>
                                        <p:attrNameLst>
                                          <p:attrName>style.visibility</p:attrName>
                                        </p:attrNameLst>
                                      </p:cBhvr>
                                      <p:to>
                                        <p:strVal val="visible"/>
                                      </p:to>
                                    </p:set>
                                    <p:anim calcmode="lin" valueType="num">
                                      <p:cBhvr additive="base">
                                        <p:cTn id="19" dur="500" fill="hold"/>
                                        <p:tgtEl>
                                          <p:spTgt spid="37907"/>
                                        </p:tgtEl>
                                        <p:attrNameLst>
                                          <p:attrName>ppt_x</p:attrName>
                                        </p:attrNameLst>
                                      </p:cBhvr>
                                      <p:tavLst>
                                        <p:tav tm="0">
                                          <p:val>
                                            <p:strVal val="0-#ppt_w/2"/>
                                          </p:val>
                                        </p:tav>
                                        <p:tav tm="100000">
                                          <p:val>
                                            <p:strVal val="#ppt_x"/>
                                          </p:val>
                                        </p:tav>
                                      </p:tavLst>
                                    </p:anim>
                                    <p:anim calcmode="lin" valueType="num">
                                      <p:cBhvr additive="base">
                                        <p:cTn id="20" dur="500" fill="hold"/>
                                        <p:tgtEl>
                                          <p:spTgt spid="3790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7902"/>
                                        </p:tgtEl>
                                        <p:attrNameLst>
                                          <p:attrName>style.visibility</p:attrName>
                                        </p:attrNameLst>
                                      </p:cBhvr>
                                      <p:to>
                                        <p:strVal val="visible"/>
                                      </p:to>
                                    </p:set>
                                    <p:animEffect transition="in" filter="dissolve">
                                      <p:cBhvr>
                                        <p:cTn id="25" dur="500"/>
                                        <p:tgtEl>
                                          <p:spTgt spid="3790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7894"/>
                                        </p:tgtEl>
                                        <p:attrNameLst>
                                          <p:attrName>style.visibility</p:attrName>
                                        </p:attrNameLst>
                                      </p:cBhvr>
                                      <p:to>
                                        <p:strVal val="visible"/>
                                      </p:to>
                                    </p:set>
                                    <p:animEffect transition="in" filter="dissolve">
                                      <p:cBhvr>
                                        <p:cTn id="30" dur="500"/>
                                        <p:tgtEl>
                                          <p:spTgt spid="37894"/>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nodeType="clickEffect">
                                  <p:stCondLst>
                                    <p:cond delay="0"/>
                                  </p:stCondLst>
                                  <p:childTnLst>
                                    <p:set>
                                      <p:cBhvr>
                                        <p:cTn id="34" dur="1" fill="hold">
                                          <p:stCondLst>
                                            <p:cond delay="0"/>
                                          </p:stCondLst>
                                        </p:cTn>
                                        <p:tgtEl>
                                          <p:spTgt spid="37921"/>
                                        </p:tgtEl>
                                        <p:attrNameLst>
                                          <p:attrName>style.visibility</p:attrName>
                                        </p:attrNameLst>
                                      </p:cBhvr>
                                      <p:to>
                                        <p:strVal val="visible"/>
                                      </p:to>
                                    </p:set>
                                    <p:anim calcmode="lin" valueType="num">
                                      <p:cBhvr additive="base">
                                        <p:cTn id="35" dur="500" fill="hold"/>
                                        <p:tgtEl>
                                          <p:spTgt spid="37921"/>
                                        </p:tgtEl>
                                        <p:attrNameLst>
                                          <p:attrName>ppt_x</p:attrName>
                                        </p:attrNameLst>
                                      </p:cBhvr>
                                      <p:tavLst>
                                        <p:tav tm="0">
                                          <p:val>
                                            <p:strVal val="1+#ppt_w/2"/>
                                          </p:val>
                                        </p:tav>
                                        <p:tav tm="100000">
                                          <p:val>
                                            <p:strVal val="#ppt_x"/>
                                          </p:val>
                                        </p:tav>
                                      </p:tavLst>
                                    </p:anim>
                                    <p:anim calcmode="lin" valueType="num">
                                      <p:cBhvr additive="base">
                                        <p:cTn id="36" dur="500" fill="hold"/>
                                        <p:tgtEl>
                                          <p:spTgt spid="379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0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25</a:t>
            </a:fld>
            <a:endParaRPr lang="en-US" altLang="zh-CN" sz="1400" dirty="0"/>
          </a:p>
        </p:txBody>
      </p:sp>
      <p:sp>
        <p:nvSpPr>
          <p:cNvPr id="38914" name="Rectangle 2"/>
          <p:cNvSpPr>
            <a:spLocks noChangeArrowheads="1"/>
          </p:cNvSpPr>
          <p:nvPr/>
        </p:nvSpPr>
        <p:spPr bwMode="auto">
          <a:xfrm>
            <a:off x="323850" y="373063"/>
            <a:ext cx="26352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(7) </a:t>
            </a:r>
            <a:r>
              <a:rPr kumimoji="1" lang="zh-CN" altLang="en-US" sz="3200" b="1"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常用式子</a:t>
            </a:r>
          </a:p>
        </p:txBody>
      </p:sp>
      <p:grpSp>
        <p:nvGrpSpPr>
          <p:cNvPr id="38915" name="Group 3"/>
          <p:cNvGrpSpPr/>
          <p:nvPr/>
        </p:nvGrpSpPr>
        <p:grpSpPr>
          <a:xfrm>
            <a:off x="476250" y="1249363"/>
            <a:ext cx="8032750" cy="1646237"/>
            <a:chOff x="240" y="528"/>
            <a:chExt cx="5060" cy="1037"/>
          </a:xfrm>
        </p:grpSpPr>
        <mc:AlternateContent xmlns:mc="http://schemas.openxmlformats.org/markup-compatibility/2006" xmlns:a14="http://schemas.microsoft.com/office/drawing/2010/main">
          <mc:Choice Requires="a14">
            <p:sp>
              <p:nvSpPr>
                <p:cNvPr id="70673" name="Object 4"/>
                <p:cNvSpPr txBox="1"/>
                <p:nvPr/>
              </p:nvSpPr>
              <p:spPr>
                <a:xfrm>
                  <a:off x="624" y="1008"/>
                  <a:ext cx="288"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70673" name="Object 4"/>
                <p:cNvSpPr txBox="1">
                  <a:spLocks noRot="1" noChangeAspect="1" noMove="1" noResize="1" noEditPoints="1" noAdjustHandles="1" noChangeArrowheads="1" noChangeShapeType="1" noTextEdit="1"/>
                </p:cNvSpPr>
                <p:nvPr/>
              </p:nvSpPr>
              <p:spPr>
                <a:xfrm>
                  <a:off x="624" y="1008"/>
                  <a:ext cx="288" cy="212"/>
                </a:xfrm>
                <a:prstGeom prst="rect">
                  <a:avLst/>
                </a:prstGeom>
                <a:blipFill>
                  <a:blip r:embed="rId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674" name="Object 5"/>
                <p:cNvSpPr txBox="1"/>
                <p:nvPr/>
              </p:nvSpPr>
              <p:spPr>
                <a:xfrm>
                  <a:off x="1200" y="1008"/>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70674" name="Object 5"/>
                <p:cNvSpPr txBox="1">
                  <a:spLocks noRot="1" noChangeAspect="1" noMove="1" noResize="1" noEditPoints="1" noAdjustHandles="1" noChangeArrowheads="1" noChangeShapeType="1" noTextEdit="1"/>
                </p:cNvSpPr>
                <p:nvPr/>
              </p:nvSpPr>
              <p:spPr>
                <a:xfrm>
                  <a:off x="1200" y="1008"/>
                  <a:ext cx="199" cy="212"/>
                </a:xfrm>
                <a:prstGeom prst="rect">
                  <a:avLst/>
                </a:prstGeom>
                <a:blipFill>
                  <a:blip r:embed="rId4"/>
                  <a:stretch>
                    <a:fillRect r="-1538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675" name="Object 6"/>
                <p:cNvSpPr txBox="1"/>
                <p:nvPr/>
              </p:nvSpPr>
              <p:spPr>
                <a:xfrm>
                  <a:off x="1872" y="1008"/>
                  <a:ext cx="199" cy="21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70675" name="Object 6"/>
                <p:cNvSpPr txBox="1">
                  <a:spLocks noRot="1" noChangeAspect="1" noMove="1" noResize="1" noEditPoints="1" noAdjustHandles="1" noChangeArrowheads="1" noChangeShapeType="1" noTextEdit="1"/>
                </p:cNvSpPr>
                <p:nvPr/>
              </p:nvSpPr>
              <p:spPr>
                <a:xfrm>
                  <a:off x="1872" y="1008"/>
                  <a:ext cx="199" cy="212"/>
                </a:xfrm>
                <a:prstGeom prst="rect">
                  <a:avLst/>
                </a:prstGeom>
                <a:blipFill>
                  <a:blip r:embed="rId4"/>
                  <a:stretch>
                    <a:fillRect r="-15385"/>
                  </a:stretch>
                </a:blipFill>
                <a:ln w="38100">
                  <a:noFill/>
                  <a:miter/>
                </a:ln>
              </p:spPr>
              <p:txBody>
                <a:bodyPr/>
                <a:lstStyle/>
                <a:p>
                  <a:r>
                    <a:rPr lang="zh-CN" altLang="en-US">
                      <a:noFill/>
                    </a:rPr>
                    <a:t> </a:t>
                  </a:r>
                </a:p>
              </p:txBody>
            </p:sp>
          </mc:Fallback>
        </mc:AlternateContent>
        <p:sp>
          <p:nvSpPr>
            <p:cNvPr id="70676" name="AutoShape 7"/>
            <p:cNvSpPr/>
            <p:nvPr/>
          </p:nvSpPr>
          <p:spPr>
            <a:xfrm>
              <a:off x="2688" y="720"/>
              <a:ext cx="144" cy="672"/>
            </a:xfrm>
            <a:prstGeom prst="leftBrace">
              <a:avLst>
                <a:gd name="adj1" fmla="val 38888"/>
                <a:gd name="adj2" fmla="val 50000"/>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38920" name="Rectangle 8"/>
            <p:cNvSpPr>
              <a:spLocks noChangeArrowheads="1"/>
            </p:cNvSpPr>
            <p:nvPr/>
          </p:nvSpPr>
          <p:spPr bwMode="auto">
            <a:xfrm>
              <a:off x="240" y="888"/>
              <a:ext cx="22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   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        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n</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sp>
          <p:nvSpPr>
            <p:cNvPr id="38921" name="Rectangle 9"/>
            <p:cNvSpPr>
              <a:spLocks noChangeArrowheads="1"/>
            </p:cNvSpPr>
            <p:nvPr/>
          </p:nvSpPr>
          <p:spPr bwMode="auto">
            <a:xfrm>
              <a:off x="2880" y="528"/>
              <a:ext cx="24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(1</a:t>
              </a:r>
              <a:r>
                <a:rPr kumimoji="1" lang="zh-CN" altLang="en-US"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的个数为奇数</a:t>
              </a:r>
              <a:r>
                <a:rPr kumimoji="1" lang="en-US" altLang="zh-CN"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sp>
          <p:nvSpPr>
            <p:cNvPr id="38922" name="Rectangle 10"/>
            <p:cNvSpPr>
              <a:spLocks noChangeArrowheads="1"/>
            </p:cNvSpPr>
            <p:nvPr/>
          </p:nvSpPr>
          <p:spPr bwMode="auto">
            <a:xfrm>
              <a:off x="2880" y="1200"/>
              <a:ext cx="24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  (1</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的个数为偶数</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mc:AlternateContent xmlns:mc="http://schemas.openxmlformats.org/markup-compatibility/2006" xmlns:a14="http://schemas.microsoft.com/office/drawing/2010/main">
          <mc:Choice Requires="a14">
            <p:sp>
              <p:nvSpPr>
                <p:cNvPr id="70680" name="Object 11"/>
                <p:cNvSpPr txBox="1"/>
                <p:nvPr/>
              </p:nvSpPr>
              <p:spPr>
                <a:xfrm>
                  <a:off x="1488" y="1056"/>
                  <a:ext cx="283" cy="144"/>
                </a:xfrm>
                <a:prstGeom prst="rect">
                  <a:avLst/>
                </a:prstGeom>
                <a:noFill/>
                <a:ln w="38100">
                  <a:noFill/>
                  <a:miter/>
                </a:ln>
              </p:spPr>
              <p:txBody>
                <a:bodyPr>
                  <a:normAutofit fontScale="3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70680" name="Object 11"/>
                <p:cNvSpPr txBox="1">
                  <a:spLocks noRot="1" noChangeAspect="1" noMove="1" noResize="1" noEditPoints="1" noAdjustHandles="1" noChangeArrowheads="1" noChangeShapeType="1" noTextEdit="1"/>
                </p:cNvSpPr>
                <p:nvPr/>
              </p:nvSpPr>
              <p:spPr>
                <a:xfrm>
                  <a:off x="1488" y="1056"/>
                  <a:ext cx="283" cy="144"/>
                </a:xfrm>
                <a:prstGeom prst="rect">
                  <a:avLst/>
                </a:prstGeom>
                <a:blipFill>
                  <a:blip r:embed="rId5"/>
                  <a:stretch>
                    <a:fillRect/>
                  </a:stretch>
                </a:blipFill>
                <a:ln w="38100">
                  <a:noFill/>
                  <a:miter/>
                </a:ln>
              </p:spPr>
              <p:txBody>
                <a:bodyPr/>
                <a:lstStyle/>
                <a:p>
                  <a:r>
                    <a:rPr lang="zh-CN" altLang="en-US">
                      <a:noFill/>
                    </a:rPr>
                    <a:t> </a:t>
                  </a:r>
                </a:p>
              </p:txBody>
            </p:sp>
          </mc:Fallback>
        </mc:AlternateContent>
      </p:grpSp>
      <p:grpSp>
        <p:nvGrpSpPr>
          <p:cNvPr id="38924" name="Group 12"/>
          <p:cNvGrpSpPr/>
          <p:nvPr/>
        </p:nvGrpSpPr>
        <p:grpSpPr>
          <a:xfrm>
            <a:off x="476250" y="3581400"/>
            <a:ext cx="8058150" cy="1722438"/>
            <a:chOff x="336" y="2352"/>
            <a:chExt cx="5076" cy="1085"/>
          </a:xfrm>
        </p:grpSpPr>
        <p:sp>
          <p:nvSpPr>
            <p:cNvPr id="70662" name="Oval 13"/>
            <p:cNvSpPr/>
            <p:nvPr/>
          </p:nvSpPr>
          <p:spPr>
            <a:xfrm>
              <a:off x="768" y="2904"/>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70663" name="Oval 14"/>
            <p:cNvSpPr/>
            <p:nvPr/>
          </p:nvSpPr>
          <p:spPr>
            <a:xfrm>
              <a:off x="1344" y="2904"/>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70664" name="Oval 15"/>
            <p:cNvSpPr/>
            <p:nvPr/>
          </p:nvSpPr>
          <p:spPr>
            <a:xfrm>
              <a:off x="1968" y="2904"/>
              <a:ext cx="48" cy="48"/>
            </a:xfrm>
            <a:prstGeom prst="ellipse">
              <a:avLst/>
            </a:prstGeom>
            <a:solidFill>
              <a:schemeClr val="tx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70665" name="Oval 16"/>
            <p:cNvSpPr/>
            <p:nvPr/>
          </p:nvSpPr>
          <p:spPr>
            <a:xfrm>
              <a:off x="720" y="2856"/>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70666" name="Oval 17"/>
            <p:cNvSpPr/>
            <p:nvPr/>
          </p:nvSpPr>
          <p:spPr>
            <a:xfrm>
              <a:off x="1296" y="2856"/>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70667" name="Oval 18"/>
            <p:cNvSpPr/>
            <p:nvPr/>
          </p:nvSpPr>
          <p:spPr>
            <a:xfrm>
              <a:off x="1920" y="2856"/>
              <a:ext cx="144" cy="144"/>
            </a:xfrm>
            <a:prstGeom prst="ellipse">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70668" name="AutoShape 19"/>
            <p:cNvSpPr/>
            <p:nvPr/>
          </p:nvSpPr>
          <p:spPr>
            <a:xfrm>
              <a:off x="2736" y="2616"/>
              <a:ext cx="192" cy="624"/>
            </a:xfrm>
            <a:prstGeom prst="leftBrace">
              <a:avLst>
                <a:gd name="adj1" fmla="val 27083"/>
                <a:gd name="adj2" fmla="val 50000"/>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38932" name="Rectangle 20"/>
            <p:cNvSpPr>
              <a:spLocks noChangeArrowheads="1"/>
            </p:cNvSpPr>
            <p:nvPr/>
          </p:nvSpPr>
          <p:spPr bwMode="auto">
            <a:xfrm>
              <a:off x="3120" y="2352"/>
              <a:ext cx="229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(0</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的个数为偶数</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sp>
          <p:nvSpPr>
            <p:cNvPr id="38933" name="Rectangle 21"/>
            <p:cNvSpPr>
              <a:spLocks noChangeArrowheads="1"/>
            </p:cNvSpPr>
            <p:nvPr/>
          </p:nvSpPr>
          <p:spPr bwMode="auto">
            <a:xfrm>
              <a:off x="336" y="2760"/>
              <a:ext cx="2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   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        A</a:t>
              </a:r>
              <a:r>
                <a:rPr kumimoji="1" lang="en-US" altLang="zh-CN" sz="3200" b="0" i="0" u="none" strike="noStrike" kern="1200" cap="none" spc="0" normalizeH="0" baseline="-2500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n</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Black" panose="020B0A04020102020204" pitchFamily="34" charset="0"/>
                  <a:ea typeface="宋体" panose="02010600030101010101" pitchFamily="2" charset="-122"/>
                  <a:cs typeface="+mn-cs"/>
                </a:rPr>
                <a:t>    </a:t>
              </a:r>
            </a:p>
          </p:txBody>
        </p:sp>
        <p:sp>
          <p:nvSpPr>
            <p:cNvPr id="38934" name="Rectangle 22"/>
            <p:cNvSpPr>
              <a:spLocks noChangeArrowheads="1"/>
            </p:cNvSpPr>
            <p:nvPr/>
          </p:nvSpPr>
          <p:spPr bwMode="auto">
            <a:xfrm>
              <a:off x="3120" y="3072"/>
              <a:ext cx="229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 (0</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的个数为奇数</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mc:AlternateContent xmlns:mc="http://schemas.openxmlformats.org/markup-compatibility/2006" xmlns:a14="http://schemas.microsoft.com/office/drawing/2010/main">
          <mc:Choice Requires="a14">
            <p:sp>
              <p:nvSpPr>
                <p:cNvPr id="70672" name="Object 23"/>
                <p:cNvSpPr txBox="1"/>
                <p:nvPr/>
              </p:nvSpPr>
              <p:spPr>
                <a:xfrm>
                  <a:off x="1536" y="2880"/>
                  <a:ext cx="283" cy="130"/>
                </a:xfrm>
                <a:prstGeom prst="rect">
                  <a:avLst/>
                </a:prstGeom>
                <a:noFill/>
                <a:ln w="38100">
                  <a:noFill/>
                  <a:miter/>
                </a:ln>
              </p:spPr>
              <p:txBody>
                <a:bodyPr>
                  <a:normAutofit fontScale="250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70672" name="Object 23"/>
                <p:cNvSpPr txBox="1">
                  <a:spLocks noRot="1" noChangeAspect="1" noMove="1" noResize="1" noEditPoints="1" noAdjustHandles="1" noChangeArrowheads="1" noChangeShapeType="1" noTextEdit="1"/>
                </p:cNvSpPr>
                <p:nvPr/>
              </p:nvSpPr>
              <p:spPr>
                <a:xfrm>
                  <a:off x="1536" y="2880"/>
                  <a:ext cx="283" cy="130"/>
                </a:xfrm>
                <a:prstGeom prst="rect">
                  <a:avLst/>
                </a:prstGeom>
                <a:blipFill>
                  <a:blip r:embed="rId6"/>
                  <a:stretch>
                    <a:fillRect/>
                  </a:stretch>
                </a:blipFill>
                <a:ln w="38100">
                  <a:noFill/>
                  <a:miter/>
                </a:ln>
              </p:spPr>
              <p:txBody>
                <a:bodyPr/>
                <a:lstStyle/>
                <a:p>
                  <a:r>
                    <a:rPr lang="zh-CN" altLang="en-US">
                      <a:noFill/>
                    </a:rPr>
                    <a:t> </a:t>
                  </a:r>
                </a:p>
              </p:txBody>
            </p:sp>
          </mc:Fallback>
        </mc:AlternateContent>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dissolve">
                                      <p:cBhvr>
                                        <p:cTn id="7" dur="500"/>
                                        <p:tgtEl>
                                          <p:spTgt spid="389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8924"/>
                                        </p:tgtEl>
                                        <p:attrNameLst>
                                          <p:attrName>style.visibility</p:attrName>
                                        </p:attrNameLst>
                                      </p:cBhvr>
                                      <p:to>
                                        <p:strVal val="visible"/>
                                      </p:to>
                                    </p:set>
                                    <p:animEffect transition="in" filter="dissolve">
                                      <p:cBhvr>
                                        <p:cTn id="12" dur="500"/>
                                        <p:tgtEl>
                                          <p:spTgt spid="38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26</a:t>
            </a:fld>
            <a:endParaRPr lang="en-US" altLang="zh-CN" sz="1400" dirty="0"/>
          </a:p>
        </p:txBody>
      </p:sp>
      <p:sp>
        <p:nvSpPr>
          <p:cNvPr id="39938" name="Rectangle 2"/>
          <p:cNvSpPr/>
          <p:nvPr/>
        </p:nvSpPr>
        <p:spPr>
          <a:xfrm>
            <a:off x="228600" y="228600"/>
            <a:ext cx="6019800" cy="762000"/>
          </a:xfrm>
          <a:prstGeom prst="rect">
            <a:avLst/>
          </a:prstGeom>
          <a:solidFill>
            <a:srgbClr val="FFFF00"/>
          </a:solidFill>
          <a:ln w="9525">
            <a:noFill/>
          </a:ln>
        </p:spPr>
        <p:txBody>
          <a:bodyPr anchor="b">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4400" b="1" dirty="0">
                <a:solidFill>
                  <a:schemeClr val="tx2"/>
                </a:solidFill>
                <a:latin typeface="黑体" panose="02010609060101010101" pitchFamily="49" charset="-122"/>
                <a:ea typeface="黑体" panose="02010609060101010101" pitchFamily="49" charset="-122"/>
              </a:rPr>
              <a:t>2.2.4 </a:t>
            </a:r>
            <a:r>
              <a:rPr lang="zh-CN" altLang="en-US" sz="4400" b="1" dirty="0">
                <a:solidFill>
                  <a:schemeClr val="tx2"/>
                </a:solidFill>
                <a:latin typeface="黑体" panose="02010609060101010101" pitchFamily="49" charset="-122"/>
                <a:ea typeface="黑体" panose="02010609060101010101" pitchFamily="49" charset="-122"/>
              </a:rPr>
              <a:t>正逻辑与负逻辑</a:t>
            </a:r>
          </a:p>
        </p:txBody>
      </p:sp>
      <p:sp>
        <p:nvSpPr>
          <p:cNvPr id="39939" name="Rectangle 3"/>
          <p:cNvSpPr>
            <a:spLocks noChangeArrowheads="1"/>
          </p:cNvSpPr>
          <p:nvPr/>
        </p:nvSpPr>
        <p:spPr bwMode="auto">
          <a:xfrm>
            <a:off x="228600" y="1501775"/>
            <a:ext cx="8763000" cy="2079625"/>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各种逻辑运算最终是通过相应的逻辑门来实现的。如果把门电路的输入、输出电压的高电平赋值为</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，低电平赋值为</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，这种关系称为正逻辑关系。</a:t>
            </a:r>
          </a:p>
        </p:txBody>
      </p:sp>
      <p:sp>
        <p:nvSpPr>
          <p:cNvPr id="39943" name="Rectangle 7"/>
          <p:cNvSpPr>
            <a:spLocks noChangeArrowheads="1"/>
          </p:cNvSpPr>
          <p:nvPr/>
        </p:nvSpPr>
        <p:spPr bwMode="auto">
          <a:xfrm>
            <a:off x="228600" y="3886200"/>
            <a:ext cx="8763000" cy="1592263"/>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如果把门电路的输入、输出电压的高电平赋值为</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，低电平赋值为</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，这种关系称为负逻辑关系。</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938"/>
                                        </p:tgtEl>
                                        <p:attrNameLst>
                                          <p:attrName>style.visibility</p:attrName>
                                        </p:attrNameLst>
                                      </p:cBhvr>
                                      <p:to>
                                        <p:strVal val="visible"/>
                                      </p:to>
                                    </p:set>
                                    <p:anim calcmode="lin" valueType="num">
                                      <p:cBhvr additive="base">
                                        <p:cTn id="7" dur="500" fill="hold"/>
                                        <p:tgtEl>
                                          <p:spTgt spid="39938"/>
                                        </p:tgtEl>
                                        <p:attrNameLst>
                                          <p:attrName>ppt_x</p:attrName>
                                        </p:attrNameLst>
                                      </p:cBhvr>
                                      <p:tavLst>
                                        <p:tav tm="0">
                                          <p:val>
                                            <p:strVal val="0-#ppt_w/2"/>
                                          </p:val>
                                        </p:tav>
                                        <p:tav tm="100000">
                                          <p:val>
                                            <p:strVal val="#ppt_x"/>
                                          </p:val>
                                        </p:tav>
                                      </p:tavLst>
                                    </p:anim>
                                    <p:anim calcmode="lin" valueType="num">
                                      <p:cBhvr additive="base">
                                        <p:cTn id="8" dur="500" fill="hold"/>
                                        <p:tgtEl>
                                          <p:spTgt spid="399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39939"/>
                                        </p:tgtEl>
                                        <p:attrNameLst>
                                          <p:attrName>style.visibility</p:attrName>
                                        </p:attrNameLst>
                                      </p:cBhvr>
                                      <p:to>
                                        <p:strVal val="visible"/>
                                      </p:to>
                                    </p:set>
                                    <p:animEffect transition="in" filter="box(in)">
                                      <p:cBhvr>
                                        <p:cTn id="13" dur="500"/>
                                        <p:tgtEl>
                                          <p:spTgt spid="39939"/>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39943"/>
                                        </p:tgtEl>
                                        <p:attrNameLst>
                                          <p:attrName>style.visibility</p:attrName>
                                        </p:attrNameLst>
                                      </p:cBhvr>
                                      <p:to>
                                        <p:strVal val="visible"/>
                                      </p:to>
                                    </p:set>
                                    <p:animEffect transition="in" filter="box(in)">
                                      <p:cBhvr>
                                        <p:cTn id="18" dur="500"/>
                                        <p:tgtEl>
                                          <p:spTgt spid="39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nimBg="1"/>
      <p:bldP spid="39939" grpId="0" animBg="1"/>
      <p:bldP spid="3994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27</a:t>
            </a:fld>
            <a:endParaRPr lang="en-US" altLang="zh-CN" sz="1400" dirty="0"/>
          </a:p>
        </p:txBody>
      </p:sp>
      <p:grpSp>
        <p:nvGrpSpPr>
          <p:cNvPr id="40987" name="Group 27"/>
          <p:cNvGrpSpPr/>
          <p:nvPr/>
        </p:nvGrpSpPr>
        <p:grpSpPr>
          <a:xfrm>
            <a:off x="1981200" y="2270125"/>
            <a:ext cx="5181600" cy="4206875"/>
            <a:chOff x="768" y="1238"/>
            <a:chExt cx="3264" cy="2650"/>
          </a:xfrm>
        </p:grpSpPr>
        <p:grpSp>
          <p:nvGrpSpPr>
            <p:cNvPr id="74758" name="Group 15"/>
            <p:cNvGrpSpPr/>
            <p:nvPr/>
          </p:nvGrpSpPr>
          <p:grpSpPr>
            <a:xfrm>
              <a:off x="768" y="1238"/>
              <a:ext cx="3264" cy="2650"/>
              <a:chOff x="864" y="1190"/>
              <a:chExt cx="3264" cy="2650"/>
            </a:xfrm>
          </p:grpSpPr>
          <p:sp>
            <p:nvSpPr>
              <p:cNvPr id="74765" name="Line 16"/>
              <p:cNvSpPr/>
              <p:nvPr/>
            </p:nvSpPr>
            <p:spPr>
              <a:xfrm>
                <a:off x="864" y="1632"/>
                <a:ext cx="3264" cy="0"/>
              </a:xfrm>
              <a:prstGeom prst="line">
                <a:avLst/>
              </a:prstGeom>
              <a:ln w="9525" cap="flat" cmpd="sng">
                <a:solidFill>
                  <a:schemeClr val="tx1"/>
                </a:solidFill>
                <a:prstDash val="solid"/>
                <a:miter/>
                <a:headEnd type="none" w="med" len="med"/>
                <a:tailEnd type="none" w="med" len="med"/>
              </a:ln>
            </p:spPr>
          </p:sp>
          <p:sp>
            <p:nvSpPr>
              <p:cNvPr id="74766" name="Line 17"/>
              <p:cNvSpPr/>
              <p:nvPr/>
            </p:nvSpPr>
            <p:spPr>
              <a:xfrm>
                <a:off x="2496" y="1248"/>
                <a:ext cx="0" cy="2592"/>
              </a:xfrm>
              <a:prstGeom prst="line">
                <a:avLst/>
              </a:prstGeom>
              <a:ln w="9525" cap="flat" cmpd="sng">
                <a:solidFill>
                  <a:schemeClr val="tx1"/>
                </a:solidFill>
                <a:prstDash val="solid"/>
                <a:miter/>
                <a:headEnd type="none" w="med" len="med"/>
                <a:tailEnd type="none" w="med" len="med"/>
              </a:ln>
            </p:spPr>
          </p:sp>
          <p:sp>
            <p:nvSpPr>
              <p:cNvPr id="74767" name="Rectangle 18"/>
              <p:cNvSpPr/>
              <p:nvPr/>
            </p:nvSpPr>
            <p:spPr>
              <a:xfrm>
                <a:off x="1056" y="1190"/>
                <a:ext cx="254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正逻辑       负逻辑</a:t>
                </a:r>
              </a:p>
            </p:txBody>
          </p:sp>
        </p:grpSp>
        <p:sp>
          <p:nvSpPr>
            <p:cNvPr id="74759" name="Rectangle 19"/>
            <p:cNvSpPr/>
            <p:nvPr/>
          </p:nvSpPr>
          <p:spPr>
            <a:xfrm>
              <a:off x="1056" y="1718"/>
              <a:ext cx="229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与门         或门</a:t>
              </a:r>
            </a:p>
          </p:txBody>
        </p:sp>
        <p:sp>
          <p:nvSpPr>
            <p:cNvPr id="74760" name="Rectangle 20"/>
            <p:cNvSpPr/>
            <p:nvPr/>
          </p:nvSpPr>
          <p:spPr>
            <a:xfrm>
              <a:off x="1056" y="2054"/>
              <a:ext cx="229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或门         与门</a:t>
              </a:r>
            </a:p>
          </p:txBody>
        </p:sp>
        <p:sp>
          <p:nvSpPr>
            <p:cNvPr id="74761" name="Rectangle 21"/>
            <p:cNvSpPr/>
            <p:nvPr/>
          </p:nvSpPr>
          <p:spPr>
            <a:xfrm>
              <a:off x="1056" y="2438"/>
              <a:ext cx="254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与非门       或非门</a:t>
              </a:r>
            </a:p>
          </p:txBody>
        </p:sp>
        <p:sp>
          <p:nvSpPr>
            <p:cNvPr id="74762" name="Rectangle 22"/>
            <p:cNvSpPr/>
            <p:nvPr/>
          </p:nvSpPr>
          <p:spPr>
            <a:xfrm>
              <a:off x="1056" y="2774"/>
              <a:ext cx="254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或非门       与非门</a:t>
              </a:r>
            </a:p>
          </p:txBody>
        </p:sp>
        <p:sp>
          <p:nvSpPr>
            <p:cNvPr id="74763" name="Rectangle 23"/>
            <p:cNvSpPr/>
            <p:nvPr/>
          </p:nvSpPr>
          <p:spPr>
            <a:xfrm>
              <a:off x="1056" y="3158"/>
              <a:ext cx="254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异或门       同或门</a:t>
              </a:r>
            </a:p>
          </p:txBody>
        </p:sp>
        <p:sp>
          <p:nvSpPr>
            <p:cNvPr id="74764" name="Rectangle 24"/>
            <p:cNvSpPr/>
            <p:nvPr/>
          </p:nvSpPr>
          <p:spPr>
            <a:xfrm>
              <a:off x="1056" y="3494"/>
              <a:ext cx="254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同或门       异或门</a:t>
              </a:r>
            </a:p>
          </p:txBody>
        </p:sp>
      </p:grpSp>
      <p:sp>
        <p:nvSpPr>
          <p:cNvPr id="40985" name="Rectangle 25"/>
          <p:cNvSpPr>
            <a:spLocks noChangeArrowheads="1"/>
          </p:cNvSpPr>
          <p:nvPr/>
        </p:nvSpPr>
        <p:spPr bwMode="auto">
          <a:xfrm>
            <a:off x="187325" y="419100"/>
            <a:ext cx="88392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同一个逻辑电路，在不同的逻辑假定下，其逻辑功能是完全不同的。</a:t>
            </a:r>
          </a:p>
        </p:txBody>
      </p:sp>
      <p:sp>
        <p:nvSpPr>
          <p:cNvPr id="40986" name="Rectangle 26"/>
          <p:cNvSpPr>
            <a:spLocks noChangeArrowheads="1"/>
          </p:cNvSpPr>
          <p:nvPr/>
        </p:nvSpPr>
        <p:spPr bwMode="auto">
          <a:xfrm>
            <a:off x="304800" y="1706563"/>
            <a:ext cx="1809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如下表：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0985"/>
                                        </p:tgtEl>
                                        <p:attrNameLst>
                                          <p:attrName>style.visibility</p:attrName>
                                        </p:attrNameLst>
                                      </p:cBhvr>
                                      <p:to>
                                        <p:strVal val="visible"/>
                                      </p:to>
                                    </p:set>
                                    <p:animEffect transition="in" filter="box(in)">
                                      <p:cBhvr>
                                        <p:cTn id="7" dur="500"/>
                                        <p:tgtEl>
                                          <p:spTgt spid="4098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0986"/>
                                        </p:tgtEl>
                                        <p:attrNameLst>
                                          <p:attrName>style.visibility</p:attrName>
                                        </p:attrNameLst>
                                      </p:cBhvr>
                                      <p:to>
                                        <p:strVal val="visible"/>
                                      </p:to>
                                    </p:set>
                                    <p:anim calcmode="lin" valueType="num">
                                      <p:cBhvr additive="base">
                                        <p:cTn id="12" dur="500" fill="hold"/>
                                        <p:tgtEl>
                                          <p:spTgt spid="40986"/>
                                        </p:tgtEl>
                                        <p:attrNameLst>
                                          <p:attrName>ppt_x</p:attrName>
                                        </p:attrNameLst>
                                      </p:cBhvr>
                                      <p:tavLst>
                                        <p:tav tm="0">
                                          <p:val>
                                            <p:strVal val="0-#ppt_w/2"/>
                                          </p:val>
                                        </p:tav>
                                        <p:tav tm="100000">
                                          <p:val>
                                            <p:strVal val="#ppt_x"/>
                                          </p:val>
                                        </p:tav>
                                      </p:tavLst>
                                    </p:anim>
                                    <p:anim calcmode="lin" valueType="num">
                                      <p:cBhvr additive="base">
                                        <p:cTn id="13" dur="500" fill="hold"/>
                                        <p:tgtEl>
                                          <p:spTgt spid="4098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0987"/>
                                        </p:tgtEl>
                                        <p:attrNameLst>
                                          <p:attrName>style.visibility</p:attrName>
                                        </p:attrNameLst>
                                      </p:cBhvr>
                                      <p:to>
                                        <p:strVal val="visible"/>
                                      </p:to>
                                    </p:set>
                                    <p:anim calcmode="lin" valueType="num">
                                      <p:cBhvr additive="base">
                                        <p:cTn id="18" dur="500" fill="hold"/>
                                        <p:tgtEl>
                                          <p:spTgt spid="40987"/>
                                        </p:tgtEl>
                                        <p:attrNameLst>
                                          <p:attrName>ppt_x</p:attrName>
                                        </p:attrNameLst>
                                      </p:cBhvr>
                                      <p:tavLst>
                                        <p:tav tm="0">
                                          <p:val>
                                            <p:strVal val="#ppt_x"/>
                                          </p:val>
                                        </p:tav>
                                        <p:tav tm="100000">
                                          <p:val>
                                            <p:strVal val="#ppt_x"/>
                                          </p:val>
                                        </p:tav>
                                      </p:tavLst>
                                    </p:anim>
                                    <p:anim calcmode="lin" valueType="num">
                                      <p:cBhvr additive="base">
                                        <p:cTn id="19" dur="500" fill="hold"/>
                                        <p:tgtEl>
                                          <p:spTgt spid="409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5" grpId="0" animBg="1"/>
      <p:bldP spid="4098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28</a:t>
            </a:fld>
            <a:endParaRPr lang="en-US" altLang="zh-CN" sz="1400" dirty="0"/>
          </a:p>
        </p:txBody>
      </p:sp>
      <p:grpSp>
        <p:nvGrpSpPr>
          <p:cNvPr id="42011" name="Group 27"/>
          <p:cNvGrpSpPr/>
          <p:nvPr/>
        </p:nvGrpSpPr>
        <p:grpSpPr>
          <a:xfrm>
            <a:off x="838200" y="3200400"/>
            <a:ext cx="7010400" cy="1676400"/>
            <a:chOff x="528" y="2016"/>
            <a:chExt cx="4416" cy="1056"/>
          </a:xfrm>
        </p:grpSpPr>
        <p:sp>
          <p:nvSpPr>
            <p:cNvPr id="76806" name="Rectangle 28"/>
            <p:cNvSpPr/>
            <p:nvPr/>
          </p:nvSpPr>
          <p:spPr>
            <a:xfrm>
              <a:off x="1296" y="2112"/>
              <a:ext cx="528" cy="960"/>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76807" name="Line 29"/>
            <p:cNvSpPr/>
            <p:nvPr/>
          </p:nvSpPr>
          <p:spPr>
            <a:xfrm flipH="1">
              <a:off x="816" y="2352"/>
              <a:ext cx="480" cy="0"/>
            </a:xfrm>
            <a:prstGeom prst="line">
              <a:avLst/>
            </a:prstGeom>
            <a:ln w="9525" cap="flat" cmpd="sng">
              <a:solidFill>
                <a:schemeClr val="tx1"/>
              </a:solidFill>
              <a:prstDash val="solid"/>
              <a:miter/>
              <a:headEnd type="none" w="med" len="med"/>
              <a:tailEnd type="none" w="med" len="med"/>
            </a:ln>
          </p:spPr>
        </p:sp>
        <p:sp>
          <p:nvSpPr>
            <p:cNvPr id="76808" name="Line 30"/>
            <p:cNvSpPr/>
            <p:nvPr/>
          </p:nvSpPr>
          <p:spPr>
            <a:xfrm flipH="1">
              <a:off x="816" y="2784"/>
              <a:ext cx="480" cy="0"/>
            </a:xfrm>
            <a:prstGeom prst="line">
              <a:avLst/>
            </a:prstGeom>
            <a:ln w="9525" cap="flat" cmpd="sng">
              <a:solidFill>
                <a:schemeClr val="tx1"/>
              </a:solidFill>
              <a:prstDash val="solid"/>
              <a:miter/>
              <a:headEnd type="none" w="med" len="med"/>
              <a:tailEnd type="none" w="med" len="med"/>
            </a:ln>
          </p:spPr>
        </p:sp>
        <p:sp>
          <p:nvSpPr>
            <p:cNvPr id="76809" name="Line 31"/>
            <p:cNvSpPr/>
            <p:nvPr/>
          </p:nvSpPr>
          <p:spPr>
            <a:xfrm>
              <a:off x="1824" y="2544"/>
              <a:ext cx="480" cy="0"/>
            </a:xfrm>
            <a:prstGeom prst="line">
              <a:avLst/>
            </a:prstGeom>
            <a:ln w="9525" cap="flat" cmpd="sng">
              <a:solidFill>
                <a:schemeClr val="tx1"/>
              </a:solidFill>
              <a:prstDash val="solid"/>
              <a:miter/>
              <a:headEnd type="none" w="med" len="med"/>
              <a:tailEnd type="none" w="med" len="med"/>
            </a:ln>
          </p:spPr>
        </p:sp>
        <p:sp>
          <p:nvSpPr>
            <p:cNvPr id="76810" name="Rectangle 32"/>
            <p:cNvSpPr/>
            <p:nvPr/>
          </p:nvSpPr>
          <p:spPr>
            <a:xfrm>
              <a:off x="3936" y="2016"/>
              <a:ext cx="528" cy="960"/>
            </a:xfrm>
            <a:prstGeom prst="rect">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76811" name="Line 33"/>
            <p:cNvSpPr/>
            <p:nvPr/>
          </p:nvSpPr>
          <p:spPr>
            <a:xfrm flipH="1">
              <a:off x="3456" y="2256"/>
              <a:ext cx="480" cy="0"/>
            </a:xfrm>
            <a:prstGeom prst="line">
              <a:avLst/>
            </a:prstGeom>
            <a:ln w="9525" cap="flat" cmpd="sng">
              <a:solidFill>
                <a:schemeClr val="tx1"/>
              </a:solidFill>
              <a:prstDash val="solid"/>
              <a:miter/>
              <a:headEnd type="none" w="med" len="med"/>
              <a:tailEnd type="none" w="med" len="med"/>
            </a:ln>
          </p:spPr>
        </p:sp>
        <p:sp>
          <p:nvSpPr>
            <p:cNvPr id="76812" name="Line 34"/>
            <p:cNvSpPr/>
            <p:nvPr/>
          </p:nvSpPr>
          <p:spPr>
            <a:xfrm>
              <a:off x="4464" y="2448"/>
              <a:ext cx="480" cy="0"/>
            </a:xfrm>
            <a:prstGeom prst="line">
              <a:avLst/>
            </a:prstGeom>
            <a:ln w="9525" cap="flat" cmpd="sng">
              <a:solidFill>
                <a:schemeClr val="tx1"/>
              </a:solidFill>
              <a:prstDash val="solid"/>
              <a:miter/>
              <a:headEnd type="none" w="med" len="med"/>
              <a:tailEnd type="none" w="med" len="med"/>
            </a:ln>
          </p:spPr>
        </p:sp>
        <p:sp>
          <p:nvSpPr>
            <p:cNvPr id="76813" name="Rectangle 35"/>
            <p:cNvSpPr/>
            <p:nvPr/>
          </p:nvSpPr>
          <p:spPr>
            <a:xfrm>
              <a:off x="528" y="2102"/>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a:t>
              </a:r>
            </a:p>
          </p:txBody>
        </p:sp>
        <p:sp>
          <p:nvSpPr>
            <p:cNvPr id="76814" name="Rectangle 36"/>
            <p:cNvSpPr/>
            <p:nvPr/>
          </p:nvSpPr>
          <p:spPr>
            <a:xfrm>
              <a:off x="528" y="2582"/>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B</a:t>
              </a:r>
            </a:p>
          </p:txBody>
        </p:sp>
        <p:sp>
          <p:nvSpPr>
            <p:cNvPr id="76815" name="Rectangle 37"/>
            <p:cNvSpPr/>
            <p:nvPr/>
          </p:nvSpPr>
          <p:spPr>
            <a:xfrm>
              <a:off x="2064" y="2150"/>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F</a:t>
              </a:r>
            </a:p>
          </p:txBody>
        </p:sp>
        <p:sp>
          <p:nvSpPr>
            <p:cNvPr id="76816" name="Rectangle 38"/>
            <p:cNvSpPr/>
            <p:nvPr/>
          </p:nvSpPr>
          <p:spPr>
            <a:xfrm>
              <a:off x="1392" y="2390"/>
              <a:ext cx="244"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&amp;</a:t>
              </a:r>
            </a:p>
          </p:txBody>
        </p:sp>
        <p:sp>
          <p:nvSpPr>
            <p:cNvPr id="76817" name="Line 39"/>
            <p:cNvSpPr/>
            <p:nvPr/>
          </p:nvSpPr>
          <p:spPr>
            <a:xfrm flipV="1">
              <a:off x="3648" y="2112"/>
              <a:ext cx="0" cy="144"/>
            </a:xfrm>
            <a:prstGeom prst="line">
              <a:avLst/>
            </a:prstGeom>
            <a:ln w="9525" cap="flat" cmpd="sng">
              <a:solidFill>
                <a:schemeClr val="tx1"/>
              </a:solidFill>
              <a:prstDash val="solid"/>
              <a:miter/>
              <a:headEnd type="none" w="med" len="med"/>
              <a:tailEnd type="none" w="med" len="med"/>
            </a:ln>
          </p:spPr>
        </p:sp>
        <p:sp>
          <p:nvSpPr>
            <p:cNvPr id="76818" name="Line 40"/>
            <p:cNvSpPr/>
            <p:nvPr/>
          </p:nvSpPr>
          <p:spPr>
            <a:xfrm>
              <a:off x="3648" y="2112"/>
              <a:ext cx="288" cy="144"/>
            </a:xfrm>
            <a:prstGeom prst="line">
              <a:avLst/>
            </a:prstGeom>
            <a:ln w="9525" cap="flat" cmpd="sng">
              <a:solidFill>
                <a:schemeClr val="tx1"/>
              </a:solidFill>
              <a:prstDash val="solid"/>
              <a:miter/>
              <a:headEnd type="none" w="med" len="med"/>
              <a:tailEnd type="none" w="med" len="med"/>
            </a:ln>
          </p:spPr>
        </p:sp>
        <p:sp>
          <p:nvSpPr>
            <p:cNvPr id="76819" name="Line 41"/>
            <p:cNvSpPr/>
            <p:nvPr/>
          </p:nvSpPr>
          <p:spPr>
            <a:xfrm flipH="1">
              <a:off x="3456" y="2688"/>
              <a:ext cx="480" cy="0"/>
            </a:xfrm>
            <a:prstGeom prst="line">
              <a:avLst/>
            </a:prstGeom>
            <a:ln w="9525" cap="flat" cmpd="sng">
              <a:solidFill>
                <a:schemeClr val="tx1"/>
              </a:solidFill>
              <a:prstDash val="solid"/>
              <a:miter/>
              <a:headEnd type="none" w="med" len="med"/>
              <a:tailEnd type="none" w="med" len="med"/>
            </a:ln>
          </p:spPr>
        </p:sp>
        <p:sp>
          <p:nvSpPr>
            <p:cNvPr id="76820" name="Line 42"/>
            <p:cNvSpPr/>
            <p:nvPr/>
          </p:nvSpPr>
          <p:spPr>
            <a:xfrm flipV="1">
              <a:off x="3648" y="2544"/>
              <a:ext cx="0" cy="144"/>
            </a:xfrm>
            <a:prstGeom prst="line">
              <a:avLst/>
            </a:prstGeom>
            <a:ln w="9525" cap="flat" cmpd="sng">
              <a:solidFill>
                <a:schemeClr val="tx1"/>
              </a:solidFill>
              <a:prstDash val="solid"/>
              <a:miter/>
              <a:headEnd type="none" w="med" len="med"/>
              <a:tailEnd type="none" w="med" len="med"/>
            </a:ln>
          </p:spPr>
        </p:sp>
        <p:sp>
          <p:nvSpPr>
            <p:cNvPr id="76821" name="Line 43"/>
            <p:cNvSpPr/>
            <p:nvPr/>
          </p:nvSpPr>
          <p:spPr>
            <a:xfrm>
              <a:off x="3648" y="2544"/>
              <a:ext cx="288" cy="144"/>
            </a:xfrm>
            <a:prstGeom prst="line">
              <a:avLst/>
            </a:prstGeom>
            <a:ln w="9525" cap="flat" cmpd="sng">
              <a:solidFill>
                <a:schemeClr val="tx1"/>
              </a:solidFill>
              <a:prstDash val="solid"/>
              <a:miter/>
              <a:headEnd type="none" w="med" len="med"/>
              <a:tailEnd type="none" w="med" len="med"/>
            </a:ln>
          </p:spPr>
        </p:sp>
        <p:sp>
          <p:nvSpPr>
            <p:cNvPr id="76822" name="Line 44"/>
            <p:cNvSpPr/>
            <p:nvPr/>
          </p:nvSpPr>
          <p:spPr>
            <a:xfrm>
              <a:off x="4464" y="2304"/>
              <a:ext cx="192" cy="144"/>
            </a:xfrm>
            <a:prstGeom prst="line">
              <a:avLst/>
            </a:prstGeom>
            <a:ln w="9525" cap="flat" cmpd="sng">
              <a:solidFill>
                <a:schemeClr val="tx1"/>
              </a:solidFill>
              <a:prstDash val="solid"/>
              <a:miter/>
              <a:headEnd type="none" w="med" len="med"/>
              <a:tailEnd type="none" w="med" len="med"/>
            </a:ln>
          </p:spPr>
        </p:sp>
        <p:sp>
          <p:nvSpPr>
            <p:cNvPr id="76823" name="Rectangle 45"/>
            <p:cNvSpPr/>
            <p:nvPr/>
          </p:nvSpPr>
          <p:spPr>
            <a:xfrm>
              <a:off x="3936" y="2294"/>
              <a:ext cx="50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≥1</a:t>
              </a:r>
            </a:p>
          </p:txBody>
        </p:sp>
        <p:sp>
          <p:nvSpPr>
            <p:cNvPr id="76824" name="Line 46"/>
            <p:cNvSpPr/>
            <p:nvPr/>
          </p:nvSpPr>
          <p:spPr>
            <a:xfrm>
              <a:off x="2544" y="3024"/>
              <a:ext cx="768" cy="0"/>
            </a:xfrm>
            <a:prstGeom prst="line">
              <a:avLst/>
            </a:prstGeom>
            <a:ln w="28575" cap="flat" cmpd="sng">
              <a:solidFill>
                <a:schemeClr val="tx1"/>
              </a:solidFill>
              <a:prstDash val="solid"/>
              <a:miter/>
              <a:headEnd type="none" w="med" len="med"/>
              <a:tailEnd type="triangle" w="med" len="med"/>
            </a:ln>
          </p:spPr>
        </p:sp>
        <p:sp>
          <p:nvSpPr>
            <p:cNvPr id="76825" name="Line 47"/>
            <p:cNvSpPr/>
            <p:nvPr/>
          </p:nvSpPr>
          <p:spPr>
            <a:xfrm flipH="1">
              <a:off x="2400" y="3024"/>
              <a:ext cx="336" cy="0"/>
            </a:xfrm>
            <a:prstGeom prst="line">
              <a:avLst/>
            </a:prstGeom>
            <a:ln w="28575" cap="flat" cmpd="sng">
              <a:solidFill>
                <a:schemeClr val="tx1"/>
              </a:solidFill>
              <a:prstDash val="solid"/>
              <a:miter/>
              <a:headEnd type="none" w="med" len="med"/>
              <a:tailEnd type="triangle" w="med" len="med"/>
            </a:ln>
          </p:spPr>
        </p:sp>
      </p:grpSp>
      <p:sp>
        <p:nvSpPr>
          <p:cNvPr id="42032" name="Rectangle 48"/>
          <p:cNvSpPr/>
          <p:nvPr/>
        </p:nvSpPr>
        <p:spPr>
          <a:xfrm>
            <a:off x="228600" y="1676400"/>
            <a:ext cx="89217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buClr>
                <a:schemeClr val="folHlink"/>
              </a:buClr>
              <a:buSzPct val="60000"/>
              <a:buFont typeface="Wingdings" panose="05000000000000000000" pitchFamily="2" charset="2"/>
              <a:buNone/>
            </a:pPr>
            <a:r>
              <a:rPr lang="zh-CN" altLang="en-US" dirty="0">
                <a:latin typeface="黑体" panose="02010609060101010101" pitchFamily="49" charset="-122"/>
                <a:ea typeface="黑体" panose="02010609060101010101" pitchFamily="49" charset="-122"/>
              </a:rPr>
              <a:t>如：正逻辑与门</a:t>
            </a:r>
            <a:r>
              <a:rPr lang="en-US" altLang="zh-CN" dirty="0">
                <a:latin typeface="黑体" panose="02010609060101010101" pitchFamily="49" charset="-122"/>
                <a:ea typeface="黑体" panose="02010609060101010101" pitchFamily="49" charset="-122"/>
              </a:rPr>
              <a:t>F=AB</a:t>
            </a:r>
            <a:r>
              <a:rPr lang="zh-CN" altLang="en-US" dirty="0">
                <a:latin typeface="黑体" panose="02010609060101010101" pitchFamily="49" charset="-122"/>
                <a:ea typeface="黑体" panose="02010609060101010101" pitchFamily="49" charset="-122"/>
              </a:rPr>
              <a:t>，对应负逻辑的或门</a:t>
            </a:r>
            <a:r>
              <a:rPr lang="en-US" altLang="zh-CN" dirty="0">
                <a:latin typeface="黑体" panose="02010609060101010101" pitchFamily="49" charset="-122"/>
                <a:ea typeface="黑体" panose="02010609060101010101" pitchFamily="49" charset="-122"/>
              </a:rPr>
              <a:t>F=A+B</a:t>
            </a:r>
            <a:r>
              <a:rPr lang="zh-CN" altLang="en-US" dirty="0">
                <a:latin typeface="黑体" panose="02010609060101010101" pitchFamily="49" charset="-122"/>
                <a:ea typeface="黑体" panose="02010609060101010101" pitchFamily="49" charset="-122"/>
              </a:rPr>
              <a:t>。</a:t>
            </a:r>
          </a:p>
        </p:txBody>
      </p:sp>
      <p:sp>
        <p:nvSpPr>
          <p:cNvPr id="42033" name="Rectangle 49"/>
          <p:cNvSpPr>
            <a:spLocks noChangeArrowheads="1"/>
          </p:cNvSpPr>
          <p:nvPr/>
        </p:nvSpPr>
        <p:spPr bwMode="auto">
          <a:xfrm>
            <a:off x="304800" y="304800"/>
            <a:ext cx="86106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由上可见：同一个电路的正逻辑表达式与负逻辑表达式互为对偶式。</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2033"/>
                                        </p:tgtEl>
                                        <p:attrNameLst>
                                          <p:attrName>style.visibility</p:attrName>
                                        </p:attrNameLst>
                                      </p:cBhvr>
                                      <p:to>
                                        <p:strVal val="visible"/>
                                      </p:to>
                                    </p:set>
                                    <p:animEffect transition="in" filter="box(in)">
                                      <p:cBhvr>
                                        <p:cTn id="7" dur="500"/>
                                        <p:tgtEl>
                                          <p:spTgt spid="4203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2032"/>
                                        </p:tgtEl>
                                        <p:attrNameLst>
                                          <p:attrName>style.visibility</p:attrName>
                                        </p:attrNameLst>
                                      </p:cBhvr>
                                      <p:to>
                                        <p:strVal val="visible"/>
                                      </p:to>
                                    </p:set>
                                    <p:anim calcmode="lin" valueType="num">
                                      <p:cBhvr additive="base">
                                        <p:cTn id="12" dur="500" fill="hold"/>
                                        <p:tgtEl>
                                          <p:spTgt spid="42032"/>
                                        </p:tgtEl>
                                        <p:attrNameLst>
                                          <p:attrName>ppt_x</p:attrName>
                                        </p:attrNameLst>
                                      </p:cBhvr>
                                      <p:tavLst>
                                        <p:tav tm="0">
                                          <p:val>
                                            <p:strVal val="0-#ppt_w/2"/>
                                          </p:val>
                                        </p:tav>
                                        <p:tav tm="100000">
                                          <p:val>
                                            <p:strVal val="#ppt_x"/>
                                          </p:val>
                                        </p:tav>
                                      </p:tavLst>
                                    </p:anim>
                                    <p:anim calcmode="lin" valueType="num">
                                      <p:cBhvr additive="base">
                                        <p:cTn id="13" dur="500" fill="hold"/>
                                        <p:tgtEl>
                                          <p:spTgt spid="4203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2011"/>
                                        </p:tgtEl>
                                        <p:attrNameLst>
                                          <p:attrName>style.visibility</p:attrName>
                                        </p:attrNameLst>
                                      </p:cBhvr>
                                      <p:to>
                                        <p:strVal val="visible"/>
                                      </p:to>
                                    </p:set>
                                    <p:anim calcmode="lin" valueType="num">
                                      <p:cBhvr additive="base">
                                        <p:cTn id="18" dur="500" fill="hold"/>
                                        <p:tgtEl>
                                          <p:spTgt spid="42011"/>
                                        </p:tgtEl>
                                        <p:attrNameLst>
                                          <p:attrName>ppt_x</p:attrName>
                                        </p:attrNameLst>
                                      </p:cBhvr>
                                      <p:tavLst>
                                        <p:tav tm="0">
                                          <p:val>
                                            <p:strVal val="#ppt_x"/>
                                          </p:val>
                                        </p:tav>
                                        <p:tav tm="100000">
                                          <p:val>
                                            <p:strVal val="#ppt_x"/>
                                          </p:val>
                                        </p:tav>
                                      </p:tavLst>
                                    </p:anim>
                                    <p:anim calcmode="lin" valueType="num">
                                      <p:cBhvr additive="base">
                                        <p:cTn id="19" dur="500" fill="hold"/>
                                        <p:tgtEl>
                                          <p:spTgt spid="420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32" grpId="0"/>
      <p:bldP spid="4203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29</a:t>
            </a:fld>
            <a:endParaRPr lang="en-US" altLang="zh-CN" sz="1400" dirty="0"/>
          </a:p>
        </p:txBody>
      </p:sp>
      <p:sp>
        <p:nvSpPr>
          <p:cNvPr id="43010" name="Rectangle 2"/>
          <p:cNvSpPr/>
          <p:nvPr/>
        </p:nvSpPr>
        <p:spPr>
          <a:xfrm>
            <a:off x="381000" y="457200"/>
            <a:ext cx="66865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Tahoma" panose="020B0604030504040204" pitchFamily="34" charset="0"/>
                <a:ea typeface="黑体" panose="02010609060101010101" pitchFamily="49" charset="-122"/>
              </a:rPr>
              <a:t>例：正逻辑的与门等价负逻辑的或门</a:t>
            </a:r>
          </a:p>
        </p:txBody>
      </p:sp>
      <p:grpSp>
        <p:nvGrpSpPr>
          <p:cNvPr id="43028" name="Group 20"/>
          <p:cNvGrpSpPr/>
          <p:nvPr/>
        </p:nvGrpSpPr>
        <p:grpSpPr>
          <a:xfrm>
            <a:off x="76200" y="1295400"/>
            <a:ext cx="8915400" cy="4648200"/>
            <a:chOff x="48" y="816"/>
            <a:chExt cx="5616" cy="2928"/>
          </a:xfrm>
        </p:grpSpPr>
        <p:sp>
          <p:nvSpPr>
            <p:cNvPr id="78853" name="Rectangle 3"/>
            <p:cNvSpPr/>
            <p:nvPr/>
          </p:nvSpPr>
          <p:spPr>
            <a:xfrm>
              <a:off x="288" y="2208"/>
              <a:ext cx="5275"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0V        0V          0V        0   0   0     1   1   1</a:t>
              </a:r>
            </a:p>
          </p:txBody>
        </p:sp>
        <p:sp>
          <p:nvSpPr>
            <p:cNvPr id="78854" name="Rectangle 4"/>
            <p:cNvSpPr/>
            <p:nvPr/>
          </p:nvSpPr>
          <p:spPr>
            <a:xfrm>
              <a:off x="192" y="2496"/>
              <a:ext cx="5359"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 0V      +3.6V       0V        0   1   0     1   0   1</a:t>
              </a:r>
            </a:p>
          </p:txBody>
        </p:sp>
        <p:sp>
          <p:nvSpPr>
            <p:cNvPr id="78855" name="Rectangle 5"/>
            <p:cNvSpPr/>
            <p:nvPr/>
          </p:nvSpPr>
          <p:spPr>
            <a:xfrm>
              <a:off x="48" y="2880"/>
              <a:ext cx="5519"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 +3.6V     0V          0V        1   0   0     0   1   1</a:t>
              </a:r>
            </a:p>
          </p:txBody>
        </p:sp>
        <p:sp>
          <p:nvSpPr>
            <p:cNvPr id="78856" name="Rectangle 6"/>
            <p:cNvSpPr/>
            <p:nvPr/>
          </p:nvSpPr>
          <p:spPr>
            <a:xfrm>
              <a:off x="48" y="3264"/>
              <a:ext cx="5527"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 +3.6V   +3.6V     +3.6V     1   1   1     0   0   0</a:t>
              </a:r>
            </a:p>
          </p:txBody>
        </p:sp>
        <p:grpSp>
          <p:nvGrpSpPr>
            <p:cNvPr id="78857" name="Group 7"/>
            <p:cNvGrpSpPr/>
            <p:nvPr/>
          </p:nvGrpSpPr>
          <p:grpSpPr>
            <a:xfrm>
              <a:off x="144" y="816"/>
              <a:ext cx="5520" cy="2928"/>
              <a:chOff x="96" y="672"/>
              <a:chExt cx="5520" cy="2928"/>
            </a:xfrm>
          </p:grpSpPr>
          <p:sp>
            <p:nvSpPr>
              <p:cNvPr id="78858" name="Rectangle 8"/>
              <p:cNvSpPr/>
              <p:nvPr/>
            </p:nvSpPr>
            <p:spPr>
              <a:xfrm>
                <a:off x="96" y="672"/>
                <a:ext cx="5520" cy="2928"/>
              </a:xfrm>
              <a:prstGeom prst="rect">
                <a:avLst/>
              </a:prstGeom>
              <a:noFill/>
              <a:ln w="1905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endParaRPr lang="zh-CN" altLang="en-US" sz="2400" dirty="0"/>
              </a:p>
            </p:txBody>
          </p:sp>
          <p:sp>
            <p:nvSpPr>
              <p:cNvPr id="78859" name="Line 9"/>
              <p:cNvSpPr/>
              <p:nvPr/>
            </p:nvSpPr>
            <p:spPr>
              <a:xfrm>
                <a:off x="96" y="1344"/>
                <a:ext cx="5520" cy="0"/>
              </a:xfrm>
              <a:prstGeom prst="line">
                <a:avLst/>
              </a:prstGeom>
              <a:ln w="19050" cap="flat" cmpd="sng">
                <a:solidFill>
                  <a:schemeClr val="tx1"/>
                </a:solidFill>
                <a:prstDash val="solid"/>
                <a:miter/>
                <a:headEnd type="none" w="med" len="med"/>
                <a:tailEnd type="none" w="med" len="med"/>
              </a:ln>
            </p:spPr>
          </p:sp>
          <p:sp>
            <p:nvSpPr>
              <p:cNvPr id="78860" name="Line 10"/>
              <p:cNvSpPr/>
              <p:nvPr/>
            </p:nvSpPr>
            <p:spPr>
              <a:xfrm>
                <a:off x="96" y="1728"/>
                <a:ext cx="5520" cy="0"/>
              </a:xfrm>
              <a:prstGeom prst="line">
                <a:avLst/>
              </a:prstGeom>
              <a:ln w="19050" cap="flat" cmpd="sng">
                <a:solidFill>
                  <a:schemeClr val="tx1"/>
                </a:solidFill>
                <a:prstDash val="solid"/>
                <a:miter/>
                <a:headEnd type="none" w="med" len="med"/>
                <a:tailEnd type="none" w="med" len="med"/>
              </a:ln>
            </p:spPr>
          </p:sp>
          <p:sp>
            <p:nvSpPr>
              <p:cNvPr id="78861" name="Line 11"/>
              <p:cNvSpPr/>
              <p:nvPr/>
            </p:nvSpPr>
            <p:spPr>
              <a:xfrm>
                <a:off x="96" y="2112"/>
                <a:ext cx="5520" cy="0"/>
              </a:xfrm>
              <a:prstGeom prst="line">
                <a:avLst/>
              </a:prstGeom>
              <a:ln w="19050" cap="flat" cmpd="sng">
                <a:solidFill>
                  <a:schemeClr val="tx1"/>
                </a:solidFill>
                <a:prstDash val="solid"/>
                <a:miter/>
                <a:headEnd type="none" w="med" len="med"/>
                <a:tailEnd type="none" w="med" len="med"/>
              </a:ln>
            </p:spPr>
          </p:sp>
          <p:sp>
            <p:nvSpPr>
              <p:cNvPr id="78862" name="Line 12"/>
              <p:cNvSpPr/>
              <p:nvPr/>
            </p:nvSpPr>
            <p:spPr>
              <a:xfrm>
                <a:off x="3024" y="672"/>
                <a:ext cx="0" cy="2928"/>
              </a:xfrm>
              <a:prstGeom prst="line">
                <a:avLst/>
              </a:prstGeom>
              <a:ln w="19050" cap="flat" cmpd="sng">
                <a:solidFill>
                  <a:schemeClr val="tx1"/>
                </a:solidFill>
                <a:prstDash val="solid"/>
                <a:miter/>
                <a:headEnd type="none" w="med" len="med"/>
                <a:tailEnd type="none" w="med" len="med"/>
              </a:ln>
            </p:spPr>
          </p:sp>
          <p:sp>
            <p:nvSpPr>
              <p:cNvPr id="78863" name="Line 13"/>
              <p:cNvSpPr/>
              <p:nvPr/>
            </p:nvSpPr>
            <p:spPr>
              <a:xfrm>
                <a:off x="4320" y="672"/>
                <a:ext cx="0" cy="2928"/>
              </a:xfrm>
              <a:prstGeom prst="line">
                <a:avLst/>
              </a:prstGeom>
              <a:ln w="19050" cap="flat" cmpd="sng">
                <a:solidFill>
                  <a:schemeClr val="tx1"/>
                </a:solidFill>
                <a:prstDash val="solid"/>
                <a:miter/>
                <a:headEnd type="none" w="med" len="med"/>
                <a:tailEnd type="none" w="med" len="med"/>
              </a:ln>
            </p:spPr>
          </p:sp>
          <p:sp>
            <p:nvSpPr>
              <p:cNvPr id="78864" name="Line 14"/>
              <p:cNvSpPr/>
              <p:nvPr/>
            </p:nvSpPr>
            <p:spPr>
              <a:xfrm>
                <a:off x="1920" y="1344"/>
                <a:ext cx="0" cy="2256"/>
              </a:xfrm>
              <a:prstGeom prst="line">
                <a:avLst/>
              </a:prstGeom>
              <a:ln w="19050" cap="flat" cmpd="sng">
                <a:solidFill>
                  <a:schemeClr val="tx1"/>
                </a:solidFill>
                <a:prstDash val="solid"/>
                <a:miter/>
                <a:headEnd type="none" w="med" len="med"/>
                <a:tailEnd type="none" w="med" len="med"/>
              </a:ln>
            </p:spPr>
          </p:sp>
          <p:sp>
            <p:nvSpPr>
              <p:cNvPr id="78865" name="Rectangle 15"/>
              <p:cNvSpPr/>
              <p:nvPr/>
            </p:nvSpPr>
            <p:spPr>
              <a:xfrm>
                <a:off x="1056" y="854"/>
                <a:ext cx="434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电平表           正逻辑    负逻辑</a:t>
                </a:r>
              </a:p>
            </p:txBody>
          </p:sp>
          <p:sp>
            <p:nvSpPr>
              <p:cNvPr id="78866" name="Rectangle 16"/>
              <p:cNvSpPr/>
              <p:nvPr/>
            </p:nvSpPr>
            <p:spPr>
              <a:xfrm>
                <a:off x="576" y="1334"/>
                <a:ext cx="485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输入        输出     真值表    真值表</a:t>
                </a:r>
              </a:p>
            </p:txBody>
          </p:sp>
          <p:sp>
            <p:nvSpPr>
              <p:cNvPr id="78867" name="Rectangle 17"/>
              <p:cNvSpPr/>
              <p:nvPr/>
            </p:nvSpPr>
            <p:spPr>
              <a:xfrm>
                <a:off x="240" y="1728"/>
                <a:ext cx="5247"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V</a:t>
                </a:r>
                <a:r>
                  <a:rPr lang="en-US" altLang="zh-CN" baseline="-25000" dirty="0">
                    <a:latin typeface="Tahoma" panose="020B0604030504040204" pitchFamily="34" charset="0"/>
                  </a:rPr>
                  <a:t>A              </a:t>
                </a:r>
                <a:r>
                  <a:rPr lang="en-US" altLang="zh-CN" dirty="0">
                    <a:latin typeface="Tahoma" panose="020B0604030504040204" pitchFamily="34" charset="0"/>
                  </a:rPr>
                  <a:t>V</a:t>
                </a:r>
                <a:r>
                  <a:rPr lang="en-US" altLang="zh-CN" baseline="-25000" dirty="0">
                    <a:latin typeface="Tahoma" panose="020B0604030504040204" pitchFamily="34" charset="0"/>
                  </a:rPr>
                  <a:t>B               </a:t>
                </a:r>
                <a:r>
                  <a:rPr lang="en-US" altLang="zh-CN" dirty="0">
                    <a:latin typeface="Tahoma" panose="020B0604030504040204" pitchFamily="34" charset="0"/>
                  </a:rPr>
                  <a:t>V</a:t>
                </a:r>
                <a:r>
                  <a:rPr lang="en-US" altLang="zh-CN" baseline="-25000" dirty="0">
                    <a:latin typeface="Tahoma" panose="020B0604030504040204" pitchFamily="34" charset="0"/>
                  </a:rPr>
                  <a:t>F             </a:t>
                </a:r>
                <a:r>
                  <a:rPr lang="en-US" altLang="zh-CN" dirty="0">
                    <a:latin typeface="Tahoma" panose="020B0604030504040204" pitchFamily="34" charset="0"/>
                  </a:rPr>
                  <a:t>A  B   F     A   B   F</a:t>
                </a:r>
              </a:p>
            </p:txBody>
          </p:sp>
          <p:sp>
            <p:nvSpPr>
              <p:cNvPr id="78868" name="Line 18"/>
              <p:cNvSpPr/>
              <p:nvPr/>
            </p:nvSpPr>
            <p:spPr>
              <a:xfrm>
                <a:off x="3888" y="1728"/>
                <a:ext cx="0" cy="1872"/>
              </a:xfrm>
              <a:prstGeom prst="line">
                <a:avLst/>
              </a:prstGeom>
              <a:ln w="19050" cap="flat" cmpd="sng">
                <a:solidFill>
                  <a:schemeClr val="tx1"/>
                </a:solidFill>
                <a:prstDash val="solid"/>
                <a:miter/>
                <a:headEnd type="none" w="med" len="med"/>
                <a:tailEnd type="none" w="med" len="med"/>
              </a:ln>
            </p:spPr>
          </p:sp>
          <p:sp>
            <p:nvSpPr>
              <p:cNvPr id="78869" name="Line 19"/>
              <p:cNvSpPr/>
              <p:nvPr/>
            </p:nvSpPr>
            <p:spPr>
              <a:xfrm>
                <a:off x="5232" y="1728"/>
                <a:ext cx="0" cy="1872"/>
              </a:xfrm>
              <a:prstGeom prst="line">
                <a:avLst/>
              </a:prstGeom>
              <a:ln w="19050" cap="flat" cmpd="sng">
                <a:solidFill>
                  <a:schemeClr val="tx1"/>
                </a:solidFill>
                <a:prstDash val="solid"/>
                <a:miter/>
                <a:headEnd type="none" w="med" len="med"/>
                <a:tailEnd type="none" w="med" len="med"/>
              </a:ln>
            </p:spPr>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010"/>
                                        </p:tgtEl>
                                        <p:attrNameLst>
                                          <p:attrName>style.visibility</p:attrName>
                                        </p:attrNameLst>
                                      </p:cBhvr>
                                      <p:to>
                                        <p:strVal val="visible"/>
                                      </p:to>
                                    </p:set>
                                    <p:anim calcmode="lin" valueType="num">
                                      <p:cBhvr additive="base">
                                        <p:cTn id="7" dur="500" fill="hold"/>
                                        <p:tgtEl>
                                          <p:spTgt spid="43010"/>
                                        </p:tgtEl>
                                        <p:attrNameLst>
                                          <p:attrName>ppt_x</p:attrName>
                                        </p:attrNameLst>
                                      </p:cBhvr>
                                      <p:tavLst>
                                        <p:tav tm="0">
                                          <p:val>
                                            <p:strVal val="0-#ppt_w/2"/>
                                          </p:val>
                                        </p:tav>
                                        <p:tav tm="100000">
                                          <p:val>
                                            <p:strVal val="#ppt_x"/>
                                          </p:val>
                                        </p:tav>
                                      </p:tavLst>
                                    </p:anim>
                                    <p:anim calcmode="lin" valueType="num">
                                      <p:cBhvr additive="base">
                                        <p:cTn id="8" dur="500" fill="hold"/>
                                        <p:tgtEl>
                                          <p:spTgt spid="430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43028"/>
                                        </p:tgtEl>
                                        <p:attrNameLst>
                                          <p:attrName>style.visibility</p:attrName>
                                        </p:attrNameLst>
                                      </p:cBhvr>
                                      <p:to>
                                        <p:strVal val="visible"/>
                                      </p:to>
                                    </p:set>
                                    <p:animEffect transition="in" filter="dissolve">
                                      <p:cBhvr>
                                        <p:cTn id="13" dur="500"/>
                                        <p:tgtEl>
                                          <p:spTgt spid="43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30</a:t>
            </a:fld>
            <a:endParaRPr lang="en-US" altLang="zh-CN" sz="1400" dirty="0"/>
          </a:p>
        </p:txBody>
      </p:sp>
      <p:sp>
        <p:nvSpPr>
          <p:cNvPr id="44034" name="Rectangle 2"/>
          <p:cNvSpPr/>
          <p:nvPr/>
        </p:nvSpPr>
        <p:spPr>
          <a:xfrm>
            <a:off x="131763" y="1122363"/>
            <a:ext cx="8001000" cy="701675"/>
          </a:xfrm>
          <a:prstGeom prst="rect">
            <a:avLst/>
          </a:prstGeom>
          <a:solidFill>
            <a:srgbClr val="FFFF00"/>
          </a:solidFill>
          <a:ln w="9525">
            <a:noFill/>
          </a:ln>
        </p:spPr>
        <p:txBody>
          <a:bodyPr anchor="b">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4000" b="1" dirty="0">
                <a:solidFill>
                  <a:schemeClr val="tx2"/>
                </a:solidFill>
                <a:latin typeface="黑体" panose="02010609060101010101" pitchFamily="49" charset="-122"/>
                <a:ea typeface="黑体" panose="02010609060101010101" pitchFamily="49" charset="-122"/>
              </a:rPr>
              <a:t>2.3.1 </a:t>
            </a:r>
            <a:r>
              <a:rPr lang="zh-CN" altLang="en-US" sz="4000" b="1" dirty="0">
                <a:solidFill>
                  <a:schemeClr val="tx2"/>
                </a:solidFill>
                <a:latin typeface="黑体" panose="02010609060101010101" pitchFamily="49" charset="-122"/>
                <a:ea typeface="黑体" panose="02010609060101010101" pitchFamily="49" charset="-122"/>
              </a:rPr>
              <a:t>逻辑函数表达式的基本形式</a:t>
            </a:r>
          </a:p>
        </p:txBody>
      </p:sp>
      <p:sp>
        <p:nvSpPr>
          <p:cNvPr id="44035" name="Rectangle 3"/>
          <p:cNvSpPr/>
          <p:nvPr/>
        </p:nvSpPr>
        <p:spPr>
          <a:xfrm>
            <a:off x="146050" y="3810000"/>
            <a:ext cx="7121525" cy="579438"/>
          </a:xfrm>
          <a:prstGeom prst="rect">
            <a:avLst/>
          </a:prstGeom>
          <a:solidFill>
            <a:srgbClr val="99FF33"/>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latin typeface="黑体" panose="02010609060101010101" pitchFamily="49" charset="-122"/>
                <a:ea typeface="黑体" panose="02010609060101010101" pitchFamily="49" charset="-122"/>
              </a:rPr>
              <a:t>一、标准与或式</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积之和</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、最小项和式</a:t>
            </a:r>
          </a:p>
        </p:txBody>
      </p:sp>
      <p:sp>
        <p:nvSpPr>
          <p:cNvPr id="44037" name="Rectangle 5"/>
          <p:cNvSpPr/>
          <p:nvPr/>
        </p:nvSpPr>
        <p:spPr>
          <a:xfrm>
            <a:off x="152400" y="5303838"/>
            <a:ext cx="7121525" cy="579437"/>
          </a:xfrm>
          <a:prstGeom prst="rect">
            <a:avLst/>
          </a:prstGeom>
          <a:solidFill>
            <a:srgbClr val="99FF33"/>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latin typeface="黑体" panose="02010609060101010101" pitchFamily="49" charset="-122"/>
                <a:ea typeface="黑体" panose="02010609060101010101" pitchFamily="49" charset="-122"/>
              </a:rPr>
              <a:t>二、标准或与式</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和之积</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、最大项积式</a:t>
            </a:r>
          </a:p>
        </p:txBody>
      </p:sp>
      <p:sp>
        <p:nvSpPr>
          <p:cNvPr id="44041" name="Rectangle 9"/>
          <p:cNvSpPr/>
          <p:nvPr/>
        </p:nvSpPr>
        <p:spPr>
          <a:xfrm>
            <a:off x="193675" y="2009775"/>
            <a:ext cx="8839200" cy="1592263"/>
          </a:xfrm>
          <a:prstGeom prst="rect">
            <a:avLst/>
          </a:prstGeom>
          <a:noFill/>
          <a:ln w="38100"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solidFill>
                  <a:schemeClr val="accent2"/>
                </a:solidFill>
                <a:latin typeface="黑体" panose="02010609060101010101" pitchFamily="49" charset="-122"/>
                <a:ea typeface="黑体" panose="02010609060101010101" pitchFamily="49" charset="-122"/>
              </a:rPr>
              <a:t>标准式的定义：</a:t>
            </a:r>
            <a:r>
              <a:rPr lang="en-US" altLang="zh-CN" dirty="0">
                <a:latin typeface="黑体" panose="02010609060101010101" pitchFamily="49" charset="-122"/>
                <a:ea typeface="黑体" panose="02010609060101010101" pitchFamily="49" charset="-122"/>
              </a:rPr>
              <a:t>n</a:t>
            </a:r>
            <a:r>
              <a:rPr lang="zh-CN" altLang="en-US" dirty="0">
                <a:latin typeface="黑体" panose="02010609060101010101" pitchFamily="49" charset="-122"/>
                <a:ea typeface="黑体" panose="02010609060101010101" pitchFamily="49" charset="-122"/>
              </a:rPr>
              <a:t>个变量组成的函数式，其中每个变量在函数式的每一项中都必须以原变量或反变量的形式出现且仅出现一次。</a:t>
            </a:r>
          </a:p>
        </p:txBody>
      </p:sp>
      <p:grpSp>
        <p:nvGrpSpPr>
          <p:cNvPr id="44045" name="Group 13"/>
          <p:cNvGrpSpPr/>
          <p:nvPr/>
        </p:nvGrpSpPr>
        <p:grpSpPr>
          <a:xfrm>
            <a:off x="990600" y="4484688"/>
            <a:ext cx="6067425" cy="666750"/>
            <a:chOff x="624" y="1785"/>
            <a:chExt cx="3822" cy="420"/>
          </a:xfrm>
        </p:grpSpPr>
        <p:sp>
          <p:nvSpPr>
            <p:cNvPr id="80908" name="Rectangle 4"/>
            <p:cNvSpPr/>
            <p:nvPr/>
          </p:nvSpPr>
          <p:spPr>
            <a:xfrm>
              <a:off x="624" y="1785"/>
              <a:ext cx="50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如</a:t>
              </a:r>
              <a:r>
                <a:rPr lang="en-US" altLang="zh-CN" dirty="0">
                  <a:latin typeface="黑体" panose="02010609060101010101" pitchFamily="49" charset="-122"/>
                  <a:ea typeface="黑体" panose="02010609060101010101" pitchFamily="49" charset="-122"/>
                </a:rPr>
                <a:t>:</a:t>
              </a:r>
            </a:p>
          </p:txBody>
        </p:sp>
        <mc:AlternateContent xmlns:mc="http://schemas.openxmlformats.org/markup-compatibility/2006" xmlns:a14="http://schemas.microsoft.com/office/drawing/2010/main">
          <mc:Choice Requires="a14">
            <p:sp>
              <p:nvSpPr>
                <p:cNvPr id="80909" name="Object 10"/>
                <p:cNvSpPr txBox="1"/>
                <p:nvPr/>
              </p:nvSpPr>
              <p:spPr>
                <a:xfrm>
                  <a:off x="1152" y="1795"/>
                  <a:ext cx="3294" cy="41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𝐴𝐵𝐶</m:t>
                        </m:r>
                      </m:oMath>
                    </m:oMathPara>
                  </a14:m>
                  <a:endParaRPr lang="zh-CN" altLang="en-US"/>
                </a:p>
              </p:txBody>
            </p:sp>
          </mc:Choice>
          <mc:Fallback xmlns="">
            <p:sp>
              <p:nvSpPr>
                <p:cNvPr id="80909" name="Object 10"/>
                <p:cNvSpPr txBox="1">
                  <a:spLocks noRot="1" noChangeAspect="1" noMove="1" noResize="1" noEditPoints="1" noAdjustHandles="1" noChangeArrowheads="1" noChangeShapeType="1" noTextEdit="1"/>
                </p:cNvSpPr>
                <p:nvPr/>
              </p:nvSpPr>
              <p:spPr>
                <a:xfrm>
                  <a:off x="1152" y="1795"/>
                  <a:ext cx="3294" cy="410"/>
                </a:xfrm>
                <a:prstGeom prst="rect">
                  <a:avLst/>
                </a:prstGeom>
                <a:blipFill>
                  <a:blip r:embed="rId3"/>
                  <a:stretch>
                    <a:fillRect/>
                  </a:stretch>
                </a:blipFill>
                <a:ln w="38100">
                  <a:noFill/>
                  <a:miter/>
                </a:ln>
              </p:spPr>
              <p:txBody>
                <a:bodyPr/>
                <a:lstStyle/>
                <a:p>
                  <a:r>
                    <a:rPr lang="zh-CN" altLang="en-US">
                      <a:noFill/>
                    </a:rPr>
                    <a:t> </a:t>
                  </a:r>
                </a:p>
              </p:txBody>
            </p:sp>
          </mc:Fallback>
        </mc:AlternateContent>
      </p:grpSp>
      <p:grpSp>
        <p:nvGrpSpPr>
          <p:cNvPr id="44047" name="Group 15"/>
          <p:cNvGrpSpPr/>
          <p:nvPr/>
        </p:nvGrpSpPr>
        <p:grpSpPr>
          <a:xfrm>
            <a:off x="685800" y="5989638"/>
            <a:ext cx="8382000" cy="676275"/>
            <a:chOff x="480" y="2841"/>
            <a:chExt cx="5280" cy="426"/>
          </a:xfrm>
        </p:grpSpPr>
        <p:sp>
          <p:nvSpPr>
            <p:cNvPr id="80906" name="Rectangle 6"/>
            <p:cNvSpPr/>
            <p:nvPr/>
          </p:nvSpPr>
          <p:spPr>
            <a:xfrm>
              <a:off x="480" y="2841"/>
              <a:ext cx="50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如</a:t>
              </a:r>
              <a:r>
                <a:rPr lang="en-US" altLang="zh-CN" dirty="0">
                  <a:latin typeface="黑体" panose="02010609060101010101" pitchFamily="49" charset="-122"/>
                  <a:ea typeface="黑体" panose="02010609060101010101" pitchFamily="49" charset="-122"/>
                </a:rPr>
                <a:t>:</a:t>
              </a:r>
            </a:p>
          </p:txBody>
        </p:sp>
        <mc:AlternateContent xmlns:mc="http://schemas.openxmlformats.org/markup-compatibility/2006" xmlns:a14="http://schemas.microsoft.com/office/drawing/2010/main">
          <mc:Choice Requires="a14">
            <p:sp>
              <p:nvSpPr>
                <p:cNvPr id="80907" name="Object 11"/>
                <p:cNvSpPr txBox="1"/>
                <p:nvPr/>
              </p:nvSpPr>
              <p:spPr>
                <a:xfrm>
                  <a:off x="960" y="2851"/>
                  <a:ext cx="4800" cy="41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80907" name="Object 11"/>
                <p:cNvSpPr txBox="1">
                  <a:spLocks noRot="1" noChangeAspect="1" noMove="1" noResize="1" noEditPoints="1" noAdjustHandles="1" noChangeArrowheads="1" noChangeShapeType="1" noTextEdit="1"/>
                </p:cNvSpPr>
                <p:nvPr/>
              </p:nvSpPr>
              <p:spPr>
                <a:xfrm>
                  <a:off x="960" y="2851"/>
                  <a:ext cx="4800" cy="416"/>
                </a:xfrm>
                <a:prstGeom prst="rect">
                  <a:avLst/>
                </a:prstGeom>
                <a:blipFill>
                  <a:blip r:embed="rId4"/>
                  <a:stretch>
                    <a:fillRect/>
                  </a:stretch>
                </a:blipFill>
                <a:ln w="38100">
                  <a:noFill/>
                  <a:miter/>
                </a:ln>
              </p:spPr>
              <p:txBody>
                <a:bodyPr/>
                <a:lstStyle/>
                <a:p>
                  <a:r>
                    <a:rPr lang="zh-CN" altLang="en-US">
                      <a:noFill/>
                    </a:rPr>
                    <a:t> </a:t>
                  </a:r>
                </a:p>
              </p:txBody>
            </p:sp>
          </mc:Fallback>
        </mc:AlternateContent>
      </p:grpSp>
      <p:sp>
        <p:nvSpPr>
          <p:cNvPr id="44044" name="Rectangle 12"/>
          <p:cNvSpPr>
            <a:spLocks noChangeArrowheads="1"/>
          </p:cNvSpPr>
          <p:nvPr/>
        </p:nvSpPr>
        <p:spPr bwMode="auto">
          <a:xfrm>
            <a:off x="96838" y="182563"/>
            <a:ext cx="8943975" cy="731838"/>
          </a:xfrm>
          <a:prstGeom prst="rect">
            <a:avLst/>
          </a:prstGeom>
          <a:solidFill>
            <a:srgbClr val="FF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defRPr kumimoji="1" sz="2400">
                <a:solidFill>
                  <a:schemeClr val="tx1"/>
                </a:solidFill>
                <a:latin typeface="Times New Roman" panose="02020603050405020304" charset="0"/>
                <a:ea typeface="宋体" panose="02010600030101010101" pitchFamily="2" charset="-122"/>
              </a:defRPr>
            </a:lvl1pPr>
            <a:lvl2pPr>
              <a:defRPr kumimoji="1" sz="2400">
                <a:solidFill>
                  <a:schemeClr val="tx1"/>
                </a:solidFill>
                <a:latin typeface="Times New Roman" panose="02020603050405020304" charset="0"/>
                <a:ea typeface="宋体" panose="02010600030101010101" pitchFamily="2" charset="-122"/>
              </a:defRPr>
            </a:lvl2pPr>
            <a:lvl3pPr>
              <a:defRPr kumimoji="1" sz="2400">
                <a:solidFill>
                  <a:schemeClr val="tx1"/>
                </a:solidFill>
                <a:latin typeface="Times New Roman" panose="02020603050405020304" charset="0"/>
                <a:ea typeface="宋体" panose="02010600030101010101" pitchFamily="2" charset="-122"/>
              </a:defRPr>
            </a:lvl3pPr>
            <a:lvl4pPr>
              <a:defRPr kumimoji="1" sz="2400">
                <a:solidFill>
                  <a:schemeClr val="tx1"/>
                </a:solidFill>
                <a:latin typeface="Times New Roman" panose="02020603050405020304" charset="0"/>
                <a:ea typeface="宋体" panose="02010600030101010101" pitchFamily="2" charset="-122"/>
              </a:defRPr>
            </a:lvl4pPr>
            <a:lvl5pPr>
              <a:defRPr kumimoji="1" sz="2400">
                <a:solidFill>
                  <a:schemeClr val="tx1"/>
                </a:solidFill>
                <a:latin typeface="Times New Roman" panose="02020603050405020304"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4200" b="1" i="0" u="none" strike="noStrike" kern="1200" cap="none" spc="0" normalizeH="0" baseline="0" noProof="0">
                <a:ln>
                  <a:noFill/>
                </a:ln>
                <a:solidFill>
                  <a:schemeClr val="tx2"/>
                </a:solidFill>
                <a:effectLst/>
                <a:uLnTx/>
                <a:uFillTx/>
                <a:latin typeface="黑体" panose="02010609060101010101" pitchFamily="49" charset="-122"/>
                <a:ea typeface="黑体" panose="02010609060101010101" pitchFamily="49" charset="-122"/>
                <a:cs typeface="+mn-cs"/>
              </a:rPr>
              <a:t>2.3.1 </a:t>
            </a:r>
            <a:r>
              <a:rPr kumimoji="1" lang="zh-CN" altLang="en-US" sz="4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逻辑函数表达式的形式与变换</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044"/>
                                        </p:tgtEl>
                                        <p:attrNameLst>
                                          <p:attrName>style.visibility</p:attrName>
                                        </p:attrNameLst>
                                      </p:cBhvr>
                                      <p:to>
                                        <p:strVal val="visible"/>
                                      </p:to>
                                    </p:set>
                                    <p:anim calcmode="lin" valueType="num">
                                      <p:cBhvr additive="base">
                                        <p:cTn id="7" dur="500" fill="hold"/>
                                        <p:tgtEl>
                                          <p:spTgt spid="44044"/>
                                        </p:tgtEl>
                                        <p:attrNameLst>
                                          <p:attrName>ppt_x</p:attrName>
                                        </p:attrNameLst>
                                      </p:cBhvr>
                                      <p:tavLst>
                                        <p:tav tm="0">
                                          <p:val>
                                            <p:strVal val="0-#ppt_w/2"/>
                                          </p:val>
                                        </p:tav>
                                        <p:tav tm="100000">
                                          <p:val>
                                            <p:strVal val="#ppt_x"/>
                                          </p:val>
                                        </p:tav>
                                      </p:tavLst>
                                    </p:anim>
                                    <p:anim calcmode="lin" valueType="num">
                                      <p:cBhvr additive="base">
                                        <p:cTn id="8" dur="500" fill="hold"/>
                                        <p:tgtEl>
                                          <p:spTgt spid="440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034"/>
                                        </p:tgtEl>
                                        <p:attrNameLst>
                                          <p:attrName>style.visibility</p:attrName>
                                        </p:attrNameLst>
                                      </p:cBhvr>
                                      <p:to>
                                        <p:strVal val="visible"/>
                                      </p:to>
                                    </p:set>
                                    <p:anim calcmode="lin" valueType="num">
                                      <p:cBhvr additive="base">
                                        <p:cTn id="13" dur="500" fill="hold"/>
                                        <p:tgtEl>
                                          <p:spTgt spid="44034"/>
                                        </p:tgtEl>
                                        <p:attrNameLst>
                                          <p:attrName>ppt_x</p:attrName>
                                        </p:attrNameLst>
                                      </p:cBhvr>
                                      <p:tavLst>
                                        <p:tav tm="0">
                                          <p:val>
                                            <p:strVal val="0-#ppt_w/2"/>
                                          </p:val>
                                        </p:tav>
                                        <p:tav tm="100000">
                                          <p:val>
                                            <p:strVal val="#ppt_x"/>
                                          </p:val>
                                        </p:tav>
                                      </p:tavLst>
                                    </p:anim>
                                    <p:anim calcmode="lin" valueType="num">
                                      <p:cBhvr additive="base">
                                        <p:cTn id="14" dur="500" fill="hold"/>
                                        <p:tgtEl>
                                          <p:spTgt spid="4403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44041"/>
                                        </p:tgtEl>
                                        <p:attrNameLst>
                                          <p:attrName>style.visibility</p:attrName>
                                        </p:attrNameLst>
                                      </p:cBhvr>
                                      <p:to>
                                        <p:strVal val="visible"/>
                                      </p:to>
                                    </p:set>
                                    <p:animEffect transition="in" filter="box(in)">
                                      <p:cBhvr>
                                        <p:cTn id="19" dur="500"/>
                                        <p:tgtEl>
                                          <p:spTgt spid="44041"/>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44035"/>
                                        </p:tgtEl>
                                        <p:attrNameLst>
                                          <p:attrName>style.visibility</p:attrName>
                                        </p:attrNameLst>
                                      </p:cBhvr>
                                      <p:to>
                                        <p:strVal val="visible"/>
                                      </p:to>
                                    </p:set>
                                    <p:anim calcmode="lin" valueType="num">
                                      <p:cBhvr additive="base">
                                        <p:cTn id="24" dur="500" fill="hold"/>
                                        <p:tgtEl>
                                          <p:spTgt spid="44035"/>
                                        </p:tgtEl>
                                        <p:attrNameLst>
                                          <p:attrName>ppt_x</p:attrName>
                                        </p:attrNameLst>
                                      </p:cBhvr>
                                      <p:tavLst>
                                        <p:tav tm="0">
                                          <p:val>
                                            <p:strVal val="0-#ppt_w/2"/>
                                          </p:val>
                                        </p:tav>
                                        <p:tav tm="100000">
                                          <p:val>
                                            <p:strVal val="#ppt_x"/>
                                          </p:val>
                                        </p:tav>
                                      </p:tavLst>
                                    </p:anim>
                                    <p:anim calcmode="lin" valueType="num">
                                      <p:cBhvr additive="base">
                                        <p:cTn id="25" dur="500" fill="hold"/>
                                        <p:tgtEl>
                                          <p:spTgt spid="44035"/>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44045"/>
                                        </p:tgtEl>
                                        <p:attrNameLst>
                                          <p:attrName>style.visibility</p:attrName>
                                        </p:attrNameLst>
                                      </p:cBhvr>
                                      <p:to>
                                        <p:strVal val="visible"/>
                                      </p:to>
                                    </p:set>
                                    <p:animEffect transition="in" filter="dissolve">
                                      <p:cBhvr>
                                        <p:cTn id="30" dur="500"/>
                                        <p:tgtEl>
                                          <p:spTgt spid="44045"/>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44037"/>
                                        </p:tgtEl>
                                        <p:attrNameLst>
                                          <p:attrName>style.visibility</p:attrName>
                                        </p:attrNameLst>
                                      </p:cBhvr>
                                      <p:to>
                                        <p:strVal val="visible"/>
                                      </p:to>
                                    </p:set>
                                    <p:anim calcmode="lin" valueType="num">
                                      <p:cBhvr additive="base">
                                        <p:cTn id="35" dur="500" fill="hold"/>
                                        <p:tgtEl>
                                          <p:spTgt spid="44037"/>
                                        </p:tgtEl>
                                        <p:attrNameLst>
                                          <p:attrName>ppt_x</p:attrName>
                                        </p:attrNameLst>
                                      </p:cBhvr>
                                      <p:tavLst>
                                        <p:tav tm="0">
                                          <p:val>
                                            <p:strVal val="0-#ppt_w/2"/>
                                          </p:val>
                                        </p:tav>
                                        <p:tav tm="100000">
                                          <p:val>
                                            <p:strVal val="#ppt_x"/>
                                          </p:val>
                                        </p:tav>
                                      </p:tavLst>
                                    </p:anim>
                                    <p:anim calcmode="lin" valueType="num">
                                      <p:cBhvr additive="base">
                                        <p:cTn id="36" dur="500" fill="hold"/>
                                        <p:tgtEl>
                                          <p:spTgt spid="44037"/>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44047"/>
                                        </p:tgtEl>
                                        <p:attrNameLst>
                                          <p:attrName>style.visibility</p:attrName>
                                        </p:attrNameLst>
                                      </p:cBhvr>
                                      <p:to>
                                        <p:strVal val="visible"/>
                                      </p:to>
                                    </p:set>
                                    <p:animEffect transition="in" filter="dissolve">
                                      <p:cBhvr>
                                        <p:cTn id="41" dur="500"/>
                                        <p:tgtEl>
                                          <p:spTgt spid="440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animBg="1"/>
      <p:bldP spid="44035" grpId="0" animBg="1"/>
      <p:bldP spid="44037" grpId="0" animBg="1"/>
      <p:bldP spid="44041" grpId="0" animBg="1"/>
      <p:bldP spid="4404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31</a:t>
            </a:fld>
            <a:endParaRPr lang="en-US" altLang="zh-CN" sz="1400" dirty="0"/>
          </a:p>
        </p:txBody>
      </p:sp>
      <p:sp>
        <p:nvSpPr>
          <p:cNvPr id="45058" name="Rectangle 2"/>
          <p:cNvSpPr/>
          <p:nvPr/>
        </p:nvSpPr>
        <p:spPr>
          <a:xfrm>
            <a:off x="200025" y="76200"/>
            <a:ext cx="7115175" cy="762000"/>
          </a:xfrm>
          <a:prstGeom prst="rect">
            <a:avLst/>
          </a:prstGeom>
          <a:solidFill>
            <a:srgbClr val="FFFF00"/>
          </a:solidFill>
          <a:ln w="9525">
            <a:noFill/>
          </a:ln>
        </p:spPr>
        <p:txBody>
          <a:bodyPr anchor="b">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4400" b="1" dirty="0">
                <a:solidFill>
                  <a:schemeClr val="tx2"/>
                </a:solidFill>
                <a:latin typeface="黑体" panose="02010609060101010101" pitchFamily="49" charset="-122"/>
                <a:ea typeface="黑体" panose="02010609060101010101" pitchFamily="49" charset="-122"/>
              </a:rPr>
              <a:t>2.3.2 </a:t>
            </a:r>
            <a:r>
              <a:rPr lang="zh-CN" altLang="en-US" sz="4400" b="1" dirty="0">
                <a:solidFill>
                  <a:schemeClr val="tx2"/>
                </a:solidFill>
                <a:latin typeface="黑体" panose="02010609060101010101" pitchFamily="49" charset="-122"/>
                <a:ea typeface="黑体" panose="02010609060101010101" pitchFamily="49" charset="-122"/>
              </a:rPr>
              <a:t>逻辑函数的标准形式</a:t>
            </a:r>
          </a:p>
        </p:txBody>
      </p:sp>
      <p:sp>
        <p:nvSpPr>
          <p:cNvPr id="45063" name="Rectangle 7"/>
          <p:cNvSpPr>
            <a:spLocks noChangeArrowheads="1"/>
          </p:cNvSpPr>
          <p:nvPr/>
        </p:nvSpPr>
        <p:spPr bwMode="auto">
          <a:xfrm>
            <a:off x="214313" y="936625"/>
            <a:ext cx="2224088"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一、最小项</a:t>
            </a:r>
          </a:p>
        </p:txBody>
      </p:sp>
      <p:sp>
        <p:nvSpPr>
          <p:cNvPr id="45064" name="Rectangle 8"/>
          <p:cNvSpPr>
            <a:spLocks noChangeArrowheads="1"/>
          </p:cNvSpPr>
          <p:nvPr/>
        </p:nvSpPr>
        <p:spPr bwMode="auto">
          <a:xfrm>
            <a:off x="304800" y="1600200"/>
            <a:ext cx="8686800" cy="1592263"/>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定义：</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如果一个具有</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n</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个变量的函数的积项包含全部</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n</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个变量，每个变量都以原变量或反变量的形式出现一次，则这个积项称为</a:t>
            </a: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最小项</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sp>
        <p:nvSpPr>
          <p:cNvPr id="45067" name="Rectangle 11"/>
          <p:cNvSpPr>
            <a:spLocks noChangeArrowheads="1"/>
          </p:cNvSpPr>
          <p:nvPr/>
        </p:nvSpPr>
        <p:spPr bwMode="auto">
          <a:xfrm>
            <a:off x="304800" y="3276600"/>
            <a:ext cx="86868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若一个函数完全由最小项组成，则称其为</a:t>
            </a: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标准与或</a:t>
            </a:r>
            <a:r>
              <a:rPr kumimoji="1" lang="en-US" altLang="zh-CN"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积之和</a:t>
            </a:r>
            <a:r>
              <a:rPr kumimoji="1" lang="en-US" altLang="zh-CN"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表达式</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grpSp>
        <p:nvGrpSpPr>
          <p:cNvPr id="45060" name="Group 4"/>
          <p:cNvGrpSpPr/>
          <p:nvPr/>
        </p:nvGrpSpPr>
        <p:grpSpPr>
          <a:xfrm>
            <a:off x="6400800" y="6054725"/>
            <a:ext cx="2514600" cy="685800"/>
            <a:chOff x="1776" y="3648"/>
            <a:chExt cx="1680" cy="432"/>
          </a:xfrm>
        </p:grpSpPr>
        <p:sp>
          <p:nvSpPr>
            <p:cNvPr id="82957" name="Rectangle 5"/>
            <p:cNvSpPr/>
            <p:nvPr/>
          </p:nvSpPr>
          <p:spPr>
            <a:xfrm>
              <a:off x="1776" y="3648"/>
              <a:ext cx="320"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a:t>
              </a:r>
            </a:p>
          </p:txBody>
        </p:sp>
        <mc:AlternateContent xmlns:mc="http://schemas.openxmlformats.org/markup-compatibility/2006" xmlns:a14="http://schemas.microsoft.com/office/drawing/2010/main">
          <mc:Choice Requires="a14">
            <p:sp>
              <p:nvSpPr>
                <p:cNvPr id="82958" name="Object 6"/>
                <p:cNvSpPr txBox="1"/>
                <p:nvPr/>
              </p:nvSpPr>
              <p:spPr>
                <a:xfrm>
                  <a:off x="2112" y="3696"/>
                  <a:ext cx="1344" cy="384"/>
                </a:xfrm>
                <a:prstGeom prst="rect">
                  <a:avLst/>
                </a:prstGeom>
                <a:noFill/>
                <a:ln w="38100">
                  <a:noFill/>
                  <a:miter/>
                </a:ln>
              </p:spPr>
              <p:txBody>
                <a:bodyPr>
                  <a:normAutofit fontScale="55000" lnSpcReduction="20000"/>
                </a:bodyPr>
                <a:lstStyle/>
                <a:p>
                  <a:pPr/>
                  <a14:m>
                    <m:oMathPara xmlns:m="http://schemas.openxmlformats.org/officeDocument/2006/math">
                      <m:oMathParaPr>
                        <m:jc m:val="left"/>
                      </m:oMathParaPr>
                      <m:oMath xmlns:m="http://schemas.openxmlformats.org/officeDocument/2006/math">
                        <m:nary>
                          <m:naryPr>
                            <m:chr m:val="∑"/>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(2,3,5,6)</m:t>
                            </m:r>
                          </m:e>
                        </m:nary>
                      </m:oMath>
                    </m:oMathPara>
                  </a14:m>
                  <a:endParaRPr lang="zh-CN" altLang="en-US"/>
                </a:p>
              </p:txBody>
            </p:sp>
          </mc:Choice>
          <mc:Fallback xmlns="">
            <p:sp>
              <p:nvSpPr>
                <p:cNvPr id="82958" name="Object 6"/>
                <p:cNvSpPr txBox="1">
                  <a:spLocks noRot="1" noChangeAspect="1" noMove="1" noResize="1" noEditPoints="1" noAdjustHandles="1" noChangeArrowheads="1" noChangeShapeType="1" noTextEdit="1"/>
                </p:cNvSpPr>
                <p:nvPr/>
              </p:nvSpPr>
              <p:spPr>
                <a:xfrm>
                  <a:off x="2112" y="3696"/>
                  <a:ext cx="1344" cy="384"/>
                </a:xfrm>
                <a:prstGeom prst="rect">
                  <a:avLst/>
                </a:prstGeom>
                <a:blipFill>
                  <a:blip r:embed="rId3"/>
                  <a:stretch>
                    <a:fillRect l="-26667" t="-109000" b="-149000"/>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5070" name="Object 14"/>
              <p:cNvSpPr txBox="1"/>
              <p:nvPr/>
            </p:nvSpPr>
            <p:spPr>
              <a:xfrm>
                <a:off x="3203575" y="6089650"/>
                <a:ext cx="3273425" cy="61595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5</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6</m:t>
                          </m:r>
                        </m:sub>
                      </m:sSub>
                    </m:oMath>
                  </m:oMathPara>
                </a14:m>
                <a:endParaRPr lang="zh-CN" altLang="en-US"/>
              </a:p>
            </p:txBody>
          </p:sp>
        </mc:Choice>
        <mc:Fallback xmlns="">
          <p:sp>
            <p:nvSpPr>
              <p:cNvPr id="45070" name="Object 14"/>
              <p:cNvSpPr txBox="1">
                <a:spLocks noRot="1" noChangeAspect="1" noMove="1" noResize="1" noEditPoints="1" noAdjustHandles="1" noChangeArrowheads="1" noChangeShapeType="1" noTextEdit="1"/>
              </p:cNvSpPr>
              <p:nvPr/>
            </p:nvSpPr>
            <p:spPr>
              <a:xfrm>
                <a:off x="3203575" y="6089650"/>
                <a:ext cx="3273425" cy="615950"/>
              </a:xfrm>
              <a:prstGeom prst="rect">
                <a:avLst/>
              </a:prstGeom>
              <a:blipFill>
                <a:blip r:embed="rId4"/>
                <a:stretch>
                  <a:fillRect/>
                </a:stretch>
              </a:blipFill>
              <a:ln w="38100">
                <a:noFill/>
                <a:miter/>
              </a:ln>
            </p:spPr>
            <p:txBody>
              <a:bodyPr/>
              <a:lstStyle/>
              <a:p>
                <a:r>
                  <a:rPr lang="zh-CN" altLang="en-US">
                    <a:noFill/>
                  </a:rPr>
                  <a:t> </a:t>
                </a:r>
              </a:p>
            </p:txBody>
          </p:sp>
        </mc:Fallback>
      </mc:AlternateContent>
      <p:grpSp>
        <p:nvGrpSpPr>
          <p:cNvPr id="45075" name="Group 19"/>
          <p:cNvGrpSpPr/>
          <p:nvPr/>
        </p:nvGrpSpPr>
        <p:grpSpPr>
          <a:xfrm>
            <a:off x="450850" y="5562600"/>
            <a:ext cx="7381875" cy="655638"/>
            <a:chOff x="284" y="3504"/>
            <a:chExt cx="4650" cy="413"/>
          </a:xfrm>
        </p:grpSpPr>
        <mc:AlternateContent xmlns:mc="http://schemas.openxmlformats.org/markup-compatibility/2006" xmlns:a14="http://schemas.microsoft.com/office/drawing/2010/main">
          <mc:Choice Requires="a14">
            <p:sp>
              <p:nvSpPr>
                <p:cNvPr id="82955" name="Object 13"/>
                <p:cNvSpPr txBox="1"/>
                <p:nvPr/>
              </p:nvSpPr>
              <p:spPr>
                <a:xfrm>
                  <a:off x="953" y="3507"/>
                  <a:ext cx="3981" cy="41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𝐴</m:t>
                            </m:r>
                          </m:e>
                        </m:acc>
                        <m:r>
                          <a:rPr lang="zh-CN" altLang="en-US" i="1">
                            <a:solidFill>
                              <a:srgbClr val="000000"/>
                            </a:solidFill>
                            <a:latin typeface="Cambria Math" panose="02040503050406030204" pitchFamily="18" charset="0"/>
                          </a:rPr>
                          <m:t>𝐵</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𝐶</m:t>
                            </m:r>
                          </m:e>
                        </m:acc>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oMath>
                    </m:oMathPara>
                  </a14:m>
                  <a:endParaRPr lang="zh-CN" altLang="en-US"/>
                </a:p>
              </p:txBody>
            </p:sp>
          </mc:Choice>
          <mc:Fallback xmlns="">
            <p:sp>
              <p:nvSpPr>
                <p:cNvPr id="82955" name="Object 13"/>
                <p:cNvSpPr txBox="1">
                  <a:spLocks noRot="1" noChangeAspect="1" noMove="1" noResize="1" noEditPoints="1" noAdjustHandles="1" noChangeArrowheads="1" noChangeShapeType="1" noTextEdit="1"/>
                </p:cNvSpPr>
                <p:nvPr/>
              </p:nvSpPr>
              <p:spPr>
                <a:xfrm>
                  <a:off x="953" y="3507"/>
                  <a:ext cx="3981" cy="410"/>
                </a:xfrm>
                <a:prstGeom prst="rect">
                  <a:avLst/>
                </a:prstGeom>
                <a:blipFill>
                  <a:blip r:embed="rId5"/>
                  <a:stretch>
                    <a:fillRect/>
                  </a:stretch>
                </a:blipFill>
                <a:ln w="38100">
                  <a:noFill/>
                  <a:miter/>
                </a:ln>
              </p:spPr>
              <p:txBody>
                <a:bodyPr/>
                <a:lstStyle/>
                <a:p>
                  <a:r>
                    <a:rPr lang="zh-CN" altLang="en-US">
                      <a:noFill/>
                    </a:rPr>
                    <a:t> </a:t>
                  </a:r>
                </a:p>
              </p:txBody>
            </p:sp>
          </mc:Fallback>
        </mc:AlternateContent>
        <p:sp>
          <p:nvSpPr>
            <p:cNvPr id="45071" name="Rectangle 15"/>
            <p:cNvSpPr>
              <a:spLocks noChangeArrowheads="1"/>
            </p:cNvSpPr>
            <p:nvPr/>
          </p:nvSpPr>
          <p:spPr bwMode="auto">
            <a:xfrm>
              <a:off x="284" y="3504"/>
              <a:ext cx="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如：</a:t>
              </a:r>
            </a:p>
          </p:txBody>
        </p:sp>
      </p:grpSp>
      <p:sp>
        <p:nvSpPr>
          <p:cNvPr id="45074" name="Rectangle 18"/>
          <p:cNvSpPr>
            <a:spLocks noChangeArrowheads="1"/>
          </p:cNvSpPr>
          <p:nvPr/>
        </p:nvSpPr>
        <p:spPr bwMode="auto">
          <a:xfrm>
            <a:off x="304800" y="4457700"/>
            <a:ext cx="86868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在最小项中，将积项中的原变量看作</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，反变量看作</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5058"/>
                                        </p:tgtEl>
                                        <p:attrNameLst>
                                          <p:attrName>style.visibility</p:attrName>
                                        </p:attrNameLst>
                                      </p:cBhvr>
                                      <p:to>
                                        <p:strVal val="visible"/>
                                      </p:to>
                                    </p:set>
                                    <p:anim calcmode="lin" valueType="num">
                                      <p:cBhvr additive="base">
                                        <p:cTn id="7" dur="500" fill="hold"/>
                                        <p:tgtEl>
                                          <p:spTgt spid="45058"/>
                                        </p:tgtEl>
                                        <p:attrNameLst>
                                          <p:attrName>ppt_x</p:attrName>
                                        </p:attrNameLst>
                                      </p:cBhvr>
                                      <p:tavLst>
                                        <p:tav tm="0">
                                          <p:val>
                                            <p:strVal val="0-#ppt_w/2"/>
                                          </p:val>
                                        </p:tav>
                                        <p:tav tm="100000">
                                          <p:val>
                                            <p:strVal val="#ppt_x"/>
                                          </p:val>
                                        </p:tav>
                                      </p:tavLst>
                                    </p:anim>
                                    <p:anim calcmode="lin" valueType="num">
                                      <p:cBhvr additive="base">
                                        <p:cTn id="8" dur="500" fill="hold"/>
                                        <p:tgtEl>
                                          <p:spTgt spid="4505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5063"/>
                                        </p:tgtEl>
                                        <p:attrNameLst>
                                          <p:attrName>style.visibility</p:attrName>
                                        </p:attrNameLst>
                                      </p:cBhvr>
                                      <p:to>
                                        <p:strVal val="visible"/>
                                      </p:to>
                                    </p:set>
                                    <p:anim calcmode="lin" valueType="num">
                                      <p:cBhvr additive="base">
                                        <p:cTn id="13" dur="500" fill="hold"/>
                                        <p:tgtEl>
                                          <p:spTgt spid="45063"/>
                                        </p:tgtEl>
                                        <p:attrNameLst>
                                          <p:attrName>ppt_x</p:attrName>
                                        </p:attrNameLst>
                                      </p:cBhvr>
                                      <p:tavLst>
                                        <p:tav tm="0">
                                          <p:val>
                                            <p:strVal val="0-#ppt_w/2"/>
                                          </p:val>
                                        </p:tav>
                                        <p:tav tm="100000">
                                          <p:val>
                                            <p:strVal val="#ppt_x"/>
                                          </p:val>
                                        </p:tav>
                                      </p:tavLst>
                                    </p:anim>
                                    <p:anim calcmode="lin" valueType="num">
                                      <p:cBhvr additive="base">
                                        <p:cTn id="14" dur="500" fill="hold"/>
                                        <p:tgtEl>
                                          <p:spTgt spid="4506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45064"/>
                                        </p:tgtEl>
                                        <p:attrNameLst>
                                          <p:attrName>style.visibility</p:attrName>
                                        </p:attrNameLst>
                                      </p:cBhvr>
                                      <p:to>
                                        <p:strVal val="visible"/>
                                      </p:to>
                                    </p:set>
                                    <p:animEffect transition="in" filter="box(in)">
                                      <p:cBhvr>
                                        <p:cTn id="19" dur="500"/>
                                        <p:tgtEl>
                                          <p:spTgt spid="45064"/>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45067"/>
                                        </p:tgtEl>
                                        <p:attrNameLst>
                                          <p:attrName>style.visibility</p:attrName>
                                        </p:attrNameLst>
                                      </p:cBhvr>
                                      <p:to>
                                        <p:strVal val="visible"/>
                                      </p:to>
                                    </p:set>
                                    <p:animEffect transition="in" filter="box(in)">
                                      <p:cBhvr>
                                        <p:cTn id="24" dur="500"/>
                                        <p:tgtEl>
                                          <p:spTgt spid="45067"/>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45074"/>
                                        </p:tgtEl>
                                        <p:attrNameLst>
                                          <p:attrName>style.visibility</p:attrName>
                                        </p:attrNameLst>
                                      </p:cBhvr>
                                      <p:to>
                                        <p:strVal val="visible"/>
                                      </p:to>
                                    </p:set>
                                    <p:animEffect transition="in" filter="box(in)">
                                      <p:cBhvr>
                                        <p:cTn id="29" dur="500"/>
                                        <p:tgtEl>
                                          <p:spTgt spid="4507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45075"/>
                                        </p:tgtEl>
                                        <p:attrNameLst>
                                          <p:attrName>style.visibility</p:attrName>
                                        </p:attrNameLst>
                                      </p:cBhvr>
                                      <p:to>
                                        <p:strVal val="visible"/>
                                      </p:to>
                                    </p:set>
                                    <p:animEffect transition="in" filter="wipe(left)">
                                      <p:cBhvr>
                                        <p:cTn id="34" dur="500"/>
                                        <p:tgtEl>
                                          <p:spTgt spid="4507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45060"/>
                                        </p:tgtEl>
                                        <p:attrNameLst>
                                          <p:attrName>style.visibility</p:attrName>
                                        </p:attrNameLst>
                                      </p:cBhvr>
                                      <p:to>
                                        <p:strVal val="visible"/>
                                      </p:to>
                                    </p:set>
                                    <p:animEffect transition="in" filter="wipe(left)">
                                      <p:cBhvr>
                                        <p:cTn id="39" dur="500"/>
                                        <p:tgtEl>
                                          <p:spTgt spid="45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animBg="1"/>
      <p:bldP spid="45063" grpId="0" animBg="1"/>
      <p:bldP spid="45064" grpId="0" animBg="1"/>
      <p:bldP spid="45067" grpId="0" animBg="1"/>
      <p:bldP spid="4507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32</a:t>
            </a:fld>
            <a:endParaRPr lang="en-US" altLang="zh-CN" sz="1400" dirty="0"/>
          </a:p>
        </p:txBody>
      </p:sp>
      <p:sp>
        <p:nvSpPr>
          <p:cNvPr id="48130" name="Rectangle 2"/>
          <p:cNvSpPr>
            <a:spLocks noChangeArrowheads="1"/>
          </p:cNvSpPr>
          <p:nvPr/>
        </p:nvSpPr>
        <p:spPr bwMode="auto">
          <a:xfrm>
            <a:off x="228600" y="160338"/>
            <a:ext cx="2224088"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二、最大项</a:t>
            </a:r>
          </a:p>
        </p:txBody>
      </p:sp>
      <p:sp>
        <p:nvSpPr>
          <p:cNvPr id="48131" name="Rectangle 3"/>
          <p:cNvSpPr>
            <a:spLocks noChangeArrowheads="1"/>
          </p:cNvSpPr>
          <p:nvPr/>
        </p:nvSpPr>
        <p:spPr bwMode="auto">
          <a:xfrm>
            <a:off x="228600" y="838200"/>
            <a:ext cx="8686800" cy="1477963"/>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30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定义：</a:t>
            </a:r>
            <a:r>
              <a:rPr kumimoji="1" lang="zh-CN" altLang="en-US" sz="3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如果一个具有</a:t>
            </a:r>
            <a:r>
              <a:rPr kumimoji="1" lang="en-US" altLang="zh-CN" sz="3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n</a:t>
            </a:r>
            <a:r>
              <a:rPr kumimoji="1" lang="zh-CN" altLang="en-US" sz="3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个变量的函数的</a:t>
            </a:r>
            <a:r>
              <a:rPr kumimoji="1" lang="zh-CN" altLang="en-US" sz="3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和</a:t>
            </a:r>
            <a:r>
              <a:rPr kumimoji="1" lang="zh-CN" altLang="en-US" sz="3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项包含全部</a:t>
            </a:r>
            <a:r>
              <a:rPr kumimoji="1" lang="en-US" altLang="zh-CN" sz="3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n</a:t>
            </a:r>
            <a:r>
              <a:rPr kumimoji="1" lang="zh-CN" altLang="en-US" sz="3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个变量，且每个变量都以原变量或反变量的形式出现一次，则这个</a:t>
            </a:r>
            <a:r>
              <a:rPr kumimoji="1" lang="zh-CN" altLang="en-US" sz="3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和</a:t>
            </a:r>
            <a:r>
              <a:rPr kumimoji="1" lang="zh-CN" altLang="en-US" sz="3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项称为</a:t>
            </a:r>
            <a:r>
              <a:rPr kumimoji="1" lang="zh-CN" altLang="en-US" sz="30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最大项</a:t>
            </a:r>
            <a:r>
              <a:rPr kumimoji="1" lang="zh-CN" altLang="en-US" sz="30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grpSp>
        <p:nvGrpSpPr>
          <p:cNvPr id="48140" name="Group 12"/>
          <p:cNvGrpSpPr/>
          <p:nvPr/>
        </p:nvGrpSpPr>
        <p:grpSpPr>
          <a:xfrm>
            <a:off x="330200" y="4911725"/>
            <a:ext cx="8204200" cy="650875"/>
            <a:chOff x="208" y="2496"/>
            <a:chExt cx="5168" cy="410"/>
          </a:xfrm>
        </p:grpSpPr>
        <p:sp>
          <p:nvSpPr>
            <p:cNvPr id="48135" name="Rectangle 7"/>
            <p:cNvSpPr>
              <a:spLocks noChangeArrowheads="1"/>
            </p:cNvSpPr>
            <p:nvPr/>
          </p:nvSpPr>
          <p:spPr bwMode="auto">
            <a:xfrm>
              <a:off x="208" y="2496"/>
              <a:ext cx="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如：</a:t>
              </a:r>
            </a:p>
          </p:txBody>
        </p:sp>
        <mc:AlternateContent xmlns:mc="http://schemas.openxmlformats.org/markup-compatibility/2006" xmlns:a14="http://schemas.microsoft.com/office/drawing/2010/main">
          <mc:Choice Requires="a14">
            <p:sp>
              <p:nvSpPr>
                <p:cNvPr id="89099" name="Object 8"/>
                <p:cNvSpPr txBox="1"/>
                <p:nvPr/>
              </p:nvSpPr>
              <p:spPr>
                <a:xfrm>
                  <a:off x="648" y="2496"/>
                  <a:ext cx="4728" cy="41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89099" name="Object 8"/>
                <p:cNvSpPr txBox="1">
                  <a:spLocks noRot="1" noChangeAspect="1" noMove="1" noResize="1" noEditPoints="1" noAdjustHandles="1" noChangeArrowheads="1" noChangeShapeType="1" noTextEdit="1"/>
                </p:cNvSpPr>
                <p:nvPr/>
              </p:nvSpPr>
              <p:spPr>
                <a:xfrm>
                  <a:off x="648" y="2496"/>
                  <a:ext cx="4728" cy="410"/>
                </a:xfrm>
                <a:prstGeom prst="rect">
                  <a:avLst/>
                </a:prstGeom>
                <a:blipFill>
                  <a:blip r:embed="rId3"/>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8137" name="Object 9"/>
              <p:cNvSpPr txBox="1"/>
              <p:nvPr/>
            </p:nvSpPr>
            <p:spPr>
              <a:xfrm>
                <a:off x="2743200" y="6096000"/>
                <a:ext cx="2514600" cy="682625"/>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nary>
                        <m:naryPr>
                          <m:chr m:val="∏"/>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𝑀</m:t>
                          </m:r>
                          <m:r>
                            <a:rPr lang="zh-CN" altLang="en-US" i="1">
                              <a:solidFill>
                                <a:srgbClr val="000000"/>
                              </a:solidFill>
                              <a:latin typeface="Cambria Math" panose="02040503050406030204" pitchFamily="18" charset="0"/>
                            </a:rPr>
                            <m:t>(0,2,4)</m:t>
                          </m:r>
                        </m:e>
                      </m:nary>
                    </m:oMath>
                  </m:oMathPara>
                </a14:m>
                <a:endParaRPr lang="zh-CN" altLang="en-US"/>
              </a:p>
            </p:txBody>
          </p:sp>
        </mc:Choice>
        <mc:Fallback xmlns="">
          <p:sp>
            <p:nvSpPr>
              <p:cNvPr id="48137" name="Object 9"/>
              <p:cNvSpPr txBox="1">
                <a:spLocks noRot="1" noChangeAspect="1" noMove="1" noResize="1" noEditPoints="1" noAdjustHandles="1" noChangeArrowheads="1" noChangeShapeType="1" noTextEdit="1"/>
              </p:cNvSpPr>
              <p:nvPr/>
            </p:nvSpPr>
            <p:spPr>
              <a:xfrm>
                <a:off x="2743200" y="6096000"/>
                <a:ext cx="2514600" cy="682625"/>
              </a:xfrm>
              <a:prstGeom prst="rect">
                <a:avLst/>
              </a:prstGeom>
              <a:blipFill>
                <a:blip r:embed="rId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138" name="Object 10"/>
              <p:cNvSpPr txBox="1"/>
              <p:nvPr/>
            </p:nvSpPr>
            <p:spPr>
              <a:xfrm>
                <a:off x="2743200" y="5478463"/>
                <a:ext cx="2209800" cy="69373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𝑀</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𝑀</m:t>
                          </m:r>
                        </m:e>
                        <m:sub>
                          <m:r>
                            <a:rPr lang="zh-CN" altLang="en-US" i="1">
                              <a:solidFill>
                                <a:srgbClr val="000000"/>
                              </a:solidFill>
                              <a:latin typeface="Cambria Math" panose="02040503050406030204" pitchFamily="18" charset="0"/>
                            </a:rPr>
                            <m:t>4</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𝑀</m:t>
                          </m:r>
                        </m:e>
                        <m:sub>
                          <m:r>
                            <a:rPr lang="zh-CN" altLang="en-US" i="1">
                              <a:solidFill>
                                <a:srgbClr val="000000"/>
                              </a:solidFill>
                              <a:latin typeface="Cambria Math" panose="02040503050406030204" pitchFamily="18" charset="0"/>
                            </a:rPr>
                            <m:t>0</m:t>
                          </m:r>
                        </m:sub>
                      </m:sSub>
                    </m:oMath>
                  </m:oMathPara>
                </a14:m>
                <a:endParaRPr lang="zh-CN" altLang="en-US"/>
              </a:p>
            </p:txBody>
          </p:sp>
        </mc:Choice>
        <mc:Fallback xmlns="">
          <p:sp>
            <p:nvSpPr>
              <p:cNvPr id="48138" name="Object 10"/>
              <p:cNvSpPr txBox="1">
                <a:spLocks noRot="1" noChangeAspect="1" noMove="1" noResize="1" noEditPoints="1" noAdjustHandles="1" noChangeArrowheads="1" noChangeShapeType="1" noTextEdit="1"/>
              </p:cNvSpPr>
              <p:nvPr/>
            </p:nvSpPr>
            <p:spPr>
              <a:xfrm>
                <a:off x="2743200" y="5478463"/>
                <a:ext cx="2209800" cy="693737"/>
              </a:xfrm>
              <a:prstGeom prst="rect">
                <a:avLst/>
              </a:prstGeom>
              <a:blipFill>
                <a:blip r:embed="rId5"/>
                <a:stretch>
                  <a:fillRect/>
                </a:stretch>
              </a:blipFill>
              <a:ln w="38100">
                <a:noFill/>
                <a:miter/>
              </a:ln>
            </p:spPr>
            <p:txBody>
              <a:bodyPr/>
              <a:lstStyle/>
              <a:p>
                <a:r>
                  <a:rPr lang="zh-CN" altLang="en-US">
                    <a:noFill/>
                  </a:rPr>
                  <a:t> </a:t>
                </a:r>
              </a:p>
            </p:txBody>
          </p:sp>
        </mc:Fallback>
      </mc:AlternateContent>
      <p:sp>
        <p:nvSpPr>
          <p:cNvPr id="48139" name="Rectangle 11"/>
          <p:cNvSpPr>
            <a:spLocks noChangeArrowheads="1"/>
          </p:cNvSpPr>
          <p:nvPr/>
        </p:nvSpPr>
        <p:spPr bwMode="auto">
          <a:xfrm>
            <a:off x="228600" y="2514600"/>
            <a:ext cx="8686800" cy="1077913"/>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若一个函数完全由最大项组成，则称为</a:t>
            </a:r>
            <a:r>
              <a:rPr kumimoji="1" lang="zh-CN" altLang="en-US" sz="32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标准或与</a:t>
            </a:r>
            <a:r>
              <a:rPr kumimoji="1" lang="en-US" altLang="zh-CN" sz="32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r>
              <a:rPr kumimoji="1" lang="zh-CN" altLang="en-US" sz="32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和之积</a:t>
            </a:r>
            <a:r>
              <a:rPr kumimoji="1" lang="en-US" altLang="zh-CN" sz="32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r>
              <a:rPr kumimoji="1" lang="zh-CN" altLang="en-US" sz="32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表达式</a:t>
            </a:r>
            <a:r>
              <a:rPr kumimoji="1" lang="zh-CN" altLang="en-US"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sp>
        <p:nvSpPr>
          <p:cNvPr id="48141" name="Rectangle 13"/>
          <p:cNvSpPr>
            <a:spLocks noChangeArrowheads="1"/>
          </p:cNvSpPr>
          <p:nvPr/>
        </p:nvSpPr>
        <p:spPr bwMode="auto">
          <a:xfrm>
            <a:off x="228600" y="3733800"/>
            <a:ext cx="86868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在最大项中，将和项中的原变量看作</a:t>
            </a:r>
            <a:r>
              <a:rPr kumimoji="1" lang="en-US" altLang="zh-CN"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a:t>
            </a:r>
            <a:r>
              <a:rPr kumimoji="1" lang="zh-CN" altLang="en-US"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，反变量看作</a:t>
            </a:r>
            <a:r>
              <a:rPr kumimoji="1" lang="en-US" altLang="zh-CN"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zh-CN" altLang="en-US"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8130"/>
                                        </p:tgtEl>
                                        <p:attrNameLst>
                                          <p:attrName>style.visibility</p:attrName>
                                        </p:attrNameLst>
                                      </p:cBhvr>
                                      <p:to>
                                        <p:strVal val="visible"/>
                                      </p:to>
                                    </p:set>
                                    <p:anim calcmode="lin" valueType="num">
                                      <p:cBhvr additive="base">
                                        <p:cTn id="7" dur="500" fill="hold"/>
                                        <p:tgtEl>
                                          <p:spTgt spid="48130"/>
                                        </p:tgtEl>
                                        <p:attrNameLst>
                                          <p:attrName>ppt_x</p:attrName>
                                        </p:attrNameLst>
                                      </p:cBhvr>
                                      <p:tavLst>
                                        <p:tav tm="0">
                                          <p:val>
                                            <p:strVal val="0-#ppt_w/2"/>
                                          </p:val>
                                        </p:tav>
                                        <p:tav tm="100000">
                                          <p:val>
                                            <p:strVal val="#ppt_x"/>
                                          </p:val>
                                        </p:tav>
                                      </p:tavLst>
                                    </p:anim>
                                    <p:anim calcmode="lin" valueType="num">
                                      <p:cBhvr additive="base">
                                        <p:cTn id="8" dur="500" fill="hold"/>
                                        <p:tgtEl>
                                          <p:spTgt spid="4813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48131"/>
                                        </p:tgtEl>
                                        <p:attrNameLst>
                                          <p:attrName>style.visibility</p:attrName>
                                        </p:attrNameLst>
                                      </p:cBhvr>
                                      <p:to>
                                        <p:strVal val="visible"/>
                                      </p:to>
                                    </p:set>
                                    <p:animEffect transition="in" filter="box(in)">
                                      <p:cBhvr>
                                        <p:cTn id="13" dur="500"/>
                                        <p:tgtEl>
                                          <p:spTgt spid="4813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48139"/>
                                        </p:tgtEl>
                                        <p:attrNameLst>
                                          <p:attrName>style.visibility</p:attrName>
                                        </p:attrNameLst>
                                      </p:cBhvr>
                                      <p:to>
                                        <p:strVal val="visible"/>
                                      </p:to>
                                    </p:set>
                                    <p:animEffect transition="in" filter="box(in)">
                                      <p:cBhvr>
                                        <p:cTn id="18" dur="500"/>
                                        <p:tgtEl>
                                          <p:spTgt spid="48139"/>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48141"/>
                                        </p:tgtEl>
                                        <p:attrNameLst>
                                          <p:attrName>style.visibility</p:attrName>
                                        </p:attrNameLst>
                                      </p:cBhvr>
                                      <p:to>
                                        <p:strVal val="visible"/>
                                      </p:to>
                                    </p:set>
                                    <p:animEffect transition="in" filter="box(in)">
                                      <p:cBhvr>
                                        <p:cTn id="23" dur="500"/>
                                        <p:tgtEl>
                                          <p:spTgt spid="48141"/>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48140"/>
                                        </p:tgtEl>
                                        <p:attrNameLst>
                                          <p:attrName>style.visibility</p:attrName>
                                        </p:attrNameLst>
                                      </p:cBhvr>
                                      <p:to>
                                        <p:strVal val="visible"/>
                                      </p:to>
                                    </p:set>
                                    <p:anim calcmode="lin" valueType="num">
                                      <p:cBhvr additive="base">
                                        <p:cTn id="28" dur="500" fill="hold"/>
                                        <p:tgtEl>
                                          <p:spTgt spid="48140"/>
                                        </p:tgtEl>
                                        <p:attrNameLst>
                                          <p:attrName>ppt_x</p:attrName>
                                        </p:attrNameLst>
                                      </p:cBhvr>
                                      <p:tavLst>
                                        <p:tav tm="0">
                                          <p:val>
                                            <p:strVal val="0-#ppt_w/2"/>
                                          </p:val>
                                        </p:tav>
                                        <p:tav tm="100000">
                                          <p:val>
                                            <p:strVal val="#ppt_x"/>
                                          </p:val>
                                        </p:tav>
                                      </p:tavLst>
                                    </p:anim>
                                    <p:anim calcmode="lin" valueType="num">
                                      <p:cBhvr additive="base">
                                        <p:cTn id="29" dur="500" fill="hold"/>
                                        <p:tgtEl>
                                          <p:spTgt spid="481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animBg="1"/>
      <p:bldP spid="48131" grpId="0" animBg="1"/>
      <p:bldP spid="48139" grpId="0" animBg="1"/>
      <p:bldP spid="4814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33</a:t>
            </a:fld>
            <a:endParaRPr lang="en-US" altLang="zh-CN" sz="1400" dirty="0"/>
          </a:p>
        </p:txBody>
      </p:sp>
      <p:sp>
        <p:nvSpPr>
          <p:cNvPr id="52226" name="Rectangle 2"/>
          <p:cNvSpPr/>
          <p:nvPr/>
        </p:nvSpPr>
        <p:spPr>
          <a:xfrm>
            <a:off x="200025" y="257175"/>
            <a:ext cx="7648575" cy="762000"/>
          </a:xfrm>
          <a:prstGeom prst="rect">
            <a:avLst/>
          </a:prstGeom>
          <a:solidFill>
            <a:srgbClr val="FFFF00"/>
          </a:solidFill>
          <a:ln w="9525">
            <a:noFill/>
          </a:ln>
        </p:spPr>
        <p:txBody>
          <a:bodyPr anchor="b">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4400" b="1" dirty="0">
                <a:solidFill>
                  <a:schemeClr val="tx2"/>
                </a:solidFill>
                <a:latin typeface="黑体" panose="02010609060101010101" pitchFamily="49" charset="-122"/>
                <a:ea typeface="黑体" panose="02010609060101010101" pitchFamily="49" charset="-122"/>
              </a:rPr>
              <a:t>2.3.3 </a:t>
            </a:r>
            <a:r>
              <a:rPr lang="zh-CN" altLang="en-US" sz="4400" b="1" dirty="0">
                <a:solidFill>
                  <a:schemeClr val="tx2"/>
                </a:solidFill>
                <a:latin typeface="黑体" panose="02010609060101010101" pitchFamily="49" charset="-122"/>
                <a:ea typeface="黑体" panose="02010609060101010101" pitchFamily="49" charset="-122"/>
              </a:rPr>
              <a:t>逻辑函数表达式的转换</a:t>
            </a:r>
          </a:p>
        </p:txBody>
      </p:sp>
      <p:sp>
        <p:nvSpPr>
          <p:cNvPr id="52229" name="Rectangle 5"/>
          <p:cNvSpPr/>
          <p:nvPr/>
        </p:nvSpPr>
        <p:spPr>
          <a:xfrm>
            <a:off x="228600" y="4191000"/>
            <a:ext cx="8763000" cy="579438"/>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第一步：将函数式变换成一般</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与或</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表达式</a:t>
            </a:r>
          </a:p>
        </p:txBody>
      </p:sp>
      <p:sp>
        <p:nvSpPr>
          <p:cNvPr id="52230" name="Rectangle 6"/>
          <p:cNvSpPr/>
          <p:nvPr/>
        </p:nvSpPr>
        <p:spPr>
          <a:xfrm>
            <a:off x="266700" y="3429000"/>
            <a:ext cx="82677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用代数法求一个函数的</a:t>
            </a:r>
            <a:r>
              <a:rPr lang="zh-CN" altLang="en-US" dirty="0">
                <a:solidFill>
                  <a:schemeClr val="accent2"/>
                </a:solidFill>
                <a:ea typeface="黑体" panose="02010609060101010101" pitchFamily="49" charset="-122"/>
              </a:rPr>
              <a:t>“</a:t>
            </a:r>
            <a:r>
              <a:rPr lang="zh-CN" altLang="en-US" dirty="0">
                <a:solidFill>
                  <a:schemeClr val="accent2"/>
                </a:solidFill>
                <a:latin typeface="黑体" panose="02010609060101010101" pitchFamily="49" charset="-122"/>
                <a:ea typeface="黑体" panose="02010609060101010101" pitchFamily="49" charset="-122"/>
              </a:rPr>
              <a:t>最小项之和</a:t>
            </a:r>
            <a:r>
              <a:rPr lang="zh-CN" altLang="en-US" dirty="0">
                <a:solidFill>
                  <a:schemeClr val="accent2"/>
                </a:solidFill>
                <a:ea typeface="黑体" panose="02010609060101010101" pitchFamily="49" charset="-122"/>
              </a:rPr>
              <a:t>”</a:t>
            </a:r>
            <a:r>
              <a:rPr lang="zh-CN" altLang="en-US" dirty="0">
                <a:latin typeface="黑体" panose="02010609060101010101" pitchFamily="49" charset="-122"/>
                <a:ea typeface="黑体" panose="02010609060101010101" pitchFamily="49" charset="-122"/>
              </a:rPr>
              <a:t>的形式：</a:t>
            </a:r>
          </a:p>
        </p:txBody>
      </p:sp>
      <p:sp>
        <p:nvSpPr>
          <p:cNvPr id="52231" name="Rectangle 7"/>
          <p:cNvSpPr/>
          <p:nvPr/>
        </p:nvSpPr>
        <p:spPr>
          <a:xfrm>
            <a:off x="228600" y="2620963"/>
            <a:ext cx="3040063" cy="579437"/>
          </a:xfrm>
          <a:prstGeom prst="rect">
            <a:avLst/>
          </a:prstGeom>
          <a:solidFill>
            <a:srgbClr val="99FF33"/>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latin typeface="黑体" panose="02010609060101010101" pitchFamily="49" charset="-122"/>
                <a:ea typeface="黑体" panose="02010609060101010101" pitchFamily="49" charset="-122"/>
              </a:rPr>
              <a:t>一、代数转换法</a:t>
            </a:r>
          </a:p>
        </p:txBody>
      </p:sp>
      <p:sp>
        <p:nvSpPr>
          <p:cNvPr id="52232" name="Rectangle 8"/>
          <p:cNvSpPr>
            <a:spLocks noChangeArrowheads="1"/>
          </p:cNvSpPr>
          <p:nvPr/>
        </p:nvSpPr>
        <p:spPr bwMode="auto">
          <a:xfrm>
            <a:off x="228600" y="1295400"/>
            <a:ext cx="86868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即将任意形式的表达式转换成</a:t>
            </a: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最小项之和</a:t>
            </a: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及</a:t>
            </a: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最大项之积</a:t>
            </a:r>
            <a:r>
              <a:rPr kumimoji="1" lang="zh-CN" altLang="en-US" sz="3200" b="0"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charset="0"/>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的形式。</a:t>
            </a:r>
          </a:p>
        </p:txBody>
      </p:sp>
      <p:grpSp>
        <p:nvGrpSpPr>
          <p:cNvPr id="52236" name="Group 12"/>
          <p:cNvGrpSpPr/>
          <p:nvPr/>
        </p:nvGrpSpPr>
        <p:grpSpPr>
          <a:xfrm>
            <a:off x="228600" y="5029200"/>
            <a:ext cx="8763000" cy="1066800"/>
            <a:chOff x="144" y="3168"/>
            <a:chExt cx="5520" cy="672"/>
          </a:xfrm>
        </p:grpSpPr>
        <p:sp>
          <p:nvSpPr>
            <p:cNvPr id="97289" name="Rectangle 4"/>
            <p:cNvSpPr/>
            <p:nvPr/>
          </p:nvSpPr>
          <p:spPr>
            <a:xfrm>
              <a:off x="144" y="3168"/>
              <a:ext cx="5520" cy="672"/>
            </a:xfrm>
            <a:prstGeom prst="rect">
              <a:avLst/>
            </a:prstGeom>
            <a:solidFill>
              <a:schemeClr val="hlink"/>
            </a:solidFill>
            <a:ln w="38100">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第二步：反复使用           ，将表达式中所有非最小项的</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与项</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扩展成最小项。</a:t>
              </a:r>
            </a:p>
          </p:txBody>
        </p:sp>
        <mc:AlternateContent xmlns:mc="http://schemas.openxmlformats.org/markup-compatibility/2006" xmlns:a14="http://schemas.microsoft.com/office/drawing/2010/main">
          <mc:Choice Requires="a14">
            <p:sp>
              <p:nvSpPr>
                <p:cNvPr id="97290" name="Object 10"/>
                <p:cNvSpPr txBox="1"/>
                <p:nvPr/>
              </p:nvSpPr>
              <p:spPr>
                <a:xfrm>
                  <a:off x="2256" y="3168"/>
                  <a:ext cx="1440" cy="380"/>
                </a:xfrm>
                <a:prstGeom prst="rect">
                  <a:avLst/>
                </a:prstGeom>
                <a:solidFill>
                  <a:schemeClr val="hlink"/>
                </a:solid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97290" name="Object 10"/>
                <p:cNvSpPr txBox="1">
                  <a:spLocks noRot="1" noChangeAspect="1" noMove="1" noResize="1" noEditPoints="1" noAdjustHandles="1" noChangeArrowheads="1" noChangeShapeType="1" noTextEdit="1"/>
                </p:cNvSpPr>
                <p:nvPr/>
              </p:nvSpPr>
              <p:spPr>
                <a:xfrm>
                  <a:off x="2256" y="3168"/>
                  <a:ext cx="1440" cy="380"/>
                </a:xfrm>
                <a:prstGeom prst="rect">
                  <a:avLst/>
                </a:prstGeom>
                <a:blipFill>
                  <a:blip r:embed="rId3"/>
                  <a:stretch>
                    <a:fillRect/>
                  </a:stretch>
                </a:blipFill>
                <a:ln w="38100">
                  <a:noFill/>
                  <a:miter/>
                </a:ln>
              </p:spPr>
              <p:txBody>
                <a:bodyPr/>
                <a:lstStyle/>
                <a:p>
                  <a:r>
                    <a:rPr lang="zh-CN" altLang="en-US">
                      <a:noFill/>
                    </a:rPr>
                    <a:t> </a:t>
                  </a:r>
                </a:p>
              </p:txBody>
            </p:sp>
          </mc:Fallback>
        </mc:AlternateContent>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2226"/>
                                        </p:tgtEl>
                                        <p:attrNameLst>
                                          <p:attrName>style.visibility</p:attrName>
                                        </p:attrNameLst>
                                      </p:cBhvr>
                                      <p:to>
                                        <p:strVal val="visible"/>
                                      </p:to>
                                    </p:set>
                                    <p:anim calcmode="lin" valueType="num">
                                      <p:cBhvr additive="base">
                                        <p:cTn id="7" dur="500" fill="hold"/>
                                        <p:tgtEl>
                                          <p:spTgt spid="52226"/>
                                        </p:tgtEl>
                                        <p:attrNameLst>
                                          <p:attrName>ppt_x</p:attrName>
                                        </p:attrNameLst>
                                      </p:cBhvr>
                                      <p:tavLst>
                                        <p:tav tm="0">
                                          <p:val>
                                            <p:strVal val="0-#ppt_w/2"/>
                                          </p:val>
                                        </p:tav>
                                        <p:tav tm="100000">
                                          <p:val>
                                            <p:strVal val="#ppt_x"/>
                                          </p:val>
                                        </p:tav>
                                      </p:tavLst>
                                    </p:anim>
                                    <p:anim calcmode="lin" valueType="num">
                                      <p:cBhvr additive="base">
                                        <p:cTn id="8" dur="500" fill="hold"/>
                                        <p:tgtEl>
                                          <p:spTgt spid="522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52232"/>
                                        </p:tgtEl>
                                        <p:attrNameLst>
                                          <p:attrName>style.visibility</p:attrName>
                                        </p:attrNameLst>
                                      </p:cBhvr>
                                      <p:to>
                                        <p:strVal val="visible"/>
                                      </p:to>
                                    </p:set>
                                    <p:animEffect transition="in" filter="box(in)">
                                      <p:cBhvr>
                                        <p:cTn id="13" dur="500"/>
                                        <p:tgtEl>
                                          <p:spTgt spid="5223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2231"/>
                                        </p:tgtEl>
                                        <p:attrNameLst>
                                          <p:attrName>style.visibility</p:attrName>
                                        </p:attrNameLst>
                                      </p:cBhvr>
                                      <p:to>
                                        <p:strVal val="visible"/>
                                      </p:to>
                                    </p:set>
                                    <p:anim calcmode="lin" valueType="num">
                                      <p:cBhvr additive="base">
                                        <p:cTn id="18" dur="500" fill="hold"/>
                                        <p:tgtEl>
                                          <p:spTgt spid="52231"/>
                                        </p:tgtEl>
                                        <p:attrNameLst>
                                          <p:attrName>ppt_x</p:attrName>
                                        </p:attrNameLst>
                                      </p:cBhvr>
                                      <p:tavLst>
                                        <p:tav tm="0">
                                          <p:val>
                                            <p:strVal val="0-#ppt_w/2"/>
                                          </p:val>
                                        </p:tav>
                                        <p:tav tm="100000">
                                          <p:val>
                                            <p:strVal val="#ppt_x"/>
                                          </p:val>
                                        </p:tav>
                                      </p:tavLst>
                                    </p:anim>
                                    <p:anim calcmode="lin" valueType="num">
                                      <p:cBhvr additive="base">
                                        <p:cTn id="19" dur="500" fill="hold"/>
                                        <p:tgtEl>
                                          <p:spTgt spid="5223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52230"/>
                                        </p:tgtEl>
                                        <p:attrNameLst>
                                          <p:attrName>style.visibility</p:attrName>
                                        </p:attrNameLst>
                                      </p:cBhvr>
                                      <p:to>
                                        <p:strVal val="visible"/>
                                      </p:to>
                                    </p:set>
                                    <p:anim calcmode="lin" valueType="num">
                                      <p:cBhvr additive="base">
                                        <p:cTn id="24" dur="500" fill="hold"/>
                                        <p:tgtEl>
                                          <p:spTgt spid="52230"/>
                                        </p:tgtEl>
                                        <p:attrNameLst>
                                          <p:attrName>ppt_x</p:attrName>
                                        </p:attrNameLst>
                                      </p:cBhvr>
                                      <p:tavLst>
                                        <p:tav tm="0">
                                          <p:val>
                                            <p:strVal val="0-#ppt_w/2"/>
                                          </p:val>
                                        </p:tav>
                                        <p:tav tm="100000">
                                          <p:val>
                                            <p:strVal val="#ppt_x"/>
                                          </p:val>
                                        </p:tav>
                                      </p:tavLst>
                                    </p:anim>
                                    <p:anim calcmode="lin" valueType="num">
                                      <p:cBhvr additive="base">
                                        <p:cTn id="25" dur="500" fill="hold"/>
                                        <p:tgtEl>
                                          <p:spTgt spid="52230"/>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52229"/>
                                        </p:tgtEl>
                                        <p:attrNameLst>
                                          <p:attrName>style.visibility</p:attrName>
                                        </p:attrNameLst>
                                      </p:cBhvr>
                                      <p:to>
                                        <p:strVal val="visible"/>
                                      </p:to>
                                    </p:set>
                                    <p:anim calcmode="lin" valueType="num">
                                      <p:cBhvr additive="base">
                                        <p:cTn id="30" dur="500" fill="hold"/>
                                        <p:tgtEl>
                                          <p:spTgt spid="52229"/>
                                        </p:tgtEl>
                                        <p:attrNameLst>
                                          <p:attrName>ppt_x</p:attrName>
                                        </p:attrNameLst>
                                      </p:cBhvr>
                                      <p:tavLst>
                                        <p:tav tm="0">
                                          <p:val>
                                            <p:strVal val="#ppt_x"/>
                                          </p:val>
                                        </p:tav>
                                        <p:tav tm="100000">
                                          <p:val>
                                            <p:strVal val="#ppt_x"/>
                                          </p:val>
                                        </p:tav>
                                      </p:tavLst>
                                    </p:anim>
                                    <p:anim calcmode="lin" valueType="num">
                                      <p:cBhvr additive="base">
                                        <p:cTn id="31" dur="500" fill="hold"/>
                                        <p:tgtEl>
                                          <p:spTgt spid="5222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52236"/>
                                        </p:tgtEl>
                                        <p:attrNameLst>
                                          <p:attrName>style.visibility</p:attrName>
                                        </p:attrNameLst>
                                      </p:cBhvr>
                                      <p:to>
                                        <p:strVal val="visible"/>
                                      </p:to>
                                    </p:set>
                                    <p:anim calcmode="lin" valueType="num">
                                      <p:cBhvr additive="base">
                                        <p:cTn id="36" dur="500" fill="hold"/>
                                        <p:tgtEl>
                                          <p:spTgt spid="52236"/>
                                        </p:tgtEl>
                                        <p:attrNameLst>
                                          <p:attrName>ppt_x</p:attrName>
                                        </p:attrNameLst>
                                      </p:cBhvr>
                                      <p:tavLst>
                                        <p:tav tm="0">
                                          <p:val>
                                            <p:strVal val="#ppt_x"/>
                                          </p:val>
                                        </p:tav>
                                        <p:tav tm="100000">
                                          <p:val>
                                            <p:strVal val="#ppt_x"/>
                                          </p:val>
                                        </p:tav>
                                      </p:tavLst>
                                    </p:anim>
                                    <p:anim calcmode="lin" valueType="num">
                                      <p:cBhvr additive="base">
                                        <p:cTn id="37" dur="500" fill="hold"/>
                                        <p:tgtEl>
                                          <p:spTgt spid="522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animBg="1"/>
      <p:bldP spid="52229" grpId="0" animBg="1"/>
      <p:bldP spid="52230" grpId="0"/>
      <p:bldP spid="52231" grpId="0" animBg="1"/>
      <p:bldP spid="5223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34</a:t>
            </a:fld>
            <a:endParaRPr lang="en-US" altLang="zh-CN" sz="1400" dirty="0"/>
          </a:p>
        </p:txBody>
      </p:sp>
      <p:sp>
        <p:nvSpPr>
          <p:cNvPr id="53252" name="Rectangle 4"/>
          <p:cNvSpPr/>
          <p:nvPr/>
        </p:nvSpPr>
        <p:spPr>
          <a:xfrm>
            <a:off x="304800" y="514350"/>
            <a:ext cx="82677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用代数法求一个函数的</a:t>
            </a:r>
            <a:r>
              <a:rPr lang="zh-CN" altLang="en-US" dirty="0">
                <a:solidFill>
                  <a:schemeClr val="accent2"/>
                </a:solidFill>
                <a:ea typeface="黑体" panose="02010609060101010101" pitchFamily="49" charset="-122"/>
              </a:rPr>
              <a:t>“</a:t>
            </a:r>
            <a:r>
              <a:rPr lang="zh-CN" altLang="en-US" dirty="0">
                <a:solidFill>
                  <a:schemeClr val="accent2"/>
                </a:solidFill>
                <a:latin typeface="黑体" panose="02010609060101010101" pitchFamily="49" charset="-122"/>
                <a:ea typeface="黑体" panose="02010609060101010101" pitchFamily="49" charset="-122"/>
              </a:rPr>
              <a:t>最大项之积</a:t>
            </a:r>
            <a:r>
              <a:rPr lang="zh-CN" altLang="en-US" dirty="0">
                <a:solidFill>
                  <a:schemeClr val="accent2"/>
                </a:solidFill>
                <a:ea typeface="黑体" panose="02010609060101010101" pitchFamily="49" charset="-122"/>
              </a:rPr>
              <a:t>”</a:t>
            </a:r>
            <a:r>
              <a:rPr lang="zh-CN" altLang="en-US" dirty="0">
                <a:latin typeface="黑体" panose="02010609060101010101" pitchFamily="49" charset="-122"/>
                <a:ea typeface="黑体" panose="02010609060101010101" pitchFamily="49" charset="-122"/>
              </a:rPr>
              <a:t>的形式：</a:t>
            </a:r>
          </a:p>
        </p:txBody>
      </p:sp>
      <p:grpSp>
        <p:nvGrpSpPr>
          <p:cNvPr id="53255" name="Group 7"/>
          <p:cNvGrpSpPr/>
          <p:nvPr/>
        </p:nvGrpSpPr>
        <p:grpSpPr>
          <a:xfrm>
            <a:off x="152400" y="2309813"/>
            <a:ext cx="8839200" cy="1069975"/>
            <a:chOff x="96" y="1455"/>
            <a:chExt cx="5568" cy="674"/>
          </a:xfrm>
        </p:grpSpPr>
        <p:sp>
          <p:nvSpPr>
            <p:cNvPr id="99334" name="Rectangle 3"/>
            <p:cNvSpPr/>
            <p:nvPr/>
          </p:nvSpPr>
          <p:spPr>
            <a:xfrm>
              <a:off x="96" y="1457"/>
              <a:ext cx="5568" cy="672"/>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第二步：反复利用               把表达式中非最大项的</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或项</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扩展成最大项。</a:t>
              </a:r>
            </a:p>
          </p:txBody>
        </p:sp>
        <mc:AlternateContent xmlns:mc="http://schemas.openxmlformats.org/markup-compatibility/2006" xmlns:a14="http://schemas.microsoft.com/office/drawing/2010/main">
          <mc:Choice Requires="a14">
            <p:sp>
              <p:nvSpPr>
                <p:cNvPr id="99335" name="Object 5"/>
                <p:cNvSpPr txBox="1"/>
                <p:nvPr/>
              </p:nvSpPr>
              <p:spPr>
                <a:xfrm>
                  <a:off x="2181" y="1455"/>
                  <a:ext cx="1947" cy="36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99335" name="Object 5"/>
                <p:cNvSpPr txBox="1">
                  <a:spLocks noRot="1" noChangeAspect="1" noMove="1" noResize="1" noEditPoints="1" noAdjustHandles="1" noChangeArrowheads="1" noChangeShapeType="1" noTextEdit="1"/>
                </p:cNvSpPr>
                <p:nvPr/>
              </p:nvSpPr>
              <p:spPr>
                <a:xfrm>
                  <a:off x="2181" y="1455"/>
                  <a:ext cx="1947" cy="369"/>
                </a:xfrm>
                <a:prstGeom prst="rect">
                  <a:avLst/>
                </a:prstGeom>
                <a:blipFill>
                  <a:blip r:embed="rId3"/>
                  <a:stretch>
                    <a:fillRect/>
                  </a:stretch>
                </a:blipFill>
                <a:ln w="38100">
                  <a:noFill/>
                  <a:miter/>
                </a:ln>
              </p:spPr>
              <p:txBody>
                <a:bodyPr/>
                <a:lstStyle/>
                <a:p>
                  <a:r>
                    <a:rPr lang="zh-CN" altLang="en-US">
                      <a:noFill/>
                    </a:rPr>
                    <a:t> </a:t>
                  </a:r>
                </a:p>
              </p:txBody>
            </p:sp>
          </mc:Fallback>
        </mc:AlternateContent>
      </p:grpSp>
      <p:sp>
        <p:nvSpPr>
          <p:cNvPr id="53254" name="Rectangle 6"/>
          <p:cNvSpPr>
            <a:spLocks noChangeArrowheads="1"/>
          </p:cNvSpPr>
          <p:nvPr/>
        </p:nvSpPr>
        <p:spPr bwMode="auto">
          <a:xfrm>
            <a:off x="152400" y="1371600"/>
            <a:ext cx="8839200" cy="57943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第一步：将函数表达式转换成一般</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charset="0"/>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或与</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charset="0"/>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式。</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anim calcmode="lin" valueType="num">
                                      <p:cBhvr additive="base">
                                        <p:cTn id="7" dur="500" fill="hold"/>
                                        <p:tgtEl>
                                          <p:spTgt spid="53252"/>
                                        </p:tgtEl>
                                        <p:attrNameLst>
                                          <p:attrName>ppt_x</p:attrName>
                                        </p:attrNameLst>
                                      </p:cBhvr>
                                      <p:tavLst>
                                        <p:tav tm="0">
                                          <p:val>
                                            <p:strVal val="0-#ppt_w/2"/>
                                          </p:val>
                                        </p:tav>
                                        <p:tav tm="100000">
                                          <p:val>
                                            <p:strVal val="#ppt_x"/>
                                          </p:val>
                                        </p:tav>
                                      </p:tavLst>
                                    </p:anim>
                                    <p:anim calcmode="lin" valueType="num">
                                      <p:cBhvr additive="base">
                                        <p:cTn id="8" dur="500" fill="hold"/>
                                        <p:tgtEl>
                                          <p:spTgt spid="5325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254"/>
                                        </p:tgtEl>
                                        <p:attrNameLst>
                                          <p:attrName>style.visibility</p:attrName>
                                        </p:attrNameLst>
                                      </p:cBhvr>
                                      <p:to>
                                        <p:strVal val="visible"/>
                                      </p:to>
                                    </p:set>
                                    <p:anim calcmode="lin" valueType="num">
                                      <p:cBhvr additive="base">
                                        <p:cTn id="13" dur="500" fill="hold"/>
                                        <p:tgtEl>
                                          <p:spTgt spid="53254"/>
                                        </p:tgtEl>
                                        <p:attrNameLst>
                                          <p:attrName>ppt_x</p:attrName>
                                        </p:attrNameLst>
                                      </p:cBhvr>
                                      <p:tavLst>
                                        <p:tav tm="0">
                                          <p:val>
                                            <p:strVal val="#ppt_x"/>
                                          </p:val>
                                        </p:tav>
                                        <p:tav tm="100000">
                                          <p:val>
                                            <p:strVal val="#ppt_x"/>
                                          </p:val>
                                        </p:tav>
                                      </p:tavLst>
                                    </p:anim>
                                    <p:anim calcmode="lin" valueType="num">
                                      <p:cBhvr additive="base">
                                        <p:cTn id="14" dur="500" fill="hold"/>
                                        <p:tgtEl>
                                          <p:spTgt spid="5325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3255"/>
                                        </p:tgtEl>
                                        <p:attrNameLst>
                                          <p:attrName>style.visibility</p:attrName>
                                        </p:attrNameLst>
                                      </p:cBhvr>
                                      <p:to>
                                        <p:strVal val="visible"/>
                                      </p:to>
                                    </p:set>
                                    <p:anim calcmode="lin" valueType="num">
                                      <p:cBhvr additive="base">
                                        <p:cTn id="19" dur="500" fill="hold"/>
                                        <p:tgtEl>
                                          <p:spTgt spid="53255"/>
                                        </p:tgtEl>
                                        <p:attrNameLst>
                                          <p:attrName>ppt_x</p:attrName>
                                        </p:attrNameLst>
                                      </p:cBhvr>
                                      <p:tavLst>
                                        <p:tav tm="0">
                                          <p:val>
                                            <p:strVal val="#ppt_x"/>
                                          </p:val>
                                        </p:tav>
                                        <p:tav tm="100000">
                                          <p:val>
                                            <p:strVal val="#ppt_x"/>
                                          </p:val>
                                        </p:tav>
                                      </p:tavLst>
                                    </p:anim>
                                    <p:anim calcmode="lin" valueType="num">
                                      <p:cBhvr additive="base">
                                        <p:cTn id="20" dur="500" fill="hold"/>
                                        <p:tgtEl>
                                          <p:spTgt spid="532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P spid="5325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35</a:t>
            </a:fld>
            <a:endParaRPr lang="en-US" altLang="zh-CN" sz="1400" dirty="0"/>
          </a:p>
        </p:txBody>
      </p:sp>
      <p:sp>
        <p:nvSpPr>
          <p:cNvPr id="54274" name="Rectangle 2"/>
          <p:cNvSpPr/>
          <p:nvPr/>
        </p:nvSpPr>
        <p:spPr>
          <a:xfrm>
            <a:off x="990600" y="3382963"/>
            <a:ext cx="4044950"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变换为标准积之和</a:t>
            </a:r>
          </a:p>
        </p:txBody>
      </p:sp>
      <p:grpSp>
        <p:nvGrpSpPr>
          <p:cNvPr id="54284" name="Group 12"/>
          <p:cNvGrpSpPr/>
          <p:nvPr/>
        </p:nvGrpSpPr>
        <p:grpSpPr>
          <a:xfrm>
            <a:off x="228600" y="228600"/>
            <a:ext cx="8686800" cy="1143000"/>
            <a:chOff x="144" y="144"/>
            <a:chExt cx="5472" cy="720"/>
          </a:xfrm>
        </p:grpSpPr>
        <p:sp>
          <p:nvSpPr>
            <p:cNvPr id="54276" name="Rectangle 4"/>
            <p:cNvSpPr>
              <a:spLocks noChangeArrowheads="1"/>
            </p:cNvSpPr>
            <p:nvPr/>
          </p:nvSpPr>
          <p:spPr bwMode="auto">
            <a:xfrm>
              <a:off x="144" y="192"/>
              <a:ext cx="5472"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例</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将                      转换成最小项之和。</a:t>
              </a:r>
            </a:p>
          </p:txBody>
        </p:sp>
        <mc:AlternateContent xmlns:mc="http://schemas.openxmlformats.org/markup-compatibility/2006" xmlns:a14="http://schemas.microsoft.com/office/drawing/2010/main">
          <mc:Choice Requires="a14">
            <p:sp>
              <p:nvSpPr>
                <p:cNvPr id="101389" name="Object 5"/>
                <p:cNvSpPr txBox="1"/>
                <p:nvPr/>
              </p:nvSpPr>
              <p:spPr>
                <a:xfrm>
                  <a:off x="1104" y="144"/>
                  <a:ext cx="2758" cy="40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𝐴𝐵</m:t>
                                </m:r>
                              </m:e>
                            </m:bar>
                          </m:e>
                        </m:bar>
                      </m:oMath>
                    </m:oMathPara>
                  </a14:m>
                  <a:endParaRPr lang="zh-CN" altLang="en-US"/>
                </a:p>
              </p:txBody>
            </p:sp>
          </mc:Choice>
          <mc:Fallback xmlns="">
            <p:sp>
              <p:nvSpPr>
                <p:cNvPr id="101389" name="Object 5"/>
                <p:cNvSpPr txBox="1">
                  <a:spLocks noRot="1" noChangeAspect="1" noMove="1" noResize="1" noEditPoints="1" noAdjustHandles="1" noChangeArrowheads="1" noChangeShapeType="1" noTextEdit="1"/>
                </p:cNvSpPr>
                <p:nvPr/>
              </p:nvSpPr>
              <p:spPr>
                <a:xfrm>
                  <a:off x="1104" y="144"/>
                  <a:ext cx="2758" cy="407"/>
                </a:xfrm>
                <a:prstGeom prst="rect">
                  <a:avLst/>
                </a:prstGeom>
                <a:blipFill>
                  <a:blip r:embed="rId3"/>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4279" name="Object 7"/>
              <p:cNvSpPr txBox="1"/>
              <p:nvPr/>
            </p:nvSpPr>
            <p:spPr>
              <a:xfrm>
                <a:off x="627063" y="2097088"/>
                <a:ext cx="7983537" cy="64611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𝐴𝐵</m:t>
                              </m:r>
                            </m:e>
                          </m:ba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oMath>
                  </m:oMathPara>
                </a14:m>
                <a:endParaRPr lang="zh-CN" altLang="en-US"/>
              </a:p>
            </p:txBody>
          </p:sp>
        </mc:Choice>
        <mc:Fallback xmlns="">
          <p:sp>
            <p:nvSpPr>
              <p:cNvPr id="54279" name="Object 7"/>
              <p:cNvSpPr txBox="1">
                <a:spLocks noRot="1" noChangeAspect="1" noMove="1" noResize="1" noEditPoints="1" noAdjustHandles="1" noChangeArrowheads="1" noChangeShapeType="1" noTextEdit="1"/>
              </p:cNvSpPr>
              <p:nvPr/>
            </p:nvSpPr>
            <p:spPr>
              <a:xfrm>
                <a:off x="627063" y="2097088"/>
                <a:ext cx="7983537" cy="646112"/>
              </a:xfrm>
              <a:prstGeom prst="rect">
                <a:avLst/>
              </a:prstGeom>
              <a:blipFill>
                <a:blip r:embed="rId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280" name="Object 8"/>
              <p:cNvSpPr txBox="1"/>
              <p:nvPr/>
            </p:nvSpPr>
            <p:spPr>
              <a:xfrm>
                <a:off x="2382838" y="2754313"/>
                <a:ext cx="3830637" cy="52228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oMath>
                  </m:oMathPara>
                </a14:m>
                <a:endParaRPr lang="zh-CN" altLang="en-US"/>
              </a:p>
            </p:txBody>
          </p:sp>
        </mc:Choice>
        <mc:Fallback xmlns="">
          <p:sp>
            <p:nvSpPr>
              <p:cNvPr id="54280" name="Object 8"/>
              <p:cNvSpPr txBox="1">
                <a:spLocks noRot="1" noChangeAspect="1" noMove="1" noResize="1" noEditPoints="1" noAdjustHandles="1" noChangeArrowheads="1" noChangeShapeType="1" noTextEdit="1"/>
              </p:cNvSpPr>
              <p:nvPr/>
            </p:nvSpPr>
            <p:spPr>
              <a:xfrm>
                <a:off x="2382838" y="2754313"/>
                <a:ext cx="3830637" cy="522287"/>
              </a:xfrm>
              <a:prstGeom prst="rect">
                <a:avLst/>
              </a:prstGeom>
              <a:blipFill>
                <a:blip r:embed="rId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281" name="Object 9"/>
              <p:cNvSpPr txBox="1"/>
              <p:nvPr/>
            </p:nvSpPr>
            <p:spPr>
              <a:xfrm>
                <a:off x="228600" y="4038600"/>
                <a:ext cx="8883650" cy="58261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54281" name="Object 9"/>
              <p:cNvSpPr txBox="1">
                <a:spLocks noRot="1" noChangeAspect="1" noMove="1" noResize="1" noEditPoints="1" noAdjustHandles="1" noChangeArrowheads="1" noChangeShapeType="1" noTextEdit="1"/>
              </p:cNvSpPr>
              <p:nvPr/>
            </p:nvSpPr>
            <p:spPr>
              <a:xfrm>
                <a:off x="228600" y="4038600"/>
                <a:ext cx="8883650" cy="582613"/>
              </a:xfrm>
              <a:prstGeom prst="rect">
                <a:avLst/>
              </a:prstGeom>
              <a:blipFill>
                <a:blip r:embed="rId6"/>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282" name="Object 10"/>
              <p:cNvSpPr txBox="1"/>
              <p:nvPr/>
            </p:nvSpPr>
            <p:spPr>
              <a:xfrm>
                <a:off x="609600" y="4648200"/>
                <a:ext cx="6243638" cy="52228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𝐴𝐵𝐶</m:t>
                      </m:r>
                    </m:oMath>
                  </m:oMathPara>
                </a14:m>
                <a:endParaRPr lang="zh-CN" altLang="en-US"/>
              </a:p>
            </p:txBody>
          </p:sp>
        </mc:Choice>
        <mc:Fallback xmlns="">
          <p:sp>
            <p:nvSpPr>
              <p:cNvPr id="54282" name="Object 10"/>
              <p:cNvSpPr txBox="1">
                <a:spLocks noRot="1" noChangeAspect="1" noMove="1" noResize="1" noEditPoints="1" noAdjustHandles="1" noChangeArrowheads="1" noChangeShapeType="1" noTextEdit="1"/>
              </p:cNvSpPr>
              <p:nvPr/>
            </p:nvSpPr>
            <p:spPr>
              <a:xfrm>
                <a:off x="609600" y="4648200"/>
                <a:ext cx="6243638" cy="522288"/>
              </a:xfrm>
              <a:prstGeom prst="rect">
                <a:avLst/>
              </a:prstGeom>
              <a:blipFill>
                <a:blip r:embed="rId7"/>
                <a:stretch>
                  <a:fillRect/>
                </a:stretch>
              </a:blipFill>
              <a:ln w="38100">
                <a:noFill/>
                <a:miter/>
              </a:ln>
            </p:spPr>
            <p:txBody>
              <a:bodyPr/>
              <a:lstStyle/>
              <a:p>
                <a:r>
                  <a:rPr lang="zh-CN" altLang="en-US">
                    <a:noFill/>
                  </a:rPr>
                  <a:t> </a:t>
                </a:r>
              </a:p>
            </p:txBody>
          </p:sp>
        </mc:Fallback>
      </mc:AlternateContent>
      <p:sp>
        <p:nvSpPr>
          <p:cNvPr id="54283" name="Rectangle 11"/>
          <p:cNvSpPr/>
          <p:nvPr/>
        </p:nvSpPr>
        <p:spPr>
          <a:xfrm>
            <a:off x="228600" y="1524000"/>
            <a:ext cx="7620000" cy="579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解：</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将表达式变换成</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与或</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表达式</a:t>
            </a:r>
          </a:p>
        </p:txBody>
      </p:sp>
      <mc:AlternateContent xmlns:mc="http://schemas.openxmlformats.org/markup-compatibility/2006" xmlns:a14="http://schemas.microsoft.com/office/drawing/2010/main">
        <mc:Choice Requires="a14">
          <p:sp>
            <p:nvSpPr>
              <p:cNvPr id="54286" name="Object 14"/>
              <p:cNvSpPr txBox="1"/>
              <p:nvPr/>
            </p:nvSpPr>
            <p:spPr>
              <a:xfrm>
                <a:off x="630238" y="5260975"/>
                <a:ext cx="3886200" cy="581025"/>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6</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7</m:t>
                          </m:r>
                        </m:sub>
                      </m:sSub>
                    </m:oMath>
                  </m:oMathPara>
                </a14:m>
                <a:endParaRPr lang="zh-CN" altLang="en-US"/>
              </a:p>
            </p:txBody>
          </p:sp>
        </mc:Choice>
        <mc:Fallback xmlns="">
          <p:sp>
            <p:nvSpPr>
              <p:cNvPr id="54286" name="Object 14"/>
              <p:cNvSpPr txBox="1">
                <a:spLocks noRot="1" noChangeAspect="1" noMove="1" noResize="1" noEditPoints="1" noAdjustHandles="1" noChangeArrowheads="1" noChangeShapeType="1" noTextEdit="1"/>
              </p:cNvSpPr>
              <p:nvPr/>
            </p:nvSpPr>
            <p:spPr>
              <a:xfrm>
                <a:off x="630238" y="5260975"/>
                <a:ext cx="3886200" cy="581025"/>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287" name="Object 15"/>
              <p:cNvSpPr txBox="1"/>
              <p:nvPr/>
            </p:nvSpPr>
            <p:spPr>
              <a:xfrm>
                <a:off x="644525" y="5764213"/>
                <a:ext cx="2971800" cy="715962"/>
              </a:xfrm>
              <a:prstGeom prst="rect">
                <a:avLst/>
              </a:prstGeom>
              <a:noFill/>
              <a:ln w="38100">
                <a:noFill/>
                <a:miter/>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nary>
                        <m:naryPr>
                          <m:chr m:val="∑"/>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(0,1,3,6,7)</m:t>
                          </m:r>
                        </m:e>
                      </m:nary>
                    </m:oMath>
                  </m:oMathPara>
                </a14:m>
                <a:endParaRPr lang="zh-CN" altLang="en-US"/>
              </a:p>
            </p:txBody>
          </p:sp>
        </mc:Choice>
        <mc:Fallback xmlns="">
          <p:sp>
            <p:nvSpPr>
              <p:cNvPr id="54287" name="Object 15"/>
              <p:cNvSpPr txBox="1">
                <a:spLocks noRot="1" noChangeAspect="1" noMove="1" noResize="1" noEditPoints="1" noAdjustHandles="1" noChangeArrowheads="1" noChangeShapeType="1" noTextEdit="1"/>
              </p:cNvSpPr>
              <p:nvPr/>
            </p:nvSpPr>
            <p:spPr>
              <a:xfrm>
                <a:off x="644525" y="5764213"/>
                <a:ext cx="2971800" cy="715962"/>
              </a:xfrm>
              <a:prstGeom prst="rect">
                <a:avLst/>
              </a:prstGeom>
              <a:blipFill>
                <a:blip r:embed="rId9"/>
                <a:stretch>
                  <a:fillRect/>
                </a:stretch>
              </a:blipFill>
              <a:ln w="38100">
                <a:noFill/>
                <a:miter/>
              </a:ln>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4284"/>
                                        </p:tgtEl>
                                        <p:attrNameLst>
                                          <p:attrName>style.visibility</p:attrName>
                                        </p:attrNameLst>
                                      </p:cBhvr>
                                      <p:to>
                                        <p:strVal val="visible"/>
                                      </p:to>
                                    </p:set>
                                    <p:anim calcmode="lin" valueType="num">
                                      <p:cBhvr additive="base">
                                        <p:cTn id="7" dur="500" fill="hold"/>
                                        <p:tgtEl>
                                          <p:spTgt spid="54284"/>
                                        </p:tgtEl>
                                        <p:attrNameLst>
                                          <p:attrName>ppt_x</p:attrName>
                                        </p:attrNameLst>
                                      </p:cBhvr>
                                      <p:tavLst>
                                        <p:tav tm="0">
                                          <p:val>
                                            <p:strVal val="0-#ppt_w/2"/>
                                          </p:val>
                                        </p:tav>
                                        <p:tav tm="100000">
                                          <p:val>
                                            <p:strVal val="#ppt_x"/>
                                          </p:val>
                                        </p:tav>
                                      </p:tavLst>
                                    </p:anim>
                                    <p:anim calcmode="lin" valueType="num">
                                      <p:cBhvr additive="base">
                                        <p:cTn id="8" dur="500" fill="hold"/>
                                        <p:tgtEl>
                                          <p:spTgt spid="5428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4283"/>
                                        </p:tgtEl>
                                        <p:attrNameLst>
                                          <p:attrName>style.visibility</p:attrName>
                                        </p:attrNameLst>
                                      </p:cBhvr>
                                      <p:to>
                                        <p:strVal val="visible"/>
                                      </p:to>
                                    </p:set>
                                    <p:animEffect transition="in" filter="wipe(left)">
                                      <p:cBhvr>
                                        <p:cTn id="13" dur="500"/>
                                        <p:tgtEl>
                                          <p:spTgt spid="5428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4274"/>
                                        </p:tgtEl>
                                        <p:attrNameLst>
                                          <p:attrName>style.visibility</p:attrName>
                                        </p:attrNameLst>
                                      </p:cBhvr>
                                      <p:to>
                                        <p:strVal val="visible"/>
                                      </p:to>
                                    </p:set>
                                    <p:animEffect transition="in" filter="wipe(left)">
                                      <p:cBhvr>
                                        <p:cTn id="18" dur="500"/>
                                        <p:tgtEl>
                                          <p:spTgt spid="54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p:bldP spid="5428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36</a:t>
            </a:fld>
            <a:endParaRPr lang="en-US" altLang="zh-CN" sz="1400" dirty="0"/>
          </a:p>
        </p:txBody>
      </p:sp>
      <p:sp>
        <p:nvSpPr>
          <p:cNvPr id="55298" name="Rectangle 2"/>
          <p:cNvSpPr/>
          <p:nvPr/>
        </p:nvSpPr>
        <p:spPr>
          <a:xfrm>
            <a:off x="304800" y="1447800"/>
            <a:ext cx="681037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解：</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将表达式变换成</a:t>
            </a:r>
            <a:r>
              <a:rPr lang="zh-CN" altLang="en-US" dirty="0">
                <a:latin typeface="Tahoma" panose="020B0604030504040204" pitchFamily="34"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或与</a:t>
            </a:r>
            <a:r>
              <a:rPr lang="zh-CN" altLang="en-US" dirty="0">
                <a:latin typeface="Tahoma" panose="020B0604030504040204" pitchFamily="34"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表达式</a:t>
            </a:r>
          </a:p>
        </p:txBody>
      </p:sp>
      <p:grpSp>
        <p:nvGrpSpPr>
          <p:cNvPr id="55306" name="Group 10"/>
          <p:cNvGrpSpPr/>
          <p:nvPr/>
        </p:nvGrpSpPr>
        <p:grpSpPr>
          <a:xfrm>
            <a:off x="247650" y="268288"/>
            <a:ext cx="8896350" cy="1103312"/>
            <a:chOff x="156" y="169"/>
            <a:chExt cx="5604" cy="695"/>
          </a:xfrm>
        </p:grpSpPr>
        <p:sp>
          <p:nvSpPr>
            <p:cNvPr id="103435" name="Rectangle 3"/>
            <p:cNvSpPr/>
            <p:nvPr/>
          </p:nvSpPr>
          <p:spPr>
            <a:xfrm>
              <a:off x="156" y="192"/>
              <a:ext cx="5604" cy="67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buClr>
                  <a:schemeClr val="folHlink"/>
                </a:buClr>
                <a:buSzPct val="60000"/>
                <a:buFont typeface="Wingdings" panose="05000000000000000000" pitchFamily="2" charset="2"/>
                <a:buNone/>
              </a:pPr>
              <a:r>
                <a:rPr lang="zh-CN" altLang="en-US" dirty="0">
                  <a:latin typeface="黑体" panose="02010609060101010101" pitchFamily="49" charset="-122"/>
                  <a:ea typeface="黑体" panose="02010609060101010101" pitchFamily="49" charset="-122"/>
                </a:rPr>
                <a:t>例</a:t>
              </a:r>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：将                      变换成最大项之积。</a:t>
              </a:r>
            </a:p>
          </p:txBody>
        </p:sp>
        <mc:AlternateContent xmlns:mc="http://schemas.openxmlformats.org/markup-compatibility/2006" xmlns:a14="http://schemas.microsoft.com/office/drawing/2010/main">
          <mc:Choice Requires="a14">
            <p:sp>
              <p:nvSpPr>
                <p:cNvPr id="103436" name="Object 4"/>
                <p:cNvSpPr txBox="1"/>
                <p:nvPr/>
              </p:nvSpPr>
              <p:spPr>
                <a:xfrm>
                  <a:off x="1104" y="169"/>
                  <a:ext cx="2778" cy="40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oMath>
                    </m:oMathPara>
                  </a14:m>
                  <a:endParaRPr lang="zh-CN" altLang="en-US"/>
                </a:p>
              </p:txBody>
            </p:sp>
          </mc:Choice>
          <mc:Fallback xmlns="">
            <p:sp>
              <p:nvSpPr>
                <p:cNvPr id="103436" name="Object 4"/>
                <p:cNvSpPr txBox="1">
                  <a:spLocks noRot="1" noChangeAspect="1" noMove="1" noResize="1" noEditPoints="1" noAdjustHandles="1" noChangeArrowheads="1" noChangeShapeType="1" noTextEdit="1"/>
                </p:cNvSpPr>
                <p:nvPr/>
              </p:nvSpPr>
              <p:spPr>
                <a:xfrm>
                  <a:off x="1104" y="169"/>
                  <a:ext cx="2778" cy="407"/>
                </a:xfrm>
                <a:prstGeom prst="rect">
                  <a:avLst/>
                </a:prstGeom>
                <a:blipFill>
                  <a:blip r:embed="rId3"/>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5303" name="Object 7"/>
              <p:cNvSpPr txBox="1"/>
              <p:nvPr/>
            </p:nvSpPr>
            <p:spPr>
              <a:xfrm>
                <a:off x="762000" y="2097088"/>
                <a:ext cx="6953250" cy="64611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oMath>
                  </m:oMathPara>
                </a14:m>
                <a:endParaRPr lang="zh-CN" altLang="en-US"/>
              </a:p>
            </p:txBody>
          </p:sp>
        </mc:Choice>
        <mc:Fallback xmlns="">
          <p:sp>
            <p:nvSpPr>
              <p:cNvPr id="55303" name="Object 7"/>
              <p:cNvSpPr txBox="1">
                <a:spLocks noRot="1" noChangeAspect="1" noMove="1" noResize="1" noEditPoints="1" noAdjustHandles="1" noChangeArrowheads="1" noChangeShapeType="1" noTextEdit="1"/>
              </p:cNvSpPr>
              <p:nvPr/>
            </p:nvSpPr>
            <p:spPr>
              <a:xfrm>
                <a:off x="762000" y="2097088"/>
                <a:ext cx="6953250" cy="646112"/>
              </a:xfrm>
              <a:prstGeom prst="rect">
                <a:avLst/>
              </a:prstGeom>
              <a:blipFill>
                <a:blip r:embed="rId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304" name="Object 8"/>
              <p:cNvSpPr txBox="1"/>
              <p:nvPr/>
            </p:nvSpPr>
            <p:spPr>
              <a:xfrm>
                <a:off x="2492375" y="2768600"/>
                <a:ext cx="3541713" cy="5842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oMath>
                  </m:oMathPara>
                </a14:m>
                <a:endParaRPr lang="zh-CN" altLang="en-US"/>
              </a:p>
            </p:txBody>
          </p:sp>
        </mc:Choice>
        <mc:Fallback xmlns="">
          <p:sp>
            <p:nvSpPr>
              <p:cNvPr id="55304" name="Object 8"/>
              <p:cNvSpPr txBox="1">
                <a:spLocks noRot="1" noChangeAspect="1" noMove="1" noResize="1" noEditPoints="1" noAdjustHandles="1" noChangeArrowheads="1" noChangeShapeType="1" noTextEdit="1"/>
              </p:cNvSpPr>
              <p:nvPr/>
            </p:nvSpPr>
            <p:spPr>
              <a:xfrm>
                <a:off x="2492375" y="2768600"/>
                <a:ext cx="3541713" cy="584200"/>
              </a:xfrm>
              <a:prstGeom prst="rect">
                <a:avLst/>
              </a:prstGeom>
              <a:blipFill>
                <a:blip r:embed="rId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355" name="Object 59"/>
              <p:cNvSpPr txBox="1"/>
              <p:nvPr/>
            </p:nvSpPr>
            <p:spPr>
              <a:xfrm>
                <a:off x="735013" y="4232275"/>
                <a:ext cx="6580187" cy="57308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55355" name="Object 59"/>
              <p:cNvSpPr txBox="1">
                <a:spLocks noRot="1" noChangeAspect="1" noMove="1" noResize="1" noEditPoints="1" noAdjustHandles="1" noChangeArrowheads="1" noChangeShapeType="1" noTextEdit="1"/>
              </p:cNvSpPr>
              <p:nvPr/>
            </p:nvSpPr>
            <p:spPr>
              <a:xfrm>
                <a:off x="735013" y="4232275"/>
                <a:ext cx="6580187" cy="573088"/>
              </a:xfrm>
              <a:prstGeom prst="rect">
                <a:avLst/>
              </a:prstGeom>
              <a:blipFill>
                <a:blip r:embed="rId6"/>
                <a:stretch>
                  <a:fillRect/>
                </a:stretch>
              </a:blipFill>
              <a:ln w="38100">
                <a:noFill/>
                <a:miter/>
              </a:ln>
            </p:spPr>
            <p:txBody>
              <a:bodyPr/>
              <a:lstStyle/>
              <a:p>
                <a:r>
                  <a:rPr lang="zh-CN" altLang="en-US">
                    <a:noFill/>
                  </a:rPr>
                  <a:t> </a:t>
                </a:r>
              </a:p>
            </p:txBody>
          </p:sp>
        </mc:Fallback>
      </mc:AlternateContent>
      <p:sp>
        <p:nvSpPr>
          <p:cNvPr id="55356" name="Rectangle 60"/>
          <p:cNvSpPr>
            <a:spLocks noChangeArrowheads="1"/>
          </p:cNvSpPr>
          <p:nvPr/>
        </p:nvSpPr>
        <p:spPr bwMode="auto">
          <a:xfrm>
            <a:off x="609600" y="3459163"/>
            <a:ext cx="51090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Black" panose="020B0A04020102020204" pitchFamily="34" charset="0"/>
                <a:ea typeface="黑体" panose="02010609060101010101" pitchFamily="49" charset="-122"/>
                <a:cs typeface="+mn-cs"/>
              </a:rPr>
              <a:t>利用加法的分配律进行拆分</a:t>
            </a:r>
          </a:p>
        </p:txBody>
      </p:sp>
      <mc:AlternateContent xmlns:mc="http://schemas.openxmlformats.org/markup-compatibility/2006" xmlns:a14="http://schemas.microsoft.com/office/drawing/2010/main">
        <mc:Choice Requires="a14">
          <p:sp>
            <p:nvSpPr>
              <p:cNvPr id="55360" name="Object 64"/>
              <p:cNvSpPr txBox="1"/>
              <p:nvPr/>
            </p:nvSpPr>
            <p:spPr>
              <a:xfrm>
                <a:off x="1066800" y="5603875"/>
                <a:ext cx="5183188" cy="58578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55360" name="Object 64"/>
              <p:cNvSpPr txBox="1">
                <a:spLocks noRot="1" noChangeAspect="1" noMove="1" noResize="1" noEditPoints="1" noAdjustHandles="1" noChangeArrowheads="1" noChangeShapeType="1" noTextEdit="1"/>
              </p:cNvSpPr>
              <p:nvPr/>
            </p:nvSpPr>
            <p:spPr>
              <a:xfrm>
                <a:off x="1066800" y="5603875"/>
                <a:ext cx="5183188" cy="585788"/>
              </a:xfrm>
              <a:prstGeom prst="rect">
                <a:avLst/>
              </a:prstGeom>
              <a:blipFill>
                <a:blip r:embed="rId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361" name="Object 65"/>
              <p:cNvSpPr txBox="1"/>
              <p:nvPr/>
            </p:nvSpPr>
            <p:spPr>
              <a:xfrm>
                <a:off x="1066800" y="4881563"/>
                <a:ext cx="7239000" cy="60483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55361" name="Object 65"/>
              <p:cNvSpPr txBox="1">
                <a:spLocks noRot="1" noChangeAspect="1" noMove="1" noResize="1" noEditPoints="1" noAdjustHandles="1" noChangeArrowheads="1" noChangeShapeType="1" noTextEdit="1"/>
              </p:cNvSpPr>
              <p:nvPr/>
            </p:nvSpPr>
            <p:spPr>
              <a:xfrm>
                <a:off x="1066800" y="4881563"/>
                <a:ext cx="7239000" cy="604837"/>
              </a:xfrm>
              <a:prstGeom prst="rect">
                <a:avLst/>
              </a:prstGeom>
              <a:blipFill>
                <a:blip r:embed="rId8"/>
                <a:stretch>
                  <a:fillRect/>
                </a:stretch>
              </a:blipFill>
              <a:ln w="38100">
                <a:noFill/>
                <a:miter/>
              </a:ln>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5306"/>
                                        </p:tgtEl>
                                        <p:attrNameLst>
                                          <p:attrName>style.visibility</p:attrName>
                                        </p:attrNameLst>
                                      </p:cBhvr>
                                      <p:to>
                                        <p:strVal val="visible"/>
                                      </p:to>
                                    </p:set>
                                    <p:anim calcmode="lin" valueType="num">
                                      <p:cBhvr additive="base">
                                        <p:cTn id="7" dur="500" fill="hold"/>
                                        <p:tgtEl>
                                          <p:spTgt spid="55306"/>
                                        </p:tgtEl>
                                        <p:attrNameLst>
                                          <p:attrName>ppt_x</p:attrName>
                                        </p:attrNameLst>
                                      </p:cBhvr>
                                      <p:tavLst>
                                        <p:tav tm="0">
                                          <p:val>
                                            <p:strVal val="0-#ppt_w/2"/>
                                          </p:val>
                                        </p:tav>
                                        <p:tav tm="100000">
                                          <p:val>
                                            <p:strVal val="#ppt_x"/>
                                          </p:val>
                                        </p:tav>
                                      </p:tavLst>
                                    </p:anim>
                                    <p:anim calcmode="lin" valueType="num">
                                      <p:cBhvr additive="base">
                                        <p:cTn id="8" dur="500" fill="hold"/>
                                        <p:tgtEl>
                                          <p:spTgt spid="5530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5298"/>
                                        </p:tgtEl>
                                        <p:attrNameLst>
                                          <p:attrName>style.visibility</p:attrName>
                                        </p:attrNameLst>
                                      </p:cBhvr>
                                      <p:to>
                                        <p:strVal val="visible"/>
                                      </p:to>
                                    </p:set>
                                    <p:animEffect transition="in" filter="wipe(left)">
                                      <p:cBhvr>
                                        <p:cTn id="13" dur="500"/>
                                        <p:tgtEl>
                                          <p:spTgt spid="5529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5356"/>
                                        </p:tgtEl>
                                        <p:attrNameLst>
                                          <p:attrName>style.visibility</p:attrName>
                                        </p:attrNameLst>
                                      </p:cBhvr>
                                      <p:to>
                                        <p:strVal val="visible"/>
                                      </p:to>
                                    </p:set>
                                    <p:animEffect transition="in" filter="wipe(left)">
                                      <p:cBhvr>
                                        <p:cTn id="18" dur="500"/>
                                        <p:tgtEl>
                                          <p:spTgt spid="55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p:bldP spid="5535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8D62BA07-4176-9C3F-8D71-29435D1596C9}"/>
                  </a:ext>
                </a:extLst>
              </p:cNvPr>
              <p:cNvSpPr>
                <a:spLocks noGrp="1"/>
              </p:cNvSpPr>
              <p:nvPr>
                <p:ph type="subTitle" idx="1"/>
              </p:nvPr>
            </p:nvSpPr>
            <p:spPr>
              <a:xfrm>
                <a:off x="1143000" y="1196752"/>
                <a:ext cx="7533456" cy="4061048"/>
              </a:xfrm>
            </p:spPr>
            <p:txBody>
              <a:bodyPr/>
              <a:lstStyle/>
              <a:p>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将表达式变换成标准</a:t>
                </a:r>
                <a:r>
                  <a:rPr lang="zh-CN" altLang="en-US" dirty="0">
                    <a:latin typeface="Tahoma" panose="020B0604030504040204" pitchFamily="34"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或与</a:t>
                </a:r>
                <a:r>
                  <a:rPr lang="zh-CN" altLang="en-US" dirty="0">
                    <a:latin typeface="Tahoma" panose="020B0604030504040204" pitchFamily="34"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表达式</a:t>
                </a:r>
                <a:endParaRPr lang="en-US" altLang="zh-CN" dirty="0">
                  <a:latin typeface="黑体" panose="02010609060101010101" pitchFamily="49" charset="-122"/>
                  <a:ea typeface="黑体" panose="02010609060101010101" pitchFamily="49" charset="-122"/>
                </a:endParaRPr>
              </a:p>
              <a:p>
                <a:r>
                  <a:rPr lang="en-US" altLang="zh-CN" dirty="0">
                    <a:solidFill>
                      <a:srgbClr val="000000"/>
                    </a:solidFill>
                  </a:rPr>
                  <a:t>F</a:t>
                </a:r>
                <a14:m>
                  <m:oMath xmlns:m="http://schemas.openxmlformats.org/officeDocument/2006/math">
                    <m:r>
                      <a:rPr lang="zh-CN" altLang="en-US" i="1" smtClean="0">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oMath>
                </a14:m>
                <a:endParaRPr lang="en-US" altLang="zh-CN" dirty="0">
                  <a:latin typeface="黑体" panose="02010609060101010101" pitchFamily="49" charset="-122"/>
                  <a:ea typeface="黑体" panose="02010609060101010101" pitchFamily="49" charset="-122"/>
                </a:endParaRPr>
              </a:p>
              <a:p>
                <a:pPr/>
                <a14:m>
                  <m:oMathPara xmlns:m="http://schemas.openxmlformats.org/officeDocument/2006/math">
                    <m:oMathParaPr>
                      <m:jc m:val="centerGroup"/>
                    </m:oMathParaPr>
                    <m:oMath xmlns:m="http://schemas.openxmlformats.org/officeDocument/2006/math">
                      <m:r>
                        <a:rPr lang="zh-CN" altLang="en-US"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m:t>
                      </m:r>
                      <m:d>
                        <m:dPr>
                          <m:ctrlPr>
                            <a:rPr lang="zh-CN" altLang="en-US" i="1" smtClean="0">
                              <a:solidFill>
                                <a:srgbClr val="000000"/>
                              </a:solidFill>
                              <a:latin typeface="Cambria Math" panose="02040503050406030204" pitchFamily="18" charset="0"/>
                            </a:rPr>
                          </m:ctrlPr>
                        </m:dPr>
                        <m:e>
                          <m:bar>
                            <m:barPr>
                              <m:pos m:val="top"/>
                              <m:ctrlPr>
                                <a:rPr lang="zh-CN" altLang="en-US" i="1" smtClean="0">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e>
                      </m:d>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𝐶</m:t>
                      </m:r>
                      <m:r>
                        <a:rPr lang="en-US" altLang="zh-CN" b="0" i="1" smtClean="0">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r>
                            <a:rPr lang="en-US" altLang="zh-CN" b="0" i="1" smtClean="0">
                              <a:solidFill>
                                <a:srgbClr val="000000"/>
                              </a:solidFill>
                              <a:latin typeface="Cambria Math" panose="02040503050406030204" pitchFamily="18" charset="0"/>
                            </a:rPr>
                            <m:t>)</m:t>
                          </m:r>
                        </m:e>
                      </m:bar>
                      <m:r>
                        <a:rPr lang="en-US" altLang="zh-CN" b="0" i="1" smtClean="0">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oMath>
                  </m:oMathPara>
                </a14:m>
                <a:endParaRPr lang="en-US" altLang="zh-CN" dirty="0">
                  <a:latin typeface="黑体" panose="02010609060101010101" pitchFamily="49" charset="-122"/>
                  <a:ea typeface="黑体" panose="02010609060101010101" pitchFamily="49" charset="-122"/>
                </a:endParaRPr>
              </a:p>
              <a:p>
                <a:r>
                  <a:rPr lang="en-US" altLang="zh-CN" b="0" dirty="0">
                    <a:solidFill>
                      <a:srgbClr val="000000"/>
                    </a:solidFill>
                  </a:rPr>
                  <a:t>=</a:t>
                </a:r>
                <a14:m>
                  <m:oMath xmlns:m="http://schemas.openxmlformats.org/officeDocument/2006/math">
                    <m:r>
                      <a:rPr lang="en-US" altLang="zh-CN" b="0" i="1" smtClean="0">
                        <a:solidFill>
                          <a:srgbClr val="000000"/>
                        </a:solidFill>
                        <a:latin typeface="Cambria Math" panose="02040503050406030204" pitchFamily="18" charset="0"/>
                      </a:rPr>
                      <m:t>(</m:t>
                    </m:r>
                    <m:d>
                      <m:dPr>
                        <m:ctrlPr>
                          <a:rPr lang="zh-CN" altLang="en-US" i="1" smtClean="0">
                            <a:solidFill>
                              <a:srgbClr val="000000"/>
                            </a:solidFill>
                            <a:latin typeface="Cambria Math" panose="02040503050406030204" pitchFamily="18" charset="0"/>
                          </a:rPr>
                        </m:ctrlPr>
                      </m:dPr>
                      <m:e>
                        <m:bar>
                          <m:barPr>
                            <m:pos m:val="top"/>
                            <m:ctrlPr>
                              <a:rPr lang="zh-CN" altLang="en-US" i="1" smtClean="0">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e>
                    </m:d>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𝐶</m:t>
                    </m:r>
                    <m:r>
                      <a:rPr lang="en-US" altLang="zh-CN" b="0" i="1" smtClean="0">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r>
                          <a:rPr lang="en-US" altLang="zh-CN" b="0" i="1" smtClean="0">
                            <a:solidFill>
                              <a:srgbClr val="000000"/>
                            </a:solidFill>
                            <a:latin typeface="Cambria Math" panose="02040503050406030204" pitchFamily="18" charset="0"/>
                          </a:rPr>
                          <m:t>)</m:t>
                        </m:r>
                      </m:e>
                    </m:bar>
                    <m:r>
                      <a:rPr lang="en-US" altLang="zh-CN" b="0" i="1" smtClean="0">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oMath>
                </a14:m>
                <a:endParaRPr lang="zh-CN" altLang="en-US"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p:txBody>
          </p:sp>
        </mc:Choice>
        <mc:Fallback xmlns="">
          <p:sp>
            <p:nvSpPr>
              <p:cNvPr id="3" name="副标题 2">
                <a:extLst>
                  <a:ext uri="{FF2B5EF4-FFF2-40B4-BE49-F238E27FC236}">
                    <a16:creationId xmlns:a16="http://schemas.microsoft.com/office/drawing/2014/main" id="{8D62BA07-4176-9C3F-8D71-29435D1596C9}"/>
                  </a:ext>
                </a:extLst>
              </p:cNvPr>
              <p:cNvSpPr>
                <a:spLocks noGrp="1" noRot="1" noChangeAspect="1" noMove="1" noResize="1" noEditPoints="1" noAdjustHandles="1" noChangeArrowheads="1" noChangeShapeType="1" noTextEdit="1"/>
              </p:cNvSpPr>
              <p:nvPr>
                <p:ph type="subTitle" idx="1"/>
              </p:nvPr>
            </p:nvSpPr>
            <p:spPr>
              <a:xfrm>
                <a:off x="1143000" y="1196752"/>
                <a:ext cx="7533456" cy="4061048"/>
              </a:xfrm>
              <a:blipFill>
                <a:blip r:embed="rId2"/>
                <a:stretch>
                  <a:fillRect t="-119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57162177"/>
      </p:ext>
    </p:extLst>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38</a:t>
            </a:fld>
            <a:endParaRPr lang="en-US" altLang="zh-CN" sz="1400" dirty="0"/>
          </a:p>
        </p:txBody>
      </p:sp>
      <p:grpSp>
        <p:nvGrpSpPr>
          <p:cNvPr id="57350" name="Group 6"/>
          <p:cNvGrpSpPr/>
          <p:nvPr/>
        </p:nvGrpSpPr>
        <p:grpSpPr>
          <a:xfrm>
            <a:off x="146050" y="914400"/>
            <a:ext cx="9124950" cy="625475"/>
            <a:chOff x="92" y="576"/>
            <a:chExt cx="5748" cy="394"/>
          </a:xfrm>
        </p:grpSpPr>
        <p:sp>
          <p:nvSpPr>
            <p:cNvPr id="107544" name="Rectangle 3"/>
            <p:cNvSpPr/>
            <p:nvPr/>
          </p:nvSpPr>
          <p:spPr>
            <a:xfrm>
              <a:off x="92" y="576"/>
              <a:ext cx="574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例</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：将                   表示成最小项之和。</a:t>
              </a:r>
            </a:p>
          </p:txBody>
        </p:sp>
        <mc:AlternateContent xmlns:mc="http://schemas.openxmlformats.org/markup-compatibility/2006" xmlns:a14="http://schemas.microsoft.com/office/drawing/2010/main">
          <mc:Choice Requires="a14">
            <p:sp>
              <p:nvSpPr>
                <p:cNvPr id="107545" name="Object 4"/>
                <p:cNvSpPr txBox="1"/>
                <p:nvPr/>
              </p:nvSpPr>
              <p:spPr>
                <a:xfrm>
                  <a:off x="1095" y="602"/>
                  <a:ext cx="2271" cy="36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oMath>
                    </m:oMathPara>
                  </a14:m>
                  <a:endParaRPr lang="zh-CN" altLang="en-US"/>
                </a:p>
              </p:txBody>
            </p:sp>
          </mc:Choice>
          <mc:Fallback xmlns="">
            <p:sp>
              <p:nvSpPr>
                <p:cNvPr id="107545" name="Object 4"/>
                <p:cNvSpPr txBox="1">
                  <a:spLocks noRot="1" noChangeAspect="1" noMove="1" noResize="1" noEditPoints="1" noAdjustHandles="1" noChangeArrowheads="1" noChangeShapeType="1" noTextEdit="1"/>
                </p:cNvSpPr>
                <p:nvPr/>
              </p:nvSpPr>
              <p:spPr>
                <a:xfrm>
                  <a:off x="1095" y="602"/>
                  <a:ext cx="2271" cy="368"/>
                </a:xfrm>
                <a:prstGeom prst="rect">
                  <a:avLst/>
                </a:prstGeom>
                <a:blipFill>
                  <a:blip r:embed="rId3"/>
                  <a:stretch>
                    <a:fillRect/>
                  </a:stretch>
                </a:blipFill>
                <a:ln w="38100">
                  <a:noFill/>
                  <a:miter/>
                </a:ln>
              </p:spPr>
              <p:txBody>
                <a:bodyPr/>
                <a:lstStyle/>
                <a:p>
                  <a:r>
                    <a:rPr lang="zh-CN" altLang="en-US">
                      <a:noFill/>
                    </a:rPr>
                    <a:t> </a:t>
                  </a:r>
                </a:p>
              </p:txBody>
            </p:sp>
          </mc:Fallback>
        </mc:AlternateContent>
      </p:grpSp>
      <p:sp>
        <p:nvSpPr>
          <p:cNvPr id="57349" name="Rectangle 5"/>
          <p:cNvSpPr/>
          <p:nvPr/>
        </p:nvSpPr>
        <p:spPr>
          <a:xfrm>
            <a:off x="222250" y="228600"/>
            <a:ext cx="3448050" cy="579438"/>
          </a:xfrm>
          <a:prstGeom prst="rect">
            <a:avLst/>
          </a:prstGeom>
          <a:solidFill>
            <a:srgbClr val="99FF33"/>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latin typeface="Tahoma" panose="020B0604030504040204" pitchFamily="34" charset="0"/>
                <a:ea typeface="黑体" panose="02010609060101010101" pitchFamily="49" charset="-122"/>
              </a:rPr>
              <a:t>二、真值表转换法</a:t>
            </a:r>
          </a:p>
        </p:txBody>
      </p:sp>
      <p:grpSp>
        <p:nvGrpSpPr>
          <p:cNvPr id="57363" name="Group 19"/>
          <p:cNvGrpSpPr/>
          <p:nvPr/>
        </p:nvGrpSpPr>
        <p:grpSpPr>
          <a:xfrm>
            <a:off x="76200" y="1600200"/>
            <a:ext cx="3810000" cy="4724400"/>
            <a:chOff x="1008" y="864"/>
            <a:chExt cx="2400" cy="2976"/>
          </a:xfrm>
        </p:grpSpPr>
        <p:grpSp>
          <p:nvGrpSpPr>
            <p:cNvPr id="107532" name="Group 7"/>
            <p:cNvGrpSpPr/>
            <p:nvPr/>
          </p:nvGrpSpPr>
          <p:grpSpPr>
            <a:xfrm>
              <a:off x="1008" y="864"/>
              <a:ext cx="2400" cy="2976"/>
              <a:chOff x="1008" y="864"/>
              <a:chExt cx="2400" cy="2976"/>
            </a:xfrm>
          </p:grpSpPr>
          <p:sp>
            <p:nvSpPr>
              <p:cNvPr id="107541" name="Line 8"/>
              <p:cNvSpPr/>
              <p:nvPr/>
            </p:nvSpPr>
            <p:spPr>
              <a:xfrm>
                <a:off x="1008" y="1248"/>
                <a:ext cx="2400" cy="0"/>
              </a:xfrm>
              <a:prstGeom prst="line">
                <a:avLst/>
              </a:prstGeom>
              <a:ln w="19050" cap="flat" cmpd="sng">
                <a:solidFill>
                  <a:schemeClr val="tx1"/>
                </a:solidFill>
                <a:prstDash val="solid"/>
                <a:miter/>
                <a:headEnd type="none" w="med" len="med"/>
                <a:tailEnd type="none" w="med" len="med"/>
              </a:ln>
            </p:spPr>
          </p:sp>
          <p:sp>
            <p:nvSpPr>
              <p:cNvPr id="107542" name="Line 9"/>
              <p:cNvSpPr/>
              <p:nvPr/>
            </p:nvSpPr>
            <p:spPr>
              <a:xfrm>
                <a:off x="2784" y="912"/>
                <a:ext cx="0" cy="2928"/>
              </a:xfrm>
              <a:prstGeom prst="line">
                <a:avLst/>
              </a:prstGeom>
              <a:ln w="19050" cap="flat" cmpd="sng">
                <a:solidFill>
                  <a:schemeClr val="tx1"/>
                </a:solidFill>
                <a:prstDash val="solid"/>
                <a:miter/>
                <a:headEnd type="none" w="med" len="med"/>
                <a:tailEnd type="none" w="med" len="med"/>
              </a:ln>
            </p:spPr>
          </p:sp>
          <p:sp>
            <p:nvSpPr>
              <p:cNvPr id="57354" name="Rectangle 10"/>
              <p:cNvSpPr>
                <a:spLocks noChangeArrowheads="1"/>
              </p:cNvSpPr>
              <p:nvPr/>
            </p:nvSpPr>
            <p:spPr bwMode="auto">
              <a:xfrm>
                <a:off x="1200" y="864"/>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    B   C    F</a:t>
                </a:r>
              </a:p>
            </p:txBody>
          </p:sp>
        </p:grpSp>
        <p:sp>
          <p:nvSpPr>
            <p:cNvPr id="57355" name="Rectangle 11"/>
            <p:cNvSpPr>
              <a:spLocks noChangeArrowheads="1"/>
            </p:cNvSpPr>
            <p:nvPr/>
          </p:nvSpPr>
          <p:spPr bwMode="auto">
            <a:xfrm>
              <a:off x="1152" y="1248"/>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0    0   0    0</a:t>
              </a:r>
            </a:p>
          </p:txBody>
        </p:sp>
        <p:sp>
          <p:nvSpPr>
            <p:cNvPr id="57356" name="Rectangle 12"/>
            <p:cNvSpPr>
              <a:spLocks noChangeArrowheads="1"/>
            </p:cNvSpPr>
            <p:nvPr/>
          </p:nvSpPr>
          <p:spPr bwMode="auto">
            <a:xfrm>
              <a:off x="1152" y="1584"/>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0    0   1    0</a:t>
              </a:r>
            </a:p>
          </p:txBody>
        </p:sp>
        <p:sp>
          <p:nvSpPr>
            <p:cNvPr id="57357" name="Rectangle 13"/>
            <p:cNvSpPr>
              <a:spLocks noChangeArrowheads="1"/>
            </p:cNvSpPr>
            <p:nvPr/>
          </p:nvSpPr>
          <p:spPr bwMode="auto">
            <a:xfrm>
              <a:off x="1152" y="1872"/>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0    1   0    1</a:t>
              </a:r>
            </a:p>
          </p:txBody>
        </p:sp>
        <p:sp>
          <p:nvSpPr>
            <p:cNvPr id="57358" name="Rectangle 14"/>
            <p:cNvSpPr>
              <a:spLocks noChangeArrowheads="1"/>
            </p:cNvSpPr>
            <p:nvPr/>
          </p:nvSpPr>
          <p:spPr bwMode="auto">
            <a:xfrm>
              <a:off x="1152" y="2208"/>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0    1   1    0</a:t>
              </a:r>
            </a:p>
          </p:txBody>
        </p:sp>
        <p:sp>
          <p:nvSpPr>
            <p:cNvPr id="57359" name="Rectangle 15"/>
            <p:cNvSpPr>
              <a:spLocks noChangeArrowheads="1"/>
            </p:cNvSpPr>
            <p:nvPr/>
          </p:nvSpPr>
          <p:spPr bwMode="auto">
            <a:xfrm>
              <a:off x="1152" y="2544"/>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1    0   0    1</a:t>
              </a:r>
            </a:p>
          </p:txBody>
        </p:sp>
        <p:sp>
          <p:nvSpPr>
            <p:cNvPr id="57360" name="Rectangle 16"/>
            <p:cNvSpPr>
              <a:spLocks noChangeArrowheads="1"/>
            </p:cNvSpPr>
            <p:nvPr/>
          </p:nvSpPr>
          <p:spPr bwMode="auto">
            <a:xfrm>
              <a:off x="1152" y="2832"/>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1    0   1    1</a:t>
              </a:r>
            </a:p>
          </p:txBody>
        </p:sp>
        <p:sp>
          <p:nvSpPr>
            <p:cNvPr id="57361" name="Rectangle 17"/>
            <p:cNvSpPr>
              <a:spLocks noChangeArrowheads="1"/>
            </p:cNvSpPr>
            <p:nvPr/>
          </p:nvSpPr>
          <p:spPr bwMode="auto">
            <a:xfrm>
              <a:off x="1152" y="3168"/>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1    1   0    1</a:t>
              </a:r>
            </a:p>
          </p:txBody>
        </p:sp>
        <p:sp>
          <p:nvSpPr>
            <p:cNvPr id="57362" name="Rectangle 18"/>
            <p:cNvSpPr>
              <a:spLocks noChangeArrowheads="1"/>
            </p:cNvSpPr>
            <p:nvPr/>
          </p:nvSpPr>
          <p:spPr bwMode="auto">
            <a:xfrm>
              <a:off x="1152" y="3456"/>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1    1   1    0</a:t>
              </a:r>
            </a:p>
          </p:txBody>
        </p:sp>
      </p:grpSp>
      <p:sp>
        <p:nvSpPr>
          <p:cNvPr id="57364" name="Rectangle 20"/>
          <p:cNvSpPr>
            <a:spLocks noChangeArrowheads="1"/>
          </p:cNvSpPr>
          <p:nvPr/>
        </p:nvSpPr>
        <p:spPr bwMode="auto">
          <a:xfrm>
            <a:off x="4337050" y="1981200"/>
            <a:ext cx="3435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Black" panose="020B0A04020102020204" pitchFamily="34" charset="0"/>
                <a:ea typeface="黑体" panose="02010609060101010101" pitchFamily="49" charset="-122"/>
                <a:cs typeface="+mn-cs"/>
              </a:rPr>
              <a:t>根据真值表可得：</a:t>
            </a:r>
          </a:p>
        </p:txBody>
      </p:sp>
      <mc:AlternateContent xmlns:mc="http://schemas.openxmlformats.org/markup-compatibility/2006" xmlns:a14="http://schemas.microsoft.com/office/drawing/2010/main">
        <mc:Choice Requires="a14">
          <p:sp>
            <p:nvSpPr>
              <p:cNvPr id="57365" name="Object 21"/>
              <p:cNvSpPr txBox="1"/>
              <p:nvPr/>
            </p:nvSpPr>
            <p:spPr>
              <a:xfrm>
                <a:off x="4267200" y="2895600"/>
                <a:ext cx="4764088" cy="17526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oMath>
                    <m:oMath xmlns:m="http://schemas.openxmlformats.org/officeDocument/2006/math">
                      <m:r>
                        <a:rPr lang="zh-CN" altLang="en-US" i="1">
                          <a:solidFill>
                            <a:srgbClr val="000000"/>
                          </a:solidFill>
                          <a:latin typeface="Cambria Math" panose="02040503050406030204" pitchFamily="18" charset="0"/>
                        </a:rPr>
                        <m:t>=</m:t>
                      </m:r>
                      <m:nary>
                        <m:naryPr>
                          <m:chr m:val="∑"/>
                          <m:subHide m:val="on"/>
                          <m:supHide m:val="on"/>
                          <m:ctrlPr>
                            <a:rPr lang="zh-CN" altLang="en-US" i="1">
                              <a:solidFill>
                                <a:srgbClr val="000000"/>
                              </a:solidFill>
                              <a:latin typeface="Cambria Math" panose="02040503050406030204" pitchFamily="18" charset="0"/>
                            </a:rPr>
                          </m:ctrlPr>
                        </m:naryPr>
                        <m:sub/>
                        <m:sup/>
                        <m:e>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(2,4,5,6)</m:t>
                          </m:r>
                        </m:e>
                      </m:nary>
                    </m:oMath>
                  </m:oMathPara>
                </a14:m>
                <a:endParaRPr lang="zh-CN" altLang="en-US"/>
              </a:p>
            </p:txBody>
          </p:sp>
        </mc:Choice>
        <mc:Fallback xmlns="">
          <p:sp>
            <p:nvSpPr>
              <p:cNvPr id="57365" name="Object 21"/>
              <p:cNvSpPr txBox="1">
                <a:spLocks noRot="1" noChangeAspect="1" noMove="1" noResize="1" noEditPoints="1" noAdjustHandles="1" noChangeArrowheads="1" noChangeShapeType="1" noTextEdit="1"/>
              </p:cNvSpPr>
              <p:nvPr/>
            </p:nvSpPr>
            <p:spPr>
              <a:xfrm>
                <a:off x="4267200" y="2895600"/>
                <a:ext cx="4764088" cy="1752600"/>
              </a:xfrm>
              <a:prstGeom prst="rect">
                <a:avLst/>
              </a:prstGeom>
              <a:blipFill>
                <a:blip r:embed="rId4"/>
                <a:stretch>
                  <a:fillRect l="-256"/>
                </a:stretch>
              </a:blipFill>
              <a:ln w="38100">
                <a:noFill/>
                <a:miter/>
              </a:ln>
            </p:spPr>
            <p:txBody>
              <a:bodyPr/>
              <a:lstStyle/>
              <a:p>
                <a:r>
                  <a:rPr lang="zh-CN" altLang="en-US">
                    <a:noFill/>
                  </a:rPr>
                  <a:t> </a:t>
                </a:r>
              </a:p>
            </p:txBody>
          </p:sp>
        </mc:Fallback>
      </mc:AlternateContent>
      <p:sp>
        <p:nvSpPr>
          <p:cNvPr id="57366" name="Line 22"/>
          <p:cNvSpPr/>
          <p:nvPr/>
        </p:nvSpPr>
        <p:spPr>
          <a:xfrm>
            <a:off x="250825" y="3716338"/>
            <a:ext cx="3311525" cy="0"/>
          </a:xfrm>
          <a:prstGeom prst="line">
            <a:avLst/>
          </a:prstGeom>
          <a:ln w="19050" cap="flat" cmpd="sng">
            <a:solidFill>
              <a:srgbClr val="FF0000"/>
            </a:solidFill>
            <a:prstDash val="solid"/>
            <a:headEnd type="none" w="med" len="med"/>
            <a:tailEnd type="none" w="med" len="med"/>
          </a:ln>
        </p:spPr>
      </p:sp>
      <p:sp>
        <p:nvSpPr>
          <p:cNvPr id="57367" name="Line 23"/>
          <p:cNvSpPr/>
          <p:nvPr/>
        </p:nvSpPr>
        <p:spPr>
          <a:xfrm>
            <a:off x="250825" y="4797425"/>
            <a:ext cx="3311525" cy="0"/>
          </a:xfrm>
          <a:prstGeom prst="line">
            <a:avLst/>
          </a:prstGeom>
          <a:ln w="19050" cap="flat" cmpd="sng">
            <a:solidFill>
              <a:srgbClr val="FF0000"/>
            </a:solidFill>
            <a:prstDash val="solid"/>
            <a:headEnd type="none" w="med" len="med"/>
            <a:tailEnd type="none" w="med" len="med"/>
          </a:ln>
        </p:spPr>
      </p:sp>
      <p:sp>
        <p:nvSpPr>
          <p:cNvPr id="57368" name="Line 24"/>
          <p:cNvSpPr/>
          <p:nvPr/>
        </p:nvSpPr>
        <p:spPr>
          <a:xfrm>
            <a:off x="250825" y="5300663"/>
            <a:ext cx="3311525" cy="0"/>
          </a:xfrm>
          <a:prstGeom prst="line">
            <a:avLst/>
          </a:prstGeom>
          <a:ln w="19050" cap="flat" cmpd="sng">
            <a:solidFill>
              <a:srgbClr val="FF0000"/>
            </a:solidFill>
            <a:prstDash val="solid"/>
            <a:headEnd type="none" w="med" len="med"/>
            <a:tailEnd type="none" w="med" len="med"/>
          </a:ln>
        </p:spPr>
      </p:sp>
      <p:sp>
        <p:nvSpPr>
          <p:cNvPr id="57369" name="Line 25"/>
          <p:cNvSpPr/>
          <p:nvPr/>
        </p:nvSpPr>
        <p:spPr>
          <a:xfrm>
            <a:off x="250825" y="5772150"/>
            <a:ext cx="3311525" cy="0"/>
          </a:xfrm>
          <a:prstGeom prst="line">
            <a:avLst/>
          </a:prstGeom>
          <a:ln w="19050" cap="flat" cmpd="sng">
            <a:solidFill>
              <a:srgbClr val="FF0000"/>
            </a:solidFill>
            <a:prstDash val="solid"/>
            <a:headEnd type="none" w="med" len="med"/>
            <a:tailEnd type="non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349"/>
                                        </p:tgtEl>
                                        <p:attrNameLst>
                                          <p:attrName>style.visibility</p:attrName>
                                        </p:attrNameLst>
                                      </p:cBhvr>
                                      <p:to>
                                        <p:strVal val="visible"/>
                                      </p:to>
                                    </p:set>
                                    <p:anim calcmode="lin" valueType="num">
                                      <p:cBhvr additive="base">
                                        <p:cTn id="7" dur="500" fill="hold"/>
                                        <p:tgtEl>
                                          <p:spTgt spid="57349"/>
                                        </p:tgtEl>
                                        <p:attrNameLst>
                                          <p:attrName>ppt_x</p:attrName>
                                        </p:attrNameLst>
                                      </p:cBhvr>
                                      <p:tavLst>
                                        <p:tav tm="0">
                                          <p:val>
                                            <p:strVal val="0-#ppt_w/2"/>
                                          </p:val>
                                        </p:tav>
                                        <p:tav tm="100000">
                                          <p:val>
                                            <p:strVal val="#ppt_x"/>
                                          </p:val>
                                        </p:tav>
                                      </p:tavLst>
                                    </p:anim>
                                    <p:anim calcmode="lin" valueType="num">
                                      <p:cBhvr additive="base">
                                        <p:cTn id="8" dur="500" fill="hold"/>
                                        <p:tgtEl>
                                          <p:spTgt spid="5734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7350"/>
                                        </p:tgtEl>
                                        <p:attrNameLst>
                                          <p:attrName>style.visibility</p:attrName>
                                        </p:attrNameLst>
                                      </p:cBhvr>
                                      <p:to>
                                        <p:strVal val="visible"/>
                                      </p:to>
                                    </p:set>
                                    <p:anim calcmode="lin" valueType="num">
                                      <p:cBhvr additive="base">
                                        <p:cTn id="13" dur="500" fill="hold"/>
                                        <p:tgtEl>
                                          <p:spTgt spid="57350"/>
                                        </p:tgtEl>
                                        <p:attrNameLst>
                                          <p:attrName>ppt_x</p:attrName>
                                        </p:attrNameLst>
                                      </p:cBhvr>
                                      <p:tavLst>
                                        <p:tav tm="0">
                                          <p:val>
                                            <p:strVal val="0-#ppt_w/2"/>
                                          </p:val>
                                        </p:tav>
                                        <p:tav tm="100000">
                                          <p:val>
                                            <p:strVal val="#ppt_x"/>
                                          </p:val>
                                        </p:tav>
                                      </p:tavLst>
                                    </p:anim>
                                    <p:anim calcmode="lin" valueType="num">
                                      <p:cBhvr additive="base">
                                        <p:cTn id="14" dur="500" fill="hold"/>
                                        <p:tgtEl>
                                          <p:spTgt spid="5735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57363"/>
                                        </p:tgtEl>
                                        <p:attrNameLst>
                                          <p:attrName>style.visibility</p:attrName>
                                        </p:attrNameLst>
                                      </p:cBhvr>
                                      <p:to>
                                        <p:strVal val="visible"/>
                                      </p:to>
                                    </p:set>
                                    <p:animEffect transition="in" filter="dissolve">
                                      <p:cBhvr>
                                        <p:cTn id="19" dur="500"/>
                                        <p:tgtEl>
                                          <p:spTgt spid="57363"/>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7366"/>
                                        </p:tgtEl>
                                        <p:attrNameLst>
                                          <p:attrName>style.visibility</p:attrName>
                                        </p:attrNameLst>
                                      </p:cBhvr>
                                      <p:to>
                                        <p:strVal val="visible"/>
                                      </p:to>
                                    </p:set>
                                    <p:anim calcmode="lin" valueType="num">
                                      <p:cBhvr additive="base">
                                        <p:cTn id="24" dur="500" fill="hold"/>
                                        <p:tgtEl>
                                          <p:spTgt spid="57366"/>
                                        </p:tgtEl>
                                        <p:attrNameLst>
                                          <p:attrName>ppt_x</p:attrName>
                                        </p:attrNameLst>
                                      </p:cBhvr>
                                      <p:tavLst>
                                        <p:tav tm="0">
                                          <p:val>
                                            <p:strVal val="#ppt_x"/>
                                          </p:val>
                                        </p:tav>
                                        <p:tav tm="100000">
                                          <p:val>
                                            <p:strVal val="#ppt_x"/>
                                          </p:val>
                                        </p:tav>
                                      </p:tavLst>
                                    </p:anim>
                                    <p:anim calcmode="lin" valueType="num">
                                      <p:cBhvr additive="base">
                                        <p:cTn id="25" dur="500" fill="hold"/>
                                        <p:tgtEl>
                                          <p:spTgt spid="57366"/>
                                        </p:tgtEl>
                                        <p:attrNameLst>
                                          <p:attrName>ppt_y</p:attrName>
                                        </p:attrNameLst>
                                      </p:cBhvr>
                                      <p:tavLst>
                                        <p:tav tm="0">
                                          <p:val>
                                            <p:strVal val="1+#ppt_h/2"/>
                                          </p:val>
                                        </p:tav>
                                        <p:tav tm="100000">
                                          <p:val>
                                            <p:strVal val="#ppt_y"/>
                                          </p:val>
                                        </p:tav>
                                      </p:tavLst>
                                    </p:anim>
                                  </p:childTnLst>
                                </p:cTn>
                              </p:par>
                            </p:childTnLst>
                          </p:cTn>
                        </p:par>
                        <p:par>
                          <p:cTn id="26" fill="hold">
                            <p:stCondLst>
                              <p:cond delay="500"/>
                            </p:stCondLst>
                            <p:childTnLst>
                              <p:par>
                                <p:cTn id="27" presetID="2" presetClass="entr" presetSubtype="4" fill="hold" nodeType="afterEffect">
                                  <p:stCondLst>
                                    <p:cond delay="0"/>
                                  </p:stCondLst>
                                  <p:childTnLst>
                                    <p:set>
                                      <p:cBhvr>
                                        <p:cTn id="28" dur="1" fill="hold">
                                          <p:stCondLst>
                                            <p:cond delay="0"/>
                                          </p:stCondLst>
                                        </p:cTn>
                                        <p:tgtEl>
                                          <p:spTgt spid="57367"/>
                                        </p:tgtEl>
                                        <p:attrNameLst>
                                          <p:attrName>style.visibility</p:attrName>
                                        </p:attrNameLst>
                                      </p:cBhvr>
                                      <p:to>
                                        <p:strVal val="visible"/>
                                      </p:to>
                                    </p:set>
                                    <p:anim calcmode="lin" valueType="num">
                                      <p:cBhvr additive="base">
                                        <p:cTn id="29" dur="500" fill="hold"/>
                                        <p:tgtEl>
                                          <p:spTgt spid="57367"/>
                                        </p:tgtEl>
                                        <p:attrNameLst>
                                          <p:attrName>ppt_x</p:attrName>
                                        </p:attrNameLst>
                                      </p:cBhvr>
                                      <p:tavLst>
                                        <p:tav tm="0">
                                          <p:val>
                                            <p:strVal val="#ppt_x"/>
                                          </p:val>
                                        </p:tav>
                                        <p:tav tm="100000">
                                          <p:val>
                                            <p:strVal val="#ppt_x"/>
                                          </p:val>
                                        </p:tav>
                                      </p:tavLst>
                                    </p:anim>
                                    <p:anim calcmode="lin" valueType="num">
                                      <p:cBhvr additive="base">
                                        <p:cTn id="30" dur="500" fill="hold"/>
                                        <p:tgtEl>
                                          <p:spTgt spid="57367"/>
                                        </p:tgtEl>
                                        <p:attrNameLst>
                                          <p:attrName>ppt_y</p:attrName>
                                        </p:attrNameLst>
                                      </p:cBhvr>
                                      <p:tavLst>
                                        <p:tav tm="0">
                                          <p:val>
                                            <p:strVal val="1+#ppt_h/2"/>
                                          </p:val>
                                        </p:tav>
                                        <p:tav tm="100000">
                                          <p:val>
                                            <p:strVal val="#ppt_y"/>
                                          </p:val>
                                        </p:tav>
                                      </p:tavLst>
                                    </p:anim>
                                  </p:childTnLst>
                                </p:cTn>
                              </p:par>
                            </p:childTnLst>
                          </p:cTn>
                        </p:par>
                        <p:par>
                          <p:cTn id="31" fill="hold">
                            <p:stCondLst>
                              <p:cond delay="1000"/>
                            </p:stCondLst>
                            <p:childTnLst>
                              <p:par>
                                <p:cTn id="32" presetID="2" presetClass="entr" presetSubtype="4" fill="hold" nodeType="afterEffect">
                                  <p:stCondLst>
                                    <p:cond delay="0"/>
                                  </p:stCondLst>
                                  <p:childTnLst>
                                    <p:set>
                                      <p:cBhvr>
                                        <p:cTn id="33" dur="1" fill="hold">
                                          <p:stCondLst>
                                            <p:cond delay="0"/>
                                          </p:stCondLst>
                                        </p:cTn>
                                        <p:tgtEl>
                                          <p:spTgt spid="57368"/>
                                        </p:tgtEl>
                                        <p:attrNameLst>
                                          <p:attrName>style.visibility</p:attrName>
                                        </p:attrNameLst>
                                      </p:cBhvr>
                                      <p:to>
                                        <p:strVal val="visible"/>
                                      </p:to>
                                    </p:set>
                                    <p:anim calcmode="lin" valueType="num">
                                      <p:cBhvr additive="base">
                                        <p:cTn id="34" dur="500" fill="hold"/>
                                        <p:tgtEl>
                                          <p:spTgt spid="57368"/>
                                        </p:tgtEl>
                                        <p:attrNameLst>
                                          <p:attrName>ppt_x</p:attrName>
                                        </p:attrNameLst>
                                      </p:cBhvr>
                                      <p:tavLst>
                                        <p:tav tm="0">
                                          <p:val>
                                            <p:strVal val="#ppt_x"/>
                                          </p:val>
                                        </p:tav>
                                        <p:tav tm="100000">
                                          <p:val>
                                            <p:strVal val="#ppt_x"/>
                                          </p:val>
                                        </p:tav>
                                      </p:tavLst>
                                    </p:anim>
                                    <p:anim calcmode="lin" valueType="num">
                                      <p:cBhvr additive="base">
                                        <p:cTn id="35" dur="500" fill="hold"/>
                                        <p:tgtEl>
                                          <p:spTgt spid="57368"/>
                                        </p:tgtEl>
                                        <p:attrNameLst>
                                          <p:attrName>ppt_y</p:attrName>
                                        </p:attrNameLst>
                                      </p:cBhvr>
                                      <p:tavLst>
                                        <p:tav tm="0">
                                          <p:val>
                                            <p:strVal val="1+#ppt_h/2"/>
                                          </p:val>
                                        </p:tav>
                                        <p:tav tm="100000">
                                          <p:val>
                                            <p:strVal val="#ppt_y"/>
                                          </p:val>
                                        </p:tav>
                                      </p:tavLst>
                                    </p:anim>
                                  </p:childTnLst>
                                </p:cTn>
                              </p:par>
                            </p:childTnLst>
                          </p:cTn>
                        </p:par>
                        <p:par>
                          <p:cTn id="36" fill="hold">
                            <p:stCondLst>
                              <p:cond delay="1500"/>
                            </p:stCondLst>
                            <p:childTnLst>
                              <p:par>
                                <p:cTn id="37" presetID="2" presetClass="entr" presetSubtype="4" fill="hold" nodeType="afterEffect">
                                  <p:stCondLst>
                                    <p:cond delay="0"/>
                                  </p:stCondLst>
                                  <p:childTnLst>
                                    <p:set>
                                      <p:cBhvr>
                                        <p:cTn id="38" dur="1" fill="hold">
                                          <p:stCondLst>
                                            <p:cond delay="0"/>
                                          </p:stCondLst>
                                        </p:cTn>
                                        <p:tgtEl>
                                          <p:spTgt spid="57369"/>
                                        </p:tgtEl>
                                        <p:attrNameLst>
                                          <p:attrName>style.visibility</p:attrName>
                                        </p:attrNameLst>
                                      </p:cBhvr>
                                      <p:to>
                                        <p:strVal val="visible"/>
                                      </p:to>
                                    </p:set>
                                    <p:anim calcmode="lin" valueType="num">
                                      <p:cBhvr additive="base">
                                        <p:cTn id="39" dur="500" fill="hold"/>
                                        <p:tgtEl>
                                          <p:spTgt spid="57369"/>
                                        </p:tgtEl>
                                        <p:attrNameLst>
                                          <p:attrName>ppt_x</p:attrName>
                                        </p:attrNameLst>
                                      </p:cBhvr>
                                      <p:tavLst>
                                        <p:tav tm="0">
                                          <p:val>
                                            <p:strVal val="#ppt_x"/>
                                          </p:val>
                                        </p:tav>
                                        <p:tav tm="100000">
                                          <p:val>
                                            <p:strVal val="#ppt_x"/>
                                          </p:val>
                                        </p:tav>
                                      </p:tavLst>
                                    </p:anim>
                                    <p:anim calcmode="lin" valueType="num">
                                      <p:cBhvr additive="base">
                                        <p:cTn id="40" dur="500" fill="hold"/>
                                        <p:tgtEl>
                                          <p:spTgt spid="5736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57364"/>
                                        </p:tgtEl>
                                        <p:attrNameLst>
                                          <p:attrName>style.visibility</p:attrName>
                                        </p:attrNameLst>
                                      </p:cBhvr>
                                      <p:to>
                                        <p:strVal val="visible"/>
                                      </p:to>
                                    </p:set>
                                    <p:anim calcmode="lin" valueType="num">
                                      <p:cBhvr additive="base">
                                        <p:cTn id="45" dur="500" fill="hold"/>
                                        <p:tgtEl>
                                          <p:spTgt spid="57364"/>
                                        </p:tgtEl>
                                        <p:attrNameLst>
                                          <p:attrName>ppt_x</p:attrName>
                                        </p:attrNameLst>
                                      </p:cBhvr>
                                      <p:tavLst>
                                        <p:tav tm="0">
                                          <p:val>
                                            <p:strVal val="#ppt_x"/>
                                          </p:val>
                                        </p:tav>
                                        <p:tav tm="100000">
                                          <p:val>
                                            <p:strVal val="#ppt_x"/>
                                          </p:val>
                                        </p:tav>
                                      </p:tavLst>
                                    </p:anim>
                                    <p:anim calcmode="lin" valueType="num">
                                      <p:cBhvr additive="base">
                                        <p:cTn id="46" dur="500" fill="hold"/>
                                        <p:tgtEl>
                                          <p:spTgt spid="573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animBg="1"/>
      <p:bldP spid="5736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39</a:t>
            </a:fld>
            <a:endParaRPr lang="en-US" altLang="zh-CN" sz="1400" dirty="0"/>
          </a:p>
        </p:txBody>
      </p:sp>
      <p:sp>
        <p:nvSpPr>
          <p:cNvPr id="58370" name="Rectangle 2"/>
          <p:cNvSpPr/>
          <p:nvPr/>
        </p:nvSpPr>
        <p:spPr>
          <a:xfrm>
            <a:off x="304800" y="304800"/>
            <a:ext cx="709295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例</a:t>
            </a:r>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：将例</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的式子表示成最大项之积。</a:t>
            </a:r>
          </a:p>
        </p:txBody>
      </p:sp>
      <mc:AlternateContent xmlns:mc="http://schemas.openxmlformats.org/markup-compatibility/2006" xmlns:a14="http://schemas.microsoft.com/office/drawing/2010/main">
        <mc:Choice Requires="a14">
          <p:sp>
            <p:nvSpPr>
              <p:cNvPr id="58371" name="Object 3"/>
              <p:cNvSpPr txBox="1"/>
              <p:nvPr/>
            </p:nvSpPr>
            <p:spPr>
              <a:xfrm>
                <a:off x="685800" y="1905000"/>
                <a:ext cx="3894138" cy="227647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𝑀</m:t>
                      </m:r>
                      <m:r>
                        <a:rPr lang="zh-CN" altLang="en-US" i="1">
                          <a:solidFill>
                            <a:srgbClr val="000000"/>
                          </a:solidFill>
                          <a:latin typeface="Cambria Math" panose="02040503050406030204" pitchFamily="18" charset="0"/>
                        </a:rPr>
                        <m:t>(0,1,3,7)</m:t>
                      </m:r>
                    </m:oMath>
                  </m:oMathPara>
                </a14:m>
                <a:endParaRPr lang="zh-CN" altLang="en-US"/>
              </a:p>
            </p:txBody>
          </p:sp>
        </mc:Choice>
        <mc:Fallback xmlns="">
          <p:sp>
            <p:nvSpPr>
              <p:cNvPr id="58371" name="Object 3"/>
              <p:cNvSpPr txBox="1">
                <a:spLocks noRot="1" noChangeAspect="1" noMove="1" noResize="1" noEditPoints="1" noAdjustHandles="1" noChangeArrowheads="1" noChangeShapeType="1" noTextEdit="1"/>
              </p:cNvSpPr>
              <p:nvPr/>
            </p:nvSpPr>
            <p:spPr>
              <a:xfrm>
                <a:off x="685800" y="1905000"/>
                <a:ext cx="3894138" cy="2276475"/>
              </a:xfrm>
              <a:prstGeom prst="rect">
                <a:avLst/>
              </a:prstGeom>
              <a:blipFill>
                <a:blip r:embed="rId3"/>
                <a:stretch>
                  <a:fillRect l="-47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372" name="Object 4"/>
              <p:cNvSpPr txBox="1"/>
              <p:nvPr/>
            </p:nvSpPr>
            <p:spPr>
              <a:xfrm>
                <a:off x="685800" y="1066800"/>
                <a:ext cx="3605213" cy="5842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oMath>
                  </m:oMathPara>
                </a14:m>
                <a:endParaRPr lang="zh-CN" altLang="en-US"/>
              </a:p>
            </p:txBody>
          </p:sp>
        </mc:Choice>
        <mc:Fallback xmlns="">
          <p:sp>
            <p:nvSpPr>
              <p:cNvPr id="58372" name="Object 4"/>
              <p:cNvSpPr txBox="1">
                <a:spLocks noRot="1" noChangeAspect="1" noMove="1" noResize="1" noEditPoints="1" noAdjustHandles="1" noChangeArrowheads="1" noChangeShapeType="1" noTextEdit="1"/>
              </p:cNvSpPr>
              <p:nvPr/>
            </p:nvSpPr>
            <p:spPr>
              <a:xfrm>
                <a:off x="685800" y="1066800"/>
                <a:ext cx="3605213" cy="584200"/>
              </a:xfrm>
              <a:prstGeom prst="rect">
                <a:avLst/>
              </a:prstGeom>
              <a:blipFill>
                <a:blip r:embed="rId4"/>
                <a:stretch>
                  <a:fillRect/>
                </a:stretch>
              </a:blipFill>
              <a:ln w="38100">
                <a:noFill/>
                <a:miter/>
              </a:ln>
            </p:spPr>
            <p:txBody>
              <a:bodyPr/>
              <a:lstStyle/>
              <a:p>
                <a:r>
                  <a:rPr lang="zh-CN" altLang="en-US">
                    <a:noFill/>
                  </a:rPr>
                  <a:t> </a:t>
                </a:r>
              </a:p>
            </p:txBody>
          </p:sp>
        </mc:Fallback>
      </mc:AlternateContent>
      <p:grpSp>
        <p:nvGrpSpPr>
          <p:cNvPr id="58373" name="Group 5"/>
          <p:cNvGrpSpPr/>
          <p:nvPr/>
        </p:nvGrpSpPr>
        <p:grpSpPr>
          <a:xfrm>
            <a:off x="5334000" y="1295400"/>
            <a:ext cx="3810000" cy="4724400"/>
            <a:chOff x="1008" y="864"/>
            <a:chExt cx="2400" cy="2976"/>
          </a:xfrm>
        </p:grpSpPr>
        <p:grpSp>
          <p:nvGrpSpPr>
            <p:cNvPr id="109579" name="Group 6"/>
            <p:cNvGrpSpPr/>
            <p:nvPr/>
          </p:nvGrpSpPr>
          <p:grpSpPr>
            <a:xfrm>
              <a:off x="1008" y="864"/>
              <a:ext cx="2400" cy="2976"/>
              <a:chOff x="1008" y="864"/>
              <a:chExt cx="2400" cy="2976"/>
            </a:xfrm>
          </p:grpSpPr>
          <p:sp>
            <p:nvSpPr>
              <p:cNvPr id="109588" name="Line 7"/>
              <p:cNvSpPr/>
              <p:nvPr/>
            </p:nvSpPr>
            <p:spPr>
              <a:xfrm>
                <a:off x="1008" y="1248"/>
                <a:ext cx="2400" cy="0"/>
              </a:xfrm>
              <a:prstGeom prst="line">
                <a:avLst/>
              </a:prstGeom>
              <a:ln w="19050" cap="flat" cmpd="sng">
                <a:solidFill>
                  <a:schemeClr val="tx1"/>
                </a:solidFill>
                <a:prstDash val="solid"/>
                <a:miter/>
                <a:headEnd type="none" w="med" len="med"/>
                <a:tailEnd type="none" w="med" len="med"/>
              </a:ln>
            </p:spPr>
          </p:sp>
          <p:sp>
            <p:nvSpPr>
              <p:cNvPr id="109589" name="Line 8"/>
              <p:cNvSpPr/>
              <p:nvPr/>
            </p:nvSpPr>
            <p:spPr>
              <a:xfrm>
                <a:off x="2784" y="912"/>
                <a:ext cx="0" cy="2928"/>
              </a:xfrm>
              <a:prstGeom prst="line">
                <a:avLst/>
              </a:prstGeom>
              <a:ln w="19050" cap="flat" cmpd="sng">
                <a:solidFill>
                  <a:schemeClr val="tx1"/>
                </a:solidFill>
                <a:prstDash val="solid"/>
                <a:miter/>
                <a:headEnd type="none" w="med" len="med"/>
                <a:tailEnd type="none" w="med" len="med"/>
              </a:ln>
            </p:spPr>
          </p:sp>
          <p:sp>
            <p:nvSpPr>
              <p:cNvPr id="58377" name="Rectangle 9"/>
              <p:cNvSpPr>
                <a:spLocks noChangeArrowheads="1"/>
              </p:cNvSpPr>
              <p:nvPr/>
            </p:nvSpPr>
            <p:spPr bwMode="auto">
              <a:xfrm>
                <a:off x="1200" y="864"/>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    B   C    F</a:t>
                </a:r>
              </a:p>
            </p:txBody>
          </p:sp>
        </p:grpSp>
        <p:sp>
          <p:nvSpPr>
            <p:cNvPr id="58378" name="Rectangle 10"/>
            <p:cNvSpPr>
              <a:spLocks noChangeArrowheads="1"/>
            </p:cNvSpPr>
            <p:nvPr/>
          </p:nvSpPr>
          <p:spPr bwMode="auto">
            <a:xfrm>
              <a:off x="1152" y="1248"/>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0    0   0    0</a:t>
              </a:r>
            </a:p>
          </p:txBody>
        </p:sp>
        <p:sp>
          <p:nvSpPr>
            <p:cNvPr id="58379" name="Rectangle 11"/>
            <p:cNvSpPr>
              <a:spLocks noChangeArrowheads="1"/>
            </p:cNvSpPr>
            <p:nvPr/>
          </p:nvSpPr>
          <p:spPr bwMode="auto">
            <a:xfrm>
              <a:off x="1152" y="1584"/>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0    0   1    0</a:t>
              </a:r>
            </a:p>
          </p:txBody>
        </p:sp>
        <p:sp>
          <p:nvSpPr>
            <p:cNvPr id="58380" name="Rectangle 12"/>
            <p:cNvSpPr>
              <a:spLocks noChangeArrowheads="1"/>
            </p:cNvSpPr>
            <p:nvPr/>
          </p:nvSpPr>
          <p:spPr bwMode="auto">
            <a:xfrm>
              <a:off x="1152" y="1872"/>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0    1   0    1</a:t>
              </a:r>
            </a:p>
          </p:txBody>
        </p:sp>
        <p:sp>
          <p:nvSpPr>
            <p:cNvPr id="58381" name="Rectangle 13"/>
            <p:cNvSpPr>
              <a:spLocks noChangeArrowheads="1"/>
            </p:cNvSpPr>
            <p:nvPr/>
          </p:nvSpPr>
          <p:spPr bwMode="auto">
            <a:xfrm>
              <a:off x="1152" y="2208"/>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0    1   1    0</a:t>
              </a:r>
            </a:p>
          </p:txBody>
        </p:sp>
        <p:sp>
          <p:nvSpPr>
            <p:cNvPr id="58382" name="Rectangle 14"/>
            <p:cNvSpPr>
              <a:spLocks noChangeArrowheads="1"/>
            </p:cNvSpPr>
            <p:nvPr/>
          </p:nvSpPr>
          <p:spPr bwMode="auto">
            <a:xfrm>
              <a:off x="1152" y="2544"/>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1    0   0    1</a:t>
              </a:r>
            </a:p>
          </p:txBody>
        </p:sp>
        <p:sp>
          <p:nvSpPr>
            <p:cNvPr id="58383" name="Rectangle 15"/>
            <p:cNvSpPr>
              <a:spLocks noChangeArrowheads="1"/>
            </p:cNvSpPr>
            <p:nvPr/>
          </p:nvSpPr>
          <p:spPr bwMode="auto">
            <a:xfrm>
              <a:off x="1152" y="2832"/>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1    0   1    1</a:t>
              </a:r>
            </a:p>
          </p:txBody>
        </p:sp>
        <p:sp>
          <p:nvSpPr>
            <p:cNvPr id="58384" name="Rectangle 16"/>
            <p:cNvSpPr>
              <a:spLocks noChangeArrowheads="1"/>
            </p:cNvSpPr>
            <p:nvPr/>
          </p:nvSpPr>
          <p:spPr bwMode="auto">
            <a:xfrm>
              <a:off x="1152" y="3168"/>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1    1   0    1</a:t>
              </a:r>
            </a:p>
          </p:txBody>
        </p:sp>
        <p:sp>
          <p:nvSpPr>
            <p:cNvPr id="58385" name="Rectangle 17"/>
            <p:cNvSpPr>
              <a:spLocks noChangeArrowheads="1"/>
            </p:cNvSpPr>
            <p:nvPr/>
          </p:nvSpPr>
          <p:spPr bwMode="auto">
            <a:xfrm>
              <a:off x="1152" y="3456"/>
              <a:ext cx="20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1    1   1    0</a:t>
              </a:r>
            </a:p>
          </p:txBody>
        </p:sp>
      </p:grpSp>
      <p:sp>
        <p:nvSpPr>
          <p:cNvPr id="58386" name="Line 18"/>
          <p:cNvSpPr/>
          <p:nvPr/>
        </p:nvSpPr>
        <p:spPr>
          <a:xfrm>
            <a:off x="5580063" y="2420938"/>
            <a:ext cx="3311525" cy="0"/>
          </a:xfrm>
          <a:prstGeom prst="line">
            <a:avLst/>
          </a:prstGeom>
          <a:ln w="19050" cap="flat" cmpd="sng">
            <a:solidFill>
              <a:srgbClr val="FF0000"/>
            </a:solidFill>
            <a:prstDash val="solid"/>
            <a:headEnd type="none" w="med" len="med"/>
            <a:tailEnd type="none" w="med" len="med"/>
          </a:ln>
        </p:spPr>
      </p:sp>
      <p:sp>
        <p:nvSpPr>
          <p:cNvPr id="58387" name="Line 19"/>
          <p:cNvSpPr/>
          <p:nvPr/>
        </p:nvSpPr>
        <p:spPr>
          <a:xfrm>
            <a:off x="5581650" y="2924175"/>
            <a:ext cx="3311525" cy="0"/>
          </a:xfrm>
          <a:prstGeom prst="line">
            <a:avLst/>
          </a:prstGeom>
          <a:ln w="19050" cap="flat" cmpd="sng">
            <a:solidFill>
              <a:srgbClr val="FF0000"/>
            </a:solidFill>
            <a:prstDash val="solid"/>
            <a:headEnd type="none" w="med" len="med"/>
            <a:tailEnd type="none" w="med" len="med"/>
          </a:ln>
        </p:spPr>
      </p:sp>
      <p:sp>
        <p:nvSpPr>
          <p:cNvPr id="58388" name="Line 20"/>
          <p:cNvSpPr/>
          <p:nvPr/>
        </p:nvSpPr>
        <p:spPr>
          <a:xfrm>
            <a:off x="5581650" y="3933825"/>
            <a:ext cx="3311525" cy="0"/>
          </a:xfrm>
          <a:prstGeom prst="line">
            <a:avLst/>
          </a:prstGeom>
          <a:ln w="19050" cap="flat" cmpd="sng">
            <a:solidFill>
              <a:srgbClr val="FF0000"/>
            </a:solidFill>
            <a:prstDash val="solid"/>
            <a:headEnd type="none" w="med" len="med"/>
            <a:tailEnd type="none" w="med" len="med"/>
          </a:ln>
        </p:spPr>
      </p:sp>
      <p:sp>
        <p:nvSpPr>
          <p:cNvPr id="58389" name="Line 21"/>
          <p:cNvSpPr/>
          <p:nvPr/>
        </p:nvSpPr>
        <p:spPr>
          <a:xfrm>
            <a:off x="5580063" y="5949950"/>
            <a:ext cx="3311525" cy="0"/>
          </a:xfrm>
          <a:prstGeom prst="line">
            <a:avLst/>
          </a:prstGeom>
          <a:ln w="19050" cap="flat" cmpd="sng">
            <a:solidFill>
              <a:srgbClr val="FF0000"/>
            </a:solidFill>
            <a:prstDash val="solid"/>
            <a:headEnd type="none" w="med" len="med"/>
            <a:tailEnd type="non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370"/>
                                        </p:tgtEl>
                                        <p:attrNameLst>
                                          <p:attrName>style.visibility</p:attrName>
                                        </p:attrNameLst>
                                      </p:cBhvr>
                                      <p:to>
                                        <p:strVal val="visible"/>
                                      </p:to>
                                    </p:set>
                                    <p:anim calcmode="lin" valueType="num">
                                      <p:cBhvr additive="base">
                                        <p:cTn id="7" dur="500" fill="hold"/>
                                        <p:tgtEl>
                                          <p:spTgt spid="58370"/>
                                        </p:tgtEl>
                                        <p:attrNameLst>
                                          <p:attrName>ppt_x</p:attrName>
                                        </p:attrNameLst>
                                      </p:cBhvr>
                                      <p:tavLst>
                                        <p:tav tm="0">
                                          <p:val>
                                            <p:strVal val="0-#ppt_w/2"/>
                                          </p:val>
                                        </p:tav>
                                        <p:tav tm="100000">
                                          <p:val>
                                            <p:strVal val="#ppt_x"/>
                                          </p:val>
                                        </p:tav>
                                      </p:tavLst>
                                    </p:anim>
                                    <p:anim calcmode="lin" valueType="num">
                                      <p:cBhvr additive="base">
                                        <p:cTn id="8" dur="500" fill="hold"/>
                                        <p:tgtEl>
                                          <p:spTgt spid="583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58373"/>
                                        </p:tgtEl>
                                        <p:attrNameLst>
                                          <p:attrName>style.visibility</p:attrName>
                                        </p:attrNameLst>
                                      </p:cBhvr>
                                      <p:to>
                                        <p:strVal val="visible"/>
                                      </p:to>
                                    </p:set>
                                    <p:animEffect transition="in" filter="dissolve">
                                      <p:cBhvr>
                                        <p:cTn id="13" dur="500"/>
                                        <p:tgtEl>
                                          <p:spTgt spid="5837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8386"/>
                                        </p:tgtEl>
                                        <p:attrNameLst>
                                          <p:attrName>style.visibility</p:attrName>
                                        </p:attrNameLst>
                                      </p:cBhvr>
                                      <p:to>
                                        <p:strVal val="visible"/>
                                      </p:to>
                                    </p:set>
                                    <p:anim calcmode="lin" valueType="num">
                                      <p:cBhvr additive="base">
                                        <p:cTn id="18" dur="500" fill="hold"/>
                                        <p:tgtEl>
                                          <p:spTgt spid="58386"/>
                                        </p:tgtEl>
                                        <p:attrNameLst>
                                          <p:attrName>ppt_x</p:attrName>
                                        </p:attrNameLst>
                                      </p:cBhvr>
                                      <p:tavLst>
                                        <p:tav tm="0">
                                          <p:val>
                                            <p:strVal val="#ppt_x"/>
                                          </p:val>
                                        </p:tav>
                                        <p:tav tm="100000">
                                          <p:val>
                                            <p:strVal val="#ppt_x"/>
                                          </p:val>
                                        </p:tav>
                                      </p:tavLst>
                                    </p:anim>
                                    <p:anim calcmode="lin" valueType="num">
                                      <p:cBhvr additive="base">
                                        <p:cTn id="19" dur="500" fill="hold"/>
                                        <p:tgtEl>
                                          <p:spTgt spid="58386"/>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58387"/>
                                        </p:tgtEl>
                                        <p:attrNameLst>
                                          <p:attrName>style.visibility</p:attrName>
                                        </p:attrNameLst>
                                      </p:cBhvr>
                                      <p:to>
                                        <p:strVal val="visible"/>
                                      </p:to>
                                    </p:set>
                                    <p:anim calcmode="lin" valueType="num">
                                      <p:cBhvr additive="base">
                                        <p:cTn id="23" dur="500" fill="hold"/>
                                        <p:tgtEl>
                                          <p:spTgt spid="58387"/>
                                        </p:tgtEl>
                                        <p:attrNameLst>
                                          <p:attrName>ppt_x</p:attrName>
                                        </p:attrNameLst>
                                      </p:cBhvr>
                                      <p:tavLst>
                                        <p:tav tm="0">
                                          <p:val>
                                            <p:strVal val="#ppt_x"/>
                                          </p:val>
                                        </p:tav>
                                        <p:tav tm="100000">
                                          <p:val>
                                            <p:strVal val="#ppt_x"/>
                                          </p:val>
                                        </p:tav>
                                      </p:tavLst>
                                    </p:anim>
                                    <p:anim calcmode="lin" valueType="num">
                                      <p:cBhvr additive="base">
                                        <p:cTn id="24" dur="500" fill="hold"/>
                                        <p:tgtEl>
                                          <p:spTgt spid="58387"/>
                                        </p:tgtEl>
                                        <p:attrNameLst>
                                          <p:attrName>ppt_y</p:attrName>
                                        </p:attrNameLst>
                                      </p:cBhvr>
                                      <p:tavLst>
                                        <p:tav tm="0">
                                          <p:val>
                                            <p:strVal val="1+#ppt_h/2"/>
                                          </p:val>
                                        </p:tav>
                                        <p:tav tm="100000">
                                          <p:val>
                                            <p:strVal val="#ppt_y"/>
                                          </p:val>
                                        </p:tav>
                                      </p:tavLst>
                                    </p:anim>
                                  </p:childTnLst>
                                </p:cTn>
                              </p:par>
                            </p:childTnLst>
                          </p:cTn>
                        </p:par>
                        <p:par>
                          <p:cTn id="25" fill="hold">
                            <p:stCondLst>
                              <p:cond delay="1000"/>
                            </p:stCondLst>
                            <p:childTnLst>
                              <p:par>
                                <p:cTn id="26" presetID="2" presetClass="entr" presetSubtype="4" fill="hold" nodeType="afterEffect">
                                  <p:stCondLst>
                                    <p:cond delay="0"/>
                                  </p:stCondLst>
                                  <p:childTnLst>
                                    <p:set>
                                      <p:cBhvr>
                                        <p:cTn id="27" dur="1" fill="hold">
                                          <p:stCondLst>
                                            <p:cond delay="0"/>
                                          </p:stCondLst>
                                        </p:cTn>
                                        <p:tgtEl>
                                          <p:spTgt spid="58388"/>
                                        </p:tgtEl>
                                        <p:attrNameLst>
                                          <p:attrName>style.visibility</p:attrName>
                                        </p:attrNameLst>
                                      </p:cBhvr>
                                      <p:to>
                                        <p:strVal val="visible"/>
                                      </p:to>
                                    </p:set>
                                    <p:anim calcmode="lin" valueType="num">
                                      <p:cBhvr additive="base">
                                        <p:cTn id="28" dur="500" fill="hold"/>
                                        <p:tgtEl>
                                          <p:spTgt spid="58388"/>
                                        </p:tgtEl>
                                        <p:attrNameLst>
                                          <p:attrName>ppt_x</p:attrName>
                                        </p:attrNameLst>
                                      </p:cBhvr>
                                      <p:tavLst>
                                        <p:tav tm="0">
                                          <p:val>
                                            <p:strVal val="#ppt_x"/>
                                          </p:val>
                                        </p:tav>
                                        <p:tav tm="100000">
                                          <p:val>
                                            <p:strVal val="#ppt_x"/>
                                          </p:val>
                                        </p:tav>
                                      </p:tavLst>
                                    </p:anim>
                                    <p:anim calcmode="lin" valueType="num">
                                      <p:cBhvr additive="base">
                                        <p:cTn id="29" dur="500" fill="hold"/>
                                        <p:tgtEl>
                                          <p:spTgt spid="58388"/>
                                        </p:tgtEl>
                                        <p:attrNameLst>
                                          <p:attrName>ppt_y</p:attrName>
                                        </p:attrNameLst>
                                      </p:cBhvr>
                                      <p:tavLst>
                                        <p:tav tm="0">
                                          <p:val>
                                            <p:strVal val="1+#ppt_h/2"/>
                                          </p:val>
                                        </p:tav>
                                        <p:tav tm="100000">
                                          <p:val>
                                            <p:strVal val="#ppt_y"/>
                                          </p:val>
                                        </p:tav>
                                      </p:tavLst>
                                    </p:anim>
                                  </p:childTnLst>
                                </p:cTn>
                              </p:par>
                            </p:childTnLst>
                          </p:cTn>
                        </p:par>
                        <p:par>
                          <p:cTn id="30" fill="hold">
                            <p:stCondLst>
                              <p:cond delay="1500"/>
                            </p:stCondLst>
                            <p:childTnLst>
                              <p:par>
                                <p:cTn id="31" presetID="2" presetClass="entr" presetSubtype="4" fill="hold" nodeType="afterEffect">
                                  <p:stCondLst>
                                    <p:cond delay="0"/>
                                  </p:stCondLst>
                                  <p:childTnLst>
                                    <p:set>
                                      <p:cBhvr>
                                        <p:cTn id="32" dur="1" fill="hold">
                                          <p:stCondLst>
                                            <p:cond delay="0"/>
                                          </p:stCondLst>
                                        </p:cTn>
                                        <p:tgtEl>
                                          <p:spTgt spid="58389"/>
                                        </p:tgtEl>
                                        <p:attrNameLst>
                                          <p:attrName>style.visibility</p:attrName>
                                        </p:attrNameLst>
                                      </p:cBhvr>
                                      <p:to>
                                        <p:strVal val="visible"/>
                                      </p:to>
                                    </p:set>
                                    <p:anim calcmode="lin" valueType="num">
                                      <p:cBhvr additive="base">
                                        <p:cTn id="33" dur="500" fill="hold"/>
                                        <p:tgtEl>
                                          <p:spTgt spid="58389"/>
                                        </p:tgtEl>
                                        <p:attrNameLst>
                                          <p:attrName>ppt_x</p:attrName>
                                        </p:attrNameLst>
                                      </p:cBhvr>
                                      <p:tavLst>
                                        <p:tav tm="0">
                                          <p:val>
                                            <p:strVal val="#ppt_x"/>
                                          </p:val>
                                        </p:tav>
                                        <p:tav tm="100000">
                                          <p:val>
                                            <p:strVal val="#ppt_x"/>
                                          </p:val>
                                        </p:tav>
                                      </p:tavLst>
                                    </p:anim>
                                    <p:anim calcmode="lin" valueType="num">
                                      <p:cBhvr additive="base">
                                        <p:cTn id="34" dur="500" fill="hold"/>
                                        <p:tgtEl>
                                          <p:spTgt spid="583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40</a:t>
            </a:fld>
            <a:endParaRPr lang="en-US" altLang="zh-CN" sz="1400" dirty="0"/>
          </a:p>
        </p:txBody>
      </p:sp>
      <p:sp>
        <p:nvSpPr>
          <p:cNvPr id="59394" name="Rectangle 2"/>
          <p:cNvSpPr/>
          <p:nvPr/>
        </p:nvSpPr>
        <p:spPr>
          <a:xfrm>
            <a:off x="304800" y="2346325"/>
            <a:ext cx="4419600" cy="701675"/>
          </a:xfrm>
          <a:prstGeom prst="rect">
            <a:avLst/>
          </a:prstGeom>
          <a:solidFill>
            <a:srgbClr val="FFFF00"/>
          </a:solidFill>
          <a:ln w="9525">
            <a:noFill/>
          </a:ln>
        </p:spPr>
        <p:txBody>
          <a:bodyPr anchor="b">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sz="4000" b="1" dirty="0">
                <a:solidFill>
                  <a:schemeClr val="tx2"/>
                </a:solidFill>
                <a:latin typeface="黑体" panose="02010609060101010101" pitchFamily="49" charset="-122"/>
                <a:ea typeface="黑体" panose="02010609060101010101" pitchFamily="49" charset="-122"/>
              </a:rPr>
              <a:t>2.4.1 </a:t>
            </a:r>
            <a:r>
              <a:rPr lang="zh-CN" altLang="en-US" sz="4000" b="1" dirty="0">
                <a:solidFill>
                  <a:schemeClr val="tx2"/>
                </a:solidFill>
                <a:latin typeface="黑体" panose="02010609060101010101" pitchFamily="49" charset="-122"/>
                <a:ea typeface="黑体" panose="02010609060101010101" pitchFamily="49" charset="-122"/>
              </a:rPr>
              <a:t>公式法化简</a:t>
            </a:r>
          </a:p>
        </p:txBody>
      </p:sp>
      <p:sp>
        <p:nvSpPr>
          <p:cNvPr id="59396" name="Rectangle 4"/>
          <p:cNvSpPr>
            <a:spLocks noChangeArrowheads="1"/>
          </p:cNvSpPr>
          <p:nvPr/>
        </p:nvSpPr>
        <p:spPr bwMode="auto">
          <a:xfrm>
            <a:off x="304800" y="1104900"/>
            <a:ext cx="8610600" cy="1104900"/>
          </a:xfrm>
          <a:prstGeom prst="rect">
            <a:avLst/>
          </a:prstGeom>
          <a:noFill/>
          <a:ln w="38100">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化简的目的：降低成本；提高可靠性；提高工作速度。</a:t>
            </a:r>
          </a:p>
        </p:txBody>
      </p:sp>
      <p:sp>
        <p:nvSpPr>
          <p:cNvPr id="59398" name="Rectangle 6"/>
          <p:cNvSpPr>
            <a:spLocks noChangeArrowheads="1"/>
          </p:cNvSpPr>
          <p:nvPr/>
        </p:nvSpPr>
        <p:spPr bwMode="auto">
          <a:xfrm>
            <a:off x="304800" y="3230563"/>
            <a:ext cx="2622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最简的含义：</a:t>
            </a:r>
          </a:p>
        </p:txBody>
      </p:sp>
      <p:sp>
        <p:nvSpPr>
          <p:cNvPr id="59399" name="Rectangle 7"/>
          <p:cNvSpPr>
            <a:spLocks noChangeArrowheads="1"/>
          </p:cNvSpPr>
          <p:nvPr/>
        </p:nvSpPr>
        <p:spPr bwMode="auto">
          <a:xfrm>
            <a:off x="2590800" y="3886200"/>
            <a:ext cx="4451350" cy="57943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(2)</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每项中变量数最少。</a:t>
            </a:r>
          </a:p>
        </p:txBody>
      </p:sp>
      <p:sp>
        <p:nvSpPr>
          <p:cNvPr id="59400" name="Rectangle 8"/>
          <p:cNvSpPr>
            <a:spLocks noChangeArrowheads="1"/>
          </p:cNvSpPr>
          <p:nvPr/>
        </p:nvSpPr>
        <p:spPr bwMode="auto">
          <a:xfrm>
            <a:off x="457200" y="4754563"/>
            <a:ext cx="2012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化简方法</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p:sp>
        <p:nvSpPr>
          <p:cNvPr id="59401" name="Rectangle 9"/>
          <p:cNvSpPr>
            <a:spLocks noChangeArrowheads="1"/>
          </p:cNvSpPr>
          <p:nvPr/>
        </p:nvSpPr>
        <p:spPr bwMode="auto">
          <a:xfrm>
            <a:off x="2619375" y="4773613"/>
            <a:ext cx="6483350" cy="57943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(1)</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公式法</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利用公理、定理和规则</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a:t>
            </a:r>
          </a:p>
        </p:txBody>
      </p:sp>
      <p:sp>
        <p:nvSpPr>
          <p:cNvPr id="59402" name="Rectangle 10"/>
          <p:cNvSpPr>
            <a:spLocks noChangeArrowheads="1"/>
          </p:cNvSpPr>
          <p:nvPr/>
        </p:nvSpPr>
        <p:spPr bwMode="auto">
          <a:xfrm>
            <a:off x="2600325" y="5410200"/>
            <a:ext cx="2419350" cy="57943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(2)</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卡诺图法</a:t>
            </a:r>
          </a:p>
        </p:txBody>
      </p:sp>
      <p:sp>
        <p:nvSpPr>
          <p:cNvPr id="59403" name="Rectangle 11"/>
          <p:cNvSpPr>
            <a:spLocks noChangeArrowheads="1"/>
          </p:cNvSpPr>
          <p:nvPr/>
        </p:nvSpPr>
        <p:spPr bwMode="auto">
          <a:xfrm>
            <a:off x="2609850" y="6049963"/>
            <a:ext cx="2012950" cy="57943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(3)</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列表法</a:t>
            </a:r>
          </a:p>
        </p:txBody>
      </p:sp>
      <p:sp>
        <p:nvSpPr>
          <p:cNvPr id="59404" name="Rectangle 12"/>
          <p:cNvSpPr/>
          <p:nvPr/>
        </p:nvSpPr>
        <p:spPr>
          <a:xfrm>
            <a:off x="1752600" y="228600"/>
            <a:ext cx="5562600" cy="762000"/>
          </a:xfrm>
          <a:prstGeom prst="rect">
            <a:avLst/>
          </a:prstGeom>
          <a:solidFill>
            <a:srgbClr val="FF99FF"/>
          </a:solidFill>
          <a:ln w="9525">
            <a:noFill/>
          </a:ln>
        </p:spPr>
        <p:txBody>
          <a:bodyPr anchor="b">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algn="ctr" eaLnBrk="1" hangingPunct="1">
              <a:spcBef>
                <a:spcPct val="0"/>
              </a:spcBef>
              <a:buNone/>
            </a:pPr>
            <a:r>
              <a:rPr lang="en-US" altLang="zh-CN" sz="4400" b="1" dirty="0">
                <a:solidFill>
                  <a:schemeClr val="tx2"/>
                </a:solidFill>
                <a:latin typeface="黑体" panose="02010609060101010101" pitchFamily="49" charset="-122"/>
                <a:ea typeface="黑体" panose="02010609060101010101" pitchFamily="49" charset="-122"/>
              </a:rPr>
              <a:t>2.4 </a:t>
            </a:r>
            <a:r>
              <a:rPr lang="zh-CN" altLang="en-US" sz="4400" b="1" dirty="0">
                <a:solidFill>
                  <a:schemeClr val="tx2"/>
                </a:solidFill>
                <a:latin typeface="黑体" panose="02010609060101010101" pitchFamily="49" charset="-122"/>
                <a:ea typeface="黑体" panose="02010609060101010101" pitchFamily="49" charset="-122"/>
              </a:rPr>
              <a:t>逻辑函数的化简</a:t>
            </a:r>
          </a:p>
        </p:txBody>
      </p:sp>
      <p:sp>
        <p:nvSpPr>
          <p:cNvPr id="59405" name="Rectangle 13"/>
          <p:cNvSpPr>
            <a:spLocks noChangeArrowheads="1"/>
          </p:cNvSpPr>
          <p:nvPr/>
        </p:nvSpPr>
        <p:spPr bwMode="auto">
          <a:xfrm>
            <a:off x="2592388" y="3251200"/>
            <a:ext cx="4857750" cy="57943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(1)</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乘积项</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或和项</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最少；</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04"/>
                                        </p:tgtEl>
                                        <p:attrNameLst>
                                          <p:attrName>style.visibility</p:attrName>
                                        </p:attrNameLst>
                                      </p:cBhvr>
                                      <p:to>
                                        <p:strVal val="visible"/>
                                      </p:to>
                                    </p:set>
                                    <p:anim calcmode="lin" valueType="num">
                                      <p:cBhvr additive="base">
                                        <p:cTn id="7" dur="500" fill="hold"/>
                                        <p:tgtEl>
                                          <p:spTgt spid="59404"/>
                                        </p:tgtEl>
                                        <p:attrNameLst>
                                          <p:attrName>ppt_x</p:attrName>
                                        </p:attrNameLst>
                                      </p:cBhvr>
                                      <p:tavLst>
                                        <p:tav tm="0">
                                          <p:val>
                                            <p:strVal val="0-#ppt_w/2"/>
                                          </p:val>
                                        </p:tav>
                                        <p:tav tm="100000">
                                          <p:val>
                                            <p:strVal val="#ppt_x"/>
                                          </p:val>
                                        </p:tav>
                                      </p:tavLst>
                                    </p:anim>
                                    <p:anim calcmode="lin" valueType="num">
                                      <p:cBhvr additive="base">
                                        <p:cTn id="8" dur="500" fill="hold"/>
                                        <p:tgtEl>
                                          <p:spTgt spid="5940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59396"/>
                                        </p:tgtEl>
                                        <p:attrNameLst>
                                          <p:attrName>style.visibility</p:attrName>
                                        </p:attrNameLst>
                                      </p:cBhvr>
                                      <p:to>
                                        <p:strVal val="visible"/>
                                      </p:to>
                                    </p:set>
                                    <p:animEffect transition="in" filter="box(in)">
                                      <p:cBhvr>
                                        <p:cTn id="13" dur="500"/>
                                        <p:tgtEl>
                                          <p:spTgt spid="5939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9394"/>
                                        </p:tgtEl>
                                        <p:attrNameLst>
                                          <p:attrName>style.visibility</p:attrName>
                                        </p:attrNameLst>
                                      </p:cBhvr>
                                      <p:to>
                                        <p:strVal val="visible"/>
                                      </p:to>
                                    </p:set>
                                    <p:anim calcmode="lin" valueType="num">
                                      <p:cBhvr additive="base">
                                        <p:cTn id="18" dur="500" fill="hold"/>
                                        <p:tgtEl>
                                          <p:spTgt spid="59394"/>
                                        </p:tgtEl>
                                        <p:attrNameLst>
                                          <p:attrName>ppt_x</p:attrName>
                                        </p:attrNameLst>
                                      </p:cBhvr>
                                      <p:tavLst>
                                        <p:tav tm="0">
                                          <p:val>
                                            <p:strVal val="0-#ppt_w/2"/>
                                          </p:val>
                                        </p:tav>
                                        <p:tav tm="100000">
                                          <p:val>
                                            <p:strVal val="#ppt_x"/>
                                          </p:val>
                                        </p:tav>
                                      </p:tavLst>
                                    </p:anim>
                                    <p:anim calcmode="lin" valueType="num">
                                      <p:cBhvr additive="base">
                                        <p:cTn id="19" dur="500" fill="hold"/>
                                        <p:tgtEl>
                                          <p:spTgt spid="5939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59398"/>
                                        </p:tgtEl>
                                        <p:attrNameLst>
                                          <p:attrName>style.visibility</p:attrName>
                                        </p:attrNameLst>
                                      </p:cBhvr>
                                      <p:to>
                                        <p:strVal val="visible"/>
                                      </p:to>
                                    </p:set>
                                    <p:anim calcmode="lin" valueType="num">
                                      <p:cBhvr additive="base">
                                        <p:cTn id="24" dur="500" fill="hold"/>
                                        <p:tgtEl>
                                          <p:spTgt spid="59398"/>
                                        </p:tgtEl>
                                        <p:attrNameLst>
                                          <p:attrName>ppt_x</p:attrName>
                                        </p:attrNameLst>
                                      </p:cBhvr>
                                      <p:tavLst>
                                        <p:tav tm="0">
                                          <p:val>
                                            <p:strVal val="0-#ppt_w/2"/>
                                          </p:val>
                                        </p:tav>
                                        <p:tav tm="100000">
                                          <p:val>
                                            <p:strVal val="#ppt_x"/>
                                          </p:val>
                                        </p:tav>
                                      </p:tavLst>
                                    </p:anim>
                                    <p:anim calcmode="lin" valueType="num">
                                      <p:cBhvr additive="base">
                                        <p:cTn id="25" dur="500" fill="hold"/>
                                        <p:tgtEl>
                                          <p:spTgt spid="5939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8" presetClass="entr" presetSubtype="12" fill="hold" grpId="0" nodeType="clickEffect">
                                  <p:stCondLst>
                                    <p:cond delay="0"/>
                                  </p:stCondLst>
                                  <p:childTnLst>
                                    <p:set>
                                      <p:cBhvr>
                                        <p:cTn id="29" dur="1" fill="hold">
                                          <p:stCondLst>
                                            <p:cond delay="0"/>
                                          </p:stCondLst>
                                        </p:cTn>
                                        <p:tgtEl>
                                          <p:spTgt spid="59405"/>
                                        </p:tgtEl>
                                        <p:attrNameLst>
                                          <p:attrName>style.visibility</p:attrName>
                                        </p:attrNameLst>
                                      </p:cBhvr>
                                      <p:to>
                                        <p:strVal val="visible"/>
                                      </p:to>
                                    </p:set>
                                    <p:animEffect transition="in" filter="strips(downLeft)">
                                      <p:cBhvr>
                                        <p:cTn id="30" dur="500"/>
                                        <p:tgtEl>
                                          <p:spTgt spid="59405"/>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grpId="0" nodeType="clickEffect">
                                  <p:stCondLst>
                                    <p:cond delay="0"/>
                                  </p:stCondLst>
                                  <p:childTnLst>
                                    <p:set>
                                      <p:cBhvr>
                                        <p:cTn id="34" dur="1" fill="hold">
                                          <p:stCondLst>
                                            <p:cond delay="0"/>
                                          </p:stCondLst>
                                        </p:cTn>
                                        <p:tgtEl>
                                          <p:spTgt spid="59399"/>
                                        </p:tgtEl>
                                        <p:attrNameLst>
                                          <p:attrName>style.visibility</p:attrName>
                                        </p:attrNameLst>
                                      </p:cBhvr>
                                      <p:to>
                                        <p:strVal val="visible"/>
                                      </p:to>
                                    </p:set>
                                    <p:animEffect transition="in" filter="strips(downLeft)">
                                      <p:cBhvr>
                                        <p:cTn id="35" dur="500"/>
                                        <p:tgtEl>
                                          <p:spTgt spid="59399"/>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59400"/>
                                        </p:tgtEl>
                                        <p:attrNameLst>
                                          <p:attrName>style.visibility</p:attrName>
                                        </p:attrNameLst>
                                      </p:cBhvr>
                                      <p:to>
                                        <p:strVal val="visible"/>
                                      </p:to>
                                    </p:set>
                                    <p:anim calcmode="lin" valueType="num">
                                      <p:cBhvr additive="base">
                                        <p:cTn id="40" dur="500" fill="hold"/>
                                        <p:tgtEl>
                                          <p:spTgt spid="59400"/>
                                        </p:tgtEl>
                                        <p:attrNameLst>
                                          <p:attrName>ppt_x</p:attrName>
                                        </p:attrNameLst>
                                      </p:cBhvr>
                                      <p:tavLst>
                                        <p:tav tm="0">
                                          <p:val>
                                            <p:strVal val="0-#ppt_w/2"/>
                                          </p:val>
                                        </p:tav>
                                        <p:tav tm="100000">
                                          <p:val>
                                            <p:strVal val="#ppt_x"/>
                                          </p:val>
                                        </p:tav>
                                      </p:tavLst>
                                    </p:anim>
                                    <p:anim calcmode="lin" valueType="num">
                                      <p:cBhvr additive="base">
                                        <p:cTn id="41" dur="500" fill="hold"/>
                                        <p:tgtEl>
                                          <p:spTgt spid="59400"/>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8" presetClass="entr" presetSubtype="12" fill="hold" grpId="0" nodeType="clickEffect">
                                  <p:stCondLst>
                                    <p:cond delay="0"/>
                                  </p:stCondLst>
                                  <p:childTnLst>
                                    <p:set>
                                      <p:cBhvr>
                                        <p:cTn id="45" dur="1" fill="hold">
                                          <p:stCondLst>
                                            <p:cond delay="0"/>
                                          </p:stCondLst>
                                        </p:cTn>
                                        <p:tgtEl>
                                          <p:spTgt spid="59401"/>
                                        </p:tgtEl>
                                        <p:attrNameLst>
                                          <p:attrName>style.visibility</p:attrName>
                                        </p:attrNameLst>
                                      </p:cBhvr>
                                      <p:to>
                                        <p:strVal val="visible"/>
                                      </p:to>
                                    </p:set>
                                    <p:animEffect transition="in" filter="strips(downLeft)">
                                      <p:cBhvr>
                                        <p:cTn id="46" dur="500"/>
                                        <p:tgtEl>
                                          <p:spTgt spid="59401"/>
                                        </p:tgtEl>
                                      </p:cBhvr>
                                    </p:animEffect>
                                  </p:childTnLst>
                                </p:cTn>
                              </p:par>
                            </p:childTnLst>
                          </p:cTn>
                        </p:par>
                      </p:childTnLst>
                    </p:cTn>
                  </p:par>
                  <p:par>
                    <p:cTn id="47" fill="hold">
                      <p:stCondLst>
                        <p:cond delay="indefinite"/>
                      </p:stCondLst>
                      <p:childTnLst>
                        <p:par>
                          <p:cTn id="48" fill="hold">
                            <p:stCondLst>
                              <p:cond delay="0"/>
                            </p:stCondLst>
                            <p:childTnLst>
                              <p:par>
                                <p:cTn id="49" presetID="18" presetClass="entr" presetSubtype="12" fill="hold" grpId="0" nodeType="clickEffect">
                                  <p:stCondLst>
                                    <p:cond delay="0"/>
                                  </p:stCondLst>
                                  <p:childTnLst>
                                    <p:set>
                                      <p:cBhvr>
                                        <p:cTn id="50" dur="1" fill="hold">
                                          <p:stCondLst>
                                            <p:cond delay="0"/>
                                          </p:stCondLst>
                                        </p:cTn>
                                        <p:tgtEl>
                                          <p:spTgt spid="59402"/>
                                        </p:tgtEl>
                                        <p:attrNameLst>
                                          <p:attrName>style.visibility</p:attrName>
                                        </p:attrNameLst>
                                      </p:cBhvr>
                                      <p:to>
                                        <p:strVal val="visible"/>
                                      </p:to>
                                    </p:set>
                                    <p:animEffect transition="in" filter="strips(downLeft)">
                                      <p:cBhvr>
                                        <p:cTn id="51" dur="500"/>
                                        <p:tgtEl>
                                          <p:spTgt spid="59402"/>
                                        </p:tgtEl>
                                      </p:cBhvr>
                                    </p:animEffect>
                                  </p:childTnLst>
                                </p:cTn>
                              </p:par>
                            </p:childTnLst>
                          </p:cTn>
                        </p:par>
                      </p:childTnLst>
                    </p:cTn>
                  </p:par>
                  <p:par>
                    <p:cTn id="52" fill="hold">
                      <p:stCondLst>
                        <p:cond delay="indefinite"/>
                      </p:stCondLst>
                      <p:childTnLst>
                        <p:par>
                          <p:cTn id="53" fill="hold">
                            <p:stCondLst>
                              <p:cond delay="0"/>
                            </p:stCondLst>
                            <p:childTnLst>
                              <p:par>
                                <p:cTn id="54" presetID="18" presetClass="entr" presetSubtype="12" fill="hold" grpId="0" nodeType="clickEffect">
                                  <p:stCondLst>
                                    <p:cond delay="0"/>
                                  </p:stCondLst>
                                  <p:childTnLst>
                                    <p:set>
                                      <p:cBhvr>
                                        <p:cTn id="55" dur="1" fill="hold">
                                          <p:stCondLst>
                                            <p:cond delay="0"/>
                                          </p:stCondLst>
                                        </p:cTn>
                                        <p:tgtEl>
                                          <p:spTgt spid="59403"/>
                                        </p:tgtEl>
                                        <p:attrNameLst>
                                          <p:attrName>style.visibility</p:attrName>
                                        </p:attrNameLst>
                                      </p:cBhvr>
                                      <p:to>
                                        <p:strVal val="visible"/>
                                      </p:to>
                                    </p:set>
                                    <p:animEffect transition="in" filter="strips(downLeft)">
                                      <p:cBhvr>
                                        <p:cTn id="56" dur="500"/>
                                        <p:tgtEl>
                                          <p:spTgt spid="59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animBg="1"/>
      <p:bldP spid="59396" grpId="0" animBg="1"/>
      <p:bldP spid="59398" grpId="0"/>
      <p:bldP spid="59399" grpId="0" animBg="1"/>
      <p:bldP spid="59400" grpId="0"/>
      <p:bldP spid="59401" grpId="0" animBg="1"/>
      <p:bldP spid="59402" grpId="0" animBg="1"/>
      <p:bldP spid="59403" grpId="0" animBg="1"/>
      <p:bldP spid="59404" grpId="0" animBg="1"/>
      <p:bldP spid="5940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41</a:t>
            </a:fld>
            <a:endParaRPr lang="en-US" altLang="zh-CN" sz="1400" dirty="0"/>
          </a:p>
        </p:txBody>
      </p:sp>
      <p:sp>
        <p:nvSpPr>
          <p:cNvPr id="60418" name="Rectangle 2"/>
          <p:cNvSpPr>
            <a:spLocks noChangeArrowheads="1"/>
          </p:cNvSpPr>
          <p:nvPr/>
        </p:nvSpPr>
        <p:spPr bwMode="auto">
          <a:xfrm>
            <a:off x="234950" y="317500"/>
            <a:ext cx="3040063" cy="579438"/>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一、与或式化简</a:t>
            </a:r>
          </a:p>
        </p:txBody>
      </p:sp>
      <p:grpSp>
        <p:nvGrpSpPr>
          <p:cNvPr id="60438" name="Group 22"/>
          <p:cNvGrpSpPr/>
          <p:nvPr/>
        </p:nvGrpSpPr>
        <p:grpSpPr>
          <a:xfrm>
            <a:off x="234950" y="1003300"/>
            <a:ext cx="6483350" cy="579438"/>
            <a:chOff x="148" y="632"/>
            <a:chExt cx="4084" cy="365"/>
          </a:xfrm>
        </p:grpSpPr>
        <p:sp>
          <p:nvSpPr>
            <p:cNvPr id="60420" name="Rectangle 4"/>
            <p:cNvSpPr>
              <a:spLocks noChangeArrowheads="1"/>
            </p:cNvSpPr>
            <p:nvPr/>
          </p:nvSpPr>
          <p:spPr bwMode="auto">
            <a:xfrm>
              <a:off x="148" y="632"/>
              <a:ext cx="4084" cy="36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1</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、并项法：利用定理            </a:t>
              </a:r>
            </a:p>
          </p:txBody>
        </p:sp>
        <mc:AlternateContent xmlns:mc="http://schemas.openxmlformats.org/markup-compatibility/2006" xmlns:a14="http://schemas.microsoft.com/office/drawing/2010/main">
          <mc:Choice Requires="a14">
            <p:sp>
              <p:nvSpPr>
                <p:cNvPr id="113703" name="Object 5"/>
                <p:cNvSpPr txBox="1"/>
                <p:nvPr/>
              </p:nvSpPr>
              <p:spPr>
                <a:xfrm>
                  <a:off x="2740" y="645"/>
                  <a:ext cx="1379" cy="309"/>
                </a:xfrm>
                <a:prstGeom prst="rect">
                  <a:avLst/>
                </a:prstGeom>
                <a:solidFill>
                  <a:schemeClr val="hlink"/>
                </a:solid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113703" name="Object 5"/>
                <p:cNvSpPr txBox="1">
                  <a:spLocks noRot="1" noChangeAspect="1" noMove="1" noResize="1" noEditPoints="1" noAdjustHandles="1" noChangeArrowheads="1" noChangeShapeType="1" noTextEdit="1"/>
                </p:cNvSpPr>
                <p:nvPr/>
              </p:nvSpPr>
              <p:spPr>
                <a:xfrm>
                  <a:off x="2740" y="645"/>
                  <a:ext cx="1379" cy="309"/>
                </a:xfrm>
                <a:prstGeom prst="rect">
                  <a:avLst/>
                </a:prstGeom>
                <a:blipFill>
                  <a:blip r:embed="rId3"/>
                  <a:stretch>
                    <a:fillRect/>
                  </a:stretch>
                </a:blipFill>
                <a:ln w="38100">
                  <a:noFill/>
                  <a:miter/>
                </a:ln>
              </p:spPr>
              <p:txBody>
                <a:bodyPr/>
                <a:lstStyle/>
                <a:p>
                  <a:r>
                    <a:rPr lang="zh-CN" altLang="en-US">
                      <a:noFill/>
                    </a:rPr>
                    <a:t> </a:t>
                  </a:r>
                </a:p>
              </p:txBody>
            </p:sp>
          </mc:Fallback>
        </mc:AlternateContent>
      </p:grpSp>
      <p:grpSp>
        <p:nvGrpSpPr>
          <p:cNvPr id="60439" name="Group 23"/>
          <p:cNvGrpSpPr/>
          <p:nvPr/>
        </p:nvGrpSpPr>
        <p:grpSpPr>
          <a:xfrm>
            <a:off x="914400" y="1782763"/>
            <a:ext cx="4286250" cy="587375"/>
            <a:chOff x="436" y="1123"/>
            <a:chExt cx="2700" cy="370"/>
          </a:xfrm>
        </p:grpSpPr>
        <p:sp>
          <p:nvSpPr>
            <p:cNvPr id="60423" name="Rectangle 7"/>
            <p:cNvSpPr>
              <a:spLocks noChangeArrowheads="1"/>
            </p:cNvSpPr>
            <p:nvPr/>
          </p:nvSpPr>
          <p:spPr bwMode="auto">
            <a:xfrm>
              <a:off x="436" y="1123"/>
              <a:ext cx="75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例</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mc:AlternateContent xmlns:mc="http://schemas.openxmlformats.org/markup-compatibility/2006" xmlns:a14="http://schemas.microsoft.com/office/drawing/2010/main">
          <mc:Choice Requires="a14">
            <p:sp>
              <p:nvSpPr>
                <p:cNvPr id="113701" name="Object 8"/>
                <p:cNvSpPr txBox="1"/>
                <p:nvPr/>
              </p:nvSpPr>
              <p:spPr>
                <a:xfrm>
                  <a:off x="1108" y="1165"/>
                  <a:ext cx="2028" cy="32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oMath>
                    </m:oMathPara>
                  </a14:m>
                  <a:endParaRPr lang="zh-CN" altLang="en-US"/>
                </a:p>
              </p:txBody>
            </p:sp>
          </mc:Choice>
          <mc:Fallback xmlns="">
            <p:sp>
              <p:nvSpPr>
                <p:cNvPr id="113701" name="Object 8"/>
                <p:cNvSpPr txBox="1">
                  <a:spLocks noRot="1" noChangeAspect="1" noMove="1" noResize="1" noEditPoints="1" noAdjustHandles="1" noChangeArrowheads="1" noChangeShapeType="1" noTextEdit="1"/>
                </p:cNvSpPr>
                <p:nvPr/>
              </p:nvSpPr>
              <p:spPr>
                <a:xfrm>
                  <a:off x="1108" y="1165"/>
                  <a:ext cx="2028" cy="328"/>
                </a:xfrm>
                <a:prstGeom prst="rect">
                  <a:avLst/>
                </a:prstGeom>
                <a:blipFill>
                  <a:blip r:embed="rId4"/>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60425" name="Object 9"/>
              <p:cNvSpPr txBox="1"/>
              <p:nvPr/>
            </p:nvSpPr>
            <p:spPr>
              <a:xfrm>
                <a:off x="1908175" y="2354416"/>
                <a:ext cx="2736850" cy="582613"/>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p:sp>
            <p:nvSpPr>
              <p:cNvPr id="60425" name="Object 9"/>
              <p:cNvSpPr txBox="1">
                <a:spLocks noRot="1" noChangeAspect="1" noMove="1" noResize="1" noEditPoints="1" noAdjustHandles="1" noChangeArrowheads="1" noChangeShapeType="1" noTextEdit="1"/>
              </p:cNvSpPr>
              <p:nvPr/>
            </p:nvSpPr>
            <p:spPr>
              <a:xfrm>
                <a:off x="1908175" y="2354416"/>
                <a:ext cx="2736850" cy="582613"/>
              </a:xfrm>
              <a:prstGeom prst="rect">
                <a:avLst/>
              </a:prstGeom>
              <a:blipFill>
                <a:blip r:embed="rId5"/>
                <a:stretch>
                  <a:fillRect/>
                </a:stretch>
              </a:blipFill>
              <a:ln w="38100">
                <a:noFill/>
                <a:miter/>
              </a:ln>
            </p:spPr>
            <p:txBody>
              <a:bodyPr/>
              <a:lstStyle/>
              <a:p>
                <a:r>
                  <a:rPr lang="zh-CN" altLang="en-US">
                    <a:noFill/>
                  </a:rPr>
                  <a:t> </a:t>
                </a:r>
              </a:p>
            </p:txBody>
          </p:sp>
        </mc:Fallback>
      </mc:AlternateContent>
      <p:grpSp>
        <p:nvGrpSpPr>
          <p:cNvPr id="60426" name="Group 10"/>
          <p:cNvGrpSpPr/>
          <p:nvPr/>
        </p:nvGrpSpPr>
        <p:grpSpPr>
          <a:xfrm>
            <a:off x="925513" y="4030663"/>
            <a:ext cx="5111750" cy="658812"/>
            <a:chOff x="432" y="2400"/>
            <a:chExt cx="3220" cy="415"/>
          </a:xfrm>
        </p:grpSpPr>
        <p:sp>
          <p:nvSpPr>
            <p:cNvPr id="113698" name="Rectangle 11"/>
            <p:cNvSpPr/>
            <p:nvPr/>
          </p:nvSpPr>
          <p:spPr>
            <a:xfrm>
              <a:off x="432" y="2400"/>
              <a:ext cx="756"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例</a:t>
              </a:r>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a:t>
              </a:r>
            </a:p>
          </p:txBody>
        </p:sp>
        <mc:AlternateContent xmlns:mc="http://schemas.openxmlformats.org/markup-compatibility/2006" xmlns:a14="http://schemas.microsoft.com/office/drawing/2010/main">
          <mc:Choice Requires="a14">
            <p:sp>
              <p:nvSpPr>
                <p:cNvPr id="113699" name="Object 12"/>
                <p:cNvSpPr txBox="1"/>
                <p:nvPr/>
              </p:nvSpPr>
              <p:spPr>
                <a:xfrm>
                  <a:off x="1056" y="2448"/>
                  <a:ext cx="2596" cy="36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𝐵𝐶𝐷</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m:t>
                        </m:r>
                      </m:oMath>
                    </m:oMathPara>
                  </a14:m>
                  <a:endParaRPr lang="zh-CN" altLang="en-US"/>
                </a:p>
              </p:txBody>
            </p:sp>
          </mc:Choice>
          <mc:Fallback xmlns="">
            <p:sp>
              <p:nvSpPr>
                <p:cNvPr id="113699" name="Object 12"/>
                <p:cNvSpPr txBox="1">
                  <a:spLocks noRot="1" noChangeAspect="1" noMove="1" noResize="1" noEditPoints="1" noAdjustHandles="1" noChangeArrowheads="1" noChangeShapeType="1" noTextEdit="1"/>
                </p:cNvSpPr>
                <p:nvPr/>
              </p:nvSpPr>
              <p:spPr>
                <a:xfrm>
                  <a:off x="1056" y="2448"/>
                  <a:ext cx="2596" cy="367"/>
                </a:xfrm>
                <a:prstGeom prst="rect">
                  <a:avLst/>
                </a:prstGeom>
                <a:blipFill>
                  <a:blip r:embed="rId6"/>
                  <a:stretch>
                    <a:fillRect/>
                  </a:stretch>
                </a:blipFill>
                <a:ln w="38100">
                  <a:noFill/>
                  <a:miter/>
                </a:ln>
              </p:spPr>
              <p:txBody>
                <a:bodyPr/>
                <a:lstStyle/>
                <a:p>
                  <a:r>
                    <a:rPr lang="zh-CN" altLang="en-US">
                      <a:noFill/>
                    </a:rPr>
                    <a:t> </a:t>
                  </a:r>
                </a:p>
              </p:txBody>
            </p:sp>
          </mc:Fallback>
        </mc:AlternateContent>
      </p:grpSp>
      <p:grpSp>
        <p:nvGrpSpPr>
          <p:cNvPr id="60443" name="Group 27"/>
          <p:cNvGrpSpPr/>
          <p:nvPr/>
        </p:nvGrpSpPr>
        <p:grpSpPr>
          <a:xfrm>
            <a:off x="234950" y="5029200"/>
            <a:ext cx="6889750" cy="579438"/>
            <a:chOff x="148" y="3176"/>
            <a:chExt cx="4340" cy="365"/>
          </a:xfrm>
        </p:grpSpPr>
        <p:sp>
          <p:nvSpPr>
            <p:cNvPr id="113696" name="Rectangle 14"/>
            <p:cNvSpPr/>
            <p:nvPr/>
          </p:nvSpPr>
          <p:spPr>
            <a:xfrm>
              <a:off x="148" y="3176"/>
              <a:ext cx="4340" cy="365"/>
            </a:xfrm>
            <a:prstGeom prst="rect">
              <a:avLst/>
            </a:prstGeom>
            <a:solidFill>
              <a:schemeClr val="hlink"/>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、消去法：利用定理              </a:t>
              </a:r>
            </a:p>
          </p:txBody>
        </p:sp>
        <mc:AlternateContent xmlns:mc="http://schemas.openxmlformats.org/markup-compatibility/2006" xmlns:a14="http://schemas.microsoft.com/office/drawing/2010/main">
          <mc:Choice Requires="a14">
            <p:sp>
              <p:nvSpPr>
                <p:cNvPr id="113697" name="Object 15"/>
                <p:cNvSpPr txBox="1"/>
                <p:nvPr/>
              </p:nvSpPr>
              <p:spPr>
                <a:xfrm>
                  <a:off x="2688" y="3176"/>
                  <a:ext cx="1602" cy="309"/>
                </a:xfrm>
                <a:prstGeom prst="rect">
                  <a:avLst/>
                </a:prstGeom>
                <a:solidFill>
                  <a:schemeClr val="hlink"/>
                </a:solid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oMath>
                    </m:oMathPara>
                  </a14:m>
                  <a:endParaRPr lang="zh-CN" altLang="en-US"/>
                </a:p>
              </p:txBody>
            </p:sp>
          </mc:Choice>
          <mc:Fallback xmlns="">
            <p:sp>
              <p:nvSpPr>
                <p:cNvPr id="113697" name="Object 15"/>
                <p:cNvSpPr txBox="1">
                  <a:spLocks noRot="1" noChangeAspect="1" noMove="1" noResize="1" noEditPoints="1" noAdjustHandles="1" noChangeArrowheads="1" noChangeShapeType="1" noTextEdit="1"/>
                </p:cNvSpPr>
                <p:nvPr/>
              </p:nvSpPr>
              <p:spPr>
                <a:xfrm>
                  <a:off x="2688" y="3176"/>
                  <a:ext cx="1602" cy="309"/>
                </a:xfrm>
                <a:prstGeom prst="rect">
                  <a:avLst/>
                </a:prstGeom>
                <a:blipFill>
                  <a:blip r:embed="rId7"/>
                  <a:stretch>
                    <a:fillRect/>
                  </a:stretch>
                </a:blipFill>
                <a:ln w="38100">
                  <a:noFill/>
                  <a:miter/>
                </a:ln>
              </p:spPr>
              <p:txBody>
                <a:bodyPr/>
                <a:lstStyle/>
                <a:p>
                  <a:r>
                    <a:rPr lang="zh-CN" altLang="en-US">
                      <a:noFill/>
                    </a:rPr>
                    <a:t> </a:t>
                  </a:r>
                </a:p>
              </p:txBody>
            </p:sp>
          </mc:Fallback>
        </mc:AlternateContent>
      </p:grpSp>
      <p:grpSp>
        <p:nvGrpSpPr>
          <p:cNvPr id="60442" name="Group 26"/>
          <p:cNvGrpSpPr/>
          <p:nvPr/>
        </p:nvGrpSpPr>
        <p:grpSpPr>
          <a:xfrm>
            <a:off x="234950" y="3213100"/>
            <a:ext cx="6242050" cy="579438"/>
            <a:chOff x="148" y="1928"/>
            <a:chExt cx="3932" cy="365"/>
          </a:xfrm>
        </p:grpSpPr>
        <p:sp>
          <p:nvSpPr>
            <p:cNvPr id="113694" name="Rectangle 21"/>
            <p:cNvSpPr/>
            <p:nvPr/>
          </p:nvSpPr>
          <p:spPr>
            <a:xfrm>
              <a:off x="148" y="1928"/>
              <a:ext cx="3932" cy="365"/>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Tahoma" panose="020B0604030504040204" pitchFamily="34" charset="0"/>
                </a:rPr>
                <a:t>2</a:t>
              </a:r>
              <a:r>
                <a:rPr lang="zh-CN" altLang="en-US" dirty="0">
                  <a:latin typeface="Tahoma" panose="020B0604030504040204" pitchFamily="34" charset="0"/>
                </a:rPr>
                <a:t>、</a:t>
              </a:r>
              <a:r>
                <a:rPr lang="zh-CN" altLang="en-US" dirty="0">
                  <a:latin typeface="黑体" panose="02010609060101010101" pitchFamily="49" charset="-122"/>
                  <a:ea typeface="黑体" panose="02010609060101010101" pitchFamily="49" charset="-122"/>
                </a:rPr>
                <a:t>吸收法：利用定理          </a:t>
              </a:r>
            </a:p>
          </p:txBody>
        </p:sp>
        <mc:AlternateContent xmlns:mc="http://schemas.openxmlformats.org/markup-compatibility/2006" xmlns:a14="http://schemas.microsoft.com/office/drawing/2010/main">
          <mc:Choice Requires="a14">
            <p:sp>
              <p:nvSpPr>
                <p:cNvPr id="113695" name="Object 25"/>
                <p:cNvSpPr txBox="1"/>
                <p:nvPr/>
              </p:nvSpPr>
              <p:spPr>
                <a:xfrm>
                  <a:off x="2736" y="1989"/>
                  <a:ext cx="1217" cy="251"/>
                </a:xfrm>
                <a:prstGeom prst="rect">
                  <a:avLst/>
                </a:prstGeom>
                <a:solidFill>
                  <a:schemeClr val="hlink"/>
                </a:solidFill>
                <a:ln w="38100">
                  <a:noFill/>
                  <a:miter/>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113695" name="Object 25"/>
                <p:cNvSpPr txBox="1">
                  <a:spLocks noRot="1" noChangeAspect="1" noMove="1" noResize="1" noEditPoints="1" noAdjustHandles="1" noChangeArrowheads="1" noChangeShapeType="1" noTextEdit="1"/>
                </p:cNvSpPr>
                <p:nvPr/>
              </p:nvSpPr>
              <p:spPr>
                <a:xfrm>
                  <a:off x="2736" y="1989"/>
                  <a:ext cx="1217" cy="251"/>
                </a:xfrm>
                <a:prstGeom prst="rect">
                  <a:avLst/>
                </a:prstGeom>
                <a:blipFill>
                  <a:blip r:embed="rId8"/>
                  <a:stretch>
                    <a:fillRect/>
                  </a:stretch>
                </a:blipFill>
                <a:ln w="38100">
                  <a:noFill/>
                  <a:miter/>
                </a:ln>
              </p:spPr>
              <p:txBody>
                <a:bodyPr/>
                <a:lstStyle/>
                <a:p>
                  <a:r>
                    <a:rPr lang="zh-CN" altLang="en-US">
                      <a:noFill/>
                    </a:rPr>
                    <a:t> </a:t>
                  </a:r>
                </a:p>
              </p:txBody>
            </p:sp>
          </mc:Fallback>
        </mc:AlternateContent>
      </p:grpSp>
      <p:grpSp>
        <p:nvGrpSpPr>
          <p:cNvPr id="60448" name="Group 32"/>
          <p:cNvGrpSpPr/>
          <p:nvPr/>
        </p:nvGrpSpPr>
        <p:grpSpPr>
          <a:xfrm>
            <a:off x="2430464" y="2276482"/>
            <a:ext cx="1489075" cy="163513"/>
            <a:chOff x="1211" y="1434"/>
            <a:chExt cx="938" cy="103"/>
          </a:xfrm>
        </p:grpSpPr>
        <p:graphicFrame>
          <p:nvGraphicFramePr>
            <p:cNvPr id="113692" name="Object 30"/>
            <p:cNvGraphicFramePr>
              <a:graphicFrameLocks noChangeAspect="1"/>
            </p:cNvGraphicFramePr>
            <p:nvPr>
              <p:extLst>
                <p:ext uri="{D42A27DB-BD31-4B8C-83A1-F6EECF244321}">
                  <p14:modId xmlns:p14="http://schemas.microsoft.com/office/powerpoint/2010/main" val="1318851228"/>
                </p:ext>
              </p:extLst>
            </p:nvPr>
          </p:nvGraphicFramePr>
          <p:xfrm>
            <a:off x="1211" y="1440"/>
            <a:ext cx="170" cy="97"/>
          </p:xfrm>
          <a:graphic>
            <a:graphicData uri="http://schemas.openxmlformats.org/presentationml/2006/ole">
              <mc:AlternateContent xmlns:mc="http://schemas.openxmlformats.org/markup-compatibility/2006">
                <mc:Choice xmlns:v="urn:schemas-microsoft-com:vml" Requires="v">
                  <p:oleObj r:id="rId9" imgW="502285" imgH="152400" progId="Visio.Drawing.6">
                    <p:embed/>
                  </p:oleObj>
                </mc:Choice>
                <mc:Fallback>
                  <p:oleObj r:id="rId9" imgW="502285" imgH="152400" progId="Visio.Drawing.6">
                    <p:embed/>
                    <p:pic>
                      <p:nvPicPr>
                        <p:cNvPr id="0" name="图片 3265"/>
                        <p:cNvPicPr/>
                        <p:nvPr/>
                      </p:nvPicPr>
                      <p:blipFill>
                        <a:blip r:embed="rId10"/>
                        <a:stretch>
                          <a:fillRect/>
                        </a:stretch>
                      </p:blipFill>
                      <p:spPr>
                        <a:xfrm>
                          <a:off x="1211" y="1440"/>
                          <a:ext cx="170" cy="97"/>
                        </a:xfrm>
                        <a:prstGeom prst="rect">
                          <a:avLst/>
                        </a:prstGeom>
                        <a:noFill/>
                        <a:ln w="38100">
                          <a:noFill/>
                          <a:miter/>
                        </a:ln>
                      </p:spPr>
                    </p:pic>
                  </p:oleObj>
                </mc:Fallback>
              </mc:AlternateContent>
            </a:graphicData>
          </a:graphic>
        </p:graphicFrame>
        <p:graphicFrame>
          <p:nvGraphicFramePr>
            <p:cNvPr id="113693" name="Object 31"/>
            <p:cNvGraphicFramePr>
              <a:graphicFrameLocks noChangeAspect="1"/>
            </p:cNvGraphicFramePr>
            <p:nvPr>
              <p:extLst>
                <p:ext uri="{D42A27DB-BD31-4B8C-83A1-F6EECF244321}">
                  <p14:modId xmlns:p14="http://schemas.microsoft.com/office/powerpoint/2010/main" val="2917213424"/>
                </p:ext>
              </p:extLst>
            </p:nvPr>
          </p:nvGraphicFramePr>
          <p:xfrm>
            <a:off x="2018" y="1434"/>
            <a:ext cx="131" cy="97"/>
          </p:xfrm>
          <a:graphic>
            <a:graphicData uri="http://schemas.openxmlformats.org/presentationml/2006/ole">
              <mc:AlternateContent xmlns:mc="http://schemas.openxmlformats.org/markup-compatibility/2006">
                <mc:Choice xmlns:v="urn:schemas-microsoft-com:vml" Requires="v">
                  <p:oleObj r:id="rId11" imgW="502285" imgH="152400" progId="Visio.Drawing.6">
                    <p:embed/>
                  </p:oleObj>
                </mc:Choice>
                <mc:Fallback>
                  <p:oleObj r:id="rId11" imgW="502285" imgH="152400" progId="Visio.Drawing.6">
                    <p:embed/>
                    <p:pic>
                      <p:nvPicPr>
                        <p:cNvPr id="0" name="图片 3256"/>
                        <p:cNvPicPr/>
                        <p:nvPr/>
                      </p:nvPicPr>
                      <p:blipFill>
                        <a:blip r:embed="rId10"/>
                        <a:stretch>
                          <a:fillRect/>
                        </a:stretch>
                      </p:blipFill>
                      <p:spPr>
                        <a:xfrm>
                          <a:off x="2018" y="1434"/>
                          <a:ext cx="131" cy="97"/>
                        </a:xfrm>
                        <a:prstGeom prst="rect">
                          <a:avLst/>
                        </a:prstGeom>
                        <a:noFill/>
                        <a:ln w="38100">
                          <a:noFill/>
                          <a:miter/>
                        </a:ln>
                      </p:spPr>
                    </p:pic>
                  </p:oleObj>
                </mc:Fallback>
              </mc:AlternateContent>
            </a:graphicData>
          </a:graphic>
        </p:graphicFrame>
      </p:grpSp>
      <p:grpSp>
        <p:nvGrpSpPr>
          <p:cNvPr id="60449" name="Group 33"/>
          <p:cNvGrpSpPr/>
          <p:nvPr/>
        </p:nvGrpSpPr>
        <p:grpSpPr>
          <a:xfrm>
            <a:off x="2241551" y="2844800"/>
            <a:ext cx="1178321" cy="203207"/>
            <a:chOff x="1223" y="1434"/>
            <a:chExt cx="1110" cy="123"/>
          </a:xfrm>
        </p:grpSpPr>
        <p:graphicFrame>
          <p:nvGraphicFramePr>
            <p:cNvPr id="113690" name="Object 34"/>
            <p:cNvGraphicFramePr>
              <a:graphicFrameLocks noChangeAspect="1"/>
            </p:cNvGraphicFramePr>
            <p:nvPr>
              <p:extLst>
                <p:ext uri="{D42A27DB-BD31-4B8C-83A1-F6EECF244321}">
                  <p14:modId xmlns:p14="http://schemas.microsoft.com/office/powerpoint/2010/main" val="3254215472"/>
                </p:ext>
              </p:extLst>
            </p:nvPr>
          </p:nvGraphicFramePr>
          <p:xfrm>
            <a:off x="1223" y="1460"/>
            <a:ext cx="315" cy="97"/>
          </p:xfrm>
          <a:graphic>
            <a:graphicData uri="http://schemas.openxmlformats.org/presentationml/2006/ole">
              <mc:AlternateContent xmlns:mc="http://schemas.openxmlformats.org/markup-compatibility/2006">
                <mc:Choice xmlns:v="urn:schemas-microsoft-com:vml" Requires="v">
                  <p:oleObj r:id="rId12" imgW="502285" imgH="152400" progId="Visio.Drawing.6">
                    <p:embed/>
                  </p:oleObj>
                </mc:Choice>
                <mc:Fallback>
                  <p:oleObj r:id="rId12" imgW="502285" imgH="152400" progId="Visio.Drawing.6">
                    <p:embed/>
                    <p:pic>
                      <p:nvPicPr>
                        <p:cNvPr id="0" name="图片 3267"/>
                        <p:cNvPicPr/>
                        <p:nvPr/>
                      </p:nvPicPr>
                      <p:blipFill>
                        <a:blip r:embed="rId10"/>
                        <a:stretch>
                          <a:fillRect/>
                        </a:stretch>
                      </p:blipFill>
                      <p:spPr>
                        <a:xfrm>
                          <a:off x="1223" y="1460"/>
                          <a:ext cx="315" cy="97"/>
                        </a:xfrm>
                        <a:prstGeom prst="rect">
                          <a:avLst/>
                        </a:prstGeom>
                        <a:noFill/>
                        <a:ln w="38100">
                          <a:noFill/>
                          <a:miter/>
                        </a:ln>
                      </p:spPr>
                    </p:pic>
                  </p:oleObj>
                </mc:Fallback>
              </mc:AlternateContent>
            </a:graphicData>
          </a:graphic>
        </p:graphicFrame>
        <p:graphicFrame>
          <p:nvGraphicFramePr>
            <p:cNvPr id="113691" name="Object 35"/>
            <p:cNvGraphicFramePr>
              <a:graphicFrameLocks noChangeAspect="1"/>
            </p:cNvGraphicFramePr>
            <p:nvPr/>
          </p:nvGraphicFramePr>
          <p:xfrm>
            <a:off x="2018" y="1434"/>
            <a:ext cx="315" cy="97"/>
          </p:xfrm>
          <a:graphic>
            <a:graphicData uri="http://schemas.openxmlformats.org/presentationml/2006/ole">
              <mc:AlternateContent xmlns:mc="http://schemas.openxmlformats.org/markup-compatibility/2006">
                <mc:Choice xmlns:v="urn:schemas-microsoft-com:vml" Requires="v">
                  <p:oleObj r:id="rId13" imgW="502285" imgH="152400" progId="Visio.Drawing.6">
                    <p:embed/>
                  </p:oleObj>
                </mc:Choice>
                <mc:Fallback>
                  <p:oleObj r:id="rId13" imgW="502285" imgH="152400" progId="Visio.Drawing.6">
                    <p:embed/>
                    <p:pic>
                      <p:nvPicPr>
                        <p:cNvPr id="0" name="图片 3257"/>
                        <p:cNvPicPr/>
                        <p:nvPr/>
                      </p:nvPicPr>
                      <p:blipFill>
                        <a:blip r:embed="rId10"/>
                        <a:stretch>
                          <a:fillRect/>
                        </a:stretch>
                      </p:blipFill>
                      <p:spPr>
                        <a:xfrm>
                          <a:off x="2018" y="1434"/>
                          <a:ext cx="315" cy="97"/>
                        </a:xfrm>
                        <a:prstGeom prst="rect">
                          <a:avLst/>
                        </a:prstGeom>
                        <a:noFill/>
                        <a:ln w="38100">
                          <a:noFill/>
                          <a:miter/>
                        </a:ln>
                      </p:spPr>
                    </p:pic>
                  </p:oleObj>
                </mc:Fallback>
              </mc:AlternateContent>
            </a:graphicData>
          </a:graphic>
        </p:graphicFrame>
      </p:grpSp>
      <p:grpSp>
        <p:nvGrpSpPr>
          <p:cNvPr id="60455" name="Group 39"/>
          <p:cNvGrpSpPr/>
          <p:nvPr/>
        </p:nvGrpSpPr>
        <p:grpSpPr>
          <a:xfrm>
            <a:off x="1908175" y="4567391"/>
            <a:ext cx="1295673" cy="188759"/>
            <a:chOff x="1202" y="2931"/>
            <a:chExt cx="880" cy="110"/>
          </a:xfrm>
        </p:grpSpPr>
        <p:graphicFrame>
          <p:nvGraphicFramePr>
            <p:cNvPr id="113688" name="Object 37"/>
            <p:cNvGraphicFramePr>
              <a:graphicFrameLocks noChangeAspect="1"/>
            </p:cNvGraphicFramePr>
            <p:nvPr/>
          </p:nvGraphicFramePr>
          <p:xfrm>
            <a:off x="1202" y="2944"/>
            <a:ext cx="315" cy="97"/>
          </p:xfrm>
          <a:graphic>
            <a:graphicData uri="http://schemas.openxmlformats.org/presentationml/2006/ole">
              <mc:AlternateContent xmlns:mc="http://schemas.openxmlformats.org/markup-compatibility/2006">
                <mc:Choice xmlns:v="urn:schemas-microsoft-com:vml" Requires="v">
                  <p:oleObj r:id="rId14" imgW="502285" imgH="152400" progId="Visio.Drawing.6">
                    <p:embed/>
                  </p:oleObj>
                </mc:Choice>
                <mc:Fallback>
                  <p:oleObj r:id="rId14" imgW="502285" imgH="152400" progId="Visio.Drawing.6">
                    <p:embed/>
                    <p:pic>
                      <p:nvPicPr>
                        <p:cNvPr id="0" name="图片 3268"/>
                        <p:cNvPicPr/>
                        <p:nvPr/>
                      </p:nvPicPr>
                      <p:blipFill>
                        <a:blip r:embed="rId10"/>
                        <a:stretch>
                          <a:fillRect/>
                        </a:stretch>
                      </p:blipFill>
                      <p:spPr>
                        <a:xfrm>
                          <a:off x="1202" y="2944"/>
                          <a:ext cx="315" cy="97"/>
                        </a:xfrm>
                        <a:prstGeom prst="rect">
                          <a:avLst/>
                        </a:prstGeom>
                        <a:noFill/>
                        <a:ln w="38100">
                          <a:noFill/>
                          <a:miter/>
                        </a:ln>
                      </p:spPr>
                    </p:pic>
                  </p:oleObj>
                </mc:Fallback>
              </mc:AlternateContent>
            </a:graphicData>
          </a:graphic>
        </p:graphicFrame>
        <p:graphicFrame>
          <p:nvGraphicFramePr>
            <p:cNvPr id="113689" name="Object 38"/>
            <p:cNvGraphicFramePr>
              <a:graphicFrameLocks noChangeAspect="1"/>
            </p:cNvGraphicFramePr>
            <p:nvPr/>
          </p:nvGraphicFramePr>
          <p:xfrm>
            <a:off x="1767" y="2931"/>
            <a:ext cx="315" cy="97"/>
          </p:xfrm>
          <a:graphic>
            <a:graphicData uri="http://schemas.openxmlformats.org/presentationml/2006/ole">
              <mc:AlternateContent xmlns:mc="http://schemas.openxmlformats.org/markup-compatibility/2006">
                <mc:Choice xmlns:v="urn:schemas-microsoft-com:vml" Requires="v">
                  <p:oleObj r:id="rId15" imgW="502285" imgH="152400" progId="Visio.Drawing.6">
                    <p:embed/>
                  </p:oleObj>
                </mc:Choice>
                <mc:Fallback>
                  <p:oleObj r:id="rId15" imgW="502285" imgH="152400" progId="Visio.Drawing.6">
                    <p:embed/>
                    <p:pic>
                      <p:nvPicPr>
                        <p:cNvPr id="0" name="图片 3258"/>
                        <p:cNvPicPr/>
                        <p:nvPr/>
                      </p:nvPicPr>
                      <p:blipFill>
                        <a:blip r:embed="rId10"/>
                        <a:stretch>
                          <a:fillRect/>
                        </a:stretch>
                      </p:blipFill>
                      <p:spPr>
                        <a:xfrm>
                          <a:off x="1767" y="2931"/>
                          <a:ext cx="315" cy="97"/>
                        </a:xfrm>
                        <a:prstGeom prst="rect">
                          <a:avLst/>
                        </a:prstGeom>
                        <a:noFill/>
                        <a:ln w="38100">
                          <a:noFill/>
                          <a:miter/>
                        </a:ln>
                      </p:spPr>
                    </p:pic>
                  </p:oleObj>
                </mc:Fallback>
              </mc:AlternateContent>
            </a:graphicData>
          </a:graphic>
        </p:graphicFrame>
      </p:grpSp>
      <p:grpSp>
        <p:nvGrpSpPr>
          <p:cNvPr id="60460" name="Group 44"/>
          <p:cNvGrpSpPr/>
          <p:nvPr/>
        </p:nvGrpSpPr>
        <p:grpSpPr>
          <a:xfrm>
            <a:off x="1954213" y="6248400"/>
            <a:ext cx="794370" cy="157163"/>
            <a:chOff x="1162" y="4020"/>
            <a:chExt cx="584" cy="90"/>
          </a:xfrm>
        </p:grpSpPr>
        <p:graphicFrame>
          <p:nvGraphicFramePr>
            <p:cNvPr id="113686" name="Object 42"/>
            <p:cNvGraphicFramePr>
              <a:graphicFrameLocks noChangeAspect="1"/>
            </p:cNvGraphicFramePr>
            <p:nvPr/>
          </p:nvGraphicFramePr>
          <p:xfrm>
            <a:off x="1565" y="4020"/>
            <a:ext cx="181" cy="90"/>
          </p:xfrm>
          <a:graphic>
            <a:graphicData uri="http://schemas.openxmlformats.org/presentationml/2006/ole">
              <mc:AlternateContent xmlns:mc="http://schemas.openxmlformats.org/markup-compatibility/2006">
                <mc:Choice xmlns:v="urn:schemas-microsoft-com:vml" Requires="v">
                  <p:oleObj r:id="rId16" imgW="502285" imgH="152400" progId="Visio.Drawing.6">
                    <p:embed/>
                  </p:oleObj>
                </mc:Choice>
                <mc:Fallback>
                  <p:oleObj r:id="rId16" imgW="502285" imgH="152400" progId="Visio.Drawing.6">
                    <p:embed/>
                    <p:pic>
                      <p:nvPicPr>
                        <p:cNvPr id="0" name="图片 3261"/>
                        <p:cNvPicPr/>
                        <p:nvPr/>
                      </p:nvPicPr>
                      <p:blipFill>
                        <a:blip r:embed="rId10"/>
                        <a:stretch>
                          <a:fillRect/>
                        </a:stretch>
                      </p:blipFill>
                      <p:spPr>
                        <a:xfrm>
                          <a:off x="1565" y="4020"/>
                          <a:ext cx="181" cy="90"/>
                        </a:xfrm>
                        <a:prstGeom prst="rect">
                          <a:avLst/>
                        </a:prstGeom>
                        <a:noFill/>
                        <a:ln w="38100">
                          <a:noFill/>
                          <a:miter/>
                        </a:ln>
                      </p:spPr>
                    </p:pic>
                  </p:oleObj>
                </mc:Fallback>
              </mc:AlternateContent>
            </a:graphicData>
          </a:graphic>
        </p:graphicFrame>
        <p:graphicFrame>
          <p:nvGraphicFramePr>
            <p:cNvPr id="113687" name="Object 43"/>
            <p:cNvGraphicFramePr>
              <a:graphicFrameLocks noChangeAspect="1"/>
            </p:cNvGraphicFramePr>
            <p:nvPr/>
          </p:nvGraphicFramePr>
          <p:xfrm>
            <a:off x="1162" y="4020"/>
            <a:ext cx="181" cy="90"/>
          </p:xfrm>
          <a:graphic>
            <a:graphicData uri="http://schemas.openxmlformats.org/presentationml/2006/ole">
              <mc:AlternateContent xmlns:mc="http://schemas.openxmlformats.org/markup-compatibility/2006">
                <mc:Choice xmlns:v="urn:schemas-microsoft-com:vml" Requires="v">
                  <p:oleObj r:id="rId17" imgW="502285" imgH="152400" progId="Visio.Drawing.6">
                    <p:embed/>
                  </p:oleObj>
                </mc:Choice>
                <mc:Fallback>
                  <p:oleObj r:id="rId17" imgW="502285" imgH="152400" progId="Visio.Drawing.6">
                    <p:embed/>
                    <p:pic>
                      <p:nvPicPr>
                        <p:cNvPr id="0" name="图片 3259"/>
                        <p:cNvPicPr/>
                        <p:nvPr/>
                      </p:nvPicPr>
                      <p:blipFill>
                        <a:blip r:embed="rId10"/>
                        <a:stretch>
                          <a:fillRect/>
                        </a:stretch>
                      </p:blipFill>
                      <p:spPr>
                        <a:xfrm>
                          <a:off x="1162" y="4020"/>
                          <a:ext cx="181" cy="90"/>
                        </a:xfrm>
                        <a:prstGeom prst="rect">
                          <a:avLst/>
                        </a:prstGeom>
                        <a:noFill/>
                        <a:ln w="38100">
                          <a:noFill/>
                          <a:miter/>
                        </a:ln>
                      </p:spPr>
                    </p:pic>
                  </p:oleObj>
                </mc:Fallback>
              </mc:AlternateContent>
            </a:graphicData>
          </a:graphic>
        </p:graphicFrame>
      </p:grpSp>
      <p:grpSp>
        <p:nvGrpSpPr>
          <p:cNvPr id="60463" name="Group 47"/>
          <p:cNvGrpSpPr/>
          <p:nvPr/>
        </p:nvGrpSpPr>
        <p:grpSpPr>
          <a:xfrm>
            <a:off x="900113" y="5734050"/>
            <a:ext cx="3313112" cy="619125"/>
            <a:chOff x="521" y="3587"/>
            <a:chExt cx="2087" cy="390"/>
          </a:xfrm>
        </p:grpSpPr>
        <p:sp>
          <p:nvSpPr>
            <p:cNvPr id="113684" name="Rectangle 45"/>
            <p:cNvSpPr/>
            <p:nvPr/>
          </p:nvSpPr>
          <p:spPr>
            <a:xfrm>
              <a:off x="521" y="3612"/>
              <a:ext cx="756"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例</a:t>
              </a:r>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a:t>
              </a:r>
            </a:p>
          </p:txBody>
        </p:sp>
        <mc:AlternateContent xmlns:mc="http://schemas.openxmlformats.org/markup-compatibility/2006" xmlns:a14="http://schemas.microsoft.com/office/drawing/2010/main">
          <mc:Choice Requires="a14">
            <p:sp>
              <p:nvSpPr>
                <p:cNvPr id="113685" name="Object 46"/>
                <p:cNvSpPr txBox="1"/>
                <p:nvPr/>
              </p:nvSpPr>
              <p:spPr>
                <a:xfrm>
                  <a:off x="1156" y="3587"/>
                  <a:ext cx="1452" cy="36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𝐷</m:t>
                        </m:r>
                      </m:oMath>
                    </m:oMathPara>
                  </a14:m>
                  <a:endParaRPr lang="zh-CN" altLang="en-US"/>
                </a:p>
              </p:txBody>
            </p:sp>
          </mc:Choice>
          <mc:Fallback xmlns="">
            <p:sp>
              <p:nvSpPr>
                <p:cNvPr id="113685" name="Object 46"/>
                <p:cNvSpPr txBox="1">
                  <a:spLocks noRot="1" noChangeAspect="1" noMove="1" noResize="1" noEditPoints="1" noAdjustHandles="1" noChangeArrowheads="1" noChangeShapeType="1" noTextEdit="1"/>
                </p:cNvSpPr>
                <p:nvPr/>
              </p:nvSpPr>
              <p:spPr>
                <a:xfrm>
                  <a:off x="1156" y="3587"/>
                  <a:ext cx="1452" cy="363"/>
                </a:xfrm>
                <a:prstGeom prst="rect">
                  <a:avLst/>
                </a:prstGeom>
                <a:blipFill>
                  <a:blip r:embed="rId18"/>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60464" name="Object 48"/>
              <p:cNvSpPr txBox="1"/>
              <p:nvPr/>
            </p:nvSpPr>
            <p:spPr>
              <a:xfrm>
                <a:off x="4080233" y="5816600"/>
                <a:ext cx="2305050" cy="57626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𝐷</m:t>
                      </m:r>
                    </m:oMath>
                  </m:oMathPara>
                </a14:m>
                <a:endParaRPr lang="zh-CN" altLang="en-US"/>
              </a:p>
            </p:txBody>
          </p:sp>
        </mc:Choice>
        <mc:Fallback>
          <p:sp>
            <p:nvSpPr>
              <p:cNvPr id="60464" name="Object 48"/>
              <p:cNvSpPr txBox="1">
                <a:spLocks noRot="1" noChangeAspect="1" noMove="1" noResize="1" noEditPoints="1" noAdjustHandles="1" noChangeArrowheads="1" noChangeShapeType="1" noTextEdit="1"/>
              </p:cNvSpPr>
              <p:nvPr/>
            </p:nvSpPr>
            <p:spPr>
              <a:xfrm>
                <a:off x="4080233" y="5816600"/>
                <a:ext cx="2305050" cy="576263"/>
              </a:xfrm>
              <a:prstGeom prst="rect">
                <a:avLst/>
              </a:prstGeom>
              <a:blipFill>
                <a:blip r:embed="rId1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465" name="Object 49"/>
              <p:cNvSpPr txBox="1"/>
              <p:nvPr/>
            </p:nvSpPr>
            <p:spPr>
              <a:xfrm>
                <a:off x="6372225" y="5734050"/>
                <a:ext cx="2016125" cy="5715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𝐷</m:t>
                      </m:r>
                    </m:oMath>
                  </m:oMathPara>
                </a14:m>
                <a:endParaRPr lang="zh-CN" altLang="en-US"/>
              </a:p>
            </p:txBody>
          </p:sp>
        </mc:Choice>
        <mc:Fallback xmlns="">
          <p:sp>
            <p:nvSpPr>
              <p:cNvPr id="60465" name="Object 49"/>
              <p:cNvSpPr txBox="1">
                <a:spLocks noRot="1" noChangeAspect="1" noMove="1" noResize="1" noEditPoints="1" noAdjustHandles="1" noChangeArrowheads="1" noChangeShapeType="1" noTextEdit="1"/>
              </p:cNvSpPr>
              <p:nvPr/>
            </p:nvSpPr>
            <p:spPr>
              <a:xfrm>
                <a:off x="6372225" y="5734050"/>
                <a:ext cx="2016125" cy="571500"/>
              </a:xfrm>
              <a:prstGeom prst="rect">
                <a:avLst/>
              </a:prstGeom>
              <a:blipFill>
                <a:blip r:embed="rId20"/>
                <a:stretch>
                  <a:fillRect/>
                </a:stretch>
              </a:blipFill>
              <a:ln w="38100">
                <a:noFill/>
                <a:miter/>
              </a:ln>
            </p:spPr>
            <p:txBody>
              <a:bodyPr/>
              <a:lstStyle/>
              <a:p>
                <a:r>
                  <a:rPr lang="zh-CN" altLang="en-US">
                    <a:noFill/>
                  </a:rPr>
                  <a:t> </a:t>
                </a:r>
              </a:p>
            </p:txBody>
          </p:sp>
        </mc:Fallback>
      </mc:AlternateContent>
      <p:grpSp>
        <p:nvGrpSpPr>
          <p:cNvPr id="60466" name="Group 50"/>
          <p:cNvGrpSpPr/>
          <p:nvPr/>
        </p:nvGrpSpPr>
        <p:grpSpPr>
          <a:xfrm>
            <a:off x="5054601" y="6248400"/>
            <a:ext cx="717548" cy="192088"/>
            <a:chOff x="1097" y="4020"/>
            <a:chExt cx="649" cy="128"/>
          </a:xfrm>
        </p:grpSpPr>
        <p:graphicFrame>
          <p:nvGraphicFramePr>
            <p:cNvPr id="113682" name="Object 51"/>
            <p:cNvGraphicFramePr>
              <a:graphicFrameLocks noChangeAspect="1"/>
            </p:cNvGraphicFramePr>
            <p:nvPr/>
          </p:nvGraphicFramePr>
          <p:xfrm>
            <a:off x="1565" y="4020"/>
            <a:ext cx="181" cy="90"/>
          </p:xfrm>
          <a:graphic>
            <a:graphicData uri="http://schemas.openxmlformats.org/presentationml/2006/ole">
              <mc:AlternateContent xmlns:mc="http://schemas.openxmlformats.org/markup-compatibility/2006">
                <mc:Choice xmlns:v="urn:schemas-microsoft-com:vml" Requires="v">
                  <p:oleObj r:id="rId21" imgW="502285" imgH="152400" progId="Visio.Drawing.6">
                    <p:embed/>
                  </p:oleObj>
                </mc:Choice>
                <mc:Fallback>
                  <p:oleObj r:id="rId21" imgW="502285" imgH="152400" progId="Visio.Drawing.6">
                    <p:embed/>
                    <p:pic>
                      <p:nvPicPr>
                        <p:cNvPr id="0" name="图片 3271"/>
                        <p:cNvPicPr/>
                        <p:nvPr/>
                      </p:nvPicPr>
                      <p:blipFill>
                        <a:blip r:embed="rId10"/>
                        <a:stretch>
                          <a:fillRect/>
                        </a:stretch>
                      </p:blipFill>
                      <p:spPr>
                        <a:xfrm>
                          <a:off x="1565" y="4020"/>
                          <a:ext cx="181" cy="90"/>
                        </a:xfrm>
                        <a:prstGeom prst="rect">
                          <a:avLst/>
                        </a:prstGeom>
                        <a:noFill/>
                        <a:ln w="38100">
                          <a:noFill/>
                          <a:miter/>
                        </a:ln>
                      </p:spPr>
                    </p:pic>
                  </p:oleObj>
                </mc:Fallback>
              </mc:AlternateContent>
            </a:graphicData>
          </a:graphic>
        </p:graphicFrame>
        <p:graphicFrame>
          <p:nvGraphicFramePr>
            <p:cNvPr id="113683" name="Object 52"/>
            <p:cNvGraphicFramePr>
              <a:graphicFrameLocks noChangeAspect="1"/>
            </p:cNvGraphicFramePr>
            <p:nvPr>
              <p:extLst>
                <p:ext uri="{D42A27DB-BD31-4B8C-83A1-F6EECF244321}">
                  <p14:modId xmlns:p14="http://schemas.microsoft.com/office/powerpoint/2010/main" val="1544420209"/>
                </p:ext>
              </p:extLst>
            </p:nvPr>
          </p:nvGraphicFramePr>
          <p:xfrm>
            <a:off x="1097" y="4058"/>
            <a:ext cx="151" cy="90"/>
          </p:xfrm>
          <a:graphic>
            <a:graphicData uri="http://schemas.openxmlformats.org/presentationml/2006/ole">
              <mc:AlternateContent xmlns:mc="http://schemas.openxmlformats.org/markup-compatibility/2006">
                <mc:Choice xmlns:v="urn:schemas-microsoft-com:vml" Requires="v">
                  <p:oleObj r:id="rId22" imgW="502285" imgH="152400" progId="Visio.Drawing.6">
                    <p:embed/>
                  </p:oleObj>
                </mc:Choice>
                <mc:Fallback>
                  <p:oleObj r:id="rId22" imgW="502285" imgH="152400" progId="Visio.Drawing.6">
                    <p:embed/>
                    <p:pic>
                      <p:nvPicPr>
                        <p:cNvPr id="0" name="图片 3263"/>
                        <p:cNvPicPr/>
                        <p:nvPr/>
                      </p:nvPicPr>
                      <p:blipFill>
                        <a:blip r:embed="rId10"/>
                        <a:stretch>
                          <a:fillRect/>
                        </a:stretch>
                      </p:blipFill>
                      <p:spPr>
                        <a:xfrm>
                          <a:off x="1097" y="4058"/>
                          <a:ext cx="151" cy="90"/>
                        </a:xfrm>
                        <a:prstGeom prst="rect">
                          <a:avLst/>
                        </a:prstGeom>
                        <a:noFill/>
                        <a:ln w="38100">
                          <a:noFill/>
                          <a:miter/>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418"/>
                                        </p:tgtEl>
                                        <p:attrNameLst>
                                          <p:attrName>style.visibility</p:attrName>
                                        </p:attrNameLst>
                                      </p:cBhvr>
                                      <p:to>
                                        <p:strVal val="visible"/>
                                      </p:to>
                                    </p:set>
                                    <p:anim calcmode="lin" valueType="num">
                                      <p:cBhvr additive="base">
                                        <p:cTn id="7" dur="500" fill="hold"/>
                                        <p:tgtEl>
                                          <p:spTgt spid="60418"/>
                                        </p:tgtEl>
                                        <p:attrNameLst>
                                          <p:attrName>ppt_x</p:attrName>
                                        </p:attrNameLst>
                                      </p:cBhvr>
                                      <p:tavLst>
                                        <p:tav tm="0">
                                          <p:val>
                                            <p:strVal val="0-#ppt_w/2"/>
                                          </p:val>
                                        </p:tav>
                                        <p:tav tm="100000">
                                          <p:val>
                                            <p:strVal val="#ppt_x"/>
                                          </p:val>
                                        </p:tav>
                                      </p:tavLst>
                                    </p:anim>
                                    <p:anim calcmode="lin" valueType="num">
                                      <p:cBhvr additive="base">
                                        <p:cTn id="8" dur="500" fill="hold"/>
                                        <p:tgtEl>
                                          <p:spTgt spid="604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12" fill="hold" nodeType="clickEffect">
                                  <p:stCondLst>
                                    <p:cond delay="0"/>
                                  </p:stCondLst>
                                  <p:childTnLst>
                                    <p:set>
                                      <p:cBhvr>
                                        <p:cTn id="12" dur="1" fill="hold">
                                          <p:stCondLst>
                                            <p:cond delay="0"/>
                                          </p:stCondLst>
                                        </p:cTn>
                                        <p:tgtEl>
                                          <p:spTgt spid="60438"/>
                                        </p:tgtEl>
                                        <p:attrNameLst>
                                          <p:attrName>style.visibility</p:attrName>
                                        </p:attrNameLst>
                                      </p:cBhvr>
                                      <p:to>
                                        <p:strVal val="visible"/>
                                      </p:to>
                                    </p:set>
                                    <p:animEffect transition="in" filter="strips(downLeft)">
                                      <p:cBhvr>
                                        <p:cTn id="13" dur="500"/>
                                        <p:tgtEl>
                                          <p:spTgt spid="6043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0439"/>
                                        </p:tgtEl>
                                        <p:attrNameLst>
                                          <p:attrName>style.visibility</p:attrName>
                                        </p:attrNameLst>
                                      </p:cBhvr>
                                      <p:to>
                                        <p:strVal val="visible"/>
                                      </p:to>
                                    </p:set>
                                    <p:animEffect transition="in" filter="wipe(left)">
                                      <p:cBhvr>
                                        <p:cTn id="18" dur="500"/>
                                        <p:tgtEl>
                                          <p:spTgt spid="6043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60448"/>
                                        </p:tgtEl>
                                        <p:attrNameLst>
                                          <p:attrName>style.visibility</p:attrName>
                                        </p:attrNameLst>
                                      </p:cBhvr>
                                      <p:to>
                                        <p:strVal val="visible"/>
                                      </p:to>
                                    </p:set>
                                    <p:animEffect transition="in" filter="wipe(down)">
                                      <p:cBhvr>
                                        <p:cTn id="23" dur="500"/>
                                        <p:tgtEl>
                                          <p:spTgt spid="6044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60449"/>
                                        </p:tgtEl>
                                        <p:attrNameLst>
                                          <p:attrName>style.visibility</p:attrName>
                                        </p:attrNameLst>
                                      </p:cBhvr>
                                      <p:to>
                                        <p:strVal val="visible"/>
                                      </p:to>
                                    </p:set>
                                    <p:animEffect transition="in" filter="wipe(down)">
                                      <p:cBhvr>
                                        <p:cTn id="28" dur="500"/>
                                        <p:tgtEl>
                                          <p:spTgt spid="60449"/>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12" fill="hold" nodeType="clickEffect">
                                  <p:stCondLst>
                                    <p:cond delay="0"/>
                                  </p:stCondLst>
                                  <p:childTnLst>
                                    <p:set>
                                      <p:cBhvr>
                                        <p:cTn id="32" dur="1" fill="hold">
                                          <p:stCondLst>
                                            <p:cond delay="0"/>
                                          </p:stCondLst>
                                        </p:cTn>
                                        <p:tgtEl>
                                          <p:spTgt spid="60442"/>
                                        </p:tgtEl>
                                        <p:attrNameLst>
                                          <p:attrName>style.visibility</p:attrName>
                                        </p:attrNameLst>
                                      </p:cBhvr>
                                      <p:to>
                                        <p:strVal val="visible"/>
                                      </p:to>
                                    </p:set>
                                    <p:animEffect transition="in" filter="strips(downLeft)">
                                      <p:cBhvr>
                                        <p:cTn id="33" dur="500"/>
                                        <p:tgtEl>
                                          <p:spTgt spid="6044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60426"/>
                                        </p:tgtEl>
                                        <p:attrNameLst>
                                          <p:attrName>style.visibility</p:attrName>
                                        </p:attrNameLst>
                                      </p:cBhvr>
                                      <p:to>
                                        <p:strVal val="visible"/>
                                      </p:to>
                                    </p:set>
                                    <p:animEffect transition="in" filter="wipe(left)">
                                      <p:cBhvr>
                                        <p:cTn id="38" dur="500"/>
                                        <p:tgtEl>
                                          <p:spTgt spid="6042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60455"/>
                                        </p:tgtEl>
                                        <p:attrNameLst>
                                          <p:attrName>style.visibility</p:attrName>
                                        </p:attrNameLst>
                                      </p:cBhvr>
                                      <p:to>
                                        <p:strVal val="visible"/>
                                      </p:to>
                                    </p:set>
                                    <p:animEffect transition="in" filter="wipe(down)">
                                      <p:cBhvr>
                                        <p:cTn id="43" dur="500"/>
                                        <p:tgtEl>
                                          <p:spTgt spid="60455"/>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12" fill="hold" nodeType="clickEffect">
                                  <p:stCondLst>
                                    <p:cond delay="0"/>
                                  </p:stCondLst>
                                  <p:childTnLst>
                                    <p:set>
                                      <p:cBhvr>
                                        <p:cTn id="47" dur="1" fill="hold">
                                          <p:stCondLst>
                                            <p:cond delay="0"/>
                                          </p:stCondLst>
                                        </p:cTn>
                                        <p:tgtEl>
                                          <p:spTgt spid="60443"/>
                                        </p:tgtEl>
                                        <p:attrNameLst>
                                          <p:attrName>style.visibility</p:attrName>
                                        </p:attrNameLst>
                                      </p:cBhvr>
                                      <p:to>
                                        <p:strVal val="visible"/>
                                      </p:to>
                                    </p:set>
                                    <p:animEffect transition="in" filter="strips(downLeft)">
                                      <p:cBhvr>
                                        <p:cTn id="48" dur="500"/>
                                        <p:tgtEl>
                                          <p:spTgt spid="6044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60463"/>
                                        </p:tgtEl>
                                        <p:attrNameLst>
                                          <p:attrName>style.visibility</p:attrName>
                                        </p:attrNameLst>
                                      </p:cBhvr>
                                      <p:to>
                                        <p:strVal val="visible"/>
                                      </p:to>
                                    </p:set>
                                    <p:animEffect transition="in" filter="wipe(left)">
                                      <p:cBhvr>
                                        <p:cTn id="53" dur="500"/>
                                        <p:tgtEl>
                                          <p:spTgt spid="6046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60460"/>
                                        </p:tgtEl>
                                        <p:attrNameLst>
                                          <p:attrName>style.visibility</p:attrName>
                                        </p:attrNameLst>
                                      </p:cBhvr>
                                      <p:to>
                                        <p:strVal val="visible"/>
                                      </p:to>
                                    </p:set>
                                    <p:animEffect transition="in" filter="wipe(down)">
                                      <p:cBhvr>
                                        <p:cTn id="58" dur="500"/>
                                        <p:tgtEl>
                                          <p:spTgt spid="6046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60466"/>
                                        </p:tgtEl>
                                        <p:attrNameLst>
                                          <p:attrName>style.visibility</p:attrName>
                                        </p:attrNameLst>
                                      </p:cBhvr>
                                      <p:to>
                                        <p:strVal val="visible"/>
                                      </p:to>
                                    </p:set>
                                    <p:animEffect transition="in" filter="wipe(down)">
                                      <p:cBhvr>
                                        <p:cTn id="63" dur="500"/>
                                        <p:tgtEl>
                                          <p:spTgt spid="60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42</a:t>
            </a:fld>
            <a:endParaRPr lang="en-US" altLang="zh-CN" sz="1400" dirty="0"/>
          </a:p>
        </p:txBody>
      </p:sp>
      <p:grpSp>
        <p:nvGrpSpPr>
          <p:cNvPr id="61450" name="Group 10"/>
          <p:cNvGrpSpPr/>
          <p:nvPr/>
        </p:nvGrpSpPr>
        <p:grpSpPr>
          <a:xfrm>
            <a:off x="228600" y="288925"/>
            <a:ext cx="6686550" cy="579438"/>
            <a:chOff x="144" y="182"/>
            <a:chExt cx="4212" cy="365"/>
          </a:xfrm>
        </p:grpSpPr>
        <p:sp>
          <p:nvSpPr>
            <p:cNvPr id="115741" name="Rectangle 2"/>
            <p:cNvSpPr/>
            <p:nvPr/>
          </p:nvSpPr>
          <p:spPr>
            <a:xfrm>
              <a:off x="144" y="182"/>
              <a:ext cx="4212" cy="365"/>
            </a:xfrm>
            <a:prstGeom prst="rect">
              <a:avLst/>
            </a:prstGeom>
            <a:solidFill>
              <a:schemeClr val="hlink"/>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、配项法，利用       及        </a:t>
              </a:r>
            </a:p>
          </p:txBody>
        </p:sp>
        <mc:AlternateContent xmlns:mc="http://schemas.openxmlformats.org/markup-compatibility/2006" xmlns:a14="http://schemas.microsoft.com/office/drawing/2010/main">
          <mc:Choice Requires="a14">
            <p:sp>
              <p:nvSpPr>
                <p:cNvPr id="115742" name="Object 3"/>
                <p:cNvSpPr txBox="1"/>
                <p:nvPr/>
              </p:nvSpPr>
              <p:spPr>
                <a:xfrm>
                  <a:off x="2112" y="240"/>
                  <a:ext cx="872" cy="251"/>
                </a:xfrm>
                <a:prstGeom prst="rect">
                  <a:avLst/>
                </a:prstGeom>
                <a:solidFill>
                  <a:schemeClr val="hlink"/>
                </a:solidFill>
                <a:ln w="38100">
                  <a:noFill/>
                  <a:miter/>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𝐴</m:t>
                        </m:r>
                      </m:oMath>
                    </m:oMathPara>
                  </a14:m>
                  <a:endParaRPr lang="zh-CN" altLang="en-US"/>
                </a:p>
              </p:txBody>
            </p:sp>
          </mc:Choice>
          <mc:Fallback xmlns="">
            <p:sp>
              <p:nvSpPr>
                <p:cNvPr id="115742" name="Object 3"/>
                <p:cNvSpPr txBox="1">
                  <a:spLocks noRot="1" noChangeAspect="1" noMove="1" noResize="1" noEditPoints="1" noAdjustHandles="1" noChangeArrowheads="1" noChangeShapeType="1" noTextEdit="1"/>
                </p:cNvSpPr>
                <p:nvPr/>
              </p:nvSpPr>
              <p:spPr>
                <a:xfrm>
                  <a:off x="2112" y="240"/>
                  <a:ext cx="872" cy="251"/>
                </a:xfrm>
                <a:prstGeom prst="rect">
                  <a:avLst/>
                </a:prstGeom>
                <a:blipFill>
                  <a:blip r:embed="rId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5743" name="Object 5"/>
                <p:cNvSpPr txBox="1"/>
                <p:nvPr/>
              </p:nvSpPr>
              <p:spPr>
                <a:xfrm>
                  <a:off x="3299" y="192"/>
                  <a:ext cx="973" cy="309"/>
                </a:xfrm>
                <a:prstGeom prst="rect">
                  <a:avLst/>
                </a:prstGeom>
                <a:solidFill>
                  <a:schemeClr val="hlink"/>
                </a:solid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=1</m:t>
                        </m:r>
                      </m:oMath>
                    </m:oMathPara>
                  </a14:m>
                  <a:endParaRPr lang="zh-CN" altLang="en-US"/>
                </a:p>
              </p:txBody>
            </p:sp>
          </mc:Choice>
          <mc:Fallback xmlns="">
            <p:sp>
              <p:nvSpPr>
                <p:cNvPr id="115743" name="Object 5"/>
                <p:cNvSpPr txBox="1">
                  <a:spLocks noRot="1" noChangeAspect="1" noMove="1" noResize="1" noEditPoints="1" noAdjustHandles="1" noChangeArrowheads="1" noChangeShapeType="1" noTextEdit="1"/>
                </p:cNvSpPr>
                <p:nvPr/>
              </p:nvSpPr>
              <p:spPr>
                <a:xfrm>
                  <a:off x="3299" y="192"/>
                  <a:ext cx="973" cy="309"/>
                </a:xfrm>
                <a:prstGeom prst="rect">
                  <a:avLst/>
                </a:prstGeom>
                <a:blipFill>
                  <a:blip r:embed="rId4"/>
                  <a:stretch>
                    <a:fillRect/>
                  </a:stretch>
                </a:blipFill>
                <a:ln w="38100">
                  <a:noFill/>
                  <a:miter/>
                </a:ln>
              </p:spPr>
              <p:txBody>
                <a:bodyPr/>
                <a:lstStyle/>
                <a:p>
                  <a:r>
                    <a:rPr lang="zh-CN" altLang="en-US">
                      <a:noFill/>
                    </a:rPr>
                    <a:t> </a:t>
                  </a:r>
                </a:p>
              </p:txBody>
            </p:sp>
          </mc:Fallback>
        </mc:AlternateContent>
      </p:grpSp>
      <p:grpSp>
        <p:nvGrpSpPr>
          <p:cNvPr id="61454" name="Group 14"/>
          <p:cNvGrpSpPr/>
          <p:nvPr/>
        </p:nvGrpSpPr>
        <p:grpSpPr>
          <a:xfrm>
            <a:off x="457200" y="1066800"/>
            <a:ext cx="4819650" cy="596900"/>
            <a:chOff x="288" y="672"/>
            <a:chExt cx="3036" cy="376"/>
          </a:xfrm>
        </p:grpSpPr>
        <mc:AlternateContent xmlns:mc="http://schemas.openxmlformats.org/markup-compatibility/2006" xmlns:a14="http://schemas.microsoft.com/office/drawing/2010/main">
          <mc:Choice Requires="a14">
            <p:sp>
              <p:nvSpPr>
                <p:cNvPr id="115739" name="Object 6"/>
                <p:cNvSpPr txBox="1"/>
                <p:nvPr/>
              </p:nvSpPr>
              <p:spPr>
                <a:xfrm>
                  <a:off x="1296" y="720"/>
                  <a:ext cx="2028" cy="32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m:t>
                        </m:r>
                      </m:oMath>
                    </m:oMathPara>
                  </a14:m>
                  <a:endParaRPr lang="zh-CN" altLang="en-US"/>
                </a:p>
              </p:txBody>
            </p:sp>
          </mc:Choice>
          <mc:Fallback xmlns="">
            <p:sp>
              <p:nvSpPr>
                <p:cNvPr id="115739" name="Object 6"/>
                <p:cNvSpPr txBox="1">
                  <a:spLocks noRot="1" noChangeAspect="1" noMove="1" noResize="1" noEditPoints="1" noAdjustHandles="1" noChangeArrowheads="1" noChangeShapeType="1" noTextEdit="1"/>
                </p:cNvSpPr>
                <p:nvPr/>
              </p:nvSpPr>
              <p:spPr>
                <a:xfrm>
                  <a:off x="1296" y="720"/>
                  <a:ext cx="2028" cy="328"/>
                </a:xfrm>
                <a:prstGeom prst="rect">
                  <a:avLst/>
                </a:prstGeom>
                <a:blipFill>
                  <a:blip r:embed="rId5"/>
                  <a:stretch>
                    <a:fillRect/>
                  </a:stretch>
                </a:blipFill>
                <a:ln w="38100">
                  <a:noFill/>
                  <a:miter/>
                </a:ln>
              </p:spPr>
              <p:txBody>
                <a:bodyPr/>
                <a:lstStyle/>
                <a:p>
                  <a:r>
                    <a:rPr lang="zh-CN" altLang="en-US">
                      <a:noFill/>
                    </a:rPr>
                    <a:t> </a:t>
                  </a:r>
                </a:p>
              </p:txBody>
            </p:sp>
          </mc:Fallback>
        </mc:AlternateContent>
        <p:sp>
          <p:nvSpPr>
            <p:cNvPr id="115740" name="Rectangle 7"/>
            <p:cNvSpPr/>
            <p:nvPr/>
          </p:nvSpPr>
          <p:spPr>
            <a:xfrm>
              <a:off x="288" y="672"/>
              <a:ext cx="823"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例</a:t>
              </a:r>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a:t>
              </a:r>
            </a:p>
          </p:txBody>
        </p:sp>
      </p:grpSp>
      <p:grpSp>
        <p:nvGrpSpPr>
          <p:cNvPr id="61457" name="Group 17"/>
          <p:cNvGrpSpPr/>
          <p:nvPr/>
        </p:nvGrpSpPr>
        <p:grpSpPr>
          <a:xfrm>
            <a:off x="512763" y="3297238"/>
            <a:ext cx="7010400" cy="627062"/>
            <a:chOff x="288" y="2077"/>
            <a:chExt cx="4416" cy="395"/>
          </a:xfrm>
        </p:grpSpPr>
        <p:sp>
          <p:nvSpPr>
            <p:cNvPr id="61448" name="Rectangle 8"/>
            <p:cNvSpPr>
              <a:spLocks noChangeArrowheads="1"/>
            </p:cNvSpPr>
            <p:nvPr/>
          </p:nvSpPr>
          <p:spPr bwMode="auto">
            <a:xfrm>
              <a:off x="288" y="2077"/>
              <a:ext cx="75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例</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5</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mc:AlternateContent xmlns:mc="http://schemas.openxmlformats.org/markup-compatibility/2006" xmlns:a14="http://schemas.microsoft.com/office/drawing/2010/main">
          <mc:Choice Requires="a14">
            <p:sp>
              <p:nvSpPr>
                <p:cNvPr id="115738" name="Object 9"/>
                <p:cNvSpPr txBox="1"/>
                <p:nvPr/>
              </p:nvSpPr>
              <p:spPr>
                <a:xfrm>
                  <a:off x="1000" y="2112"/>
                  <a:ext cx="3704" cy="36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𝐴𝐶𝐷</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𝐶𝐷</m:t>
                        </m:r>
                      </m:oMath>
                    </m:oMathPara>
                  </a14:m>
                  <a:endParaRPr lang="zh-CN" altLang="en-US"/>
                </a:p>
              </p:txBody>
            </p:sp>
          </mc:Choice>
          <mc:Fallback xmlns="">
            <p:sp>
              <p:nvSpPr>
                <p:cNvPr id="115738" name="Object 9"/>
                <p:cNvSpPr txBox="1">
                  <a:spLocks noRot="1" noChangeAspect="1" noMove="1" noResize="1" noEditPoints="1" noAdjustHandles="1" noChangeArrowheads="1" noChangeShapeType="1" noTextEdit="1"/>
                </p:cNvSpPr>
                <p:nvPr/>
              </p:nvSpPr>
              <p:spPr>
                <a:xfrm>
                  <a:off x="1000" y="2112"/>
                  <a:ext cx="3704" cy="360"/>
                </a:xfrm>
                <a:prstGeom prst="rect">
                  <a:avLst/>
                </a:prstGeom>
                <a:blipFill>
                  <a:blip r:embed="rId6"/>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1451" name="Object 11"/>
              <p:cNvSpPr txBox="1"/>
              <p:nvPr/>
            </p:nvSpPr>
            <p:spPr>
              <a:xfrm>
                <a:off x="1752600" y="2209800"/>
                <a:ext cx="5943600" cy="50323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oMath>
                  </m:oMathPara>
                </a14:m>
                <a:endParaRPr lang="zh-CN" altLang="en-US"/>
              </a:p>
            </p:txBody>
          </p:sp>
        </mc:Choice>
        <mc:Fallback xmlns="">
          <p:sp>
            <p:nvSpPr>
              <p:cNvPr id="61451" name="Object 11"/>
              <p:cNvSpPr txBox="1">
                <a:spLocks noRot="1" noChangeAspect="1" noMove="1" noResize="1" noEditPoints="1" noAdjustHandles="1" noChangeArrowheads="1" noChangeShapeType="1" noTextEdit="1"/>
              </p:cNvSpPr>
              <p:nvPr/>
            </p:nvSpPr>
            <p:spPr>
              <a:xfrm>
                <a:off x="1752600" y="2209800"/>
                <a:ext cx="5943600" cy="503238"/>
              </a:xfrm>
              <a:prstGeom prst="rect">
                <a:avLst/>
              </a:prstGeom>
              <a:blipFill>
                <a:blip r:embed="rId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452" name="Object 12"/>
              <p:cNvSpPr txBox="1"/>
              <p:nvPr/>
            </p:nvSpPr>
            <p:spPr>
              <a:xfrm>
                <a:off x="1752600" y="1676400"/>
                <a:ext cx="5410200" cy="56832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m:t>
                      </m:r>
                    </m:oMath>
                  </m:oMathPara>
                </a14:m>
                <a:endParaRPr lang="zh-CN" altLang="en-US"/>
              </a:p>
            </p:txBody>
          </p:sp>
        </mc:Choice>
        <mc:Fallback xmlns="">
          <p:sp>
            <p:nvSpPr>
              <p:cNvPr id="61452" name="Object 12"/>
              <p:cNvSpPr txBox="1">
                <a:spLocks noRot="1" noChangeAspect="1" noMove="1" noResize="1" noEditPoints="1" noAdjustHandles="1" noChangeArrowheads="1" noChangeShapeType="1" noTextEdit="1"/>
              </p:cNvSpPr>
              <p:nvPr/>
            </p:nvSpPr>
            <p:spPr>
              <a:xfrm>
                <a:off x="1752600" y="1676400"/>
                <a:ext cx="5410200" cy="568325"/>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453" name="Object 13"/>
              <p:cNvSpPr txBox="1"/>
              <p:nvPr/>
            </p:nvSpPr>
            <p:spPr>
              <a:xfrm>
                <a:off x="1773238" y="2743200"/>
                <a:ext cx="2508250" cy="51435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oMath>
                  </m:oMathPara>
                </a14:m>
                <a:endParaRPr lang="zh-CN" altLang="en-US"/>
              </a:p>
            </p:txBody>
          </p:sp>
        </mc:Choice>
        <mc:Fallback xmlns="">
          <p:sp>
            <p:nvSpPr>
              <p:cNvPr id="61453" name="Object 13"/>
              <p:cNvSpPr txBox="1">
                <a:spLocks noRot="1" noChangeAspect="1" noMove="1" noResize="1" noEditPoints="1" noAdjustHandles="1" noChangeArrowheads="1" noChangeShapeType="1" noTextEdit="1"/>
              </p:cNvSpPr>
              <p:nvPr/>
            </p:nvSpPr>
            <p:spPr>
              <a:xfrm>
                <a:off x="1773238" y="2743200"/>
                <a:ext cx="2508250" cy="514350"/>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455" name="Object 15"/>
              <p:cNvSpPr txBox="1"/>
              <p:nvPr/>
            </p:nvSpPr>
            <p:spPr>
              <a:xfrm>
                <a:off x="3297238" y="3856038"/>
                <a:ext cx="3956050" cy="58737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𝐶𝐷</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𝐶𝐷</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1455" name="Object 15"/>
              <p:cNvSpPr txBox="1">
                <a:spLocks noRot="1" noChangeAspect="1" noMove="1" noResize="1" noEditPoints="1" noAdjustHandles="1" noChangeArrowheads="1" noChangeShapeType="1" noTextEdit="1"/>
              </p:cNvSpPr>
              <p:nvPr/>
            </p:nvSpPr>
            <p:spPr>
              <a:xfrm>
                <a:off x="3297238" y="3856038"/>
                <a:ext cx="3956050" cy="587375"/>
              </a:xfrm>
              <a:prstGeom prst="rect">
                <a:avLst/>
              </a:prstGeom>
              <a:blipFill>
                <a:blip r:embed="rId10"/>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456" name="Object 16"/>
              <p:cNvSpPr txBox="1"/>
              <p:nvPr/>
            </p:nvSpPr>
            <p:spPr>
              <a:xfrm>
                <a:off x="3284538" y="4402138"/>
                <a:ext cx="1474787" cy="51117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𝐶𝐷</m:t>
                      </m:r>
                    </m:oMath>
                  </m:oMathPara>
                </a14:m>
                <a:endParaRPr lang="zh-CN" altLang="en-US"/>
              </a:p>
            </p:txBody>
          </p:sp>
        </mc:Choice>
        <mc:Fallback xmlns="">
          <p:sp>
            <p:nvSpPr>
              <p:cNvPr id="61456" name="Object 16"/>
              <p:cNvSpPr txBox="1">
                <a:spLocks noRot="1" noChangeAspect="1" noMove="1" noResize="1" noEditPoints="1" noAdjustHandles="1" noChangeArrowheads="1" noChangeShapeType="1" noTextEdit="1"/>
              </p:cNvSpPr>
              <p:nvPr/>
            </p:nvSpPr>
            <p:spPr>
              <a:xfrm>
                <a:off x="3284538" y="4402138"/>
                <a:ext cx="1474787" cy="511175"/>
              </a:xfrm>
              <a:prstGeom prst="rect">
                <a:avLst/>
              </a:prstGeom>
              <a:blipFill>
                <a:blip r:embed="rId11"/>
                <a:stretch>
                  <a:fillRect/>
                </a:stretch>
              </a:blipFill>
              <a:ln w="38100">
                <a:noFill/>
                <a:miter/>
              </a:ln>
            </p:spPr>
            <p:txBody>
              <a:bodyPr/>
              <a:lstStyle/>
              <a:p>
                <a:r>
                  <a:rPr lang="zh-CN" altLang="en-US">
                    <a:noFill/>
                  </a:rPr>
                  <a:t> </a:t>
                </a:r>
              </a:p>
            </p:txBody>
          </p:sp>
        </mc:Fallback>
      </mc:AlternateContent>
      <p:grpSp>
        <p:nvGrpSpPr>
          <p:cNvPr id="61462" name="Group 22"/>
          <p:cNvGrpSpPr/>
          <p:nvPr/>
        </p:nvGrpSpPr>
        <p:grpSpPr>
          <a:xfrm>
            <a:off x="547688" y="4953000"/>
            <a:ext cx="8382000" cy="609600"/>
            <a:chOff x="384" y="3120"/>
            <a:chExt cx="5280" cy="384"/>
          </a:xfrm>
        </p:grpSpPr>
        <p:sp>
          <p:nvSpPr>
            <p:cNvPr id="61458" name="Rectangle 18"/>
            <p:cNvSpPr>
              <a:spLocks noChangeArrowheads="1"/>
            </p:cNvSpPr>
            <p:nvPr/>
          </p:nvSpPr>
          <p:spPr bwMode="auto">
            <a:xfrm>
              <a:off x="384" y="3120"/>
              <a:ext cx="75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例</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6</a:t>
              </a: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a:t>
              </a:r>
            </a:p>
          </p:txBody>
        </p:sp>
        <mc:AlternateContent xmlns:mc="http://schemas.openxmlformats.org/markup-compatibility/2006" xmlns:a14="http://schemas.microsoft.com/office/drawing/2010/main">
          <mc:Choice Requires="a14">
            <p:sp>
              <p:nvSpPr>
                <p:cNvPr id="115736" name="Object 19"/>
                <p:cNvSpPr txBox="1"/>
                <p:nvPr/>
              </p:nvSpPr>
              <p:spPr>
                <a:xfrm>
                  <a:off x="1000" y="3137"/>
                  <a:ext cx="4664" cy="36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𝐴𝐵𝐷</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5736" name="Object 19"/>
                <p:cNvSpPr txBox="1">
                  <a:spLocks noRot="1" noChangeAspect="1" noMove="1" noResize="1" noEditPoints="1" noAdjustHandles="1" noChangeArrowheads="1" noChangeShapeType="1" noTextEdit="1"/>
                </p:cNvSpPr>
                <p:nvPr/>
              </p:nvSpPr>
              <p:spPr>
                <a:xfrm>
                  <a:off x="1000" y="3137"/>
                  <a:ext cx="4664" cy="367"/>
                </a:xfrm>
                <a:prstGeom prst="rect">
                  <a:avLst/>
                </a:prstGeom>
                <a:blipFill>
                  <a:blip r:embed="rId12"/>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1460" name="Object 20"/>
              <p:cNvSpPr txBox="1"/>
              <p:nvPr/>
            </p:nvSpPr>
            <p:spPr>
              <a:xfrm>
                <a:off x="3686175" y="5486400"/>
                <a:ext cx="3781425" cy="563563"/>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[1+</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1460" name="Object 20"/>
              <p:cNvSpPr txBox="1">
                <a:spLocks noRot="1" noChangeAspect="1" noMove="1" noResize="1" noEditPoints="1" noAdjustHandles="1" noChangeArrowheads="1" noChangeShapeType="1" noTextEdit="1"/>
              </p:cNvSpPr>
              <p:nvPr/>
            </p:nvSpPr>
            <p:spPr>
              <a:xfrm>
                <a:off x="3686175" y="5486400"/>
                <a:ext cx="3781425" cy="563563"/>
              </a:xfrm>
              <a:prstGeom prst="rect">
                <a:avLst/>
              </a:prstGeom>
              <a:blipFill>
                <a:blip r:embed="rId1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461" name="Object 21"/>
              <p:cNvSpPr txBox="1"/>
              <p:nvPr/>
            </p:nvSpPr>
            <p:spPr>
              <a:xfrm>
                <a:off x="3678238" y="6005513"/>
                <a:ext cx="990600" cy="444500"/>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oMath>
                  </m:oMathPara>
                </a14:m>
                <a:endParaRPr lang="zh-CN" altLang="en-US"/>
              </a:p>
            </p:txBody>
          </p:sp>
        </mc:Choice>
        <mc:Fallback xmlns="">
          <p:sp>
            <p:nvSpPr>
              <p:cNvPr id="61461" name="Object 21"/>
              <p:cNvSpPr txBox="1">
                <a:spLocks noRot="1" noChangeAspect="1" noMove="1" noResize="1" noEditPoints="1" noAdjustHandles="1" noChangeArrowheads="1" noChangeShapeType="1" noTextEdit="1"/>
              </p:cNvSpPr>
              <p:nvPr/>
            </p:nvSpPr>
            <p:spPr>
              <a:xfrm>
                <a:off x="3678238" y="6005513"/>
                <a:ext cx="990600" cy="444500"/>
              </a:xfrm>
              <a:prstGeom prst="rect">
                <a:avLst/>
              </a:prstGeom>
              <a:blipFill>
                <a:blip r:embed="rId14"/>
                <a:stretch>
                  <a:fillRect/>
                </a:stretch>
              </a:blipFill>
              <a:ln w="38100">
                <a:noFill/>
                <a:miter/>
              </a:ln>
            </p:spPr>
            <p:txBody>
              <a:bodyPr/>
              <a:lstStyle/>
              <a:p>
                <a:r>
                  <a:rPr lang="zh-CN" altLang="en-US">
                    <a:noFill/>
                  </a:rPr>
                  <a:t> </a:t>
                </a:r>
              </a:p>
            </p:txBody>
          </p:sp>
        </mc:Fallback>
      </mc:AlternateContent>
      <p:grpSp>
        <p:nvGrpSpPr>
          <p:cNvPr id="61484" name="Group 44"/>
          <p:cNvGrpSpPr/>
          <p:nvPr/>
        </p:nvGrpSpPr>
        <p:grpSpPr>
          <a:xfrm>
            <a:off x="5133977" y="2590800"/>
            <a:ext cx="1309688" cy="174625"/>
            <a:chOff x="3234" y="1632"/>
            <a:chExt cx="825" cy="110"/>
          </a:xfrm>
        </p:grpSpPr>
        <p:graphicFrame>
          <p:nvGraphicFramePr>
            <p:cNvPr id="115733" name="Object 36"/>
            <p:cNvGraphicFramePr>
              <a:graphicFrameLocks noChangeAspect="1"/>
            </p:cNvGraphicFramePr>
            <p:nvPr>
              <p:extLst>
                <p:ext uri="{D42A27DB-BD31-4B8C-83A1-F6EECF244321}">
                  <p14:modId xmlns:p14="http://schemas.microsoft.com/office/powerpoint/2010/main" val="1936208242"/>
                </p:ext>
              </p:extLst>
            </p:nvPr>
          </p:nvGraphicFramePr>
          <p:xfrm>
            <a:off x="3234" y="1632"/>
            <a:ext cx="174" cy="97"/>
          </p:xfrm>
          <a:graphic>
            <a:graphicData uri="http://schemas.openxmlformats.org/presentationml/2006/ole">
              <mc:AlternateContent xmlns:mc="http://schemas.openxmlformats.org/markup-compatibility/2006">
                <mc:Choice xmlns:v="urn:schemas-microsoft-com:vml" Requires="v">
                  <p:oleObj r:id="rId15" imgW="502285" imgH="152400" progId="Visio.Drawing.6">
                    <p:embed/>
                  </p:oleObj>
                </mc:Choice>
                <mc:Fallback>
                  <p:oleObj r:id="rId15" imgW="502285" imgH="152400" progId="Visio.Drawing.6">
                    <p:embed/>
                    <p:pic>
                      <p:nvPicPr>
                        <p:cNvPr id="0" name="图片 3291"/>
                        <p:cNvPicPr/>
                        <p:nvPr/>
                      </p:nvPicPr>
                      <p:blipFill>
                        <a:blip r:embed="rId16"/>
                        <a:stretch>
                          <a:fillRect/>
                        </a:stretch>
                      </p:blipFill>
                      <p:spPr>
                        <a:xfrm>
                          <a:off x="3234" y="1632"/>
                          <a:ext cx="174" cy="97"/>
                        </a:xfrm>
                        <a:prstGeom prst="rect">
                          <a:avLst/>
                        </a:prstGeom>
                        <a:noFill/>
                        <a:ln w="38100">
                          <a:noFill/>
                          <a:miter/>
                        </a:ln>
                      </p:spPr>
                    </p:pic>
                  </p:oleObj>
                </mc:Fallback>
              </mc:AlternateContent>
            </a:graphicData>
          </a:graphic>
        </p:graphicFrame>
        <p:graphicFrame>
          <p:nvGraphicFramePr>
            <p:cNvPr id="115734" name="Object 37"/>
            <p:cNvGraphicFramePr>
              <a:graphicFrameLocks noChangeAspect="1"/>
            </p:cNvGraphicFramePr>
            <p:nvPr>
              <p:extLst>
                <p:ext uri="{D42A27DB-BD31-4B8C-83A1-F6EECF244321}">
                  <p14:modId xmlns:p14="http://schemas.microsoft.com/office/powerpoint/2010/main" val="3429512920"/>
                </p:ext>
              </p:extLst>
            </p:nvPr>
          </p:nvGraphicFramePr>
          <p:xfrm>
            <a:off x="3792" y="1645"/>
            <a:ext cx="267" cy="97"/>
          </p:xfrm>
          <a:graphic>
            <a:graphicData uri="http://schemas.openxmlformats.org/presentationml/2006/ole">
              <mc:AlternateContent xmlns:mc="http://schemas.openxmlformats.org/markup-compatibility/2006">
                <mc:Choice xmlns:v="urn:schemas-microsoft-com:vml" Requires="v">
                  <p:oleObj r:id="rId17" imgW="502285" imgH="152400" progId="Visio.Drawing.6">
                    <p:embed/>
                  </p:oleObj>
                </mc:Choice>
                <mc:Fallback>
                  <p:oleObj r:id="rId17" imgW="502285" imgH="152400" progId="Visio.Drawing.6">
                    <p:embed/>
                    <p:pic>
                      <p:nvPicPr>
                        <p:cNvPr id="0" name="图片 3285"/>
                        <p:cNvPicPr/>
                        <p:nvPr/>
                      </p:nvPicPr>
                      <p:blipFill>
                        <a:blip r:embed="rId16"/>
                        <a:stretch>
                          <a:fillRect/>
                        </a:stretch>
                      </p:blipFill>
                      <p:spPr>
                        <a:xfrm>
                          <a:off x="3792" y="1645"/>
                          <a:ext cx="267" cy="97"/>
                        </a:xfrm>
                        <a:prstGeom prst="rect">
                          <a:avLst/>
                        </a:prstGeom>
                        <a:noFill/>
                        <a:ln w="38100">
                          <a:noFill/>
                          <a:miter/>
                        </a:ln>
                      </p:spPr>
                    </p:pic>
                  </p:oleObj>
                </mc:Fallback>
              </mc:AlternateContent>
            </a:graphicData>
          </a:graphic>
        </p:graphicFrame>
      </p:grpSp>
      <p:grpSp>
        <p:nvGrpSpPr>
          <p:cNvPr id="61482" name="Group 42"/>
          <p:cNvGrpSpPr/>
          <p:nvPr/>
        </p:nvGrpSpPr>
        <p:grpSpPr>
          <a:xfrm>
            <a:off x="2124075" y="2606675"/>
            <a:ext cx="2154238" cy="174625"/>
            <a:chOff x="1344" y="1632"/>
            <a:chExt cx="1357" cy="110"/>
          </a:xfrm>
        </p:grpSpPr>
        <p:graphicFrame>
          <p:nvGraphicFramePr>
            <p:cNvPr id="115731" name="Object 38"/>
            <p:cNvGraphicFramePr>
              <a:graphicFrameLocks noChangeAspect="1"/>
            </p:cNvGraphicFramePr>
            <p:nvPr/>
          </p:nvGraphicFramePr>
          <p:xfrm>
            <a:off x="1344" y="1645"/>
            <a:ext cx="315" cy="97"/>
          </p:xfrm>
          <a:graphic>
            <a:graphicData uri="http://schemas.openxmlformats.org/presentationml/2006/ole">
              <mc:AlternateContent xmlns:mc="http://schemas.openxmlformats.org/markup-compatibility/2006">
                <mc:Choice xmlns:v="urn:schemas-microsoft-com:vml" Requires="v">
                  <p:oleObj r:id="rId18" imgW="502285" imgH="152400" progId="Visio.Drawing.6">
                    <p:embed/>
                  </p:oleObj>
                </mc:Choice>
                <mc:Fallback>
                  <p:oleObj r:id="rId18" imgW="502285" imgH="152400" progId="Visio.Drawing.6">
                    <p:embed/>
                    <p:pic>
                      <p:nvPicPr>
                        <p:cNvPr id="0" name="图片 3281"/>
                        <p:cNvPicPr/>
                        <p:nvPr/>
                      </p:nvPicPr>
                      <p:blipFill>
                        <a:blip r:embed="rId19"/>
                        <a:stretch>
                          <a:fillRect/>
                        </a:stretch>
                      </p:blipFill>
                      <p:spPr>
                        <a:xfrm>
                          <a:off x="1344" y="1645"/>
                          <a:ext cx="315" cy="97"/>
                        </a:xfrm>
                        <a:prstGeom prst="rect">
                          <a:avLst/>
                        </a:prstGeom>
                        <a:noFill/>
                        <a:ln w="38100">
                          <a:noFill/>
                          <a:miter/>
                        </a:ln>
                      </p:spPr>
                    </p:pic>
                  </p:oleObj>
                </mc:Fallback>
              </mc:AlternateContent>
            </a:graphicData>
          </a:graphic>
        </p:graphicFrame>
        <p:graphicFrame>
          <p:nvGraphicFramePr>
            <p:cNvPr id="115732" name="Object 39"/>
            <p:cNvGraphicFramePr>
              <a:graphicFrameLocks noChangeAspect="1"/>
            </p:cNvGraphicFramePr>
            <p:nvPr>
              <p:extLst>
                <p:ext uri="{D42A27DB-BD31-4B8C-83A1-F6EECF244321}">
                  <p14:modId xmlns:p14="http://schemas.microsoft.com/office/powerpoint/2010/main" val="2780682969"/>
                </p:ext>
              </p:extLst>
            </p:nvPr>
          </p:nvGraphicFramePr>
          <p:xfrm>
            <a:off x="2454" y="1632"/>
            <a:ext cx="247" cy="97"/>
          </p:xfrm>
          <a:graphic>
            <a:graphicData uri="http://schemas.openxmlformats.org/presentationml/2006/ole">
              <mc:AlternateContent xmlns:mc="http://schemas.openxmlformats.org/markup-compatibility/2006">
                <mc:Choice xmlns:v="urn:schemas-microsoft-com:vml" Requires="v">
                  <p:oleObj r:id="rId20" imgW="502285" imgH="152400" progId="Visio.Drawing.6">
                    <p:embed/>
                  </p:oleObj>
                </mc:Choice>
                <mc:Fallback>
                  <p:oleObj r:id="rId20" imgW="502285" imgH="152400" progId="Visio.Drawing.6">
                    <p:embed/>
                    <p:pic>
                      <p:nvPicPr>
                        <p:cNvPr id="0" name="图片 3274"/>
                        <p:cNvPicPr/>
                        <p:nvPr/>
                      </p:nvPicPr>
                      <p:blipFill>
                        <a:blip r:embed="rId19"/>
                        <a:stretch>
                          <a:fillRect/>
                        </a:stretch>
                      </p:blipFill>
                      <p:spPr>
                        <a:xfrm>
                          <a:off x="2454" y="1632"/>
                          <a:ext cx="247" cy="97"/>
                        </a:xfrm>
                        <a:prstGeom prst="rect">
                          <a:avLst/>
                        </a:prstGeom>
                        <a:noFill/>
                        <a:ln w="38100">
                          <a:noFill/>
                          <a:miter/>
                        </a:ln>
                      </p:spPr>
                    </p:pic>
                  </p:oleObj>
                </mc:Fallback>
              </mc:AlternateContent>
            </a:graphicData>
          </a:graphic>
        </p:graphicFrame>
      </p:grpSp>
      <p:grpSp>
        <p:nvGrpSpPr>
          <p:cNvPr id="61483" name="Group 43"/>
          <p:cNvGrpSpPr/>
          <p:nvPr/>
        </p:nvGrpSpPr>
        <p:grpSpPr>
          <a:xfrm>
            <a:off x="2895600" y="2590800"/>
            <a:ext cx="4538663" cy="174625"/>
            <a:chOff x="1824" y="1632"/>
            <a:chExt cx="2859" cy="110"/>
          </a:xfrm>
        </p:grpSpPr>
        <p:graphicFrame>
          <p:nvGraphicFramePr>
            <p:cNvPr id="115729" name="Object 40"/>
            <p:cNvGraphicFramePr>
              <a:graphicFrameLocks noChangeAspect="1"/>
            </p:cNvGraphicFramePr>
            <p:nvPr/>
          </p:nvGraphicFramePr>
          <p:xfrm>
            <a:off x="1824" y="1632"/>
            <a:ext cx="315" cy="97"/>
          </p:xfrm>
          <a:graphic>
            <a:graphicData uri="http://schemas.openxmlformats.org/presentationml/2006/ole">
              <mc:AlternateContent xmlns:mc="http://schemas.openxmlformats.org/markup-compatibility/2006">
                <mc:Choice xmlns:v="urn:schemas-microsoft-com:vml" Requires="v">
                  <p:oleObj r:id="rId21" imgW="502285" imgH="152400" progId="Visio.Drawing.6">
                    <p:embed/>
                  </p:oleObj>
                </mc:Choice>
                <mc:Fallback>
                  <p:oleObj r:id="rId21" imgW="502285" imgH="152400" progId="Visio.Drawing.6">
                    <p:embed/>
                    <p:pic>
                      <p:nvPicPr>
                        <p:cNvPr id="0" name="图片 3277"/>
                        <p:cNvPicPr/>
                        <p:nvPr/>
                      </p:nvPicPr>
                      <p:blipFill>
                        <a:blip r:embed="rId22"/>
                        <a:stretch>
                          <a:fillRect/>
                        </a:stretch>
                      </p:blipFill>
                      <p:spPr>
                        <a:xfrm>
                          <a:off x="1824" y="1632"/>
                          <a:ext cx="315" cy="97"/>
                        </a:xfrm>
                        <a:prstGeom prst="rect">
                          <a:avLst/>
                        </a:prstGeom>
                        <a:noFill/>
                        <a:ln w="38100">
                          <a:noFill/>
                          <a:miter/>
                        </a:ln>
                      </p:spPr>
                    </p:pic>
                  </p:oleObj>
                </mc:Fallback>
              </mc:AlternateContent>
            </a:graphicData>
          </a:graphic>
        </p:graphicFrame>
        <p:graphicFrame>
          <p:nvGraphicFramePr>
            <p:cNvPr id="115730" name="Object 41"/>
            <p:cNvGraphicFramePr>
              <a:graphicFrameLocks noChangeAspect="1"/>
            </p:cNvGraphicFramePr>
            <p:nvPr>
              <p:extLst>
                <p:ext uri="{D42A27DB-BD31-4B8C-83A1-F6EECF244321}">
                  <p14:modId xmlns:p14="http://schemas.microsoft.com/office/powerpoint/2010/main" val="1280893827"/>
                </p:ext>
              </p:extLst>
            </p:nvPr>
          </p:nvGraphicFramePr>
          <p:xfrm>
            <a:off x="4416" y="1645"/>
            <a:ext cx="267" cy="97"/>
          </p:xfrm>
          <a:graphic>
            <a:graphicData uri="http://schemas.openxmlformats.org/presentationml/2006/ole">
              <mc:AlternateContent xmlns:mc="http://schemas.openxmlformats.org/markup-compatibility/2006">
                <mc:Choice xmlns:v="urn:schemas-microsoft-com:vml" Requires="v">
                  <p:oleObj r:id="rId23" imgW="502285" imgH="152400" progId="Visio.Drawing.6">
                    <p:embed/>
                  </p:oleObj>
                </mc:Choice>
                <mc:Fallback>
                  <p:oleObj r:id="rId23" imgW="502285" imgH="152400" progId="Visio.Drawing.6">
                    <p:embed/>
                    <p:pic>
                      <p:nvPicPr>
                        <p:cNvPr id="0" name="图片 3275"/>
                        <p:cNvPicPr/>
                        <p:nvPr/>
                      </p:nvPicPr>
                      <p:blipFill>
                        <a:blip r:embed="rId22"/>
                        <a:stretch>
                          <a:fillRect/>
                        </a:stretch>
                      </p:blipFill>
                      <p:spPr>
                        <a:xfrm>
                          <a:off x="4416" y="1645"/>
                          <a:ext cx="267" cy="97"/>
                        </a:xfrm>
                        <a:prstGeom prst="rect">
                          <a:avLst/>
                        </a:prstGeom>
                        <a:noFill/>
                        <a:ln w="38100">
                          <a:noFill/>
                          <a:miter/>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61450"/>
                                        </p:tgtEl>
                                        <p:attrNameLst>
                                          <p:attrName>style.visibility</p:attrName>
                                        </p:attrNameLst>
                                      </p:cBhvr>
                                      <p:to>
                                        <p:strVal val="visible"/>
                                      </p:to>
                                    </p:set>
                                    <p:animEffect transition="in" filter="strips(downLeft)">
                                      <p:cBhvr>
                                        <p:cTn id="7" dur="500"/>
                                        <p:tgtEl>
                                          <p:spTgt spid="614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454"/>
                                        </p:tgtEl>
                                        <p:attrNameLst>
                                          <p:attrName>style.visibility</p:attrName>
                                        </p:attrNameLst>
                                      </p:cBhvr>
                                      <p:to>
                                        <p:strVal val="visible"/>
                                      </p:to>
                                    </p:set>
                                    <p:animEffect transition="in" filter="wipe(left)">
                                      <p:cBhvr>
                                        <p:cTn id="12" dur="500"/>
                                        <p:tgtEl>
                                          <p:spTgt spid="614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1482"/>
                                        </p:tgtEl>
                                        <p:attrNameLst>
                                          <p:attrName>style.visibility</p:attrName>
                                        </p:attrNameLst>
                                      </p:cBhvr>
                                      <p:to>
                                        <p:strVal val="visible"/>
                                      </p:to>
                                    </p:set>
                                    <p:animEffect transition="in" filter="wipe(left)">
                                      <p:cBhvr>
                                        <p:cTn id="17" dur="500"/>
                                        <p:tgtEl>
                                          <p:spTgt spid="6148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1483"/>
                                        </p:tgtEl>
                                        <p:attrNameLst>
                                          <p:attrName>style.visibility</p:attrName>
                                        </p:attrNameLst>
                                      </p:cBhvr>
                                      <p:to>
                                        <p:strVal val="visible"/>
                                      </p:to>
                                    </p:set>
                                    <p:animEffect transition="in" filter="wipe(left)">
                                      <p:cBhvr>
                                        <p:cTn id="22" dur="500"/>
                                        <p:tgtEl>
                                          <p:spTgt spid="6148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1484"/>
                                        </p:tgtEl>
                                        <p:attrNameLst>
                                          <p:attrName>style.visibility</p:attrName>
                                        </p:attrNameLst>
                                      </p:cBhvr>
                                      <p:to>
                                        <p:strVal val="visible"/>
                                      </p:to>
                                    </p:set>
                                    <p:animEffect transition="in" filter="wipe(left)">
                                      <p:cBhvr>
                                        <p:cTn id="27" dur="500"/>
                                        <p:tgtEl>
                                          <p:spTgt spid="6148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1457"/>
                                        </p:tgtEl>
                                        <p:attrNameLst>
                                          <p:attrName>style.visibility</p:attrName>
                                        </p:attrNameLst>
                                      </p:cBhvr>
                                      <p:to>
                                        <p:strVal val="visible"/>
                                      </p:to>
                                    </p:set>
                                    <p:animEffect transition="in" filter="wipe(left)">
                                      <p:cBhvr>
                                        <p:cTn id="32" dur="500"/>
                                        <p:tgtEl>
                                          <p:spTgt spid="6145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1462"/>
                                        </p:tgtEl>
                                        <p:attrNameLst>
                                          <p:attrName>style.visibility</p:attrName>
                                        </p:attrNameLst>
                                      </p:cBhvr>
                                      <p:to>
                                        <p:strVal val="visible"/>
                                      </p:to>
                                    </p:set>
                                    <p:animEffect transition="in" filter="wipe(left)">
                                      <p:cBhvr>
                                        <p:cTn id="37" dur="500"/>
                                        <p:tgtEl>
                                          <p:spTgt spid="61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43</a:t>
            </a:fld>
            <a:endParaRPr lang="en-US" altLang="zh-CN" sz="1400" dirty="0"/>
          </a:p>
        </p:txBody>
      </p:sp>
      <p:grpSp>
        <p:nvGrpSpPr>
          <p:cNvPr id="62491" name="Group 27"/>
          <p:cNvGrpSpPr/>
          <p:nvPr/>
        </p:nvGrpSpPr>
        <p:grpSpPr>
          <a:xfrm>
            <a:off x="304800" y="304800"/>
            <a:ext cx="7527925" cy="638175"/>
            <a:chOff x="192" y="192"/>
            <a:chExt cx="4742" cy="402"/>
          </a:xfrm>
        </p:grpSpPr>
        <p:sp>
          <p:nvSpPr>
            <p:cNvPr id="62466" name="Rectangle 2"/>
            <p:cNvSpPr>
              <a:spLocks noChangeArrowheads="1"/>
            </p:cNvSpPr>
            <p:nvPr/>
          </p:nvSpPr>
          <p:spPr bwMode="auto">
            <a:xfrm>
              <a:off x="192" y="192"/>
              <a:ext cx="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例</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7:</a:t>
              </a:r>
            </a:p>
          </p:txBody>
        </p:sp>
        <mc:AlternateContent xmlns:mc="http://schemas.openxmlformats.org/markup-compatibility/2006" xmlns:a14="http://schemas.microsoft.com/office/drawing/2010/main">
          <mc:Choice Requires="a14">
            <p:sp>
              <p:nvSpPr>
                <p:cNvPr id="117788" name="Object 3"/>
                <p:cNvSpPr txBox="1"/>
                <p:nvPr/>
              </p:nvSpPr>
              <p:spPr>
                <a:xfrm>
                  <a:off x="816" y="227"/>
                  <a:ext cx="4118" cy="36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𝐵𝐸</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𝐸</m:t>
                        </m:r>
                      </m:oMath>
                    </m:oMathPara>
                  </a14:m>
                  <a:endParaRPr lang="zh-CN" altLang="en-US"/>
                </a:p>
              </p:txBody>
            </p:sp>
          </mc:Choice>
          <mc:Fallback xmlns="">
            <p:sp>
              <p:nvSpPr>
                <p:cNvPr id="117788" name="Object 3"/>
                <p:cNvSpPr txBox="1">
                  <a:spLocks noRot="1" noChangeAspect="1" noMove="1" noResize="1" noEditPoints="1" noAdjustHandles="1" noChangeArrowheads="1" noChangeShapeType="1" noTextEdit="1"/>
                </p:cNvSpPr>
                <p:nvPr/>
              </p:nvSpPr>
              <p:spPr>
                <a:xfrm>
                  <a:off x="816" y="227"/>
                  <a:ext cx="4118" cy="367"/>
                </a:xfrm>
                <a:prstGeom prst="rect">
                  <a:avLst/>
                </a:prstGeom>
                <a:blipFill>
                  <a:blip r:embed="rId3"/>
                  <a:stretch>
                    <a:fillRect/>
                  </a:stretch>
                </a:blipFill>
                <a:ln w="38100">
                  <a:noFill/>
                  <a:miter/>
                </a:ln>
              </p:spPr>
              <p:txBody>
                <a:bodyPr/>
                <a:lstStyle/>
                <a:p>
                  <a:r>
                    <a:rPr lang="zh-CN" altLang="en-US">
                      <a:noFill/>
                    </a:rPr>
                    <a:t> </a:t>
                  </a:r>
                </a:p>
              </p:txBody>
            </p:sp>
          </mc:Fallback>
        </mc:AlternateContent>
      </p:grpSp>
      <p:grpSp>
        <p:nvGrpSpPr>
          <p:cNvPr id="62492" name="Group 28"/>
          <p:cNvGrpSpPr/>
          <p:nvPr/>
        </p:nvGrpSpPr>
        <p:grpSpPr>
          <a:xfrm>
            <a:off x="228600" y="2667000"/>
            <a:ext cx="8610600" cy="1131888"/>
            <a:chOff x="144" y="1680"/>
            <a:chExt cx="5424" cy="713"/>
          </a:xfrm>
        </p:grpSpPr>
        <mc:AlternateContent xmlns:mc="http://schemas.openxmlformats.org/markup-compatibility/2006" xmlns:a14="http://schemas.microsoft.com/office/drawing/2010/main">
          <mc:Choice Requires="a14">
            <p:sp>
              <p:nvSpPr>
                <p:cNvPr id="117785" name="Object 4"/>
                <p:cNvSpPr txBox="1"/>
                <p:nvPr/>
              </p:nvSpPr>
              <p:spPr>
                <a:xfrm>
                  <a:off x="406" y="2026"/>
                  <a:ext cx="5162" cy="36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𝐵𝐶</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𝐷𝐸</m:t>
                        </m:r>
                      </m:oMath>
                    </m:oMathPara>
                  </a14:m>
                  <a:endParaRPr lang="zh-CN" altLang="en-US"/>
                </a:p>
              </p:txBody>
            </p:sp>
          </mc:Choice>
          <mc:Fallback xmlns="">
            <p:sp>
              <p:nvSpPr>
                <p:cNvPr id="117785" name="Object 4"/>
                <p:cNvSpPr txBox="1">
                  <a:spLocks noRot="1" noChangeAspect="1" noMove="1" noResize="1" noEditPoints="1" noAdjustHandles="1" noChangeArrowheads="1" noChangeShapeType="1" noTextEdit="1"/>
                </p:cNvSpPr>
                <p:nvPr/>
              </p:nvSpPr>
              <p:spPr>
                <a:xfrm>
                  <a:off x="406" y="2026"/>
                  <a:ext cx="5162" cy="367"/>
                </a:xfrm>
                <a:prstGeom prst="rect">
                  <a:avLst/>
                </a:prstGeom>
                <a:blipFill>
                  <a:blip r:embed="rId4"/>
                  <a:stretch>
                    <a:fillRect/>
                  </a:stretch>
                </a:blipFill>
                <a:ln w="38100">
                  <a:noFill/>
                  <a:miter/>
                </a:ln>
              </p:spPr>
              <p:txBody>
                <a:bodyPr/>
                <a:lstStyle/>
                <a:p>
                  <a:r>
                    <a:rPr lang="zh-CN" altLang="en-US">
                      <a:noFill/>
                    </a:rPr>
                    <a:t> </a:t>
                  </a:r>
                </a:p>
              </p:txBody>
            </p:sp>
          </mc:Fallback>
        </mc:AlternateContent>
        <p:sp>
          <p:nvSpPr>
            <p:cNvPr id="62469" name="Rectangle 5"/>
            <p:cNvSpPr>
              <a:spLocks noChangeArrowheads="1"/>
            </p:cNvSpPr>
            <p:nvPr/>
          </p:nvSpPr>
          <p:spPr bwMode="auto">
            <a:xfrm>
              <a:off x="144" y="1680"/>
              <a:ext cx="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例</a:t>
              </a:r>
              <a:r>
                <a:rPr kumimoji="1" lang="en-US" altLang="zh-CN" sz="3200" b="0" i="0" u="none" strike="noStrike" kern="1200" cap="none" spc="0" normalizeH="0" baseline="0" noProof="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8:</a:t>
              </a:r>
            </a:p>
          </p:txBody>
        </p:sp>
      </p:grpSp>
      <mc:AlternateContent xmlns:mc="http://schemas.openxmlformats.org/markup-compatibility/2006" xmlns:a14="http://schemas.microsoft.com/office/drawing/2010/main">
        <mc:Choice Requires="a14">
          <p:sp>
            <p:nvSpPr>
              <p:cNvPr id="62470" name="Object 6"/>
              <p:cNvSpPr txBox="1"/>
              <p:nvPr/>
            </p:nvSpPr>
            <p:spPr>
              <a:xfrm>
                <a:off x="3429000" y="890588"/>
                <a:ext cx="4019550" cy="55721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𝐸</m:t>
                      </m:r>
                    </m:oMath>
                  </m:oMathPara>
                </a14:m>
                <a:endParaRPr lang="zh-CN" altLang="en-US"/>
              </a:p>
            </p:txBody>
          </p:sp>
        </mc:Choice>
        <mc:Fallback xmlns="">
          <p:sp>
            <p:nvSpPr>
              <p:cNvPr id="62470" name="Object 6"/>
              <p:cNvSpPr txBox="1">
                <a:spLocks noRot="1" noChangeAspect="1" noMove="1" noResize="1" noEditPoints="1" noAdjustHandles="1" noChangeArrowheads="1" noChangeShapeType="1" noTextEdit="1"/>
              </p:cNvSpPr>
              <p:nvPr/>
            </p:nvSpPr>
            <p:spPr>
              <a:xfrm>
                <a:off x="3429000" y="890588"/>
                <a:ext cx="4019550" cy="557212"/>
              </a:xfrm>
              <a:prstGeom prst="rect">
                <a:avLst/>
              </a:prstGeom>
              <a:blipFill>
                <a:blip r:embed="rId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471" name="Object 7"/>
              <p:cNvSpPr txBox="1"/>
              <p:nvPr/>
            </p:nvSpPr>
            <p:spPr>
              <a:xfrm>
                <a:off x="3444875" y="1389063"/>
                <a:ext cx="3641725" cy="579437"/>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𝐸</m:t>
                      </m:r>
                    </m:oMath>
                  </m:oMathPara>
                </a14:m>
                <a:endParaRPr lang="zh-CN" altLang="en-US"/>
              </a:p>
            </p:txBody>
          </p:sp>
        </mc:Choice>
        <mc:Fallback xmlns="">
          <p:sp>
            <p:nvSpPr>
              <p:cNvPr id="62471" name="Object 7"/>
              <p:cNvSpPr txBox="1">
                <a:spLocks noRot="1" noChangeAspect="1" noMove="1" noResize="1" noEditPoints="1" noAdjustHandles="1" noChangeArrowheads="1" noChangeShapeType="1" noTextEdit="1"/>
              </p:cNvSpPr>
              <p:nvPr/>
            </p:nvSpPr>
            <p:spPr>
              <a:xfrm>
                <a:off x="3444875" y="1389063"/>
                <a:ext cx="3641725" cy="579437"/>
              </a:xfrm>
              <a:prstGeom prst="rect">
                <a:avLst/>
              </a:prstGeom>
              <a:blipFill>
                <a:blip r:embed="rId6"/>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472" name="Object 8"/>
              <p:cNvSpPr txBox="1"/>
              <p:nvPr/>
            </p:nvSpPr>
            <p:spPr>
              <a:xfrm>
                <a:off x="3446463" y="2100263"/>
                <a:ext cx="2514600" cy="582612"/>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e>
                      </m:bar>
                    </m:oMath>
                  </m:oMathPara>
                </a14:m>
                <a:endParaRPr lang="zh-CN" altLang="en-US"/>
              </a:p>
            </p:txBody>
          </p:sp>
        </mc:Choice>
        <mc:Fallback xmlns="">
          <p:sp>
            <p:nvSpPr>
              <p:cNvPr id="62472" name="Object 8"/>
              <p:cNvSpPr txBox="1">
                <a:spLocks noRot="1" noChangeAspect="1" noMove="1" noResize="1" noEditPoints="1" noAdjustHandles="1" noChangeArrowheads="1" noChangeShapeType="1" noTextEdit="1"/>
              </p:cNvSpPr>
              <p:nvPr/>
            </p:nvSpPr>
            <p:spPr>
              <a:xfrm>
                <a:off x="3446463" y="2100263"/>
                <a:ext cx="2514600" cy="582612"/>
              </a:xfrm>
              <a:prstGeom prst="rect">
                <a:avLst/>
              </a:prstGeom>
              <a:blipFill>
                <a:blip r:embed="rId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473" name="Object 9"/>
              <p:cNvSpPr txBox="1"/>
              <p:nvPr/>
            </p:nvSpPr>
            <p:spPr>
              <a:xfrm>
                <a:off x="990600" y="3865563"/>
                <a:ext cx="6019800" cy="5969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𝐷𝐸</m:t>
                      </m:r>
                    </m:oMath>
                  </m:oMathPara>
                </a14:m>
                <a:endParaRPr lang="zh-CN" altLang="en-US" dirty="0"/>
              </a:p>
            </p:txBody>
          </p:sp>
        </mc:Choice>
        <mc:Fallback xmlns="">
          <p:sp>
            <p:nvSpPr>
              <p:cNvPr id="62473" name="Object 9"/>
              <p:cNvSpPr txBox="1">
                <a:spLocks noRot="1" noChangeAspect="1" noMove="1" noResize="1" noEditPoints="1" noAdjustHandles="1" noChangeArrowheads="1" noChangeShapeType="1" noTextEdit="1"/>
              </p:cNvSpPr>
              <p:nvPr/>
            </p:nvSpPr>
            <p:spPr>
              <a:xfrm>
                <a:off x="990600" y="3865563"/>
                <a:ext cx="6019800" cy="596900"/>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474" name="Object 10"/>
              <p:cNvSpPr txBox="1"/>
              <p:nvPr/>
            </p:nvSpPr>
            <p:spPr>
              <a:xfrm>
                <a:off x="990600" y="4551363"/>
                <a:ext cx="5334000" cy="51593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𝐷𝐸</m:t>
                      </m:r>
                    </m:oMath>
                  </m:oMathPara>
                </a14:m>
                <a:endParaRPr lang="zh-CN" altLang="en-US" dirty="0"/>
              </a:p>
            </p:txBody>
          </p:sp>
        </mc:Choice>
        <mc:Fallback xmlns="">
          <p:sp>
            <p:nvSpPr>
              <p:cNvPr id="62474" name="Object 10"/>
              <p:cNvSpPr txBox="1">
                <a:spLocks noRot="1" noChangeAspect="1" noMove="1" noResize="1" noEditPoints="1" noAdjustHandles="1" noChangeArrowheads="1" noChangeShapeType="1" noTextEdit="1"/>
              </p:cNvSpPr>
              <p:nvPr/>
            </p:nvSpPr>
            <p:spPr>
              <a:xfrm>
                <a:off x="990600" y="4551363"/>
                <a:ext cx="5334000" cy="515937"/>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475" name="Object 11"/>
              <p:cNvSpPr txBox="1"/>
              <p:nvPr/>
            </p:nvSpPr>
            <p:spPr>
              <a:xfrm>
                <a:off x="1011238" y="5084763"/>
                <a:ext cx="3276600" cy="53181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oMath>
                  </m:oMathPara>
                </a14:m>
                <a:endParaRPr lang="zh-CN" altLang="en-US"/>
              </a:p>
            </p:txBody>
          </p:sp>
        </mc:Choice>
        <mc:Fallback xmlns="">
          <p:sp>
            <p:nvSpPr>
              <p:cNvPr id="62475" name="Object 11"/>
              <p:cNvSpPr txBox="1">
                <a:spLocks noRot="1" noChangeAspect="1" noMove="1" noResize="1" noEditPoints="1" noAdjustHandles="1" noChangeArrowheads="1" noChangeShapeType="1" noTextEdit="1"/>
              </p:cNvSpPr>
              <p:nvPr/>
            </p:nvSpPr>
            <p:spPr>
              <a:xfrm>
                <a:off x="1011238" y="5084763"/>
                <a:ext cx="3276600" cy="531812"/>
              </a:xfrm>
              <a:prstGeom prst="rect">
                <a:avLst/>
              </a:prstGeom>
              <a:blipFill>
                <a:blip r:embed="rId10"/>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476" name="Object 12"/>
              <p:cNvSpPr txBox="1"/>
              <p:nvPr/>
            </p:nvSpPr>
            <p:spPr>
              <a:xfrm>
                <a:off x="1011238" y="5746750"/>
                <a:ext cx="2514600" cy="56197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𝐷</m:t>
                          </m:r>
                        </m:e>
                      </m:bar>
                    </m:oMath>
                  </m:oMathPara>
                </a14:m>
                <a:endParaRPr lang="zh-CN" altLang="en-US"/>
              </a:p>
            </p:txBody>
          </p:sp>
        </mc:Choice>
        <mc:Fallback xmlns="">
          <p:sp>
            <p:nvSpPr>
              <p:cNvPr id="62476" name="Object 12"/>
              <p:cNvSpPr txBox="1">
                <a:spLocks noRot="1" noChangeAspect="1" noMove="1" noResize="1" noEditPoints="1" noAdjustHandles="1" noChangeArrowheads="1" noChangeShapeType="1" noTextEdit="1"/>
              </p:cNvSpPr>
              <p:nvPr/>
            </p:nvSpPr>
            <p:spPr>
              <a:xfrm>
                <a:off x="1011238" y="5746750"/>
                <a:ext cx="2514600" cy="561975"/>
              </a:xfrm>
              <a:prstGeom prst="rect">
                <a:avLst/>
              </a:prstGeom>
              <a:blipFill>
                <a:blip r:embed="rId11"/>
                <a:stretch>
                  <a:fillRect/>
                </a:stretch>
              </a:blipFill>
              <a:ln w="38100">
                <a:noFill/>
                <a:miter/>
              </a:ln>
            </p:spPr>
            <p:txBody>
              <a:bodyPr/>
              <a:lstStyle/>
              <a:p>
                <a:r>
                  <a:rPr lang="zh-CN" altLang="en-US">
                    <a:noFill/>
                  </a:rPr>
                  <a:t> </a:t>
                </a:r>
              </a:p>
            </p:txBody>
          </p:sp>
        </mc:Fallback>
      </mc:AlternateContent>
      <p:sp>
        <p:nvSpPr>
          <p:cNvPr id="62477" name="Line 13"/>
          <p:cNvSpPr/>
          <p:nvPr/>
        </p:nvSpPr>
        <p:spPr>
          <a:xfrm>
            <a:off x="5850731" y="1612069"/>
            <a:ext cx="838200" cy="381000"/>
          </a:xfrm>
          <a:prstGeom prst="line">
            <a:avLst/>
          </a:prstGeom>
          <a:ln w="38100" cap="flat" cmpd="sng">
            <a:solidFill>
              <a:srgbClr val="FF0000"/>
            </a:solidFill>
            <a:prstDash val="solid"/>
            <a:headEnd type="none" w="med" len="med"/>
            <a:tailEnd type="none" w="med" len="med"/>
          </a:ln>
        </p:spPr>
      </p:sp>
      <p:graphicFrame>
        <p:nvGraphicFramePr>
          <p:cNvPr id="62479" name="Object 15"/>
          <p:cNvGraphicFramePr>
            <a:graphicFrameLocks noChangeAspect="1"/>
          </p:cNvGraphicFramePr>
          <p:nvPr>
            <p:extLst>
              <p:ext uri="{D42A27DB-BD31-4B8C-83A1-F6EECF244321}">
                <p14:modId xmlns:p14="http://schemas.microsoft.com/office/powerpoint/2010/main" val="3847280531"/>
              </p:ext>
            </p:extLst>
          </p:nvPr>
        </p:nvGraphicFramePr>
        <p:xfrm>
          <a:off x="3582373" y="3654424"/>
          <a:ext cx="500063" cy="153988"/>
        </p:xfrm>
        <a:graphic>
          <a:graphicData uri="http://schemas.openxmlformats.org/presentationml/2006/ole">
            <mc:AlternateContent xmlns:mc="http://schemas.openxmlformats.org/markup-compatibility/2006">
              <mc:Choice xmlns:v="urn:schemas-microsoft-com:vml" Requires="v">
                <p:oleObj r:id="rId12" imgW="502285" imgH="152400" progId="Visio.Drawing.6">
                  <p:embed/>
                </p:oleObj>
              </mc:Choice>
              <mc:Fallback>
                <p:oleObj r:id="rId12" imgW="502285" imgH="152400" progId="Visio.Drawing.6">
                  <p:embed/>
                  <p:pic>
                    <p:nvPicPr>
                      <p:cNvPr id="0" name="图片 3306"/>
                      <p:cNvPicPr/>
                      <p:nvPr/>
                    </p:nvPicPr>
                    <p:blipFill>
                      <a:blip r:embed="rId13"/>
                      <a:stretch>
                        <a:fillRect/>
                      </a:stretch>
                    </p:blipFill>
                    <p:spPr>
                      <a:xfrm>
                        <a:off x="3582373" y="3654424"/>
                        <a:ext cx="500063" cy="153988"/>
                      </a:xfrm>
                      <a:prstGeom prst="rect">
                        <a:avLst/>
                      </a:prstGeom>
                      <a:noFill/>
                      <a:ln w="38100">
                        <a:noFill/>
                        <a:miter/>
                      </a:ln>
                    </p:spPr>
                  </p:pic>
                </p:oleObj>
              </mc:Fallback>
            </mc:AlternateContent>
          </a:graphicData>
        </a:graphic>
      </p:graphicFrame>
      <p:sp>
        <p:nvSpPr>
          <p:cNvPr id="62481" name="Line 17"/>
          <p:cNvSpPr/>
          <p:nvPr/>
        </p:nvSpPr>
        <p:spPr>
          <a:xfrm>
            <a:off x="6195424" y="3277395"/>
            <a:ext cx="838200" cy="381000"/>
          </a:xfrm>
          <a:prstGeom prst="line">
            <a:avLst/>
          </a:prstGeom>
          <a:ln w="38100" cap="flat" cmpd="sng">
            <a:solidFill>
              <a:srgbClr val="FF0000"/>
            </a:solidFill>
            <a:prstDash val="solid"/>
            <a:headEnd type="none" w="med" len="med"/>
            <a:tailEnd type="none" w="med" len="med"/>
          </a:ln>
        </p:spPr>
      </p:sp>
      <p:grpSp>
        <p:nvGrpSpPr>
          <p:cNvPr id="62485" name="Group 21"/>
          <p:cNvGrpSpPr/>
          <p:nvPr/>
        </p:nvGrpSpPr>
        <p:grpSpPr>
          <a:xfrm>
            <a:off x="2116138" y="4332288"/>
            <a:ext cx="2948520" cy="174639"/>
            <a:chOff x="1333" y="2736"/>
            <a:chExt cx="2102" cy="103"/>
          </a:xfrm>
        </p:grpSpPr>
        <p:graphicFrame>
          <p:nvGraphicFramePr>
            <p:cNvPr id="117783" name="Object 19"/>
            <p:cNvGraphicFramePr>
              <a:graphicFrameLocks noChangeAspect="1"/>
            </p:cNvGraphicFramePr>
            <p:nvPr>
              <p:extLst>
                <p:ext uri="{D42A27DB-BD31-4B8C-83A1-F6EECF244321}">
                  <p14:modId xmlns:p14="http://schemas.microsoft.com/office/powerpoint/2010/main" val="3433961920"/>
                </p:ext>
              </p:extLst>
            </p:nvPr>
          </p:nvGraphicFramePr>
          <p:xfrm>
            <a:off x="1333" y="2742"/>
            <a:ext cx="315" cy="97"/>
          </p:xfrm>
          <a:graphic>
            <a:graphicData uri="http://schemas.openxmlformats.org/presentationml/2006/ole">
              <mc:AlternateContent xmlns:mc="http://schemas.openxmlformats.org/markup-compatibility/2006">
                <mc:Choice xmlns:v="urn:schemas-microsoft-com:vml" Requires="v">
                  <p:oleObj r:id="rId14" imgW="502285" imgH="152400" progId="Visio.Drawing.6">
                    <p:embed/>
                  </p:oleObj>
                </mc:Choice>
                <mc:Fallback>
                  <p:oleObj r:id="rId14" imgW="502285" imgH="152400" progId="Visio.Drawing.6">
                    <p:embed/>
                    <p:pic>
                      <p:nvPicPr>
                        <p:cNvPr id="0" name="图片 3301"/>
                        <p:cNvPicPr/>
                        <p:nvPr/>
                      </p:nvPicPr>
                      <p:blipFill>
                        <a:blip r:embed="rId15"/>
                        <a:stretch>
                          <a:fillRect/>
                        </a:stretch>
                      </p:blipFill>
                      <p:spPr>
                        <a:xfrm>
                          <a:off x="1333" y="2742"/>
                          <a:ext cx="315" cy="97"/>
                        </a:xfrm>
                        <a:prstGeom prst="rect">
                          <a:avLst/>
                        </a:prstGeom>
                        <a:noFill/>
                        <a:ln w="38100">
                          <a:noFill/>
                          <a:miter/>
                        </a:ln>
                      </p:spPr>
                    </p:pic>
                  </p:oleObj>
                </mc:Fallback>
              </mc:AlternateContent>
            </a:graphicData>
          </a:graphic>
        </p:graphicFrame>
        <p:graphicFrame>
          <p:nvGraphicFramePr>
            <p:cNvPr id="117784" name="Object 20"/>
            <p:cNvGraphicFramePr>
              <a:graphicFrameLocks noChangeAspect="1"/>
            </p:cNvGraphicFramePr>
            <p:nvPr/>
          </p:nvGraphicFramePr>
          <p:xfrm>
            <a:off x="3120" y="2736"/>
            <a:ext cx="315" cy="97"/>
          </p:xfrm>
          <a:graphic>
            <a:graphicData uri="http://schemas.openxmlformats.org/presentationml/2006/ole">
              <mc:AlternateContent xmlns:mc="http://schemas.openxmlformats.org/markup-compatibility/2006">
                <mc:Choice xmlns:v="urn:schemas-microsoft-com:vml" Requires="v">
                  <p:oleObj r:id="rId16" imgW="502285" imgH="152400" progId="Visio.Drawing.6">
                    <p:embed/>
                  </p:oleObj>
                </mc:Choice>
                <mc:Fallback>
                  <p:oleObj r:id="rId16" imgW="502285" imgH="152400" progId="Visio.Drawing.6">
                    <p:embed/>
                    <p:pic>
                      <p:nvPicPr>
                        <p:cNvPr id="0" name="图片 3305"/>
                        <p:cNvPicPr/>
                        <p:nvPr/>
                      </p:nvPicPr>
                      <p:blipFill>
                        <a:blip r:embed="rId15"/>
                        <a:stretch>
                          <a:fillRect/>
                        </a:stretch>
                      </p:blipFill>
                      <p:spPr>
                        <a:xfrm>
                          <a:off x="3120" y="2736"/>
                          <a:ext cx="315" cy="97"/>
                        </a:xfrm>
                        <a:prstGeom prst="rect">
                          <a:avLst/>
                        </a:prstGeom>
                        <a:noFill/>
                        <a:ln w="38100">
                          <a:noFill/>
                          <a:miter/>
                        </a:ln>
                      </p:spPr>
                    </p:pic>
                  </p:oleObj>
                </mc:Fallback>
              </mc:AlternateContent>
            </a:graphicData>
          </a:graphic>
        </p:graphicFrame>
      </p:grpSp>
      <p:grpSp>
        <p:nvGrpSpPr>
          <p:cNvPr id="62490" name="Group 26"/>
          <p:cNvGrpSpPr/>
          <p:nvPr/>
        </p:nvGrpSpPr>
        <p:grpSpPr>
          <a:xfrm>
            <a:off x="1960563" y="5191125"/>
            <a:ext cx="2327275" cy="482600"/>
            <a:chOff x="1235" y="3270"/>
            <a:chExt cx="1466" cy="304"/>
          </a:xfrm>
        </p:grpSpPr>
        <p:graphicFrame>
          <p:nvGraphicFramePr>
            <p:cNvPr id="117780" name="Object 23"/>
            <p:cNvGraphicFramePr>
              <a:graphicFrameLocks noChangeAspect="1"/>
            </p:cNvGraphicFramePr>
            <p:nvPr>
              <p:extLst>
                <p:ext uri="{D42A27DB-BD31-4B8C-83A1-F6EECF244321}">
                  <p14:modId xmlns:p14="http://schemas.microsoft.com/office/powerpoint/2010/main" val="3915578967"/>
                </p:ext>
              </p:extLst>
            </p:nvPr>
          </p:nvGraphicFramePr>
          <p:xfrm>
            <a:off x="1235" y="3476"/>
            <a:ext cx="250" cy="97"/>
          </p:xfrm>
          <a:graphic>
            <a:graphicData uri="http://schemas.openxmlformats.org/presentationml/2006/ole">
              <mc:AlternateContent xmlns:mc="http://schemas.openxmlformats.org/markup-compatibility/2006">
                <mc:Choice xmlns:v="urn:schemas-microsoft-com:vml" Requires="v">
                  <p:oleObj r:id="rId17" imgW="502285" imgH="152400" progId="Visio.Drawing.6">
                    <p:embed/>
                  </p:oleObj>
                </mc:Choice>
                <mc:Fallback>
                  <p:oleObj r:id="rId17" imgW="502285" imgH="152400" progId="Visio.Drawing.6">
                    <p:embed/>
                    <p:pic>
                      <p:nvPicPr>
                        <p:cNvPr id="0" name="图片 3299"/>
                        <p:cNvPicPr/>
                        <p:nvPr/>
                      </p:nvPicPr>
                      <p:blipFill>
                        <a:blip r:embed="rId13"/>
                        <a:stretch>
                          <a:fillRect/>
                        </a:stretch>
                      </p:blipFill>
                      <p:spPr>
                        <a:xfrm>
                          <a:off x="1235" y="3476"/>
                          <a:ext cx="250" cy="97"/>
                        </a:xfrm>
                        <a:prstGeom prst="rect">
                          <a:avLst/>
                        </a:prstGeom>
                        <a:noFill/>
                        <a:ln w="38100">
                          <a:noFill/>
                          <a:miter/>
                        </a:ln>
                      </p:spPr>
                    </p:pic>
                  </p:oleObj>
                </mc:Fallback>
              </mc:AlternateContent>
            </a:graphicData>
          </a:graphic>
        </p:graphicFrame>
        <p:graphicFrame>
          <p:nvGraphicFramePr>
            <p:cNvPr id="117781" name="Object 24"/>
            <p:cNvGraphicFramePr>
              <a:graphicFrameLocks noChangeAspect="1"/>
            </p:cNvGraphicFramePr>
            <p:nvPr>
              <p:extLst>
                <p:ext uri="{D42A27DB-BD31-4B8C-83A1-F6EECF244321}">
                  <p14:modId xmlns:p14="http://schemas.microsoft.com/office/powerpoint/2010/main" val="2758776786"/>
                </p:ext>
              </p:extLst>
            </p:nvPr>
          </p:nvGraphicFramePr>
          <p:xfrm>
            <a:off x="1768" y="3477"/>
            <a:ext cx="250" cy="97"/>
          </p:xfrm>
          <a:graphic>
            <a:graphicData uri="http://schemas.openxmlformats.org/presentationml/2006/ole">
              <mc:AlternateContent xmlns:mc="http://schemas.openxmlformats.org/markup-compatibility/2006">
                <mc:Choice xmlns:v="urn:schemas-microsoft-com:vml" Requires="v">
                  <p:oleObj r:id="rId18" imgW="502285" imgH="152400" progId="Visio.Drawing.6">
                    <p:embed/>
                  </p:oleObj>
                </mc:Choice>
                <mc:Fallback>
                  <p:oleObj r:id="rId18" imgW="502285" imgH="152400" progId="Visio.Drawing.6">
                    <p:embed/>
                    <p:pic>
                      <p:nvPicPr>
                        <p:cNvPr id="0" name="图片 3292"/>
                        <p:cNvPicPr/>
                        <p:nvPr/>
                      </p:nvPicPr>
                      <p:blipFill>
                        <a:blip r:embed="rId13"/>
                        <a:stretch>
                          <a:fillRect/>
                        </a:stretch>
                      </p:blipFill>
                      <p:spPr>
                        <a:xfrm>
                          <a:off x="1768" y="3477"/>
                          <a:ext cx="250" cy="97"/>
                        </a:xfrm>
                        <a:prstGeom prst="rect">
                          <a:avLst/>
                        </a:prstGeom>
                        <a:noFill/>
                        <a:ln w="38100">
                          <a:noFill/>
                          <a:miter/>
                        </a:ln>
                      </p:spPr>
                    </p:pic>
                  </p:oleObj>
                </mc:Fallback>
              </mc:AlternateContent>
            </a:graphicData>
          </a:graphic>
        </p:graphicFrame>
        <p:sp>
          <p:nvSpPr>
            <p:cNvPr id="117782" name="Line 25"/>
            <p:cNvSpPr/>
            <p:nvPr/>
          </p:nvSpPr>
          <p:spPr>
            <a:xfrm>
              <a:off x="2173" y="3270"/>
              <a:ext cx="528" cy="240"/>
            </a:xfrm>
            <a:prstGeom prst="line">
              <a:avLst/>
            </a:prstGeom>
            <a:ln w="38100" cap="flat" cmpd="sng">
              <a:solidFill>
                <a:srgbClr val="FF0000"/>
              </a:solidFill>
              <a:prstDash val="solid"/>
              <a:headEnd type="none" w="med" len="med"/>
              <a:tailEnd type="none" w="med" len="med"/>
            </a:ln>
          </p:spPr>
        </p:sp>
      </p:grpSp>
      <p:grpSp>
        <p:nvGrpSpPr>
          <p:cNvPr id="62493" name="Group 29"/>
          <p:cNvGrpSpPr/>
          <p:nvPr/>
        </p:nvGrpSpPr>
        <p:grpSpPr>
          <a:xfrm>
            <a:off x="3779838" y="1925638"/>
            <a:ext cx="1673225" cy="134937"/>
            <a:chOff x="1344" y="1632"/>
            <a:chExt cx="1357" cy="110"/>
          </a:xfrm>
        </p:grpSpPr>
        <p:graphicFrame>
          <p:nvGraphicFramePr>
            <p:cNvPr id="117778" name="Object 30"/>
            <p:cNvGraphicFramePr>
              <a:graphicFrameLocks noChangeAspect="1"/>
            </p:cNvGraphicFramePr>
            <p:nvPr/>
          </p:nvGraphicFramePr>
          <p:xfrm>
            <a:off x="1344" y="1645"/>
            <a:ext cx="315" cy="97"/>
          </p:xfrm>
          <a:graphic>
            <a:graphicData uri="http://schemas.openxmlformats.org/presentationml/2006/ole">
              <mc:AlternateContent xmlns:mc="http://schemas.openxmlformats.org/markup-compatibility/2006">
                <mc:Choice xmlns:v="urn:schemas-microsoft-com:vml" Requires="v">
                  <p:oleObj r:id="rId19" imgW="502285" imgH="152400" progId="Visio.Drawing.6">
                    <p:embed/>
                  </p:oleObj>
                </mc:Choice>
                <mc:Fallback>
                  <p:oleObj r:id="rId19" imgW="502285" imgH="152400" progId="Visio.Drawing.6">
                    <p:embed/>
                    <p:pic>
                      <p:nvPicPr>
                        <p:cNvPr id="0" name="图片 3293"/>
                        <p:cNvPicPr/>
                        <p:nvPr/>
                      </p:nvPicPr>
                      <p:blipFill>
                        <a:blip r:embed="rId13"/>
                        <a:stretch>
                          <a:fillRect/>
                        </a:stretch>
                      </p:blipFill>
                      <p:spPr>
                        <a:xfrm>
                          <a:off x="1344" y="1645"/>
                          <a:ext cx="315" cy="97"/>
                        </a:xfrm>
                        <a:prstGeom prst="rect">
                          <a:avLst/>
                        </a:prstGeom>
                        <a:noFill/>
                        <a:ln w="38100">
                          <a:noFill/>
                          <a:miter/>
                        </a:ln>
                      </p:spPr>
                    </p:pic>
                  </p:oleObj>
                </mc:Fallback>
              </mc:AlternateContent>
            </a:graphicData>
          </a:graphic>
        </p:graphicFrame>
        <p:graphicFrame>
          <p:nvGraphicFramePr>
            <p:cNvPr id="117779" name="Object 31"/>
            <p:cNvGraphicFramePr>
              <a:graphicFrameLocks noChangeAspect="1"/>
            </p:cNvGraphicFramePr>
            <p:nvPr/>
          </p:nvGraphicFramePr>
          <p:xfrm>
            <a:off x="2386" y="1632"/>
            <a:ext cx="315" cy="97"/>
          </p:xfrm>
          <a:graphic>
            <a:graphicData uri="http://schemas.openxmlformats.org/presentationml/2006/ole">
              <mc:AlternateContent xmlns:mc="http://schemas.openxmlformats.org/markup-compatibility/2006">
                <mc:Choice xmlns:v="urn:schemas-microsoft-com:vml" Requires="v">
                  <p:oleObj r:id="rId20" imgW="502285" imgH="152400" progId="Visio.Drawing.6">
                    <p:embed/>
                  </p:oleObj>
                </mc:Choice>
                <mc:Fallback>
                  <p:oleObj r:id="rId20" imgW="502285" imgH="152400" progId="Visio.Drawing.6">
                    <p:embed/>
                    <p:pic>
                      <p:nvPicPr>
                        <p:cNvPr id="0" name="图片 3303"/>
                        <p:cNvPicPr/>
                        <p:nvPr/>
                      </p:nvPicPr>
                      <p:blipFill>
                        <a:blip r:embed="rId13"/>
                        <a:stretch>
                          <a:fillRect/>
                        </a:stretch>
                      </p:blipFill>
                      <p:spPr>
                        <a:xfrm>
                          <a:off x="2386" y="1632"/>
                          <a:ext cx="315" cy="97"/>
                        </a:xfrm>
                        <a:prstGeom prst="rect">
                          <a:avLst/>
                        </a:prstGeom>
                        <a:noFill/>
                        <a:ln w="38100">
                          <a:noFill/>
                          <a:miter/>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2491"/>
                                        </p:tgtEl>
                                        <p:attrNameLst>
                                          <p:attrName>style.visibility</p:attrName>
                                        </p:attrNameLst>
                                      </p:cBhvr>
                                      <p:to>
                                        <p:strVal val="visible"/>
                                      </p:to>
                                    </p:set>
                                    <p:animEffect transition="in" filter="wipe(left)">
                                      <p:cBhvr>
                                        <p:cTn id="7" dur="500"/>
                                        <p:tgtEl>
                                          <p:spTgt spid="624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2493"/>
                                        </p:tgtEl>
                                        <p:attrNameLst>
                                          <p:attrName>style.visibility</p:attrName>
                                        </p:attrNameLst>
                                      </p:cBhvr>
                                      <p:to>
                                        <p:strVal val="visible"/>
                                      </p:to>
                                    </p:set>
                                    <p:animEffect transition="in" filter="wipe(left)">
                                      <p:cBhvr>
                                        <p:cTn id="12" dur="500"/>
                                        <p:tgtEl>
                                          <p:spTgt spid="624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2477"/>
                                        </p:tgtEl>
                                        <p:attrNameLst>
                                          <p:attrName>style.visibility</p:attrName>
                                        </p:attrNameLst>
                                      </p:cBhvr>
                                      <p:to>
                                        <p:strVal val="visible"/>
                                      </p:to>
                                    </p:set>
                                    <p:animEffect transition="in" filter="wipe(left)">
                                      <p:cBhvr>
                                        <p:cTn id="17" dur="500"/>
                                        <p:tgtEl>
                                          <p:spTgt spid="6247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2492"/>
                                        </p:tgtEl>
                                        <p:attrNameLst>
                                          <p:attrName>style.visibility</p:attrName>
                                        </p:attrNameLst>
                                      </p:cBhvr>
                                      <p:to>
                                        <p:strVal val="visible"/>
                                      </p:to>
                                    </p:set>
                                    <p:animEffect transition="in" filter="wipe(left)">
                                      <p:cBhvr>
                                        <p:cTn id="22" dur="500"/>
                                        <p:tgtEl>
                                          <p:spTgt spid="6249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2479"/>
                                        </p:tgtEl>
                                        <p:attrNameLst>
                                          <p:attrName>style.visibility</p:attrName>
                                        </p:attrNameLst>
                                      </p:cBhvr>
                                      <p:to>
                                        <p:strVal val="visible"/>
                                      </p:to>
                                    </p:set>
                                    <p:animEffect transition="in" filter="wipe(left)">
                                      <p:cBhvr>
                                        <p:cTn id="27" dur="500"/>
                                        <p:tgtEl>
                                          <p:spTgt spid="62479"/>
                                        </p:tgtEl>
                                      </p:cBhvr>
                                    </p:animEffect>
                                  </p:childTnLst>
                                </p:cTn>
                              </p:par>
                              <p:par>
                                <p:cTn id="28" presetID="22" presetClass="entr" presetSubtype="8" fill="hold" nodeType="withEffect">
                                  <p:stCondLst>
                                    <p:cond delay="0"/>
                                  </p:stCondLst>
                                  <p:childTnLst>
                                    <p:set>
                                      <p:cBhvr>
                                        <p:cTn id="29" dur="1" fill="hold">
                                          <p:stCondLst>
                                            <p:cond delay="0"/>
                                          </p:stCondLst>
                                        </p:cTn>
                                        <p:tgtEl>
                                          <p:spTgt spid="62481"/>
                                        </p:tgtEl>
                                        <p:attrNameLst>
                                          <p:attrName>style.visibility</p:attrName>
                                        </p:attrNameLst>
                                      </p:cBhvr>
                                      <p:to>
                                        <p:strVal val="visible"/>
                                      </p:to>
                                    </p:set>
                                    <p:animEffect transition="in" filter="wipe(left)">
                                      <p:cBhvr>
                                        <p:cTn id="30" dur="500"/>
                                        <p:tgtEl>
                                          <p:spTgt spid="6248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62485"/>
                                        </p:tgtEl>
                                        <p:attrNameLst>
                                          <p:attrName>style.visibility</p:attrName>
                                        </p:attrNameLst>
                                      </p:cBhvr>
                                      <p:to>
                                        <p:strVal val="visible"/>
                                      </p:to>
                                    </p:set>
                                    <p:animEffect transition="in" filter="wipe(left)">
                                      <p:cBhvr>
                                        <p:cTn id="35" dur="500"/>
                                        <p:tgtEl>
                                          <p:spTgt spid="6248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2490"/>
                                        </p:tgtEl>
                                        <p:attrNameLst>
                                          <p:attrName>style.visibility</p:attrName>
                                        </p:attrNameLst>
                                      </p:cBhvr>
                                      <p:to>
                                        <p:strVal val="visible"/>
                                      </p:to>
                                    </p:set>
                                    <p:animEffect transition="in" filter="wipe(left)">
                                      <p:cBhvr>
                                        <p:cTn id="40" dur="500"/>
                                        <p:tgtEl>
                                          <p:spTgt spid="62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44</a:t>
            </a:fld>
            <a:endParaRPr lang="en-US" altLang="zh-CN" sz="1400" dirty="0"/>
          </a:p>
        </p:txBody>
      </p:sp>
      <p:sp>
        <p:nvSpPr>
          <p:cNvPr id="63491" name="Rectangle 3"/>
          <p:cNvSpPr/>
          <p:nvPr/>
        </p:nvSpPr>
        <p:spPr>
          <a:xfrm>
            <a:off x="236538" y="258763"/>
            <a:ext cx="3040062" cy="579437"/>
          </a:xfrm>
          <a:prstGeom prst="rect">
            <a:avLst/>
          </a:prstGeom>
          <a:solidFill>
            <a:srgbClr val="99FF33"/>
          </a:solid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b="1" dirty="0">
                <a:latin typeface="Tahoma" panose="020B0604030504040204" pitchFamily="34" charset="0"/>
                <a:ea typeface="黑体" panose="02010609060101010101" pitchFamily="49" charset="-122"/>
              </a:rPr>
              <a:t>二、或与式化简</a:t>
            </a:r>
          </a:p>
        </p:txBody>
      </p:sp>
      <p:grpSp>
        <p:nvGrpSpPr>
          <p:cNvPr id="63494" name="Group 6"/>
          <p:cNvGrpSpPr/>
          <p:nvPr/>
        </p:nvGrpSpPr>
        <p:grpSpPr>
          <a:xfrm>
            <a:off x="304800" y="3368675"/>
            <a:ext cx="7107238" cy="593725"/>
            <a:chOff x="240" y="643"/>
            <a:chExt cx="4477" cy="374"/>
          </a:xfrm>
        </p:grpSpPr>
        <p:sp>
          <p:nvSpPr>
            <p:cNvPr id="119818" name="Rectangle 2"/>
            <p:cNvSpPr/>
            <p:nvPr/>
          </p:nvSpPr>
          <p:spPr>
            <a:xfrm>
              <a:off x="240" y="643"/>
              <a:ext cx="591"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例</a:t>
              </a:r>
              <a:r>
                <a:rPr lang="en-US" altLang="zh-CN" dirty="0">
                  <a:latin typeface="黑体" panose="02010609060101010101" pitchFamily="49" charset="-122"/>
                  <a:ea typeface="黑体" panose="02010609060101010101" pitchFamily="49" charset="-122"/>
                </a:rPr>
                <a:t>1</a:t>
              </a:r>
              <a:r>
                <a:rPr lang="en-US" altLang="zh-CN" dirty="0">
                  <a:latin typeface="Tahoma" panose="020B0604030504040204" pitchFamily="34" charset="0"/>
                </a:rPr>
                <a:t>:</a:t>
              </a:r>
            </a:p>
          </p:txBody>
        </p:sp>
        <mc:AlternateContent xmlns:mc="http://schemas.openxmlformats.org/markup-compatibility/2006" xmlns:a14="http://schemas.microsoft.com/office/drawing/2010/main">
          <mc:Choice Requires="a14">
            <p:sp>
              <p:nvSpPr>
                <p:cNvPr id="119819" name="Object 4"/>
                <p:cNvSpPr txBox="1"/>
                <p:nvPr/>
              </p:nvSpPr>
              <p:spPr>
                <a:xfrm>
                  <a:off x="864" y="650"/>
                  <a:ext cx="3853" cy="36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19819" name="Object 4"/>
                <p:cNvSpPr txBox="1">
                  <a:spLocks noRot="1" noChangeAspect="1" noMove="1" noResize="1" noEditPoints="1" noAdjustHandles="1" noChangeArrowheads="1" noChangeShapeType="1" noTextEdit="1"/>
                </p:cNvSpPr>
                <p:nvPr/>
              </p:nvSpPr>
              <p:spPr>
                <a:xfrm>
                  <a:off x="864" y="650"/>
                  <a:ext cx="3853" cy="367"/>
                </a:xfrm>
                <a:prstGeom prst="rect">
                  <a:avLst/>
                </a:prstGeom>
                <a:blipFill>
                  <a:blip r:embed="rId3"/>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3493" name="Object 5"/>
              <p:cNvSpPr txBox="1"/>
              <p:nvPr/>
            </p:nvSpPr>
            <p:spPr>
              <a:xfrm>
                <a:off x="1198563" y="4038600"/>
                <a:ext cx="4572000" cy="55562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𝐹</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𝐴𝐶𝐷</m:t>
                      </m:r>
                    </m:oMath>
                  </m:oMathPara>
                </a14:m>
                <a:endParaRPr lang="zh-CN" altLang="en-US"/>
              </a:p>
            </p:txBody>
          </p:sp>
        </mc:Choice>
        <mc:Fallback xmlns="">
          <p:sp>
            <p:nvSpPr>
              <p:cNvPr id="63493" name="Object 5"/>
              <p:cNvSpPr txBox="1">
                <a:spLocks noRot="1" noChangeAspect="1" noMove="1" noResize="1" noEditPoints="1" noAdjustHandles="1" noChangeArrowheads="1" noChangeShapeType="1" noTextEdit="1"/>
              </p:cNvSpPr>
              <p:nvPr/>
            </p:nvSpPr>
            <p:spPr>
              <a:xfrm>
                <a:off x="1198563" y="4038600"/>
                <a:ext cx="4572000" cy="555625"/>
              </a:xfrm>
              <a:prstGeom prst="rect">
                <a:avLst/>
              </a:prstGeom>
              <a:blipFill>
                <a:blip r:embed="rId4"/>
                <a:stretch>
                  <a:fillRect/>
                </a:stretch>
              </a:blipFill>
              <a:ln w="38100">
                <a:noFill/>
                <a:miter/>
              </a:ln>
            </p:spPr>
            <p:txBody>
              <a:bodyPr/>
              <a:lstStyle/>
              <a:p>
                <a:r>
                  <a:rPr lang="zh-CN" altLang="en-US">
                    <a:noFill/>
                  </a:rPr>
                  <a:t> </a:t>
                </a:r>
              </a:p>
            </p:txBody>
          </p:sp>
        </mc:Fallback>
      </mc:AlternateContent>
      <p:sp>
        <p:nvSpPr>
          <p:cNvPr id="63495" name="Text Box 7"/>
          <p:cNvSpPr txBox="1"/>
          <p:nvPr/>
        </p:nvSpPr>
        <p:spPr>
          <a:xfrm>
            <a:off x="228600" y="1066800"/>
            <a:ext cx="8778875" cy="2079625"/>
          </a:xfrm>
          <a:prstGeom prst="rect">
            <a:avLst/>
          </a:prstGeom>
          <a:noFill/>
          <a:ln w="38100" cap="flat" cmpd="sng">
            <a:solidFill>
              <a:srgbClr val="FF99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对于或与式的化简，可以直接用公理、定理进行化简，也可以先用对偶规则把</a:t>
            </a:r>
            <a:r>
              <a:rPr lang="en-US" altLang="zh-CN" dirty="0">
                <a:latin typeface="黑体" panose="02010609060101010101" pitchFamily="49" charset="-122"/>
                <a:ea typeface="黑体" panose="02010609060101010101" pitchFamily="49" charset="-122"/>
              </a:rPr>
              <a:t>F</a:t>
            </a:r>
            <a:r>
              <a:rPr lang="zh-CN" altLang="en-US" dirty="0">
                <a:latin typeface="黑体" panose="02010609060101010101" pitchFamily="49" charset="-122"/>
                <a:ea typeface="黑体" panose="02010609060101010101" pitchFamily="49" charset="-122"/>
              </a:rPr>
              <a:t>的或与式转换成</a:t>
            </a:r>
            <a:r>
              <a:rPr lang="en-US" altLang="zh-CN" dirty="0">
                <a:latin typeface="黑体" panose="02010609060101010101" pitchFamily="49" charset="-122"/>
                <a:ea typeface="黑体" panose="02010609060101010101" pitchFamily="49" charset="-122"/>
              </a:rPr>
              <a:t>F</a:t>
            </a:r>
            <a:r>
              <a:rPr lang="en-US" altLang="zh-CN"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的与或式，化简得到</a:t>
            </a:r>
            <a:r>
              <a:rPr lang="en-US" altLang="zh-CN" dirty="0">
                <a:latin typeface="黑体" panose="02010609060101010101" pitchFamily="49" charset="-122"/>
                <a:ea typeface="黑体" panose="02010609060101010101" pitchFamily="49" charset="-122"/>
              </a:rPr>
              <a:t>F</a:t>
            </a:r>
            <a:r>
              <a:rPr lang="en-US" altLang="zh-CN"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的最简与或式后，再用对偶规则把</a:t>
            </a:r>
            <a:r>
              <a:rPr lang="en-US" altLang="zh-CN" dirty="0">
                <a:latin typeface="黑体" panose="02010609060101010101" pitchFamily="49" charset="-122"/>
                <a:ea typeface="黑体" panose="02010609060101010101" pitchFamily="49" charset="-122"/>
              </a:rPr>
              <a:t>F</a:t>
            </a:r>
            <a:r>
              <a:rPr lang="en-US" altLang="zh-CN"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转换成</a:t>
            </a:r>
            <a:r>
              <a:rPr lang="en-US" altLang="zh-CN" dirty="0">
                <a:latin typeface="黑体" panose="02010609060101010101" pitchFamily="49" charset="-122"/>
                <a:ea typeface="黑体" panose="02010609060101010101" pitchFamily="49" charset="-122"/>
              </a:rPr>
              <a:t>F</a:t>
            </a:r>
            <a:r>
              <a:rPr lang="zh-CN" altLang="en-US" dirty="0">
                <a:latin typeface="黑体" panose="02010609060101010101" pitchFamily="49" charset="-122"/>
                <a:ea typeface="黑体" panose="02010609060101010101" pitchFamily="49" charset="-122"/>
              </a:rPr>
              <a:t>的最简或与式。</a:t>
            </a:r>
          </a:p>
        </p:txBody>
      </p:sp>
      <mc:AlternateContent xmlns:mc="http://schemas.openxmlformats.org/markup-compatibility/2006" xmlns:a14="http://schemas.microsoft.com/office/drawing/2010/main">
        <mc:Choice Requires="a14">
          <p:sp>
            <p:nvSpPr>
              <p:cNvPr id="63496" name="Object 8"/>
              <p:cNvSpPr txBox="1"/>
              <p:nvPr/>
            </p:nvSpPr>
            <p:spPr>
              <a:xfrm>
                <a:off x="1676400" y="4648200"/>
                <a:ext cx="2833688" cy="47307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𝐴𝐶𝐷</m:t>
                      </m:r>
                    </m:oMath>
                  </m:oMathPara>
                </a14:m>
                <a:endParaRPr lang="zh-CN" altLang="en-US"/>
              </a:p>
            </p:txBody>
          </p:sp>
        </mc:Choice>
        <mc:Fallback xmlns="">
          <p:sp>
            <p:nvSpPr>
              <p:cNvPr id="63496" name="Object 8"/>
              <p:cNvSpPr txBox="1">
                <a:spLocks noRot="1" noChangeAspect="1" noMove="1" noResize="1" noEditPoints="1" noAdjustHandles="1" noChangeArrowheads="1" noChangeShapeType="1" noTextEdit="1"/>
              </p:cNvSpPr>
              <p:nvPr/>
            </p:nvSpPr>
            <p:spPr>
              <a:xfrm>
                <a:off x="1676400" y="4648200"/>
                <a:ext cx="2833688" cy="473075"/>
              </a:xfrm>
              <a:prstGeom prst="rect">
                <a:avLst/>
              </a:prstGeom>
              <a:blipFill>
                <a:blip r:embed="rId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497" name="Object 9"/>
              <p:cNvSpPr txBox="1"/>
              <p:nvPr/>
            </p:nvSpPr>
            <p:spPr>
              <a:xfrm>
                <a:off x="1676400" y="5181600"/>
                <a:ext cx="1676400" cy="46831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𝐵𝐶</m:t>
                      </m:r>
                    </m:oMath>
                  </m:oMathPara>
                </a14:m>
                <a:endParaRPr lang="zh-CN" altLang="en-US" dirty="0"/>
              </a:p>
            </p:txBody>
          </p:sp>
        </mc:Choice>
        <mc:Fallback xmlns="">
          <p:sp>
            <p:nvSpPr>
              <p:cNvPr id="63497" name="Object 9"/>
              <p:cNvSpPr txBox="1">
                <a:spLocks noRot="1" noChangeAspect="1" noMove="1" noResize="1" noEditPoints="1" noAdjustHandles="1" noChangeArrowheads="1" noChangeShapeType="1" noTextEdit="1"/>
              </p:cNvSpPr>
              <p:nvPr/>
            </p:nvSpPr>
            <p:spPr>
              <a:xfrm>
                <a:off x="1676400" y="5181600"/>
                <a:ext cx="1676400" cy="468313"/>
              </a:xfrm>
              <a:prstGeom prst="rect">
                <a:avLst/>
              </a:prstGeom>
              <a:blipFill>
                <a:blip r:embed="rId6"/>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498" name="Object 10"/>
              <p:cNvSpPr txBox="1"/>
              <p:nvPr/>
            </p:nvSpPr>
            <p:spPr>
              <a:xfrm>
                <a:off x="1143000" y="5797550"/>
                <a:ext cx="3640138" cy="52387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𝐹</m:t>
                          </m:r>
                        </m:e>
                        <m:sup>
                          <m:r>
                            <a:rPr lang="zh-CN" altLang="en-US" i="1">
                              <a:solidFill>
                                <a:srgbClr val="000000"/>
                              </a:solidFill>
                              <a:latin typeface="Cambria Math" panose="02040503050406030204" pitchFamily="18" charset="0"/>
                            </a:rPr>
                            <m:t>′</m:t>
                          </m:r>
                        </m:sup>
                      </m:sSup>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63498" name="Object 10"/>
              <p:cNvSpPr txBox="1">
                <a:spLocks noRot="1" noChangeAspect="1" noMove="1" noResize="1" noEditPoints="1" noAdjustHandles="1" noChangeArrowheads="1" noChangeShapeType="1" noTextEdit="1"/>
              </p:cNvSpPr>
              <p:nvPr/>
            </p:nvSpPr>
            <p:spPr>
              <a:xfrm>
                <a:off x="1143000" y="5797550"/>
                <a:ext cx="3640138" cy="523875"/>
              </a:xfrm>
              <a:prstGeom prst="rect">
                <a:avLst/>
              </a:prstGeom>
              <a:blipFill>
                <a:blip r:embed="rId7"/>
                <a:stretch>
                  <a:fillRect l="-503" b="-4651"/>
                </a:stretch>
              </a:blipFill>
              <a:ln w="38100">
                <a:noFill/>
                <a:miter/>
              </a:ln>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3491"/>
                                        </p:tgtEl>
                                        <p:attrNameLst>
                                          <p:attrName>style.visibility</p:attrName>
                                        </p:attrNameLst>
                                      </p:cBhvr>
                                      <p:to>
                                        <p:strVal val="visible"/>
                                      </p:to>
                                    </p:set>
                                    <p:anim calcmode="lin" valueType="num">
                                      <p:cBhvr additive="base">
                                        <p:cTn id="7" dur="500" fill="hold"/>
                                        <p:tgtEl>
                                          <p:spTgt spid="63491"/>
                                        </p:tgtEl>
                                        <p:attrNameLst>
                                          <p:attrName>ppt_x</p:attrName>
                                        </p:attrNameLst>
                                      </p:cBhvr>
                                      <p:tavLst>
                                        <p:tav tm="0">
                                          <p:val>
                                            <p:strVal val="0-#ppt_w/2"/>
                                          </p:val>
                                        </p:tav>
                                        <p:tav tm="100000">
                                          <p:val>
                                            <p:strVal val="#ppt_x"/>
                                          </p:val>
                                        </p:tav>
                                      </p:tavLst>
                                    </p:anim>
                                    <p:anim calcmode="lin" valueType="num">
                                      <p:cBhvr additive="base">
                                        <p:cTn id="8" dur="500" fill="hold"/>
                                        <p:tgtEl>
                                          <p:spTgt spid="6349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63495"/>
                                        </p:tgtEl>
                                        <p:attrNameLst>
                                          <p:attrName>style.visibility</p:attrName>
                                        </p:attrNameLst>
                                      </p:cBhvr>
                                      <p:to>
                                        <p:strVal val="visible"/>
                                      </p:to>
                                    </p:set>
                                    <p:animEffect transition="in" filter="box(in)">
                                      <p:cBhvr>
                                        <p:cTn id="13" dur="500"/>
                                        <p:tgtEl>
                                          <p:spTgt spid="6349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63494"/>
                                        </p:tgtEl>
                                        <p:attrNameLst>
                                          <p:attrName>style.visibility</p:attrName>
                                        </p:attrNameLst>
                                      </p:cBhvr>
                                      <p:to>
                                        <p:strVal val="visible"/>
                                      </p:to>
                                    </p:set>
                                    <p:anim calcmode="lin" valueType="num">
                                      <p:cBhvr additive="base">
                                        <p:cTn id="18" dur="500" fill="hold"/>
                                        <p:tgtEl>
                                          <p:spTgt spid="63494"/>
                                        </p:tgtEl>
                                        <p:attrNameLst>
                                          <p:attrName>ppt_x</p:attrName>
                                        </p:attrNameLst>
                                      </p:cBhvr>
                                      <p:tavLst>
                                        <p:tav tm="0">
                                          <p:val>
                                            <p:strVal val="0-#ppt_w/2"/>
                                          </p:val>
                                        </p:tav>
                                        <p:tav tm="100000">
                                          <p:val>
                                            <p:strVal val="#ppt_x"/>
                                          </p:val>
                                        </p:tav>
                                      </p:tavLst>
                                    </p:anim>
                                    <p:anim calcmode="lin" valueType="num">
                                      <p:cBhvr additive="base">
                                        <p:cTn id="19" dur="500" fill="hold"/>
                                        <p:tgtEl>
                                          <p:spTgt spid="634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animBg="1"/>
      <p:bldP spid="6349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灯片编号占位符 3"/>
          <p:cNvSpPr txBox="1">
            <a:spLocks noGrp="1"/>
          </p:cNvSpPr>
          <p:nvPr>
            <p:ph type="sldNum" sz="quarter" idx="12"/>
          </p:nvPr>
        </p:nvSpPr>
        <p:spPr>
          <a:ln/>
        </p:spPr>
        <p:txBody>
          <a:bodyPr/>
          <a:lstStyle/>
          <a:p>
            <a:pPr marL="0" indent="0" algn="r" eaLnBrk="1" hangingPunct="1">
              <a:spcBef>
                <a:spcPct val="0"/>
              </a:spcBef>
              <a:buNone/>
            </a:pPr>
            <a:fld id="{9A0DB2DC-4C9A-4742-B13C-FB6460FD3503}" type="slidenum">
              <a:rPr lang="en-US" altLang="zh-CN" sz="1400" dirty="0"/>
              <a:t>45</a:t>
            </a:fld>
            <a:endParaRPr lang="en-US" altLang="zh-CN" sz="1400" dirty="0"/>
          </a:p>
        </p:txBody>
      </p:sp>
      <p:grpSp>
        <p:nvGrpSpPr>
          <p:cNvPr id="64518" name="Group 6"/>
          <p:cNvGrpSpPr/>
          <p:nvPr/>
        </p:nvGrpSpPr>
        <p:grpSpPr>
          <a:xfrm>
            <a:off x="411163" y="422275"/>
            <a:ext cx="6980237" cy="644525"/>
            <a:chOff x="259" y="240"/>
            <a:chExt cx="4397" cy="406"/>
          </a:xfrm>
        </p:grpSpPr>
        <p:sp>
          <p:nvSpPr>
            <p:cNvPr id="121865" name="Rectangle 2"/>
            <p:cNvSpPr/>
            <p:nvPr/>
          </p:nvSpPr>
          <p:spPr>
            <a:xfrm>
              <a:off x="259" y="240"/>
              <a:ext cx="628"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lvl="0" indent="0" eaLnBrk="1" hangingPunct="1">
                <a:spcBef>
                  <a:spcPct val="0"/>
                </a:spcBef>
                <a:buNone/>
              </a:pPr>
              <a:r>
                <a:rPr lang="zh-CN" altLang="en-US" dirty="0">
                  <a:latin typeface="黑体" panose="02010609060101010101" pitchFamily="49" charset="-122"/>
                  <a:ea typeface="黑体" panose="02010609060101010101" pitchFamily="49" charset="-122"/>
                </a:rPr>
                <a:t>例</a:t>
              </a:r>
              <a:r>
                <a:rPr lang="en-US" altLang="zh-CN" dirty="0">
                  <a:latin typeface="黑体" panose="02010609060101010101" pitchFamily="49" charset="-122"/>
                  <a:ea typeface="黑体" panose="02010609060101010101" pitchFamily="49" charset="-122"/>
                </a:rPr>
                <a:t>2:</a:t>
              </a:r>
            </a:p>
          </p:txBody>
        </p:sp>
        <mc:AlternateContent xmlns:mc="http://schemas.openxmlformats.org/markup-compatibility/2006" xmlns:a14="http://schemas.microsoft.com/office/drawing/2010/main">
          <mc:Choice Requires="a14">
            <p:sp>
              <p:nvSpPr>
                <p:cNvPr id="121866" name="Object 3"/>
                <p:cNvSpPr txBox="1"/>
                <p:nvPr/>
              </p:nvSpPr>
              <p:spPr>
                <a:xfrm>
                  <a:off x="864" y="240"/>
                  <a:ext cx="3792" cy="40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121866" name="Object 3"/>
                <p:cNvSpPr txBox="1">
                  <a:spLocks noRot="1" noChangeAspect="1" noMove="1" noResize="1" noEditPoints="1" noAdjustHandles="1" noChangeArrowheads="1" noChangeShapeType="1" noTextEdit="1"/>
                </p:cNvSpPr>
                <p:nvPr/>
              </p:nvSpPr>
              <p:spPr>
                <a:xfrm>
                  <a:off x="864" y="240"/>
                  <a:ext cx="3792" cy="406"/>
                </a:xfrm>
                <a:prstGeom prst="rect">
                  <a:avLst/>
                </a:prstGeom>
                <a:blipFill>
                  <a:blip r:embed="rId3"/>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4516" name="Object 4"/>
              <p:cNvSpPr txBox="1"/>
              <p:nvPr/>
            </p:nvSpPr>
            <p:spPr>
              <a:xfrm>
                <a:off x="1281113" y="1219200"/>
                <a:ext cx="4495800" cy="59055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𝐹</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𝐵𝐶</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𝐶</m:t>
                      </m:r>
                    </m:oMath>
                  </m:oMathPara>
                </a14:m>
                <a:endParaRPr lang="zh-CN" altLang="en-US"/>
              </a:p>
            </p:txBody>
          </p:sp>
        </mc:Choice>
        <mc:Fallback xmlns="">
          <p:sp>
            <p:nvSpPr>
              <p:cNvPr id="64516" name="Object 4"/>
              <p:cNvSpPr txBox="1">
                <a:spLocks noRot="1" noChangeAspect="1" noMove="1" noResize="1" noEditPoints="1" noAdjustHandles="1" noChangeArrowheads="1" noChangeShapeType="1" noTextEdit="1"/>
              </p:cNvSpPr>
              <p:nvPr/>
            </p:nvSpPr>
            <p:spPr>
              <a:xfrm>
                <a:off x="1281113" y="1219200"/>
                <a:ext cx="4495800" cy="590550"/>
              </a:xfrm>
              <a:prstGeom prst="rect">
                <a:avLst/>
              </a:prstGeom>
              <a:blipFill>
                <a:blip r:embed="rId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517" name="Object 5"/>
              <p:cNvSpPr txBox="1"/>
              <p:nvPr/>
            </p:nvSpPr>
            <p:spPr>
              <a:xfrm>
                <a:off x="1392238" y="4149725"/>
                <a:ext cx="5105400" cy="65087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𝐹</m:t>
                          </m:r>
                        </m:e>
                        <m:sup>
                          <m:r>
                            <a:rPr lang="zh-CN" altLang="en-US" i="1">
                              <a:solidFill>
                                <a:srgbClr val="000000"/>
                              </a:solidFill>
                              <a:latin typeface="Cambria Math" panose="02040503050406030204" pitchFamily="18" charset="0"/>
                            </a:rPr>
                            <m:t>′</m:t>
                          </m:r>
                        </m:sup>
                      </m:sSup>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oMath>
                  </m:oMathPara>
                </a14:m>
                <a:endParaRPr lang="zh-CN" altLang="en-US"/>
              </a:p>
            </p:txBody>
          </p:sp>
        </mc:Choice>
        <mc:Fallback xmlns="">
          <p:sp>
            <p:nvSpPr>
              <p:cNvPr id="64517" name="Object 5"/>
              <p:cNvSpPr txBox="1">
                <a:spLocks noRot="1" noChangeAspect="1" noMove="1" noResize="1" noEditPoints="1" noAdjustHandles="1" noChangeArrowheads="1" noChangeShapeType="1" noTextEdit="1"/>
              </p:cNvSpPr>
              <p:nvPr/>
            </p:nvSpPr>
            <p:spPr>
              <a:xfrm>
                <a:off x="1392238" y="4149725"/>
                <a:ext cx="5105400" cy="650875"/>
              </a:xfrm>
              <a:prstGeom prst="rect">
                <a:avLst/>
              </a:prstGeom>
              <a:blipFill>
                <a:blip r:embed="rId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519" name="Object 7"/>
              <p:cNvSpPr txBox="1"/>
              <p:nvPr/>
            </p:nvSpPr>
            <p:spPr>
              <a:xfrm>
                <a:off x="1828800" y="1905000"/>
                <a:ext cx="3810000" cy="65881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oMath>
                  </m:oMathPara>
                </a14:m>
                <a:endParaRPr lang="zh-CN" altLang="en-US"/>
              </a:p>
            </p:txBody>
          </p:sp>
        </mc:Choice>
        <mc:Fallback xmlns="">
          <p:sp>
            <p:nvSpPr>
              <p:cNvPr id="64519" name="Object 7"/>
              <p:cNvSpPr txBox="1">
                <a:spLocks noRot="1" noChangeAspect="1" noMove="1" noResize="1" noEditPoints="1" noAdjustHandles="1" noChangeArrowheads="1" noChangeShapeType="1" noTextEdit="1"/>
              </p:cNvSpPr>
              <p:nvPr/>
            </p:nvSpPr>
            <p:spPr>
              <a:xfrm>
                <a:off x="1828800" y="1905000"/>
                <a:ext cx="3810000" cy="658813"/>
              </a:xfrm>
              <a:prstGeom prst="rect">
                <a:avLst/>
              </a:prstGeom>
              <a:blipFill>
                <a:blip r:embed="rId6"/>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520" name="Object 8"/>
              <p:cNvSpPr txBox="1"/>
              <p:nvPr/>
            </p:nvSpPr>
            <p:spPr>
              <a:xfrm>
                <a:off x="1828800" y="2590800"/>
                <a:ext cx="3124200" cy="65881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e>
                      </m:bar>
                      <m:r>
                        <a:rPr lang="zh-CN" altLang="en-US" i="1">
                          <a:solidFill>
                            <a:srgbClr val="000000"/>
                          </a:solidFill>
                          <a:latin typeface="Cambria Math" panose="02040503050406030204" pitchFamily="18" charset="0"/>
                        </a:rPr>
                        <m:t>𝐶</m:t>
                      </m:r>
                    </m:oMath>
                  </m:oMathPara>
                </a14:m>
                <a:endParaRPr lang="zh-CN" altLang="en-US"/>
              </a:p>
            </p:txBody>
          </p:sp>
        </mc:Choice>
        <mc:Fallback xmlns="">
          <p:sp>
            <p:nvSpPr>
              <p:cNvPr id="64520" name="Object 8"/>
              <p:cNvSpPr txBox="1">
                <a:spLocks noRot="1" noChangeAspect="1" noMove="1" noResize="1" noEditPoints="1" noAdjustHandles="1" noChangeArrowheads="1" noChangeShapeType="1" noTextEdit="1"/>
              </p:cNvSpPr>
              <p:nvPr/>
            </p:nvSpPr>
            <p:spPr>
              <a:xfrm>
                <a:off x="1828800" y="2590800"/>
                <a:ext cx="3124200" cy="658813"/>
              </a:xfrm>
              <a:prstGeom prst="rect">
                <a:avLst/>
              </a:prstGeom>
              <a:blipFill>
                <a:blip r:embed="rId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521" name="Object 9"/>
              <p:cNvSpPr txBox="1"/>
              <p:nvPr/>
            </p:nvSpPr>
            <p:spPr>
              <a:xfrm>
                <a:off x="1828800" y="3370263"/>
                <a:ext cx="2609850" cy="59213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𝐵</m:t>
                          </m:r>
                        </m:e>
                      </m:bar>
                      <m:r>
                        <a:rPr lang="zh-CN" altLang="en-US" i="1">
                          <a:solidFill>
                            <a:srgbClr val="000000"/>
                          </a:solidFill>
                          <a:latin typeface="Cambria Math" panose="02040503050406030204" pitchFamily="18" charset="0"/>
                        </a:rPr>
                        <m:t>+</m:t>
                      </m:r>
                      <m:bar>
                        <m:barPr>
                          <m:pos m:val="top"/>
                          <m:ctrlPr>
                            <a:rPr lang="zh-CN" altLang="en-US" i="1">
                              <a:solidFill>
                                <a:srgbClr val="000000"/>
                              </a:solidFill>
                              <a:latin typeface="Cambria Math" panose="02040503050406030204" pitchFamily="18" charset="0"/>
                            </a:rPr>
                          </m:ctrlPr>
                        </m:barPr>
                        <m:e>
                          <m:r>
                            <a:rPr lang="zh-CN" altLang="en-US" i="1">
                              <a:solidFill>
                                <a:srgbClr val="000000"/>
                              </a:solidFill>
                              <a:latin typeface="Cambria Math" panose="02040503050406030204" pitchFamily="18" charset="0"/>
                            </a:rPr>
                            <m:t>𝐴</m:t>
                          </m:r>
                        </m:e>
                      </m:ba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oMath>
                  </m:oMathPara>
                </a14:m>
                <a:endParaRPr lang="zh-CN" altLang="en-US"/>
              </a:p>
            </p:txBody>
          </p:sp>
        </mc:Choice>
        <mc:Fallback xmlns="">
          <p:sp>
            <p:nvSpPr>
              <p:cNvPr id="64521" name="Object 9"/>
              <p:cNvSpPr txBox="1">
                <a:spLocks noRot="1" noChangeAspect="1" noMove="1" noResize="1" noEditPoints="1" noAdjustHandles="1" noChangeArrowheads="1" noChangeShapeType="1" noTextEdit="1"/>
              </p:cNvSpPr>
              <p:nvPr/>
            </p:nvSpPr>
            <p:spPr>
              <a:xfrm>
                <a:off x="1828800" y="3370263"/>
                <a:ext cx="2609850" cy="592137"/>
              </a:xfrm>
              <a:prstGeom prst="rect">
                <a:avLst/>
              </a:prstGeom>
              <a:blipFill>
                <a:blip r:embed="rId8"/>
                <a:stretch>
                  <a:fillRect/>
                </a:stretch>
              </a:blipFill>
              <a:ln w="38100">
                <a:noFill/>
                <a:miter/>
              </a:ln>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4518"/>
                                        </p:tgtEl>
                                        <p:attrNameLst>
                                          <p:attrName>style.visibility</p:attrName>
                                        </p:attrNameLst>
                                      </p:cBhvr>
                                      <p:to>
                                        <p:strVal val="visible"/>
                                      </p:to>
                                    </p:set>
                                    <p:anim calcmode="lin" valueType="num">
                                      <p:cBhvr additive="base">
                                        <p:cTn id="7" dur="500" fill="hold"/>
                                        <p:tgtEl>
                                          <p:spTgt spid="64518"/>
                                        </p:tgtEl>
                                        <p:attrNameLst>
                                          <p:attrName>ppt_x</p:attrName>
                                        </p:attrNameLst>
                                      </p:cBhvr>
                                      <p:tavLst>
                                        <p:tav tm="0">
                                          <p:val>
                                            <p:strVal val="0-#ppt_w/2"/>
                                          </p:val>
                                        </p:tav>
                                        <p:tav tm="100000">
                                          <p:val>
                                            <p:strVal val="#ppt_x"/>
                                          </p:val>
                                        </p:tav>
                                      </p:tavLst>
                                    </p:anim>
                                    <p:anim calcmode="lin" valueType="num">
                                      <p:cBhvr additive="base">
                                        <p:cTn id="8" dur="500" fill="hold"/>
                                        <p:tgtEl>
                                          <p:spTgt spid="645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4038</Words>
  <Application>Microsoft Office PowerPoint</Application>
  <PresentationFormat>全屏显示(4:3)</PresentationFormat>
  <Paragraphs>659</Paragraphs>
  <Slides>45</Slides>
  <Notes>44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54" baseType="lpstr">
      <vt:lpstr>黑体</vt:lpstr>
      <vt:lpstr>Arial</vt:lpstr>
      <vt:lpstr>Arial Black</vt:lpstr>
      <vt:lpstr>Cambria Math</vt:lpstr>
      <vt:lpstr>Tahoma</vt:lpstr>
      <vt:lpstr>Times New Roman</vt:lpstr>
      <vt:lpstr>Wingdings</vt:lpstr>
      <vt:lpstr>默认设计模板</vt:lpstr>
      <vt:lpstr>Visio.Drawing.6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uestc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zhanjy</dc:creator>
  <cp:lastModifiedBy>正华 吴</cp:lastModifiedBy>
  <cp:revision>222</cp:revision>
  <dcterms:created xsi:type="dcterms:W3CDTF">2008-08-27T14:02:07Z</dcterms:created>
  <dcterms:modified xsi:type="dcterms:W3CDTF">2026-08-17T04:02:23Z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