
<file path=[Content_Types].xml><?xml version="1.0" encoding="utf-8"?>
<Types xmlns="http://schemas.openxmlformats.org/package/2006/content-types">
  <Default Extension="jpeg" ContentType="image/jpe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5"/>
  </p:handoutMasterIdLst>
  <p:sldIdLst>
    <p:sldId id="730" r:id="rId3"/>
    <p:sldId id="825" r:id="rId5"/>
    <p:sldId id="1051" r:id="rId6"/>
    <p:sldId id="1247" r:id="rId7"/>
    <p:sldId id="1254" r:id="rId8"/>
    <p:sldId id="1255" r:id="rId9"/>
    <p:sldId id="1256" r:id="rId10"/>
    <p:sldId id="1257" r:id="rId11"/>
    <p:sldId id="1248" r:id="rId12"/>
    <p:sldId id="1249" r:id="rId13"/>
    <p:sldId id="1258" r:id="rId14"/>
    <p:sldId id="1259" r:id="rId15"/>
    <p:sldId id="1250" r:id="rId16"/>
    <p:sldId id="1251" r:id="rId17"/>
    <p:sldId id="1260" r:id="rId18"/>
    <p:sldId id="1252" r:id="rId19"/>
    <p:sldId id="1261" r:id="rId20"/>
    <p:sldId id="1262" r:id="rId21"/>
    <p:sldId id="1263" r:id="rId22"/>
    <p:sldId id="1264" r:id="rId23"/>
    <p:sldId id="1253" r:id="rId24"/>
    <p:sldId id="1246" r:id="rId25"/>
    <p:sldId id="1265" r:id="rId26"/>
    <p:sldId id="1266" r:id="rId27"/>
    <p:sldId id="1267" r:id="rId28"/>
    <p:sldId id="1268" r:id="rId29"/>
    <p:sldId id="1271" r:id="rId30"/>
    <p:sldId id="1272" r:id="rId31"/>
    <p:sldId id="1273" r:id="rId32"/>
    <p:sldId id="1274" r:id="rId33"/>
    <p:sldId id="1275" r:id="rId34"/>
    <p:sldId id="1276" r:id="rId35"/>
    <p:sldId id="1269" r:id="rId36"/>
    <p:sldId id="1277" r:id="rId37"/>
    <p:sldId id="1270" r:id="rId38"/>
    <p:sldId id="1278" r:id="rId39"/>
    <p:sldId id="1282" r:id="rId40"/>
    <p:sldId id="1283" r:id="rId41"/>
    <p:sldId id="1284" r:id="rId42"/>
    <p:sldId id="1285" r:id="rId43"/>
    <p:sldId id="1286" r:id="rId44"/>
    <p:sldId id="1287" r:id="rId45"/>
    <p:sldId id="1279" r:id="rId46"/>
    <p:sldId id="1280" r:id="rId47"/>
    <p:sldId id="1281" r:id="rId48"/>
    <p:sldId id="1288" r:id="rId49"/>
    <p:sldId id="1289" r:id="rId50"/>
    <p:sldId id="1290" r:id="rId51"/>
    <p:sldId id="1291" r:id="rId52"/>
    <p:sldId id="1292" r:id="rId53"/>
    <p:sldId id="256" r:id="rId54"/>
  </p:sldIdLst>
  <p:sldSz cx="9144000" cy="6858000" type="screen4x3"/>
  <p:notesSz cx="6858000" cy="9144000"/>
  <p:custDataLst>
    <p:tags r:id="rId6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用户" initials="Office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5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366" autoAdjust="0"/>
    <p:restoredTop sz="95171" autoAdjust="0"/>
  </p:normalViewPr>
  <p:slideViewPr>
    <p:cSldViewPr snapToGrid="0" showGuides="1">
      <p:cViewPr>
        <p:scale>
          <a:sx n="66" d="100"/>
          <a:sy n="66" d="100"/>
        </p:scale>
        <p:origin x="162" y="51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55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0" Type="http://schemas.openxmlformats.org/officeDocument/2006/relationships/tags" Target="tags/tag238.xml"/><Relationship Id="rId6" Type="http://schemas.openxmlformats.org/officeDocument/2006/relationships/slide" Target="slides/slide3.xml"/><Relationship Id="rId59" Type="http://schemas.openxmlformats.org/officeDocument/2006/relationships/commentAuthors" Target="commentAuthors.xml"/><Relationship Id="rId58" Type="http://schemas.openxmlformats.org/officeDocument/2006/relationships/tableStyles" Target="tableStyles.xml"/><Relationship Id="rId57" Type="http://schemas.openxmlformats.org/officeDocument/2006/relationships/viewProps" Target="viewProps.xml"/><Relationship Id="rId56" Type="http://schemas.openxmlformats.org/officeDocument/2006/relationships/presProps" Target="presProps.xml"/><Relationship Id="rId55" Type="http://schemas.openxmlformats.org/officeDocument/2006/relationships/handoutMaster" Target="handoutMasters/handoutMaster1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5A1862-72E1-426C-855A-D48747319FD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B0BC9D-12F8-4D67-BEC5-611AE33D2FA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A95E01-A3AA-414B-AC91-6247B051C5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D8026A4-9EE3-4D0D-8D3A-764529D129E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026A4-9EE3-4D0D-8D3A-764529D129E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EBFAE-048D-461D-9F94-1EF1CAFC24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-21515" y="-1"/>
            <a:ext cx="9187295" cy="6909474"/>
            <a:chOff x="-21515" y="-1"/>
            <a:chExt cx="9187295" cy="6909474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-1"/>
              <a:ext cx="9165780" cy="6909474"/>
            </a:xfrm>
            <a:prstGeom prst="rect">
              <a:avLst/>
            </a:prstGeom>
          </p:spPr>
        </p:pic>
        <p:sp>
          <p:nvSpPr>
            <p:cNvPr id="9" name="矩形 8"/>
            <p:cNvSpPr/>
            <p:nvPr/>
          </p:nvSpPr>
          <p:spPr>
            <a:xfrm>
              <a:off x="-21515" y="8050"/>
              <a:ext cx="9181652" cy="6901031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EBFAE-048D-461D-9F94-1EF1CAFC24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-21515" y="-1"/>
            <a:ext cx="9187295" cy="6909474"/>
            <a:chOff x="-21515" y="-1"/>
            <a:chExt cx="9187295" cy="6909474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-1"/>
              <a:ext cx="9165780" cy="6909474"/>
            </a:xfrm>
            <a:prstGeom prst="rect">
              <a:avLst/>
            </a:prstGeom>
          </p:spPr>
        </p:pic>
        <p:sp>
          <p:nvSpPr>
            <p:cNvPr id="9" name="矩形 8"/>
            <p:cNvSpPr/>
            <p:nvPr/>
          </p:nvSpPr>
          <p:spPr>
            <a:xfrm>
              <a:off x="-21515" y="8050"/>
              <a:ext cx="9181652" cy="6901031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EBFAE-048D-461D-9F94-1EF1CAFC24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/>
        </p:nvGrpSpPr>
        <p:grpSpPr>
          <a:xfrm>
            <a:off x="-21515" y="-1"/>
            <a:ext cx="9187295" cy="6909474"/>
            <a:chOff x="-21515" y="-1"/>
            <a:chExt cx="9187295" cy="6909474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-1"/>
              <a:ext cx="9165780" cy="6909474"/>
            </a:xfrm>
            <a:prstGeom prst="rect">
              <a:avLst/>
            </a:prstGeom>
          </p:spPr>
        </p:pic>
        <p:sp>
          <p:nvSpPr>
            <p:cNvPr id="10" name="矩形 9"/>
            <p:cNvSpPr/>
            <p:nvPr/>
          </p:nvSpPr>
          <p:spPr>
            <a:xfrm>
              <a:off x="-21515" y="8050"/>
              <a:ext cx="9181652" cy="6901031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EBFAE-048D-461D-9F94-1EF1CAFC24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/>
        </p:nvGrpSpPr>
        <p:grpSpPr>
          <a:xfrm>
            <a:off x="-21515" y="-1"/>
            <a:ext cx="9187295" cy="6909474"/>
            <a:chOff x="-21515" y="-1"/>
            <a:chExt cx="9187295" cy="6909474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-1"/>
              <a:ext cx="9165780" cy="6909474"/>
            </a:xfrm>
            <a:prstGeom prst="rect">
              <a:avLst/>
            </a:prstGeom>
          </p:spPr>
        </p:pic>
        <p:sp>
          <p:nvSpPr>
            <p:cNvPr id="12" name="矩形 11"/>
            <p:cNvSpPr/>
            <p:nvPr/>
          </p:nvSpPr>
          <p:spPr>
            <a:xfrm>
              <a:off x="-21515" y="8050"/>
              <a:ext cx="9181652" cy="6901031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EBFAE-048D-461D-9F94-1EF1CAFC24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-21515" y="-1"/>
            <a:ext cx="9187295" cy="6909474"/>
            <a:chOff x="-21515" y="-1"/>
            <a:chExt cx="9187295" cy="6909474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-1"/>
              <a:ext cx="9165780" cy="6909474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-21515" y="8050"/>
              <a:ext cx="9181652" cy="6901031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EBFAE-048D-461D-9F94-1EF1CAFC24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>
            <a:off x="-21515" y="-1"/>
            <a:ext cx="9187295" cy="6909474"/>
            <a:chOff x="-21515" y="-1"/>
            <a:chExt cx="9187295" cy="6909474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-1"/>
              <a:ext cx="9165780" cy="6909474"/>
            </a:xfrm>
            <a:prstGeom prst="rect">
              <a:avLst/>
            </a:prstGeom>
          </p:spPr>
        </p:pic>
        <p:sp>
          <p:nvSpPr>
            <p:cNvPr id="7" name="矩形 6"/>
            <p:cNvSpPr/>
            <p:nvPr/>
          </p:nvSpPr>
          <p:spPr>
            <a:xfrm>
              <a:off x="-21515" y="8050"/>
              <a:ext cx="9181652" cy="6901031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EBFAE-048D-461D-9F94-1EF1CAFC24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/>
        </p:nvGrpSpPr>
        <p:grpSpPr>
          <a:xfrm>
            <a:off x="-21515" y="-1"/>
            <a:ext cx="9187295" cy="6909474"/>
            <a:chOff x="-21515" y="-1"/>
            <a:chExt cx="9187295" cy="6909474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-1"/>
              <a:ext cx="9165780" cy="6909474"/>
            </a:xfrm>
            <a:prstGeom prst="rect">
              <a:avLst/>
            </a:prstGeom>
          </p:spPr>
        </p:pic>
        <p:sp>
          <p:nvSpPr>
            <p:cNvPr id="10" name="矩形 9"/>
            <p:cNvSpPr/>
            <p:nvPr/>
          </p:nvSpPr>
          <p:spPr>
            <a:xfrm>
              <a:off x="-21515" y="8050"/>
              <a:ext cx="9181652" cy="6901031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EBFAE-048D-461D-9F94-1EF1CAFC24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/>
        </p:nvGrpSpPr>
        <p:grpSpPr>
          <a:xfrm>
            <a:off x="-21515" y="-1"/>
            <a:ext cx="9187295" cy="6909474"/>
            <a:chOff x="-21515" y="-1"/>
            <a:chExt cx="9187295" cy="6909474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-1"/>
              <a:ext cx="9165780" cy="6909474"/>
            </a:xfrm>
            <a:prstGeom prst="rect">
              <a:avLst/>
            </a:prstGeom>
          </p:spPr>
        </p:pic>
        <p:sp>
          <p:nvSpPr>
            <p:cNvPr id="10" name="矩形 9"/>
            <p:cNvSpPr/>
            <p:nvPr/>
          </p:nvSpPr>
          <p:spPr>
            <a:xfrm>
              <a:off x="-21515" y="8050"/>
              <a:ext cx="9181652" cy="6901031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EBFAE-048D-461D-9F94-1EF1CAFC24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-21515" y="-1"/>
            <a:ext cx="9187295" cy="6909474"/>
            <a:chOff x="-21515" y="-1"/>
            <a:chExt cx="9187295" cy="6909474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-1"/>
              <a:ext cx="9165780" cy="6909474"/>
            </a:xfrm>
            <a:prstGeom prst="rect">
              <a:avLst/>
            </a:prstGeom>
          </p:spPr>
        </p:pic>
        <p:sp>
          <p:nvSpPr>
            <p:cNvPr id="9" name="矩形 8"/>
            <p:cNvSpPr/>
            <p:nvPr/>
          </p:nvSpPr>
          <p:spPr>
            <a:xfrm>
              <a:off x="-21515" y="8050"/>
              <a:ext cx="9181652" cy="6901031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EBFAE-048D-461D-9F94-1EF1CAFC24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-21515" y="-1"/>
            <a:ext cx="9187295" cy="6909474"/>
            <a:chOff x="-21515" y="-1"/>
            <a:chExt cx="9187295" cy="6909474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-1"/>
              <a:ext cx="9165780" cy="6909474"/>
            </a:xfrm>
            <a:prstGeom prst="rect">
              <a:avLst/>
            </a:prstGeom>
          </p:spPr>
        </p:pic>
        <p:sp>
          <p:nvSpPr>
            <p:cNvPr id="9" name="矩形 8"/>
            <p:cNvSpPr/>
            <p:nvPr/>
          </p:nvSpPr>
          <p:spPr>
            <a:xfrm>
              <a:off x="-21515" y="8050"/>
              <a:ext cx="9181652" cy="6901031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EBFAE-048D-461D-9F94-1EF1CAFC24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31227-691F-4B7F-8493-F4368ED921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/>
        </p:nvGrpSpPr>
        <p:grpSpPr>
          <a:xfrm>
            <a:off x="-21515" y="-1"/>
            <a:ext cx="9187295" cy="6909474"/>
            <a:chOff x="-21515" y="-1"/>
            <a:chExt cx="9187295" cy="6909474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-1"/>
              <a:ext cx="9165780" cy="6909474"/>
            </a:xfrm>
            <a:prstGeom prst="rect">
              <a:avLst/>
            </a:prstGeom>
          </p:spPr>
        </p:pic>
        <p:sp>
          <p:nvSpPr>
            <p:cNvPr id="12" name="矩形 11"/>
            <p:cNvSpPr/>
            <p:nvPr/>
          </p:nvSpPr>
          <p:spPr>
            <a:xfrm>
              <a:off x="-21515" y="8050"/>
              <a:ext cx="9181652" cy="6901031"/>
            </a:xfrm>
            <a:prstGeom prst="rect">
              <a:avLst/>
            </a:prstGeom>
            <a:solidFill>
              <a:schemeClr val="bg1">
                <a:alpha val="54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6EBFAE-048D-461D-9F94-1EF1CAFC24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331227-691F-4B7F-8493-F4368ED9216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5" Type="http://schemas.openxmlformats.org/officeDocument/2006/relationships/notesSlide" Target="../notesSlides/notesSlide4.xml"/><Relationship Id="rId14" Type="http://schemas.openxmlformats.org/officeDocument/2006/relationships/slideLayout" Target="../slideLayouts/slideLayout6.xml"/><Relationship Id="rId13" Type="http://schemas.openxmlformats.org/officeDocument/2006/relationships/tags" Target="../tags/tag17.xml"/><Relationship Id="rId12" Type="http://schemas.openxmlformats.org/officeDocument/2006/relationships/tags" Target="../tags/tag16.xml"/><Relationship Id="rId11" Type="http://schemas.openxmlformats.org/officeDocument/2006/relationships/tags" Target="../tags/tag15.xml"/><Relationship Id="rId10" Type="http://schemas.openxmlformats.org/officeDocument/2006/relationships/tags" Target="../tags/tag14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6.xml"/><Relationship Id="rId3" Type="http://schemas.microsoft.com/office/2007/relationships/hdphoto" Target="../media/image6.wdp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8" Type="http://schemas.openxmlformats.org/officeDocument/2006/relationships/notesSlide" Target="../notesSlides/notesSlide6.xml"/><Relationship Id="rId17" Type="http://schemas.openxmlformats.org/officeDocument/2006/relationships/slideLayout" Target="../slideLayouts/slideLayout6.xml"/><Relationship Id="rId16" Type="http://schemas.openxmlformats.org/officeDocument/2006/relationships/tags" Target="../tags/tag32.xml"/><Relationship Id="rId15" Type="http://schemas.openxmlformats.org/officeDocument/2006/relationships/tags" Target="../tags/tag31.xml"/><Relationship Id="rId14" Type="http://schemas.openxmlformats.org/officeDocument/2006/relationships/tags" Target="../tags/tag30.xml"/><Relationship Id="rId13" Type="http://schemas.openxmlformats.org/officeDocument/2006/relationships/tags" Target="../tags/tag29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8" Type="http://schemas.openxmlformats.org/officeDocument/2006/relationships/notesSlide" Target="../notesSlides/notesSlide7.xml"/><Relationship Id="rId17" Type="http://schemas.openxmlformats.org/officeDocument/2006/relationships/slideLayout" Target="../slideLayouts/slideLayout6.xml"/><Relationship Id="rId16" Type="http://schemas.openxmlformats.org/officeDocument/2006/relationships/tags" Target="../tags/tag47.xml"/><Relationship Id="rId15" Type="http://schemas.openxmlformats.org/officeDocument/2006/relationships/tags" Target="../tags/tag46.xml"/><Relationship Id="rId14" Type="http://schemas.openxmlformats.org/officeDocument/2006/relationships/tags" Target="../tags/tag45.xml"/><Relationship Id="rId13" Type="http://schemas.openxmlformats.org/officeDocument/2006/relationships/tags" Target="../tags/tag44.xml"/><Relationship Id="rId12" Type="http://schemas.openxmlformats.org/officeDocument/2006/relationships/tags" Target="../tags/tag43.xml"/><Relationship Id="rId11" Type="http://schemas.openxmlformats.org/officeDocument/2006/relationships/tags" Target="../tags/tag42.xml"/><Relationship Id="rId10" Type="http://schemas.openxmlformats.org/officeDocument/2006/relationships/tags" Target="../tags/tag41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3" Type="http://schemas.openxmlformats.org/officeDocument/2006/relationships/notesSlide" Target="../notesSlides/notesSlide8.xml"/><Relationship Id="rId12" Type="http://schemas.openxmlformats.org/officeDocument/2006/relationships/slideLayout" Target="../slideLayouts/slideLayout6.xml"/><Relationship Id="rId11" Type="http://schemas.openxmlformats.org/officeDocument/2006/relationships/tags" Target="../tags/tag57.xml"/><Relationship Id="rId10" Type="http://schemas.openxmlformats.org/officeDocument/2006/relationships/tags" Target="../tags/tag56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6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tags" Target="../tags/tag69.xml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1" Type="http://schemas.openxmlformats.org/officeDocument/2006/relationships/notesSlide" Target="../notesSlides/notesSlide11.xml"/><Relationship Id="rId10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6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84.xml"/><Relationship Id="rId8" Type="http://schemas.openxmlformats.org/officeDocument/2006/relationships/tags" Target="../tags/tag83.xml"/><Relationship Id="rId7" Type="http://schemas.openxmlformats.org/officeDocument/2006/relationships/tags" Target="../tags/tag82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2" Type="http://schemas.openxmlformats.org/officeDocument/2006/relationships/notesSlide" Target="../notesSlides/notesSlide13.xml"/><Relationship Id="rId11" Type="http://schemas.openxmlformats.org/officeDocument/2006/relationships/slideLayout" Target="../slideLayouts/slideLayout6.xml"/><Relationship Id="rId10" Type="http://schemas.openxmlformats.org/officeDocument/2006/relationships/tags" Target="../tags/tag85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93.xml"/><Relationship Id="rId8" Type="http://schemas.openxmlformats.org/officeDocument/2006/relationships/tags" Target="../tags/tag92.xml"/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2" Type="http://schemas.openxmlformats.org/officeDocument/2006/relationships/notesSlide" Target="../notesSlides/notesSlide14.xml"/><Relationship Id="rId11" Type="http://schemas.openxmlformats.org/officeDocument/2006/relationships/slideLayout" Target="../slideLayouts/slideLayout6.xml"/><Relationship Id="rId10" Type="http://schemas.openxmlformats.org/officeDocument/2006/relationships/tags" Target="../tags/tag94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102.xml"/><Relationship Id="rId8" Type="http://schemas.openxmlformats.org/officeDocument/2006/relationships/tags" Target="../tags/tag101.xml"/><Relationship Id="rId7" Type="http://schemas.openxmlformats.org/officeDocument/2006/relationships/tags" Target="../tags/tag100.xml"/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2" Type="http://schemas.openxmlformats.org/officeDocument/2006/relationships/notesSlide" Target="../notesSlides/notesSlide15.xml"/><Relationship Id="rId11" Type="http://schemas.openxmlformats.org/officeDocument/2006/relationships/slideLayout" Target="../slideLayouts/slideLayout6.xml"/><Relationship Id="rId10" Type="http://schemas.openxmlformats.org/officeDocument/2006/relationships/tags" Target="../tags/tag103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111.xml"/><Relationship Id="rId8" Type="http://schemas.openxmlformats.org/officeDocument/2006/relationships/tags" Target="../tags/tag110.xml"/><Relationship Id="rId7" Type="http://schemas.openxmlformats.org/officeDocument/2006/relationships/tags" Target="../tags/tag109.xml"/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9" Type="http://schemas.openxmlformats.org/officeDocument/2006/relationships/notesSlide" Target="../notesSlides/notesSlide16.xml"/><Relationship Id="rId18" Type="http://schemas.openxmlformats.org/officeDocument/2006/relationships/slideLayout" Target="../slideLayouts/slideLayout6.xml"/><Relationship Id="rId17" Type="http://schemas.openxmlformats.org/officeDocument/2006/relationships/tags" Target="../tags/tag119.xml"/><Relationship Id="rId16" Type="http://schemas.openxmlformats.org/officeDocument/2006/relationships/tags" Target="../tags/tag118.xml"/><Relationship Id="rId15" Type="http://schemas.openxmlformats.org/officeDocument/2006/relationships/tags" Target="../tags/tag117.xml"/><Relationship Id="rId14" Type="http://schemas.openxmlformats.org/officeDocument/2006/relationships/tags" Target="../tags/tag116.xml"/><Relationship Id="rId13" Type="http://schemas.openxmlformats.org/officeDocument/2006/relationships/tags" Target="../tags/tag115.xml"/><Relationship Id="rId12" Type="http://schemas.openxmlformats.org/officeDocument/2006/relationships/tags" Target="../tags/tag114.xml"/><Relationship Id="rId11" Type="http://schemas.openxmlformats.org/officeDocument/2006/relationships/tags" Target="../tags/tag113.xml"/><Relationship Id="rId10" Type="http://schemas.openxmlformats.org/officeDocument/2006/relationships/tags" Target="../tags/tag112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127.xml"/><Relationship Id="rId8" Type="http://schemas.openxmlformats.org/officeDocument/2006/relationships/tags" Target="../tags/tag126.xml"/><Relationship Id="rId7" Type="http://schemas.openxmlformats.org/officeDocument/2006/relationships/tags" Target="../tags/tag125.xml"/><Relationship Id="rId6" Type="http://schemas.openxmlformats.org/officeDocument/2006/relationships/tags" Target="../tags/tag124.xml"/><Relationship Id="rId5" Type="http://schemas.openxmlformats.org/officeDocument/2006/relationships/tags" Target="../tags/tag123.xml"/><Relationship Id="rId4" Type="http://schemas.openxmlformats.org/officeDocument/2006/relationships/tags" Target="../tags/tag122.xml"/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1" Type="http://schemas.openxmlformats.org/officeDocument/2006/relationships/notesSlide" Target="../notesSlides/notesSlide17.xml"/><Relationship Id="rId10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135.xml"/><Relationship Id="rId8" Type="http://schemas.openxmlformats.org/officeDocument/2006/relationships/tags" Target="../tags/tag134.xml"/><Relationship Id="rId7" Type="http://schemas.openxmlformats.org/officeDocument/2006/relationships/tags" Target="../tags/tag133.xml"/><Relationship Id="rId6" Type="http://schemas.openxmlformats.org/officeDocument/2006/relationships/tags" Target="../tags/tag132.xml"/><Relationship Id="rId5" Type="http://schemas.openxmlformats.org/officeDocument/2006/relationships/tags" Target="../tags/tag131.xml"/><Relationship Id="rId4" Type="http://schemas.openxmlformats.org/officeDocument/2006/relationships/tags" Target="../tags/tag130.xml"/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1" Type="http://schemas.openxmlformats.org/officeDocument/2006/relationships/notesSlide" Target="../notesSlides/notesSlide18.xml"/><Relationship Id="rId10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9.xml"/><Relationship Id="rId8" Type="http://schemas.openxmlformats.org/officeDocument/2006/relationships/slideLayout" Target="../slideLayouts/slideLayout6.xml"/><Relationship Id="rId7" Type="http://schemas.openxmlformats.org/officeDocument/2006/relationships/tags" Target="../tags/tag141.xml"/><Relationship Id="rId6" Type="http://schemas.openxmlformats.org/officeDocument/2006/relationships/tags" Target="../tags/tag140.xml"/><Relationship Id="rId5" Type="http://schemas.openxmlformats.org/officeDocument/2006/relationships/tags" Target="../tags/tag139.xml"/><Relationship Id="rId4" Type="http://schemas.openxmlformats.org/officeDocument/2006/relationships/tags" Target="../tags/tag138.xml"/><Relationship Id="rId3" Type="http://schemas.openxmlformats.org/officeDocument/2006/relationships/tags" Target="../tags/tag137.xml"/><Relationship Id="rId2" Type="http://schemas.openxmlformats.org/officeDocument/2006/relationships/tags" Target="../tags/tag136.xml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149.xml"/><Relationship Id="rId8" Type="http://schemas.openxmlformats.org/officeDocument/2006/relationships/tags" Target="../tags/tag148.xml"/><Relationship Id="rId7" Type="http://schemas.openxmlformats.org/officeDocument/2006/relationships/tags" Target="../tags/tag147.xml"/><Relationship Id="rId6" Type="http://schemas.openxmlformats.org/officeDocument/2006/relationships/tags" Target="../tags/tag146.xml"/><Relationship Id="rId5" Type="http://schemas.openxmlformats.org/officeDocument/2006/relationships/tags" Target="../tags/tag145.xml"/><Relationship Id="rId4" Type="http://schemas.openxmlformats.org/officeDocument/2006/relationships/tags" Target="../tags/tag144.xml"/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2" Type="http://schemas.openxmlformats.org/officeDocument/2006/relationships/notesSlide" Target="../notesSlides/notesSlide20.xml"/><Relationship Id="rId11" Type="http://schemas.openxmlformats.org/officeDocument/2006/relationships/slideLayout" Target="../slideLayouts/slideLayout6.xml"/><Relationship Id="rId10" Type="http://schemas.openxmlformats.org/officeDocument/2006/relationships/tags" Target="../tags/tag150.xml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158.xml"/><Relationship Id="rId8" Type="http://schemas.openxmlformats.org/officeDocument/2006/relationships/tags" Target="../tags/tag157.xml"/><Relationship Id="rId7" Type="http://schemas.openxmlformats.org/officeDocument/2006/relationships/tags" Target="../tags/tag156.xml"/><Relationship Id="rId6" Type="http://schemas.openxmlformats.org/officeDocument/2006/relationships/tags" Target="../tags/tag155.xml"/><Relationship Id="rId5" Type="http://schemas.openxmlformats.org/officeDocument/2006/relationships/tags" Target="../tags/tag154.xml"/><Relationship Id="rId4" Type="http://schemas.openxmlformats.org/officeDocument/2006/relationships/tags" Target="../tags/tag153.xml"/><Relationship Id="rId3" Type="http://schemas.openxmlformats.org/officeDocument/2006/relationships/tags" Target="../tags/tag152.xml"/><Relationship Id="rId2" Type="http://schemas.openxmlformats.org/officeDocument/2006/relationships/tags" Target="../tags/tag151.xml"/><Relationship Id="rId14" Type="http://schemas.openxmlformats.org/officeDocument/2006/relationships/notesSlide" Target="../notesSlides/notesSlide21.xml"/><Relationship Id="rId13" Type="http://schemas.openxmlformats.org/officeDocument/2006/relationships/slideLayout" Target="../slideLayouts/slideLayout6.xml"/><Relationship Id="rId12" Type="http://schemas.openxmlformats.org/officeDocument/2006/relationships/tags" Target="../tags/tag161.xml"/><Relationship Id="rId11" Type="http://schemas.openxmlformats.org/officeDocument/2006/relationships/tags" Target="../tags/tag160.xml"/><Relationship Id="rId10" Type="http://schemas.openxmlformats.org/officeDocument/2006/relationships/tags" Target="../tags/tag159.xml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169.xml"/><Relationship Id="rId8" Type="http://schemas.openxmlformats.org/officeDocument/2006/relationships/tags" Target="../tags/tag168.xml"/><Relationship Id="rId7" Type="http://schemas.openxmlformats.org/officeDocument/2006/relationships/tags" Target="../tags/tag167.xml"/><Relationship Id="rId6" Type="http://schemas.openxmlformats.org/officeDocument/2006/relationships/tags" Target="../tags/tag166.xml"/><Relationship Id="rId5" Type="http://schemas.openxmlformats.org/officeDocument/2006/relationships/tags" Target="../tags/tag165.xml"/><Relationship Id="rId4" Type="http://schemas.openxmlformats.org/officeDocument/2006/relationships/tags" Target="../tags/tag164.xml"/><Relationship Id="rId3" Type="http://schemas.openxmlformats.org/officeDocument/2006/relationships/tags" Target="../tags/tag163.xml"/><Relationship Id="rId2" Type="http://schemas.openxmlformats.org/officeDocument/2006/relationships/tags" Target="../tags/tag162.xml"/><Relationship Id="rId19" Type="http://schemas.openxmlformats.org/officeDocument/2006/relationships/notesSlide" Target="../notesSlides/notesSlide23.xml"/><Relationship Id="rId18" Type="http://schemas.openxmlformats.org/officeDocument/2006/relationships/slideLayout" Target="../slideLayouts/slideLayout6.xml"/><Relationship Id="rId17" Type="http://schemas.openxmlformats.org/officeDocument/2006/relationships/tags" Target="../tags/tag177.xml"/><Relationship Id="rId16" Type="http://schemas.openxmlformats.org/officeDocument/2006/relationships/tags" Target="../tags/tag176.xml"/><Relationship Id="rId15" Type="http://schemas.openxmlformats.org/officeDocument/2006/relationships/tags" Target="../tags/tag175.xml"/><Relationship Id="rId14" Type="http://schemas.openxmlformats.org/officeDocument/2006/relationships/tags" Target="../tags/tag174.xml"/><Relationship Id="rId13" Type="http://schemas.openxmlformats.org/officeDocument/2006/relationships/tags" Target="../tags/tag173.xml"/><Relationship Id="rId12" Type="http://schemas.openxmlformats.org/officeDocument/2006/relationships/tags" Target="../tags/tag172.xml"/><Relationship Id="rId11" Type="http://schemas.openxmlformats.org/officeDocument/2006/relationships/tags" Target="../tags/tag171.xml"/><Relationship Id="rId10" Type="http://schemas.openxmlformats.org/officeDocument/2006/relationships/tags" Target="../tags/tag170.xml"/><Relationship Id="rId1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1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1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2.png"/><Relationship Id="rId1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8.xml"/><Relationship Id="rId8" Type="http://schemas.openxmlformats.org/officeDocument/2006/relationships/slideLayout" Target="../slideLayouts/slideLayout6.xml"/><Relationship Id="rId7" Type="http://schemas.openxmlformats.org/officeDocument/2006/relationships/tags" Target="../tags/tag183.xml"/><Relationship Id="rId6" Type="http://schemas.openxmlformats.org/officeDocument/2006/relationships/tags" Target="../tags/tag182.xml"/><Relationship Id="rId5" Type="http://schemas.openxmlformats.org/officeDocument/2006/relationships/tags" Target="../tags/tag181.xml"/><Relationship Id="rId4" Type="http://schemas.openxmlformats.org/officeDocument/2006/relationships/tags" Target="../tags/tag180.xml"/><Relationship Id="rId3" Type="http://schemas.openxmlformats.org/officeDocument/2006/relationships/tags" Target="../tags/tag179.xml"/><Relationship Id="rId2" Type="http://schemas.openxmlformats.org/officeDocument/2006/relationships/tags" Target="../tags/tag178.xml"/><Relationship Id="rId1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1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4.png"/><Relationship Id="rId1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1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6.png"/><Relationship Id="rId1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3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tags" Target="../tags/tag191.xml"/><Relationship Id="rId8" Type="http://schemas.openxmlformats.org/officeDocument/2006/relationships/tags" Target="../tags/tag190.xml"/><Relationship Id="rId7" Type="http://schemas.openxmlformats.org/officeDocument/2006/relationships/tags" Target="../tags/tag189.xml"/><Relationship Id="rId6" Type="http://schemas.openxmlformats.org/officeDocument/2006/relationships/tags" Target="../tags/tag188.xml"/><Relationship Id="rId5" Type="http://schemas.openxmlformats.org/officeDocument/2006/relationships/tags" Target="../tags/tag187.xml"/><Relationship Id="rId4" Type="http://schemas.openxmlformats.org/officeDocument/2006/relationships/tags" Target="../tags/tag186.xml"/><Relationship Id="rId3" Type="http://schemas.openxmlformats.org/officeDocument/2006/relationships/tags" Target="../tags/tag185.xml"/><Relationship Id="rId2" Type="http://schemas.openxmlformats.org/officeDocument/2006/relationships/tags" Target="../tags/tag184.xml"/><Relationship Id="rId11" Type="http://schemas.openxmlformats.org/officeDocument/2006/relationships/notesSlide" Target="../notesSlides/notesSlide35.xml"/><Relationship Id="rId10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6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9.png"/><Relationship Id="rId1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7.xml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194.xml"/><Relationship Id="rId3" Type="http://schemas.openxmlformats.org/officeDocument/2006/relationships/tags" Target="../tags/tag193.xml"/><Relationship Id="rId2" Type="http://schemas.openxmlformats.org/officeDocument/2006/relationships/tags" Target="../tags/tag192.xml"/><Relationship Id="rId1" Type="http://schemas.openxmlformats.org/officeDocument/2006/relationships/image" Target="../media/image4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8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0.png"/><Relationship Id="rId1" Type="http://schemas.openxmlformats.org/officeDocument/2006/relationships/image" Target="../media/image4.png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tags" Target="../tags/tag202.xml"/><Relationship Id="rId8" Type="http://schemas.openxmlformats.org/officeDocument/2006/relationships/tags" Target="../tags/tag201.xml"/><Relationship Id="rId7" Type="http://schemas.openxmlformats.org/officeDocument/2006/relationships/tags" Target="../tags/tag200.xml"/><Relationship Id="rId6" Type="http://schemas.openxmlformats.org/officeDocument/2006/relationships/tags" Target="../tags/tag199.xml"/><Relationship Id="rId5" Type="http://schemas.openxmlformats.org/officeDocument/2006/relationships/tags" Target="../tags/tag198.xml"/><Relationship Id="rId4" Type="http://schemas.openxmlformats.org/officeDocument/2006/relationships/tags" Target="../tags/tag197.xml"/><Relationship Id="rId3" Type="http://schemas.openxmlformats.org/officeDocument/2006/relationships/tags" Target="../tags/tag196.xml"/><Relationship Id="rId2" Type="http://schemas.openxmlformats.org/officeDocument/2006/relationships/tags" Target="../tags/tag195.xml"/><Relationship Id="rId16" Type="http://schemas.openxmlformats.org/officeDocument/2006/relationships/notesSlide" Target="../notesSlides/notesSlide39.xml"/><Relationship Id="rId15" Type="http://schemas.openxmlformats.org/officeDocument/2006/relationships/slideLayout" Target="../slideLayouts/slideLayout6.xml"/><Relationship Id="rId14" Type="http://schemas.openxmlformats.org/officeDocument/2006/relationships/tags" Target="../tags/tag207.xml"/><Relationship Id="rId13" Type="http://schemas.openxmlformats.org/officeDocument/2006/relationships/tags" Target="../tags/tag206.xml"/><Relationship Id="rId12" Type="http://schemas.openxmlformats.org/officeDocument/2006/relationships/tags" Target="../tags/tag205.xml"/><Relationship Id="rId11" Type="http://schemas.openxmlformats.org/officeDocument/2006/relationships/tags" Target="../tags/tag204.xml"/><Relationship Id="rId10" Type="http://schemas.openxmlformats.org/officeDocument/2006/relationships/tags" Target="../tags/tag203.xml"/><Relationship Id="rId1" Type="http://schemas.openxmlformats.org/officeDocument/2006/relationships/image" Target="../media/image4.png"/></Relationships>
</file>

<file path=ppt/slides/_rels/slide4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0.xml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210.xml"/><Relationship Id="rId3" Type="http://schemas.openxmlformats.org/officeDocument/2006/relationships/tags" Target="../tags/tag209.xml"/><Relationship Id="rId2" Type="http://schemas.openxmlformats.org/officeDocument/2006/relationships/tags" Target="../tags/tag208.xml"/><Relationship Id="rId1" Type="http://schemas.openxmlformats.org/officeDocument/2006/relationships/image" Target="../media/image4.pn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1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1.png"/><Relationship Id="rId1" Type="http://schemas.openxmlformats.org/officeDocument/2006/relationships/image" Target="../media/image4.png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22.png"/><Relationship Id="rId7" Type="http://schemas.openxmlformats.org/officeDocument/2006/relationships/tags" Target="../tags/tag216.xml"/><Relationship Id="rId6" Type="http://schemas.openxmlformats.org/officeDocument/2006/relationships/tags" Target="../tags/tag215.xml"/><Relationship Id="rId5" Type="http://schemas.openxmlformats.org/officeDocument/2006/relationships/tags" Target="../tags/tag214.xml"/><Relationship Id="rId4" Type="http://schemas.openxmlformats.org/officeDocument/2006/relationships/tags" Target="../tags/tag213.xml"/><Relationship Id="rId3" Type="http://schemas.openxmlformats.org/officeDocument/2006/relationships/tags" Target="../tags/tag212.xml"/><Relationship Id="rId2" Type="http://schemas.openxmlformats.org/officeDocument/2006/relationships/tags" Target="../tags/tag211.xml"/><Relationship Id="rId10" Type="http://schemas.openxmlformats.org/officeDocument/2006/relationships/notesSlide" Target="../notesSlides/notesSlide42.xml"/><Relationship Id="rId1" Type="http://schemas.openxmlformats.org/officeDocument/2006/relationships/image" Target="../media/image4.png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tags" Target="../tags/tag224.xml"/><Relationship Id="rId8" Type="http://schemas.openxmlformats.org/officeDocument/2006/relationships/tags" Target="../tags/tag223.xml"/><Relationship Id="rId7" Type="http://schemas.openxmlformats.org/officeDocument/2006/relationships/tags" Target="../tags/tag222.xml"/><Relationship Id="rId6" Type="http://schemas.openxmlformats.org/officeDocument/2006/relationships/tags" Target="../tags/tag221.xml"/><Relationship Id="rId5" Type="http://schemas.openxmlformats.org/officeDocument/2006/relationships/tags" Target="../tags/tag220.xml"/><Relationship Id="rId4" Type="http://schemas.openxmlformats.org/officeDocument/2006/relationships/tags" Target="../tags/tag219.xml"/><Relationship Id="rId3" Type="http://schemas.openxmlformats.org/officeDocument/2006/relationships/tags" Target="../tags/tag218.xml"/><Relationship Id="rId2" Type="http://schemas.openxmlformats.org/officeDocument/2006/relationships/tags" Target="../tags/tag217.xml"/><Relationship Id="rId19" Type="http://schemas.openxmlformats.org/officeDocument/2006/relationships/notesSlide" Target="../notesSlides/notesSlide43.xml"/><Relationship Id="rId18" Type="http://schemas.openxmlformats.org/officeDocument/2006/relationships/slideLayout" Target="../slideLayouts/slideLayout6.xml"/><Relationship Id="rId17" Type="http://schemas.openxmlformats.org/officeDocument/2006/relationships/tags" Target="../tags/tag232.xml"/><Relationship Id="rId16" Type="http://schemas.openxmlformats.org/officeDocument/2006/relationships/tags" Target="../tags/tag231.xml"/><Relationship Id="rId15" Type="http://schemas.openxmlformats.org/officeDocument/2006/relationships/tags" Target="../tags/tag230.xml"/><Relationship Id="rId14" Type="http://schemas.openxmlformats.org/officeDocument/2006/relationships/tags" Target="../tags/tag229.xml"/><Relationship Id="rId13" Type="http://schemas.openxmlformats.org/officeDocument/2006/relationships/tags" Target="../tags/tag228.xml"/><Relationship Id="rId12" Type="http://schemas.openxmlformats.org/officeDocument/2006/relationships/tags" Target="../tags/tag227.xml"/><Relationship Id="rId11" Type="http://schemas.openxmlformats.org/officeDocument/2006/relationships/tags" Target="../tags/tag226.xml"/><Relationship Id="rId10" Type="http://schemas.openxmlformats.org/officeDocument/2006/relationships/tags" Target="../tags/tag225.xml"/><Relationship Id="rId1" Type="http://schemas.openxmlformats.org/officeDocument/2006/relationships/image" Target="../media/image4.png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4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3.png"/><Relationship Id="rId1" Type="http://schemas.openxmlformats.org/officeDocument/2006/relationships/image" Target="../media/image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5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1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237.xml"/><Relationship Id="rId4" Type="http://schemas.openxmlformats.org/officeDocument/2006/relationships/tags" Target="../tags/tag236.xml"/><Relationship Id="rId3" Type="http://schemas.openxmlformats.org/officeDocument/2006/relationships/tags" Target="../tags/tag235.xml"/><Relationship Id="rId2" Type="http://schemas.openxmlformats.org/officeDocument/2006/relationships/tags" Target="../tags/tag234.xml"/><Relationship Id="rId1" Type="http://schemas.openxmlformats.org/officeDocument/2006/relationships/tags" Target="../tags/tag2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2298198" y="3054281"/>
            <a:ext cx="4579144" cy="0"/>
          </a:xfrm>
          <a:prstGeom prst="line">
            <a:avLst/>
          </a:prstGeom>
          <a:ln w="19050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0" y="3196018"/>
            <a:ext cx="9143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>
              <a:defRPr/>
            </a:pPr>
            <a:r>
              <a:rPr lang="zh-CN" altLang="en-US" sz="3600" b="1" dirty="0">
                <a:solidFill>
                  <a:srgbClr val="004578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汇编语言与微机接口技术</a:t>
            </a:r>
            <a:endParaRPr lang="zh-CN" altLang="en-US" sz="3600" b="1" dirty="0">
              <a:solidFill>
                <a:srgbClr val="004578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293131" y="3977456"/>
            <a:ext cx="4579144" cy="0"/>
          </a:xfrm>
          <a:prstGeom prst="line">
            <a:avLst/>
          </a:prstGeom>
          <a:ln w="19050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2293131" y="4121256"/>
            <a:ext cx="45791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400" b="1" dirty="0">
                <a:solidFill>
                  <a:srgbClr val="004578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</a:t>
            </a:r>
            <a:r>
              <a:rPr lang="en-US" altLang="zh-CN" sz="2400" b="1" dirty="0">
                <a:solidFill>
                  <a:srgbClr val="004578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6</a:t>
            </a:r>
            <a:r>
              <a:rPr lang="zh-CN" altLang="en-US" sz="2400" b="1" dirty="0">
                <a:solidFill>
                  <a:srgbClr val="004578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章  输入输出及中断技术</a:t>
            </a:r>
            <a:endParaRPr lang="zh-CN" altLang="en-US" sz="2400" b="1" dirty="0">
              <a:solidFill>
                <a:srgbClr val="004578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238316" y="6407901"/>
            <a:ext cx="400458" cy="0"/>
          </a:xfrm>
          <a:prstGeom prst="line">
            <a:avLst/>
          </a:prstGeom>
          <a:ln w="28575">
            <a:solidFill>
              <a:srgbClr val="0040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130302" y="6465052"/>
            <a:ext cx="177165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defRPr/>
            </a:pPr>
            <a:r>
              <a:rPr lang="en-US" altLang="zh-CN" sz="135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2020</a:t>
            </a:r>
            <a:r>
              <a:rPr lang="zh-CN" altLang="en-US" sz="135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年</a:t>
            </a:r>
            <a:r>
              <a:rPr lang="en-US" altLang="zh-CN" sz="135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135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月</a:t>
            </a:r>
            <a:r>
              <a:rPr lang="en-US" altLang="zh-CN" sz="135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11</a:t>
            </a:r>
            <a:r>
              <a:rPr lang="zh-CN" altLang="en-US" sz="135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日</a:t>
            </a:r>
            <a:endParaRPr lang="zh-CN" altLang="en-US" sz="1350" b="1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6100" y="1398382"/>
            <a:ext cx="1591799" cy="1584000"/>
          </a:xfrm>
          <a:prstGeom prst="rect">
            <a:avLst/>
          </a:prstGeom>
        </p:spPr>
      </p:pic>
      <p:pic>
        <p:nvPicPr>
          <p:cNvPr id="11" name="图片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3954" y="6236297"/>
            <a:ext cx="621635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6"/>
          <p:cNvSpPr txBox="1">
            <a:spLocks noChangeArrowheads="1"/>
          </p:cNvSpPr>
          <p:nvPr/>
        </p:nvSpPr>
        <p:spPr bwMode="auto">
          <a:xfrm>
            <a:off x="6715450" y="6274229"/>
            <a:ext cx="3092999" cy="5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600" b="1" dirty="0">
                <a:solidFill>
                  <a:srgbClr val="0070C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信息与软件工程学院</a:t>
            </a:r>
            <a:endParaRPr lang="en-US" altLang="zh-CN" sz="1600" b="1" dirty="0">
              <a:solidFill>
                <a:srgbClr val="0070C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000" b="1" dirty="0">
                <a:solidFill>
                  <a:srgbClr val="0070C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School of Information and Software Engineering</a:t>
            </a:r>
            <a:endParaRPr lang="zh-CN" altLang="en-US" sz="1000" b="1" dirty="0">
              <a:solidFill>
                <a:srgbClr val="0070C0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MH_Others_1"/>
          <p:cNvSpPr/>
          <p:nvPr>
            <p:custDataLst>
              <p:tags r:id="rId1"/>
            </p:custDataLst>
          </p:nvPr>
        </p:nvSpPr>
        <p:spPr>
          <a:xfrm>
            <a:off x="1933484" y="2554961"/>
            <a:ext cx="1803016" cy="180301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2" name="MH_Others_2"/>
          <p:cNvSpPr/>
          <p:nvPr>
            <p:custDataLst>
              <p:tags r:id="rId2"/>
            </p:custDataLst>
          </p:nvPr>
        </p:nvSpPr>
        <p:spPr>
          <a:xfrm>
            <a:off x="1213722" y="1828800"/>
            <a:ext cx="3282308" cy="3282306"/>
          </a:xfrm>
          <a:prstGeom prst="ellipse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6" name="MH_Others_3"/>
          <p:cNvSpPr/>
          <p:nvPr>
            <p:custDataLst>
              <p:tags r:id="rId3"/>
            </p:custDataLst>
          </p:nvPr>
        </p:nvSpPr>
        <p:spPr>
          <a:xfrm>
            <a:off x="4245879" y="2695898"/>
            <a:ext cx="269352" cy="26935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400" dirty="0">
              <a:solidFill>
                <a:srgbClr val="FFFFFF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7" name="MH_Number"/>
          <p:cNvSpPr/>
          <p:nvPr>
            <p:custDataLst>
              <p:tags r:id="rId4"/>
            </p:custDataLst>
          </p:nvPr>
        </p:nvSpPr>
        <p:spPr>
          <a:xfrm>
            <a:off x="2058338" y="2695898"/>
            <a:ext cx="1538428" cy="1538428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 fontScale="85000" lnSpcReduction="10000"/>
          </a:bodyPr>
          <a:lstStyle/>
          <a:p>
            <a:pPr lvl="0" algn="ctr"/>
            <a:r>
              <a:rPr lang="en-US" altLang="zh-CN" sz="8000" b="1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6.5</a:t>
            </a:r>
            <a:endParaRPr lang="zh-CN" altLang="en-US" sz="8000" b="1" dirty="0">
              <a:solidFill>
                <a:srgbClr val="FFFF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8" name="MH_Title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647972" y="2473407"/>
            <a:ext cx="3579320" cy="1911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0" rIns="0" bIns="0" anchor="t" anchorCtr="0">
            <a:norm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3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可编程中断控制器</a:t>
            </a:r>
            <a:r>
              <a:rPr lang="en-US" altLang="zh-CN" sz="3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8259A </a:t>
            </a:r>
            <a:endParaRPr lang="zh-CN" altLang="en-US" sz="36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9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40" name="ïšḻïdê"/>
          <p:cNvSpPr txBox="1"/>
          <p:nvPr/>
        </p:nvSpPr>
        <p:spPr bwMode="auto">
          <a:xfrm>
            <a:off x="-1" y="124432"/>
            <a:ext cx="348727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主要内容</a:t>
            </a:r>
            <a:endParaRPr lang="zh-CN" altLang="en-US" sz="2800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1" name="直接连接符 40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9" name="ïšḻïdê"/>
          <p:cNvSpPr txBox="1"/>
          <p:nvPr/>
        </p:nvSpPr>
        <p:spPr bwMode="auto">
          <a:xfrm>
            <a:off x="-1" y="162085"/>
            <a:ext cx="828190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6.5 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可编程中断控制器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 </a:t>
            </a:r>
            <a:endParaRPr lang="zh-CN" altLang="en-US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grpSp>
        <p:nvGrpSpPr>
          <p:cNvPr id="14" name="ïşlíḋe"/>
          <p:cNvGrpSpPr/>
          <p:nvPr/>
        </p:nvGrpSpPr>
        <p:grpSpPr>
          <a:xfrm>
            <a:off x="-343285" y="2968104"/>
            <a:ext cx="3037514" cy="2452180"/>
            <a:chOff x="673100" y="2377471"/>
            <a:chExt cx="4050018" cy="3269572"/>
          </a:xfrm>
        </p:grpSpPr>
        <p:sp>
          <p:nvSpPr>
            <p:cNvPr id="15" name="iṥľïḍé"/>
            <p:cNvSpPr/>
            <p:nvPr/>
          </p:nvSpPr>
          <p:spPr bwMode="auto">
            <a:xfrm>
              <a:off x="1790615" y="2486370"/>
              <a:ext cx="2932503" cy="292213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sp>
          <p:nvSpPr>
            <p:cNvPr id="16" name="íṣlîḑè"/>
            <p:cNvSpPr/>
            <p:nvPr/>
          </p:nvSpPr>
          <p:spPr bwMode="auto">
            <a:xfrm>
              <a:off x="2138055" y="3915026"/>
              <a:ext cx="168535" cy="264469"/>
            </a:xfrm>
            <a:custGeom>
              <a:avLst/>
              <a:gdLst>
                <a:gd name="T0" fmla="*/ 6 w 43"/>
                <a:gd name="T1" fmla="*/ 6 h 68"/>
                <a:gd name="T2" fmla="*/ 1 w 43"/>
                <a:gd name="T3" fmla="*/ 15 h 68"/>
                <a:gd name="T4" fmla="*/ 16 w 43"/>
                <a:gd name="T5" fmla="*/ 62 h 68"/>
                <a:gd name="T6" fmla="*/ 25 w 43"/>
                <a:gd name="T7" fmla="*/ 67 h 68"/>
                <a:gd name="T8" fmla="*/ 43 w 43"/>
                <a:gd name="T9" fmla="*/ 61 h 68"/>
                <a:gd name="T10" fmla="*/ 23 w 43"/>
                <a:gd name="T11" fmla="*/ 0 h 68"/>
                <a:gd name="T12" fmla="*/ 6 w 43"/>
                <a:gd name="T13" fmla="*/ 6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" h="68">
                  <a:moveTo>
                    <a:pt x="6" y="6"/>
                  </a:moveTo>
                  <a:cubicBezTo>
                    <a:pt x="2" y="7"/>
                    <a:pt x="0" y="11"/>
                    <a:pt x="1" y="15"/>
                  </a:cubicBezTo>
                  <a:cubicBezTo>
                    <a:pt x="16" y="62"/>
                    <a:pt x="16" y="62"/>
                    <a:pt x="16" y="62"/>
                  </a:cubicBezTo>
                  <a:cubicBezTo>
                    <a:pt x="17" y="66"/>
                    <a:pt x="21" y="68"/>
                    <a:pt x="25" y="67"/>
                  </a:cubicBezTo>
                  <a:cubicBezTo>
                    <a:pt x="43" y="61"/>
                    <a:pt x="43" y="61"/>
                    <a:pt x="43" y="61"/>
                  </a:cubicBezTo>
                  <a:cubicBezTo>
                    <a:pt x="23" y="0"/>
                    <a:pt x="23" y="0"/>
                    <a:pt x="23" y="0"/>
                  </a:cubicBezTo>
                  <a:lnTo>
                    <a:pt x="6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square" lIns="91440" tIns="45720" rIns="91440" bIns="45720" anchor="ctr">
              <a:normAutofit fontScale="40000" lnSpcReduction="20000"/>
            </a:bodyPr>
            <a:lstStyle/>
            <a:p>
              <a:pPr algn="ctr"/>
            </a:p>
          </p:txBody>
        </p:sp>
        <p:sp>
          <p:nvSpPr>
            <p:cNvPr id="17" name="ïşḷíde"/>
            <p:cNvSpPr/>
            <p:nvPr/>
          </p:nvSpPr>
          <p:spPr bwMode="auto">
            <a:xfrm>
              <a:off x="2231398" y="3396458"/>
              <a:ext cx="847860" cy="923051"/>
            </a:xfrm>
            <a:custGeom>
              <a:avLst/>
              <a:gdLst>
                <a:gd name="T0" fmla="*/ 162 w 217"/>
                <a:gd name="T1" fmla="*/ 0 h 237"/>
                <a:gd name="T2" fmla="*/ 161 w 217"/>
                <a:gd name="T3" fmla="*/ 0 h 237"/>
                <a:gd name="T4" fmla="*/ 2 w 217"/>
                <a:gd name="T5" fmla="*/ 50 h 237"/>
                <a:gd name="T6" fmla="*/ 6 w 217"/>
                <a:gd name="T7" fmla="*/ 131 h 237"/>
                <a:gd name="T8" fmla="*/ 25 w 217"/>
                <a:gd name="T9" fmla="*/ 192 h 237"/>
                <a:gd name="T10" fmla="*/ 51 w 217"/>
                <a:gd name="T11" fmla="*/ 237 h 237"/>
                <a:gd name="T12" fmla="*/ 217 w 217"/>
                <a:gd name="T13" fmla="*/ 172 h 237"/>
                <a:gd name="T14" fmla="*/ 162 w 217"/>
                <a:gd name="T15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7" h="237">
                  <a:moveTo>
                    <a:pt x="162" y="0"/>
                  </a:moveTo>
                  <a:cubicBezTo>
                    <a:pt x="161" y="0"/>
                    <a:pt x="161" y="0"/>
                    <a:pt x="161" y="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0" y="82"/>
                    <a:pt x="3" y="111"/>
                    <a:pt x="6" y="131"/>
                  </a:cubicBezTo>
                  <a:cubicBezTo>
                    <a:pt x="25" y="192"/>
                    <a:pt x="25" y="192"/>
                    <a:pt x="25" y="192"/>
                  </a:cubicBezTo>
                  <a:cubicBezTo>
                    <a:pt x="31" y="205"/>
                    <a:pt x="40" y="220"/>
                    <a:pt x="51" y="237"/>
                  </a:cubicBezTo>
                  <a:cubicBezTo>
                    <a:pt x="217" y="172"/>
                    <a:pt x="217" y="172"/>
                    <a:pt x="217" y="172"/>
                  </a:cubicBezTo>
                  <a:lnTo>
                    <a:pt x="162" y="0"/>
                  </a:lnTo>
                  <a:close/>
                </a:path>
              </a:pathLst>
            </a:custGeom>
            <a:solidFill>
              <a:srgbClr val="006E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sp>
          <p:nvSpPr>
            <p:cNvPr id="18" name="ïśḻíḓe"/>
            <p:cNvSpPr/>
            <p:nvPr/>
          </p:nvSpPr>
          <p:spPr bwMode="auto">
            <a:xfrm>
              <a:off x="2431046" y="4065411"/>
              <a:ext cx="694881" cy="347440"/>
            </a:xfrm>
            <a:custGeom>
              <a:avLst/>
              <a:gdLst>
                <a:gd name="T0" fmla="*/ 0 w 178"/>
                <a:gd name="T1" fmla="*/ 65 h 89"/>
                <a:gd name="T2" fmla="*/ 17 w 178"/>
                <a:gd name="T3" fmla="*/ 89 h 89"/>
                <a:gd name="T4" fmla="*/ 176 w 178"/>
                <a:gd name="T5" fmla="*/ 38 h 89"/>
                <a:gd name="T6" fmla="*/ 178 w 178"/>
                <a:gd name="T7" fmla="*/ 38 h 89"/>
                <a:gd name="T8" fmla="*/ 166 w 178"/>
                <a:gd name="T9" fmla="*/ 0 h 89"/>
                <a:gd name="T10" fmla="*/ 0 w 178"/>
                <a:gd name="T11" fmla="*/ 65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8" h="89">
                  <a:moveTo>
                    <a:pt x="0" y="65"/>
                  </a:moveTo>
                  <a:cubicBezTo>
                    <a:pt x="5" y="72"/>
                    <a:pt x="11" y="81"/>
                    <a:pt x="17" y="89"/>
                  </a:cubicBezTo>
                  <a:cubicBezTo>
                    <a:pt x="176" y="38"/>
                    <a:pt x="176" y="38"/>
                    <a:pt x="176" y="38"/>
                  </a:cubicBezTo>
                  <a:cubicBezTo>
                    <a:pt x="176" y="38"/>
                    <a:pt x="177" y="38"/>
                    <a:pt x="178" y="38"/>
                  </a:cubicBezTo>
                  <a:cubicBezTo>
                    <a:pt x="166" y="0"/>
                    <a:pt x="166" y="0"/>
                    <a:pt x="166" y="0"/>
                  </a:cubicBezTo>
                  <a:lnTo>
                    <a:pt x="0" y="65"/>
                  </a:lnTo>
                  <a:close/>
                </a:path>
              </a:pathLst>
            </a:custGeom>
            <a:solidFill>
              <a:srgbClr val="0054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square" lIns="91440" tIns="45720" rIns="91440" bIns="45720" anchor="ctr">
              <a:normAutofit fontScale="70000" lnSpcReduction="20000"/>
            </a:bodyPr>
            <a:lstStyle/>
            <a:p>
              <a:pPr algn="ctr"/>
            </a:p>
          </p:txBody>
        </p:sp>
        <p:sp>
          <p:nvSpPr>
            <p:cNvPr id="19" name="îŝlîdê"/>
            <p:cNvSpPr/>
            <p:nvPr/>
          </p:nvSpPr>
          <p:spPr bwMode="auto">
            <a:xfrm>
              <a:off x="2861457" y="2877890"/>
              <a:ext cx="1146035" cy="1192707"/>
            </a:xfrm>
            <a:custGeom>
              <a:avLst/>
              <a:gdLst>
                <a:gd name="T0" fmla="*/ 294 w 294"/>
                <a:gd name="T1" fmla="*/ 258 h 306"/>
                <a:gd name="T2" fmla="*/ 212 w 294"/>
                <a:gd name="T3" fmla="*/ 0 h 306"/>
                <a:gd name="T4" fmla="*/ 0 w 294"/>
                <a:gd name="T5" fmla="*/ 133 h 306"/>
                <a:gd name="T6" fmla="*/ 55 w 294"/>
                <a:gd name="T7" fmla="*/ 306 h 306"/>
                <a:gd name="T8" fmla="*/ 294 w 294"/>
                <a:gd name="T9" fmla="*/ 258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4" h="306">
                  <a:moveTo>
                    <a:pt x="294" y="258"/>
                  </a:moveTo>
                  <a:cubicBezTo>
                    <a:pt x="212" y="0"/>
                    <a:pt x="212" y="0"/>
                    <a:pt x="212" y="0"/>
                  </a:cubicBezTo>
                  <a:cubicBezTo>
                    <a:pt x="145" y="78"/>
                    <a:pt x="42" y="119"/>
                    <a:pt x="0" y="133"/>
                  </a:cubicBezTo>
                  <a:cubicBezTo>
                    <a:pt x="55" y="306"/>
                    <a:pt x="55" y="306"/>
                    <a:pt x="55" y="306"/>
                  </a:cubicBezTo>
                  <a:cubicBezTo>
                    <a:pt x="86" y="296"/>
                    <a:pt x="208" y="260"/>
                    <a:pt x="294" y="25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sp>
          <p:nvSpPr>
            <p:cNvPr id="20" name="íśḷíḑè"/>
            <p:cNvSpPr/>
            <p:nvPr/>
          </p:nvSpPr>
          <p:spPr bwMode="auto">
            <a:xfrm>
              <a:off x="3074070" y="3883912"/>
              <a:ext cx="1018987" cy="329292"/>
            </a:xfrm>
            <a:custGeom>
              <a:avLst/>
              <a:gdLst>
                <a:gd name="T0" fmla="*/ 0 w 261"/>
                <a:gd name="T1" fmla="*/ 48 h 85"/>
                <a:gd name="T2" fmla="*/ 12 w 261"/>
                <a:gd name="T3" fmla="*/ 85 h 85"/>
                <a:gd name="T4" fmla="*/ 261 w 261"/>
                <a:gd name="T5" fmla="*/ 72 h 85"/>
                <a:gd name="T6" fmla="*/ 239 w 261"/>
                <a:gd name="T7" fmla="*/ 0 h 85"/>
                <a:gd name="T8" fmla="*/ 0 w 261"/>
                <a:gd name="T9" fmla="*/ 48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1" h="85">
                  <a:moveTo>
                    <a:pt x="0" y="48"/>
                  </a:moveTo>
                  <a:cubicBezTo>
                    <a:pt x="12" y="85"/>
                    <a:pt x="12" y="85"/>
                    <a:pt x="12" y="85"/>
                  </a:cubicBezTo>
                  <a:cubicBezTo>
                    <a:pt x="54" y="72"/>
                    <a:pt x="162" y="46"/>
                    <a:pt x="261" y="72"/>
                  </a:cubicBezTo>
                  <a:cubicBezTo>
                    <a:pt x="239" y="0"/>
                    <a:pt x="239" y="0"/>
                    <a:pt x="239" y="0"/>
                  </a:cubicBezTo>
                  <a:cubicBezTo>
                    <a:pt x="153" y="2"/>
                    <a:pt x="31" y="38"/>
                    <a:pt x="0" y="48"/>
                  </a:cubicBezTo>
                  <a:close/>
                </a:path>
              </a:pathLst>
            </a:custGeom>
            <a:solidFill>
              <a:srgbClr val="D1D2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square" lIns="91440" tIns="45720" rIns="91440" bIns="45720" anchor="ctr">
              <a:normAutofit fontScale="62500" lnSpcReduction="20000"/>
            </a:bodyPr>
            <a:lstStyle/>
            <a:p>
              <a:pPr algn="ctr"/>
            </a:p>
          </p:txBody>
        </p:sp>
        <p:sp>
          <p:nvSpPr>
            <p:cNvPr id="21" name="îs1íḍe"/>
            <p:cNvSpPr/>
            <p:nvPr/>
          </p:nvSpPr>
          <p:spPr bwMode="auto">
            <a:xfrm>
              <a:off x="4147506" y="3111245"/>
              <a:ext cx="248913" cy="547090"/>
            </a:xfrm>
            <a:custGeom>
              <a:avLst/>
              <a:gdLst>
                <a:gd name="T0" fmla="*/ 39 w 64"/>
                <a:gd name="T1" fmla="*/ 15 h 140"/>
                <a:gd name="T2" fmla="*/ 0 w 64"/>
                <a:gd name="T3" fmla="*/ 0 h 140"/>
                <a:gd name="T4" fmla="*/ 44 w 64"/>
                <a:gd name="T5" fmla="*/ 140 h 140"/>
                <a:gd name="T6" fmla="*/ 39 w 64"/>
                <a:gd name="T7" fmla="*/ 15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4" h="140">
                  <a:moveTo>
                    <a:pt x="39" y="15"/>
                  </a:moveTo>
                  <a:cubicBezTo>
                    <a:pt x="28" y="7"/>
                    <a:pt x="14" y="2"/>
                    <a:pt x="0" y="0"/>
                  </a:cubicBezTo>
                  <a:cubicBezTo>
                    <a:pt x="44" y="140"/>
                    <a:pt x="44" y="140"/>
                    <a:pt x="44" y="140"/>
                  </a:cubicBezTo>
                  <a:cubicBezTo>
                    <a:pt x="64" y="95"/>
                    <a:pt x="51" y="46"/>
                    <a:pt x="39" y="15"/>
                  </a:cubicBezTo>
                  <a:close/>
                </a:path>
              </a:pathLst>
            </a:custGeom>
            <a:solidFill>
              <a:srgbClr val="CECF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sp>
          <p:nvSpPr>
            <p:cNvPr id="22" name="íṥľiḓè"/>
            <p:cNvSpPr/>
            <p:nvPr/>
          </p:nvSpPr>
          <p:spPr bwMode="auto">
            <a:xfrm>
              <a:off x="4297890" y="3170880"/>
              <a:ext cx="165942" cy="505605"/>
            </a:xfrm>
            <a:custGeom>
              <a:avLst/>
              <a:gdLst>
                <a:gd name="T0" fmla="*/ 32 w 42"/>
                <a:gd name="T1" fmla="*/ 43 h 130"/>
                <a:gd name="T2" fmla="*/ 0 w 42"/>
                <a:gd name="T3" fmla="*/ 0 h 130"/>
                <a:gd name="T4" fmla="*/ 5 w 42"/>
                <a:gd name="T5" fmla="*/ 125 h 130"/>
                <a:gd name="T6" fmla="*/ 7 w 42"/>
                <a:gd name="T7" fmla="*/ 130 h 130"/>
                <a:gd name="T8" fmla="*/ 32 w 42"/>
                <a:gd name="T9" fmla="*/ 43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30">
                  <a:moveTo>
                    <a:pt x="32" y="43"/>
                  </a:moveTo>
                  <a:cubicBezTo>
                    <a:pt x="26" y="25"/>
                    <a:pt x="15" y="10"/>
                    <a:pt x="0" y="0"/>
                  </a:cubicBezTo>
                  <a:cubicBezTo>
                    <a:pt x="12" y="31"/>
                    <a:pt x="25" y="80"/>
                    <a:pt x="5" y="125"/>
                  </a:cubicBezTo>
                  <a:cubicBezTo>
                    <a:pt x="7" y="130"/>
                    <a:pt x="7" y="130"/>
                    <a:pt x="7" y="130"/>
                  </a:cubicBezTo>
                  <a:cubicBezTo>
                    <a:pt x="31" y="109"/>
                    <a:pt x="42" y="75"/>
                    <a:pt x="32" y="4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sp>
          <p:nvSpPr>
            <p:cNvPr id="23" name="ïśḷîḑê"/>
            <p:cNvSpPr/>
            <p:nvPr/>
          </p:nvSpPr>
          <p:spPr bwMode="auto">
            <a:xfrm>
              <a:off x="3691166" y="2377471"/>
              <a:ext cx="666360" cy="1384577"/>
            </a:xfrm>
            <a:custGeom>
              <a:avLst/>
              <a:gdLst>
                <a:gd name="T0" fmla="*/ 165 w 171"/>
                <a:gd name="T1" fmla="*/ 335 h 356"/>
                <a:gd name="T2" fmla="*/ 119 w 171"/>
                <a:gd name="T3" fmla="*/ 190 h 356"/>
                <a:gd name="T4" fmla="*/ 71 w 171"/>
                <a:gd name="T5" fmla="*/ 38 h 356"/>
                <a:gd name="T6" fmla="*/ 22 w 171"/>
                <a:gd name="T7" fmla="*/ 27 h 356"/>
                <a:gd name="T8" fmla="*/ 0 w 171"/>
                <a:gd name="T9" fmla="*/ 88 h 356"/>
                <a:gd name="T10" fmla="*/ 83 w 171"/>
                <a:gd name="T11" fmla="*/ 353 h 356"/>
                <a:gd name="T12" fmla="*/ 171 w 171"/>
                <a:gd name="T13" fmla="*/ 356 h 356"/>
                <a:gd name="T14" fmla="*/ 165 w 171"/>
                <a:gd name="T15" fmla="*/ 335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1" h="356">
                  <a:moveTo>
                    <a:pt x="165" y="335"/>
                  </a:moveTo>
                  <a:cubicBezTo>
                    <a:pt x="119" y="190"/>
                    <a:pt x="119" y="190"/>
                    <a:pt x="119" y="190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59" y="0"/>
                    <a:pt x="22" y="27"/>
                    <a:pt x="22" y="27"/>
                  </a:cubicBezTo>
                  <a:cubicBezTo>
                    <a:pt x="17" y="49"/>
                    <a:pt x="10" y="69"/>
                    <a:pt x="0" y="88"/>
                  </a:cubicBezTo>
                  <a:cubicBezTo>
                    <a:pt x="83" y="353"/>
                    <a:pt x="83" y="353"/>
                    <a:pt x="83" y="353"/>
                  </a:cubicBezTo>
                  <a:cubicBezTo>
                    <a:pt x="171" y="356"/>
                    <a:pt x="171" y="356"/>
                    <a:pt x="171" y="356"/>
                  </a:cubicBezTo>
                  <a:lnTo>
                    <a:pt x="165" y="33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sp>
          <p:nvSpPr>
            <p:cNvPr id="24" name="išḷidé"/>
            <p:cNvSpPr/>
            <p:nvPr/>
          </p:nvSpPr>
          <p:spPr bwMode="auto">
            <a:xfrm>
              <a:off x="4015272" y="3751676"/>
              <a:ext cx="552276" cy="668953"/>
            </a:xfrm>
            <a:custGeom>
              <a:avLst/>
              <a:gdLst>
                <a:gd name="T0" fmla="*/ 0 w 142"/>
                <a:gd name="T1" fmla="*/ 0 h 172"/>
                <a:gd name="T2" fmla="*/ 43 w 142"/>
                <a:gd name="T3" fmla="*/ 134 h 172"/>
                <a:gd name="T4" fmla="*/ 96 w 142"/>
                <a:gd name="T5" fmla="*/ 171 h 172"/>
                <a:gd name="T6" fmla="*/ 130 w 142"/>
                <a:gd name="T7" fmla="*/ 134 h 172"/>
                <a:gd name="T8" fmla="*/ 88 w 142"/>
                <a:gd name="T9" fmla="*/ 3 h 172"/>
                <a:gd name="T10" fmla="*/ 0 w 142"/>
                <a:gd name="T11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2" h="172">
                  <a:moveTo>
                    <a:pt x="0" y="0"/>
                  </a:moveTo>
                  <a:cubicBezTo>
                    <a:pt x="43" y="134"/>
                    <a:pt x="43" y="134"/>
                    <a:pt x="43" y="134"/>
                  </a:cubicBezTo>
                  <a:cubicBezTo>
                    <a:pt x="62" y="143"/>
                    <a:pt x="80" y="155"/>
                    <a:pt x="96" y="171"/>
                  </a:cubicBezTo>
                  <a:cubicBezTo>
                    <a:pt x="96" y="171"/>
                    <a:pt x="142" y="172"/>
                    <a:pt x="130" y="134"/>
                  </a:cubicBezTo>
                  <a:cubicBezTo>
                    <a:pt x="88" y="3"/>
                    <a:pt x="88" y="3"/>
                    <a:pt x="88" y="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6E7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sp>
          <p:nvSpPr>
            <p:cNvPr id="25" name="iŝľídè"/>
            <p:cNvSpPr/>
            <p:nvPr/>
          </p:nvSpPr>
          <p:spPr bwMode="auto">
            <a:xfrm>
              <a:off x="3667831" y="2781954"/>
              <a:ext cx="381149" cy="1065658"/>
            </a:xfrm>
            <a:custGeom>
              <a:avLst/>
              <a:gdLst>
                <a:gd name="T0" fmla="*/ 11 w 98"/>
                <a:gd name="T1" fmla="*/ 0 h 274"/>
                <a:gd name="T2" fmla="*/ 0 w 98"/>
                <a:gd name="T3" fmla="*/ 16 h 274"/>
                <a:gd name="T4" fmla="*/ 81 w 98"/>
                <a:gd name="T5" fmla="*/ 273 h 274"/>
                <a:gd name="T6" fmla="*/ 98 w 98"/>
                <a:gd name="T7" fmla="*/ 274 h 274"/>
                <a:gd name="T8" fmla="*/ 11 w 98"/>
                <a:gd name="T9" fmla="*/ 0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274">
                  <a:moveTo>
                    <a:pt x="11" y="0"/>
                  </a:moveTo>
                  <a:cubicBezTo>
                    <a:pt x="8" y="6"/>
                    <a:pt x="4" y="11"/>
                    <a:pt x="0" y="16"/>
                  </a:cubicBezTo>
                  <a:cubicBezTo>
                    <a:pt x="81" y="273"/>
                    <a:pt x="81" y="273"/>
                    <a:pt x="81" y="273"/>
                  </a:cubicBezTo>
                  <a:cubicBezTo>
                    <a:pt x="98" y="274"/>
                    <a:pt x="98" y="274"/>
                    <a:pt x="98" y="274"/>
                  </a:cubicBezTo>
                  <a:lnTo>
                    <a:pt x="11" y="0"/>
                  </a:lnTo>
                  <a:close/>
                </a:path>
              </a:pathLst>
            </a:custGeom>
            <a:solidFill>
              <a:srgbClr val="006E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sp>
          <p:nvSpPr>
            <p:cNvPr id="26" name="îślíḑe"/>
            <p:cNvSpPr/>
            <p:nvPr/>
          </p:nvSpPr>
          <p:spPr bwMode="auto">
            <a:xfrm>
              <a:off x="3984157" y="3845019"/>
              <a:ext cx="181499" cy="368183"/>
            </a:xfrm>
            <a:custGeom>
              <a:avLst/>
              <a:gdLst>
                <a:gd name="T0" fmla="*/ 0 w 47"/>
                <a:gd name="T1" fmla="*/ 0 h 95"/>
                <a:gd name="T2" fmla="*/ 28 w 47"/>
                <a:gd name="T3" fmla="*/ 89 h 95"/>
                <a:gd name="T4" fmla="*/ 47 w 47"/>
                <a:gd name="T5" fmla="*/ 95 h 95"/>
                <a:gd name="T6" fmla="*/ 17 w 47"/>
                <a:gd name="T7" fmla="*/ 1 h 95"/>
                <a:gd name="T8" fmla="*/ 0 w 47"/>
                <a:gd name="T9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95">
                  <a:moveTo>
                    <a:pt x="0" y="0"/>
                  </a:moveTo>
                  <a:cubicBezTo>
                    <a:pt x="28" y="89"/>
                    <a:pt x="28" y="89"/>
                    <a:pt x="28" y="89"/>
                  </a:cubicBezTo>
                  <a:cubicBezTo>
                    <a:pt x="34" y="91"/>
                    <a:pt x="41" y="93"/>
                    <a:pt x="47" y="95"/>
                  </a:cubicBezTo>
                  <a:cubicBezTo>
                    <a:pt x="17" y="1"/>
                    <a:pt x="17" y="1"/>
                    <a:pt x="17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54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square" lIns="91440" tIns="45720" rIns="91440" bIns="45720" anchor="ctr">
              <a:normAutofit fontScale="77500" lnSpcReduction="20000"/>
            </a:bodyPr>
            <a:lstStyle/>
            <a:p>
              <a:pPr algn="ctr"/>
            </a:p>
          </p:txBody>
        </p:sp>
        <p:sp>
          <p:nvSpPr>
            <p:cNvPr id="27" name="iṩḻïďe"/>
            <p:cNvSpPr/>
            <p:nvPr/>
          </p:nvSpPr>
          <p:spPr bwMode="auto">
            <a:xfrm>
              <a:off x="2586616" y="4327287"/>
              <a:ext cx="687104" cy="326698"/>
            </a:xfrm>
            <a:custGeom>
              <a:avLst/>
              <a:gdLst>
                <a:gd name="T0" fmla="*/ 18 w 176"/>
                <a:gd name="T1" fmla="*/ 27 h 84"/>
                <a:gd name="T2" fmla="*/ 0 w 176"/>
                <a:gd name="T3" fmla="*/ 57 h 84"/>
                <a:gd name="T4" fmla="*/ 157 w 176"/>
                <a:gd name="T5" fmla="*/ 84 h 84"/>
                <a:gd name="T6" fmla="*/ 158 w 176"/>
                <a:gd name="T7" fmla="*/ 84 h 84"/>
                <a:gd name="T8" fmla="*/ 173 w 176"/>
                <a:gd name="T9" fmla="*/ 58 h 84"/>
                <a:gd name="T10" fmla="*/ 148 w 176"/>
                <a:gd name="T11" fmla="*/ 43 h 84"/>
                <a:gd name="T12" fmla="*/ 142 w 176"/>
                <a:gd name="T13" fmla="*/ 44 h 84"/>
                <a:gd name="T14" fmla="*/ 157 w 176"/>
                <a:gd name="T15" fmla="*/ 18 h 84"/>
                <a:gd name="T16" fmla="*/ 132 w 176"/>
                <a:gd name="T17" fmla="*/ 3 h 84"/>
                <a:gd name="T18" fmla="*/ 85 w 176"/>
                <a:gd name="T19" fmla="*/ 15 h 84"/>
                <a:gd name="T20" fmla="*/ 56 w 176"/>
                <a:gd name="T21" fmla="*/ 1 h 84"/>
                <a:gd name="T22" fmla="*/ 18 w 176"/>
                <a:gd name="T23" fmla="*/ 27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6" h="84">
                  <a:moveTo>
                    <a:pt x="18" y="27"/>
                  </a:moveTo>
                  <a:cubicBezTo>
                    <a:pt x="0" y="57"/>
                    <a:pt x="0" y="57"/>
                    <a:pt x="0" y="57"/>
                  </a:cubicBezTo>
                  <a:cubicBezTo>
                    <a:pt x="157" y="84"/>
                    <a:pt x="157" y="84"/>
                    <a:pt x="157" y="84"/>
                  </a:cubicBezTo>
                  <a:cubicBezTo>
                    <a:pt x="158" y="84"/>
                    <a:pt x="158" y="84"/>
                    <a:pt x="158" y="84"/>
                  </a:cubicBezTo>
                  <a:cubicBezTo>
                    <a:pt x="169" y="81"/>
                    <a:pt x="176" y="69"/>
                    <a:pt x="173" y="58"/>
                  </a:cubicBezTo>
                  <a:cubicBezTo>
                    <a:pt x="171" y="47"/>
                    <a:pt x="159" y="40"/>
                    <a:pt x="148" y="43"/>
                  </a:cubicBezTo>
                  <a:cubicBezTo>
                    <a:pt x="142" y="44"/>
                    <a:pt x="142" y="44"/>
                    <a:pt x="142" y="44"/>
                  </a:cubicBezTo>
                  <a:cubicBezTo>
                    <a:pt x="153" y="41"/>
                    <a:pt x="160" y="30"/>
                    <a:pt x="157" y="18"/>
                  </a:cubicBezTo>
                  <a:cubicBezTo>
                    <a:pt x="155" y="7"/>
                    <a:pt x="143" y="0"/>
                    <a:pt x="132" y="3"/>
                  </a:cubicBezTo>
                  <a:cubicBezTo>
                    <a:pt x="85" y="15"/>
                    <a:pt x="85" y="15"/>
                    <a:pt x="85" y="15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56" y="1"/>
                    <a:pt x="29" y="5"/>
                    <a:pt x="18" y="27"/>
                  </a:cubicBezTo>
                  <a:close/>
                </a:path>
              </a:pathLst>
            </a:custGeom>
            <a:solidFill>
              <a:srgbClr val="E6BE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square" lIns="91440" tIns="45720" rIns="91440" bIns="45720" anchor="ctr">
              <a:normAutofit fontScale="62500" lnSpcReduction="20000"/>
            </a:bodyPr>
            <a:lstStyle/>
            <a:p>
              <a:pPr algn="ctr"/>
            </a:p>
          </p:txBody>
        </p:sp>
        <p:sp>
          <p:nvSpPr>
            <p:cNvPr id="28" name="îŝḻïḓê"/>
            <p:cNvSpPr/>
            <p:nvPr/>
          </p:nvSpPr>
          <p:spPr bwMode="auto">
            <a:xfrm>
              <a:off x="2451788" y="4583979"/>
              <a:ext cx="243727" cy="482268"/>
            </a:xfrm>
            <a:custGeom>
              <a:avLst/>
              <a:gdLst>
                <a:gd name="T0" fmla="*/ 24 w 63"/>
                <a:gd name="T1" fmla="*/ 0 h 124"/>
                <a:gd name="T2" fmla="*/ 0 w 63"/>
                <a:gd name="T3" fmla="*/ 9 h 124"/>
                <a:gd name="T4" fmla="*/ 33 w 63"/>
                <a:gd name="T5" fmla="*/ 124 h 124"/>
                <a:gd name="T6" fmla="*/ 53 w 63"/>
                <a:gd name="T7" fmla="*/ 119 h 124"/>
                <a:gd name="T8" fmla="*/ 24 w 63"/>
                <a:gd name="T9" fmla="*/ 0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124">
                  <a:moveTo>
                    <a:pt x="24" y="0"/>
                  </a:moveTo>
                  <a:cubicBezTo>
                    <a:pt x="18" y="3"/>
                    <a:pt x="10" y="7"/>
                    <a:pt x="0" y="9"/>
                  </a:cubicBezTo>
                  <a:cubicBezTo>
                    <a:pt x="33" y="124"/>
                    <a:pt x="33" y="124"/>
                    <a:pt x="33" y="124"/>
                  </a:cubicBezTo>
                  <a:cubicBezTo>
                    <a:pt x="53" y="119"/>
                    <a:pt x="53" y="119"/>
                    <a:pt x="53" y="119"/>
                  </a:cubicBezTo>
                  <a:cubicBezTo>
                    <a:pt x="56" y="103"/>
                    <a:pt x="63" y="39"/>
                    <a:pt x="24" y="0"/>
                  </a:cubicBezTo>
                  <a:close/>
                </a:path>
              </a:pathLst>
            </a:custGeom>
            <a:solidFill>
              <a:srgbClr val="BB9B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square" lIns="91440" tIns="45720" rIns="91440" bIns="45720" anchor="ctr">
              <a:normAutofit lnSpcReduction="10000"/>
            </a:bodyPr>
            <a:lstStyle/>
            <a:p>
              <a:pPr algn="ctr"/>
            </a:p>
          </p:txBody>
        </p:sp>
        <p:sp>
          <p:nvSpPr>
            <p:cNvPr id="29" name="iŝḷïḍê"/>
            <p:cNvSpPr/>
            <p:nvPr/>
          </p:nvSpPr>
          <p:spPr bwMode="auto">
            <a:xfrm>
              <a:off x="2545131" y="4547679"/>
              <a:ext cx="754518" cy="557462"/>
            </a:xfrm>
            <a:custGeom>
              <a:avLst/>
              <a:gdLst>
                <a:gd name="T0" fmla="*/ 11 w 194"/>
                <a:gd name="T1" fmla="*/ 0 h 143"/>
                <a:gd name="T2" fmla="*/ 9 w 194"/>
                <a:gd name="T3" fmla="*/ 4 h 143"/>
                <a:gd name="T4" fmla="*/ 0 w 194"/>
                <a:gd name="T5" fmla="*/ 9 h 143"/>
                <a:gd name="T6" fmla="*/ 29 w 194"/>
                <a:gd name="T7" fmla="*/ 128 h 143"/>
                <a:gd name="T8" fmla="*/ 36 w 194"/>
                <a:gd name="T9" fmla="*/ 126 h 143"/>
                <a:gd name="T10" fmla="*/ 77 w 194"/>
                <a:gd name="T11" fmla="*/ 137 h 143"/>
                <a:gd name="T12" fmla="*/ 98 w 194"/>
                <a:gd name="T13" fmla="*/ 132 h 143"/>
                <a:gd name="T14" fmla="*/ 173 w 194"/>
                <a:gd name="T15" fmla="*/ 113 h 143"/>
                <a:gd name="T16" fmla="*/ 176 w 194"/>
                <a:gd name="T17" fmla="*/ 113 h 143"/>
                <a:gd name="T18" fmla="*/ 191 w 194"/>
                <a:gd name="T19" fmla="*/ 87 h 143"/>
                <a:gd name="T20" fmla="*/ 166 w 194"/>
                <a:gd name="T21" fmla="*/ 71 h 143"/>
                <a:gd name="T22" fmla="*/ 174 w 194"/>
                <a:gd name="T23" fmla="*/ 69 h 143"/>
                <a:gd name="T24" fmla="*/ 189 w 194"/>
                <a:gd name="T25" fmla="*/ 44 h 143"/>
                <a:gd name="T26" fmla="*/ 163 w 194"/>
                <a:gd name="T27" fmla="*/ 28 h 143"/>
                <a:gd name="T28" fmla="*/ 168 w 194"/>
                <a:gd name="T29" fmla="*/ 27 h 143"/>
                <a:gd name="T30" fmla="*/ 11 w 194"/>
                <a:gd name="T31" fmla="*/ 0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4" h="143">
                  <a:moveTo>
                    <a:pt x="11" y="0"/>
                  </a:moveTo>
                  <a:cubicBezTo>
                    <a:pt x="9" y="4"/>
                    <a:pt x="9" y="4"/>
                    <a:pt x="9" y="4"/>
                  </a:cubicBezTo>
                  <a:cubicBezTo>
                    <a:pt x="9" y="4"/>
                    <a:pt x="6" y="6"/>
                    <a:pt x="0" y="9"/>
                  </a:cubicBezTo>
                  <a:cubicBezTo>
                    <a:pt x="39" y="48"/>
                    <a:pt x="32" y="112"/>
                    <a:pt x="29" y="128"/>
                  </a:cubicBezTo>
                  <a:cubicBezTo>
                    <a:pt x="36" y="126"/>
                    <a:pt x="36" y="126"/>
                    <a:pt x="36" y="126"/>
                  </a:cubicBezTo>
                  <a:cubicBezTo>
                    <a:pt x="36" y="126"/>
                    <a:pt x="55" y="143"/>
                    <a:pt x="77" y="137"/>
                  </a:cubicBezTo>
                  <a:cubicBezTo>
                    <a:pt x="98" y="132"/>
                    <a:pt x="98" y="132"/>
                    <a:pt x="98" y="132"/>
                  </a:cubicBezTo>
                  <a:cubicBezTo>
                    <a:pt x="173" y="113"/>
                    <a:pt x="173" y="113"/>
                    <a:pt x="173" y="113"/>
                  </a:cubicBezTo>
                  <a:cubicBezTo>
                    <a:pt x="176" y="113"/>
                    <a:pt x="176" y="113"/>
                    <a:pt x="176" y="113"/>
                  </a:cubicBezTo>
                  <a:cubicBezTo>
                    <a:pt x="187" y="110"/>
                    <a:pt x="194" y="98"/>
                    <a:pt x="191" y="87"/>
                  </a:cubicBezTo>
                  <a:cubicBezTo>
                    <a:pt x="188" y="75"/>
                    <a:pt x="177" y="69"/>
                    <a:pt x="166" y="71"/>
                  </a:cubicBezTo>
                  <a:cubicBezTo>
                    <a:pt x="174" y="69"/>
                    <a:pt x="174" y="69"/>
                    <a:pt x="174" y="69"/>
                  </a:cubicBezTo>
                  <a:cubicBezTo>
                    <a:pt x="185" y="67"/>
                    <a:pt x="192" y="55"/>
                    <a:pt x="189" y="44"/>
                  </a:cubicBezTo>
                  <a:cubicBezTo>
                    <a:pt x="186" y="32"/>
                    <a:pt x="175" y="25"/>
                    <a:pt x="163" y="28"/>
                  </a:cubicBezTo>
                  <a:cubicBezTo>
                    <a:pt x="168" y="27"/>
                    <a:pt x="168" y="27"/>
                    <a:pt x="168" y="27"/>
                  </a:cubicBezTo>
                  <a:lnTo>
                    <a:pt x="11" y="0"/>
                  </a:lnTo>
                  <a:close/>
                </a:path>
              </a:pathLst>
            </a:custGeom>
            <a:solidFill>
              <a:srgbClr val="D4B0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sp>
          <p:nvSpPr>
            <p:cNvPr id="30" name="îṩ1ídé"/>
            <p:cNvSpPr/>
            <p:nvPr/>
          </p:nvSpPr>
          <p:spPr bwMode="auto">
            <a:xfrm>
              <a:off x="2259918" y="4739549"/>
              <a:ext cx="386334" cy="448562"/>
            </a:xfrm>
            <a:custGeom>
              <a:avLst/>
              <a:gdLst>
                <a:gd name="T0" fmla="*/ 7 w 99"/>
                <a:gd name="T1" fmla="*/ 52 h 115"/>
                <a:gd name="T2" fmla="*/ 23 w 99"/>
                <a:gd name="T3" fmla="*/ 115 h 115"/>
                <a:gd name="T4" fmla="*/ 94 w 99"/>
                <a:gd name="T5" fmla="*/ 97 h 115"/>
                <a:gd name="T6" fmla="*/ 94 w 99"/>
                <a:gd name="T7" fmla="*/ 30 h 115"/>
                <a:gd name="T8" fmla="*/ 86 w 99"/>
                <a:gd name="T9" fmla="*/ 0 h 115"/>
                <a:gd name="T10" fmla="*/ 0 w 99"/>
                <a:gd name="T11" fmla="*/ 21 h 115"/>
                <a:gd name="T12" fmla="*/ 7 w 99"/>
                <a:gd name="T13" fmla="*/ 52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9" h="115">
                  <a:moveTo>
                    <a:pt x="7" y="52"/>
                  </a:moveTo>
                  <a:cubicBezTo>
                    <a:pt x="23" y="115"/>
                    <a:pt x="23" y="115"/>
                    <a:pt x="23" y="115"/>
                  </a:cubicBezTo>
                  <a:cubicBezTo>
                    <a:pt x="94" y="97"/>
                    <a:pt x="94" y="97"/>
                    <a:pt x="94" y="97"/>
                  </a:cubicBezTo>
                  <a:cubicBezTo>
                    <a:pt x="99" y="72"/>
                    <a:pt x="98" y="50"/>
                    <a:pt x="94" y="30"/>
                  </a:cubicBezTo>
                  <a:cubicBezTo>
                    <a:pt x="92" y="19"/>
                    <a:pt x="89" y="9"/>
                    <a:pt x="86" y="0"/>
                  </a:cubicBezTo>
                  <a:cubicBezTo>
                    <a:pt x="0" y="21"/>
                    <a:pt x="0" y="21"/>
                    <a:pt x="0" y="21"/>
                  </a:cubicBezTo>
                  <a:lnTo>
                    <a:pt x="7" y="52"/>
                  </a:lnTo>
                  <a:close/>
                </a:path>
              </a:pathLst>
            </a:custGeom>
            <a:solidFill>
              <a:srgbClr val="CECE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square" lIns="91440" tIns="45720" rIns="91440" bIns="45720" anchor="ctr">
              <a:normAutofit fontScale="92500" lnSpcReduction="10000"/>
            </a:bodyPr>
            <a:lstStyle/>
            <a:p>
              <a:pPr algn="ctr"/>
            </a:p>
          </p:txBody>
        </p:sp>
        <p:sp>
          <p:nvSpPr>
            <p:cNvPr id="31" name="îSľiḍè"/>
            <p:cNvSpPr/>
            <p:nvPr/>
          </p:nvSpPr>
          <p:spPr bwMode="auto">
            <a:xfrm>
              <a:off x="2205469" y="4545085"/>
              <a:ext cx="388926" cy="277435"/>
            </a:xfrm>
            <a:custGeom>
              <a:avLst/>
              <a:gdLst>
                <a:gd name="T0" fmla="*/ 0 w 100"/>
                <a:gd name="T1" fmla="*/ 18 h 71"/>
                <a:gd name="T2" fmla="*/ 14 w 100"/>
                <a:gd name="T3" fmla="*/ 71 h 71"/>
                <a:gd name="T4" fmla="*/ 100 w 100"/>
                <a:gd name="T5" fmla="*/ 50 h 71"/>
                <a:gd name="T6" fmla="*/ 72 w 100"/>
                <a:gd name="T7" fmla="*/ 0 h 71"/>
                <a:gd name="T8" fmla="*/ 0 w 100"/>
                <a:gd name="T9" fmla="*/ 18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1">
                  <a:moveTo>
                    <a:pt x="0" y="18"/>
                  </a:moveTo>
                  <a:cubicBezTo>
                    <a:pt x="14" y="71"/>
                    <a:pt x="14" y="71"/>
                    <a:pt x="14" y="71"/>
                  </a:cubicBezTo>
                  <a:cubicBezTo>
                    <a:pt x="100" y="50"/>
                    <a:pt x="100" y="50"/>
                    <a:pt x="100" y="50"/>
                  </a:cubicBezTo>
                  <a:cubicBezTo>
                    <a:pt x="88" y="18"/>
                    <a:pt x="72" y="0"/>
                    <a:pt x="72" y="0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square" lIns="91440" tIns="45720" rIns="91440" bIns="45720" anchor="ctr">
              <a:normAutofit fontScale="47500" lnSpcReduction="20000"/>
            </a:bodyPr>
            <a:lstStyle/>
            <a:p>
              <a:pPr algn="ctr"/>
            </a:p>
          </p:txBody>
        </p:sp>
        <p:sp>
          <p:nvSpPr>
            <p:cNvPr id="32" name="iṩḷïḑe"/>
            <p:cNvSpPr/>
            <p:nvPr/>
          </p:nvSpPr>
          <p:spPr bwMode="auto">
            <a:xfrm>
              <a:off x="691250" y="4664355"/>
              <a:ext cx="1887588" cy="982688"/>
            </a:xfrm>
            <a:custGeom>
              <a:avLst/>
              <a:gdLst>
                <a:gd name="T0" fmla="*/ 1 w 484"/>
                <a:gd name="T1" fmla="*/ 117 h 252"/>
                <a:gd name="T2" fmla="*/ 21 w 484"/>
                <a:gd name="T3" fmla="*/ 200 h 252"/>
                <a:gd name="T4" fmla="*/ 22 w 484"/>
                <a:gd name="T5" fmla="*/ 205 h 252"/>
                <a:gd name="T6" fmla="*/ 88 w 484"/>
                <a:gd name="T7" fmla="*/ 244 h 252"/>
                <a:gd name="T8" fmla="*/ 438 w 484"/>
                <a:gd name="T9" fmla="*/ 157 h 252"/>
                <a:gd name="T10" fmla="*/ 477 w 484"/>
                <a:gd name="T11" fmla="*/ 91 h 252"/>
                <a:gd name="T12" fmla="*/ 476 w 484"/>
                <a:gd name="T13" fmla="*/ 86 h 252"/>
                <a:gd name="T14" fmla="*/ 455 w 484"/>
                <a:gd name="T15" fmla="*/ 4 h 252"/>
                <a:gd name="T16" fmla="*/ 454 w 484"/>
                <a:gd name="T17" fmla="*/ 0 h 252"/>
                <a:gd name="T18" fmla="*/ 0 w 484"/>
                <a:gd name="T19" fmla="*/ 114 h 252"/>
                <a:gd name="T20" fmla="*/ 1 w 484"/>
                <a:gd name="T21" fmla="*/ 117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84" h="252">
                  <a:moveTo>
                    <a:pt x="1" y="117"/>
                  </a:moveTo>
                  <a:cubicBezTo>
                    <a:pt x="21" y="200"/>
                    <a:pt x="21" y="200"/>
                    <a:pt x="21" y="200"/>
                  </a:cubicBezTo>
                  <a:cubicBezTo>
                    <a:pt x="22" y="205"/>
                    <a:pt x="22" y="205"/>
                    <a:pt x="22" y="205"/>
                  </a:cubicBezTo>
                  <a:cubicBezTo>
                    <a:pt x="30" y="234"/>
                    <a:pt x="59" y="252"/>
                    <a:pt x="88" y="244"/>
                  </a:cubicBezTo>
                  <a:cubicBezTo>
                    <a:pt x="438" y="157"/>
                    <a:pt x="438" y="157"/>
                    <a:pt x="438" y="157"/>
                  </a:cubicBezTo>
                  <a:cubicBezTo>
                    <a:pt x="467" y="150"/>
                    <a:pt x="484" y="120"/>
                    <a:pt x="477" y="91"/>
                  </a:cubicBezTo>
                  <a:cubicBezTo>
                    <a:pt x="476" y="86"/>
                    <a:pt x="476" y="86"/>
                    <a:pt x="476" y="86"/>
                  </a:cubicBezTo>
                  <a:cubicBezTo>
                    <a:pt x="455" y="4"/>
                    <a:pt x="455" y="4"/>
                    <a:pt x="455" y="4"/>
                  </a:cubicBezTo>
                  <a:cubicBezTo>
                    <a:pt x="455" y="3"/>
                    <a:pt x="455" y="1"/>
                    <a:pt x="454" y="0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15"/>
                    <a:pt x="0" y="116"/>
                    <a:pt x="1" y="117"/>
                  </a:cubicBezTo>
                  <a:close/>
                </a:path>
              </a:pathLst>
            </a:custGeom>
            <a:solidFill>
              <a:srgbClr val="2E2C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sp>
          <p:nvSpPr>
            <p:cNvPr id="33" name="ïśḻîḑè"/>
            <p:cNvSpPr/>
            <p:nvPr/>
          </p:nvSpPr>
          <p:spPr bwMode="auto">
            <a:xfrm>
              <a:off x="673100" y="4501008"/>
              <a:ext cx="1789060" cy="609318"/>
            </a:xfrm>
            <a:custGeom>
              <a:avLst/>
              <a:gdLst>
                <a:gd name="T0" fmla="*/ 5 w 459"/>
                <a:gd name="T1" fmla="*/ 156 h 156"/>
                <a:gd name="T2" fmla="*/ 459 w 459"/>
                <a:gd name="T3" fmla="*/ 42 h 156"/>
                <a:gd name="T4" fmla="*/ 395 w 459"/>
                <a:gd name="T5" fmla="*/ 7 h 156"/>
                <a:gd name="T6" fmla="*/ 45 w 459"/>
                <a:gd name="T7" fmla="*/ 94 h 156"/>
                <a:gd name="T8" fmla="*/ 5 w 459"/>
                <a:gd name="T9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9" h="156">
                  <a:moveTo>
                    <a:pt x="5" y="156"/>
                  </a:moveTo>
                  <a:cubicBezTo>
                    <a:pt x="459" y="42"/>
                    <a:pt x="459" y="42"/>
                    <a:pt x="459" y="42"/>
                  </a:cubicBezTo>
                  <a:cubicBezTo>
                    <a:pt x="450" y="15"/>
                    <a:pt x="422" y="0"/>
                    <a:pt x="395" y="7"/>
                  </a:cubicBezTo>
                  <a:cubicBezTo>
                    <a:pt x="45" y="94"/>
                    <a:pt x="45" y="94"/>
                    <a:pt x="45" y="94"/>
                  </a:cubicBezTo>
                  <a:cubicBezTo>
                    <a:pt x="17" y="101"/>
                    <a:pt x="0" y="128"/>
                    <a:pt x="5" y="156"/>
                  </a:cubicBezTo>
                  <a:close/>
                </a:path>
              </a:pathLst>
            </a:custGeom>
            <a:solidFill>
              <a:srgbClr val="4D4A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sp>
          <p:nvSpPr>
            <p:cNvPr id="34" name="îṡḻîḋè"/>
            <p:cNvSpPr/>
            <p:nvPr/>
          </p:nvSpPr>
          <p:spPr bwMode="auto">
            <a:xfrm>
              <a:off x="2980728" y="4345437"/>
              <a:ext cx="277435" cy="601539"/>
            </a:xfrm>
            <a:custGeom>
              <a:avLst/>
              <a:gdLst>
                <a:gd name="T0" fmla="*/ 71 w 71"/>
                <a:gd name="T1" fmla="*/ 137 h 154"/>
                <a:gd name="T2" fmla="*/ 23 w 71"/>
                <a:gd name="T3" fmla="*/ 63 h 154"/>
                <a:gd name="T4" fmla="*/ 31 w 71"/>
                <a:gd name="T5" fmla="*/ 57 h 154"/>
                <a:gd name="T6" fmla="*/ 34 w 71"/>
                <a:gd name="T7" fmla="*/ 44 h 154"/>
                <a:gd name="T8" fmla="*/ 8 w 71"/>
                <a:gd name="T9" fmla="*/ 4 h 154"/>
                <a:gd name="T10" fmla="*/ 0 w 71"/>
                <a:gd name="T11" fmla="*/ 0 h 154"/>
                <a:gd name="T12" fmla="*/ 19 w 71"/>
                <a:gd name="T13" fmla="*/ 150 h 154"/>
                <a:gd name="T14" fmla="*/ 71 w 71"/>
                <a:gd name="T15" fmla="*/ 137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1" h="154">
                  <a:moveTo>
                    <a:pt x="71" y="137"/>
                  </a:moveTo>
                  <a:cubicBezTo>
                    <a:pt x="23" y="63"/>
                    <a:pt x="23" y="63"/>
                    <a:pt x="23" y="63"/>
                  </a:cubicBezTo>
                  <a:cubicBezTo>
                    <a:pt x="31" y="57"/>
                    <a:pt x="31" y="57"/>
                    <a:pt x="31" y="57"/>
                  </a:cubicBezTo>
                  <a:cubicBezTo>
                    <a:pt x="36" y="55"/>
                    <a:pt x="37" y="48"/>
                    <a:pt x="34" y="4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6" y="1"/>
                    <a:pt x="3" y="0"/>
                    <a:pt x="0" y="0"/>
                  </a:cubicBezTo>
                  <a:cubicBezTo>
                    <a:pt x="7" y="24"/>
                    <a:pt x="21" y="88"/>
                    <a:pt x="19" y="150"/>
                  </a:cubicBezTo>
                  <a:cubicBezTo>
                    <a:pt x="42" y="154"/>
                    <a:pt x="71" y="137"/>
                    <a:pt x="71" y="137"/>
                  </a:cubicBezTo>
                  <a:close/>
                </a:path>
              </a:pathLst>
            </a:custGeom>
            <a:solidFill>
              <a:srgbClr val="004E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sp>
          <p:nvSpPr>
            <p:cNvPr id="35" name="îṣḻîḓe"/>
            <p:cNvSpPr/>
            <p:nvPr/>
          </p:nvSpPr>
          <p:spPr bwMode="auto">
            <a:xfrm>
              <a:off x="2638473" y="4275430"/>
              <a:ext cx="425226" cy="655990"/>
            </a:xfrm>
            <a:custGeom>
              <a:avLst/>
              <a:gdLst>
                <a:gd name="T0" fmla="*/ 88 w 109"/>
                <a:gd name="T1" fmla="*/ 18 h 168"/>
                <a:gd name="T2" fmla="*/ 83 w 109"/>
                <a:gd name="T3" fmla="*/ 19 h 168"/>
                <a:gd name="T4" fmla="*/ 81 w 109"/>
                <a:gd name="T5" fmla="*/ 21 h 168"/>
                <a:gd name="T6" fmla="*/ 73 w 109"/>
                <a:gd name="T7" fmla="*/ 0 h 168"/>
                <a:gd name="T8" fmla="*/ 0 w 109"/>
                <a:gd name="T9" fmla="*/ 23 h 168"/>
                <a:gd name="T10" fmla="*/ 53 w 109"/>
                <a:gd name="T11" fmla="*/ 78 h 168"/>
                <a:gd name="T12" fmla="*/ 77 w 109"/>
                <a:gd name="T13" fmla="*/ 120 h 168"/>
                <a:gd name="T14" fmla="*/ 107 w 109"/>
                <a:gd name="T15" fmla="*/ 168 h 168"/>
                <a:gd name="T16" fmla="*/ 88 w 109"/>
                <a:gd name="T17" fmla="*/ 1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9" h="168">
                  <a:moveTo>
                    <a:pt x="88" y="18"/>
                  </a:moveTo>
                  <a:cubicBezTo>
                    <a:pt x="86" y="18"/>
                    <a:pt x="85" y="18"/>
                    <a:pt x="83" y="19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2" y="56"/>
                    <a:pt x="53" y="78"/>
                    <a:pt x="53" y="78"/>
                  </a:cubicBezTo>
                  <a:cubicBezTo>
                    <a:pt x="73" y="88"/>
                    <a:pt x="77" y="120"/>
                    <a:pt x="77" y="120"/>
                  </a:cubicBezTo>
                  <a:cubicBezTo>
                    <a:pt x="78" y="152"/>
                    <a:pt x="91" y="165"/>
                    <a:pt x="107" y="168"/>
                  </a:cubicBezTo>
                  <a:cubicBezTo>
                    <a:pt x="109" y="106"/>
                    <a:pt x="95" y="42"/>
                    <a:pt x="88" y="18"/>
                  </a:cubicBezTo>
                  <a:close/>
                </a:path>
              </a:pathLst>
            </a:custGeom>
            <a:solidFill>
              <a:srgbClr val="016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</a:p>
          </p:txBody>
        </p:sp>
        <p:sp>
          <p:nvSpPr>
            <p:cNvPr id="36" name="iṣlíḋê"/>
            <p:cNvSpPr/>
            <p:nvPr/>
          </p:nvSpPr>
          <p:spPr bwMode="auto">
            <a:xfrm>
              <a:off x="2980728" y="4314323"/>
              <a:ext cx="285213" cy="210021"/>
            </a:xfrm>
            <a:custGeom>
              <a:avLst/>
              <a:gdLst>
                <a:gd name="T0" fmla="*/ 70 w 73"/>
                <a:gd name="T1" fmla="*/ 19 h 54"/>
                <a:gd name="T2" fmla="*/ 55 w 73"/>
                <a:gd name="T3" fmla="*/ 45 h 54"/>
                <a:gd name="T4" fmla="*/ 29 w 73"/>
                <a:gd name="T5" fmla="*/ 51 h 54"/>
                <a:gd name="T6" fmla="*/ 3 w 73"/>
                <a:gd name="T7" fmla="*/ 36 h 54"/>
                <a:gd name="T8" fmla="*/ 18 w 73"/>
                <a:gd name="T9" fmla="*/ 10 h 54"/>
                <a:gd name="T10" fmla="*/ 44 w 73"/>
                <a:gd name="T11" fmla="*/ 3 h 54"/>
                <a:gd name="T12" fmla="*/ 70 w 73"/>
                <a:gd name="T13" fmla="*/ 19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3" h="54">
                  <a:moveTo>
                    <a:pt x="70" y="19"/>
                  </a:moveTo>
                  <a:cubicBezTo>
                    <a:pt x="73" y="30"/>
                    <a:pt x="66" y="42"/>
                    <a:pt x="55" y="45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17" y="54"/>
                    <a:pt x="6" y="47"/>
                    <a:pt x="3" y="36"/>
                  </a:cubicBezTo>
                  <a:cubicBezTo>
                    <a:pt x="0" y="24"/>
                    <a:pt x="7" y="12"/>
                    <a:pt x="18" y="10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56" y="0"/>
                    <a:pt x="67" y="7"/>
                    <a:pt x="70" y="19"/>
                  </a:cubicBezTo>
                  <a:close/>
                </a:path>
              </a:pathLst>
            </a:custGeom>
            <a:solidFill>
              <a:srgbClr val="E6BE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</a:p>
          </p:txBody>
        </p:sp>
        <p:sp>
          <p:nvSpPr>
            <p:cNvPr id="37" name="ïṥlíḑè"/>
            <p:cNvSpPr/>
            <p:nvPr/>
          </p:nvSpPr>
          <p:spPr bwMode="auto">
            <a:xfrm>
              <a:off x="3042956" y="4467300"/>
              <a:ext cx="285213" cy="210021"/>
            </a:xfrm>
            <a:custGeom>
              <a:avLst/>
              <a:gdLst>
                <a:gd name="T0" fmla="*/ 70 w 73"/>
                <a:gd name="T1" fmla="*/ 18 h 54"/>
                <a:gd name="T2" fmla="*/ 55 w 73"/>
                <a:gd name="T3" fmla="*/ 44 h 54"/>
                <a:gd name="T4" fmla="*/ 29 w 73"/>
                <a:gd name="T5" fmla="*/ 51 h 54"/>
                <a:gd name="T6" fmla="*/ 3 w 73"/>
                <a:gd name="T7" fmla="*/ 35 h 54"/>
                <a:gd name="T8" fmla="*/ 19 w 73"/>
                <a:gd name="T9" fmla="*/ 9 h 54"/>
                <a:gd name="T10" fmla="*/ 44 w 73"/>
                <a:gd name="T11" fmla="*/ 3 h 54"/>
                <a:gd name="T12" fmla="*/ 70 w 73"/>
                <a:gd name="T13" fmla="*/ 18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3" h="54">
                  <a:moveTo>
                    <a:pt x="70" y="18"/>
                  </a:moveTo>
                  <a:cubicBezTo>
                    <a:pt x="73" y="30"/>
                    <a:pt x="66" y="42"/>
                    <a:pt x="55" y="44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17" y="54"/>
                    <a:pt x="6" y="47"/>
                    <a:pt x="3" y="35"/>
                  </a:cubicBezTo>
                  <a:cubicBezTo>
                    <a:pt x="0" y="24"/>
                    <a:pt x="7" y="12"/>
                    <a:pt x="19" y="9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56" y="0"/>
                    <a:pt x="67" y="7"/>
                    <a:pt x="70" y="18"/>
                  </a:cubicBezTo>
                  <a:close/>
                </a:path>
              </a:pathLst>
            </a:custGeom>
            <a:solidFill>
              <a:srgbClr val="E6BE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</a:p>
          </p:txBody>
        </p:sp>
        <p:sp>
          <p:nvSpPr>
            <p:cNvPr id="42" name="iṡ1íde"/>
            <p:cNvSpPr/>
            <p:nvPr/>
          </p:nvSpPr>
          <p:spPr bwMode="auto">
            <a:xfrm>
              <a:off x="3063699" y="4633242"/>
              <a:ext cx="282620" cy="212612"/>
            </a:xfrm>
            <a:custGeom>
              <a:avLst/>
              <a:gdLst>
                <a:gd name="T0" fmla="*/ 70 w 73"/>
                <a:gd name="T1" fmla="*/ 18 h 54"/>
                <a:gd name="T2" fmla="*/ 54 w 73"/>
                <a:gd name="T3" fmla="*/ 44 h 54"/>
                <a:gd name="T4" fmla="*/ 29 w 73"/>
                <a:gd name="T5" fmla="*/ 51 h 54"/>
                <a:gd name="T6" fmla="*/ 3 w 73"/>
                <a:gd name="T7" fmla="*/ 35 h 54"/>
                <a:gd name="T8" fmla="*/ 18 w 73"/>
                <a:gd name="T9" fmla="*/ 9 h 54"/>
                <a:gd name="T10" fmla="*/ 44 w 73"/>
                <a:gd name="T11" fmla="*/ 3 h 54"/>
                <a:gd name="T12" fmla="*/ 70 w 73"/>
                <a:gd name="T13" fmla="*/ 18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3" h="54">
                  <a:moveTo>
                    <a:pt x="70" y="18"/>
                  </a:moveTo>
                  <a:cubicBezTo>
                    <a:pt x="73" y="30"/>
                    <a:pt x="66" y="42"/>
                    <a:pt x="54" y="44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17" y="54"/>
                    <a:pt x="6" y="47"/>
                    <a:pt x="3" y="35"/>
                  </a:cubicBezTo>
                  <a:cubicBezTo>
                    <a:pt x="0" y="24"/>
                    <a:pt x="7" y="12"/>
                    <a:pt x="18" y="9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56" y="0"/>
                    <a:pt x="67" y="7"/>
                    <a:pt x="70" y="18"/>
                  </a:cubicBezTo>
                  <a:close/>
                </a:path>
              </a:pathLst>
            </a:custGeom>
            <a:solidFill>
              <a:srgbClr val="E6BE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</a:p>
          </p:txBody>
        </p:sp>
        <p:sp>
          <p:nvSpPr>
            <p:cNvPr id="43" name="ïSḻîḓé"/>
            <p:cNvSpPr/>
            <p:nvPr/>
          </p:nvSpPr>
          <p:spPr bwMode="auto">
            <a:xfrm>
              <a:off x="3071478" y="4801777"/>
              <a:ext cx="285213" cy="210021"/>
            </a:xfrm>
            <a:custGeom>
              <a:avLst/>
              <a:gdLst>
                <a:gd name="T0" fmla="*/ 70 w 73"/>
                <a:gd name="T1" fmla="*/ 19 h 54"/>
                <a:gd name="T2" fmla="*/ 54 w 73"/>
                <a:gd name="T3" fmla="*/ 45 h 54"/>
                <a:gd name="T4" fmla="*/ 29 w 73"/>
                <a:gd name="T5" fmla="*/ 51 h 54"/>
                <a:gd name="T6" fmla="*/ 3 w 73"/>
                <a:gd name="T7" fmla="*/ 36 h 54"/>
                <a:gd name="T8" fmla="*/ 18 w 73"/>
                <a:gd name="T9" fmla="*/ 10 h 54"/>
                <a:gd name="T10" fmla="*/ 44 w 73"/>
                <a:gd name="T11" fmla="*/ 3 h 54"/>
                <a:gd name="T12" fmla="*/ 70 w 73"/>
                <a:gd name="T13" fmla="*/ 19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3" h="54">
                  <a:moveTo>
                    <a:pt x="70" y="19"/>
                  </a:moveTo>
                  <a:cubicBezTo>
                    <a:pt x="73" y="30"/>
                    <a:pt x="66" y="42"/>
                    <a:pt x="54" y="45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17" y="54"/>
                    <a:pt x="6" y="47"/>
                    <a:pt x="3" y="36"/>
                  </a:cubicBezTo>
                  <a:cubicBezTo>
                    <a:pt x="0" y="24"/>
                    <a:pt x="7" y="13"/>
                    <a:pt x="18" y="10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56" y="0"/>
                    <a:pt x="67" y="7"/>
                    <a:pt x="70" y="19"/>
                  </a:cubicBezTo>
                  <a:close/>
                </a:path>
              </a:pathLst>
            </a:custGeom>
            <a:solidFill>
              <a:srgbClr val="E6BE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square" lIns="91440" tIns="45720" rIns="91440" bIns="45720" anchor="ctr">
              <a:normAutofit fontScale="25000" lnSpcReduction="20000"/>
            </a:bodyPr>
            <a:lstStyle/>
            <a:p>
              <a:pPr algn="ctr"/>
            </a:p>
          </p:txBody>
        </p:sp>
        <p:sp>
          <p:nvSpPr>
            <p:cNvPr id="44" name="îşḻïḑê"/>
            <p:cNvSpPr/>
            <p:nvPr/>
          </p:nvSpPr>
          <p:spPr bwMode="auto">
            <a:xfrm>
              <a:off x="2594395" y="4327287"/>
              <a:ext cx="409669" cy="228170"/>
            </a:xfrm>
            <a:custGeom>
              <a:avLst/>
              <a:gdLst>
                <a:gd name="T0" fmla="*/ 19 w 105"/>
                <a:gd name="T1" fmla="*/ 22 h 59"/>
                <a:gd name="T2" fmla="*/ 32 w 105"/>
                <a:gd name="T3" fmla="*/ 10 h 59"/>
                <a:gd name="T4" fmla="*/ 53 w 105"/>
                <a:gd name="T5" fmla="*/ 1 h 59"/>
                <a:gd name="T6" fmla="*/ 83 w 105"/>
                <a:gd name="T7" fmla="*/ 3 h 59"/>
                <a:gd name="T8" fmla="*/ 97 w 105"/>
                <a:gd name="T9" fmla="*/ 3 h 59"/>
                <a:gd name="T10" fmla="*/ 101 w 105"/>
                <a:gd name="T11" fmla="*/ 11 h 59"/>
                <a:gd name="T12" fmla="*/ 57 w 105"/>
                <a:gd name="T13" fmla="*/ 40 h 59"/>
                <a:gd name="T14" fmla="*/ 51 w 105"/>
                <a:gd name="T15" fmla="*/ 59 h 59"/>
                <a:gd name="T16" fmla="*/ 22 w 105"/>
                <a:gd name="T17" fmla="*/ 55 h 59"/>
                <a:gd name="T18" fmla="*/ 0 w 105"/>
                <a:gd name="T19" fmla="*/ 54 h 59"/>
                <a:gd name="T20" fmla="*/ 19 w 105"/>
                <a:gd name="T21" fmla="*/ 2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5" h="59">
                  <a:moveTo>
                    <a:pt x="19" y="22"/>
                  </a:moveTo>
                  <a:cubicBezTo>
                    <a:pt x="32" y="10"/>
                    <a:pt x="32" y="10"/>
                    <a:pt x="32" y="10"/>
                  </a:cubicBezTo>
                  <a:cubicBezTo>
                    <a:pt x="32" y="10"/>
                    <a:pt x="39" y="0"/>
                    <a:pt x="53" y="1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83" y="3"/>
                    <a:pt x="92" y="4"/>
                    <a:pt x="97" y="3"/>
                  </a:cubicBezTo>
                  <a:cubicBezTo>
                    <a:pt x="97" y="3"/>
                    <a:pt x="105" y="5"/>
                    <a:pt x="101" y="11"/>
                  </a:cubicBezTo>
                  <a:cubicBezTo>
                    <a:pt x="101" y="11"/>
                    <a:pt x="100" y="38"/>
                    <a:pt x="57" y="40"/>
                  </a:cubicBezTo>
                  <a:cubicBezTo>
                    <a:pt x="57" y="40"/>
                    <a:pt x="53" y="48"/>
                    <a:pt x="51" y="59"/>
                  </a:cubicBezTo>
                  <a:cubicBezTo>
                    <a:pt x="22" y="55"/>
                    <a:pt x="22" y="55"/>
                    <a:pt x="22" y="55"/>
                  </a:cubicBezTo>
                  <a:cubicBezTo>
                    <a:pt x="0" y="54"/>
                    <a:pt x="0" y="54"/>
                    <a:pt x="0" y="54"/>
                  </a:cubicBezTo>
                  <a:lnTo>
                    <a:pt x="19" y="22"/>
                  </a:lnTo>
                  <a:close/>
                </a:path>
              </a:pathLst>
            </a:custGeom>
            <a:solidFill>
              <a:srgbClr val="E6BE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square" lIns="91440" tIns="45720" rIns="91440" bIns="45720" anchor="ctr">
              <a:normAutofit fontScale="32500" lnSpcReduction="20000"/>
            </a:bodyPr>
            <a:lstStyle/>
            <a:p>
              <a:pPr algn="ctr"/>
            </a:p>
          </p:txBody>
        </p:sp>
      </p:grpSp>
      <p:sp>
        <p:nvSpPr>
          <p:cNvPr id="45" name="iSľîḍé"/>
          <p:cNvSpPr txBox="1"/>
          <p:nvPr/>
        </p:nvSpPr>
        <p:spPr>
          <a:xfrm>
            <a:off x="3943947" y="2037975"/>
            <a:ext cx="4441788" cy="773527"/>
          </a:xfrm>
          <a:prstGeom prst="rect">
            <a:avLst/>
          </a:prstGeom>
          <a:noFill/>
        </p:spPr>
        <p:txBody>
          <a:bodyPr wrap="square" lIns="91440" tIns="45720" rIns="91440" bIns="4572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的结构 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6" name="îšḷídê"/>
          <p:cNvSpPr txBox="1"/>
          <p:nvPr/>
        </p:nvSpPr>
        <p:spPr>
          <a:xfrm>
            <a:off x="2686447" y="2046099"/>
            <a:ext cx="1257495" cy="558605"/>
          </a:xfrm>
          <a:prstGeom prst="roundRect">
            <a:avLst/>
          </a:prstGeom>
          <a:solidFill>
            <a:schemeClr val="accent1"/>
          </a:solidFill>
        </p:spPr>
        <p:txBody>
          <a:bodyPr wrap="square" lIns="91440" tIns="45720" rIns="91440" bIns="45720" anchor="ctr">
            <a:normAutofit fontScale="925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r>
              <a:rPr lang="en-US" altLang="zh-CN" sz="3200" b="1" dirty="0">
                <a:solidFill>
                  <a:schemeClr val="bg1"/>
                </a:solidFill>
              </a:rPr>
              <a:t>01.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sp>
        <p:nvSpPr>
          <p:cNvPr id="47" name="iṡḻîḑè"/>
          <p:cNvSpPr txBox="1"/>
          <p:nvPr/>
        </p:nvSpPr>
        <p:spPr>
          <a:xfrm>
            <a:off x="3940466" y="3009702"/>
            <a:ext cx="4617595" cy="574850"/>
          </a:xfrm>
          <a:prstGeom prst="rect">
            <a:avLst/>
          </a:prstGeom>
          <a:noFill/>
        </p:spPr>
        <p:txBody>
          <a:bodyPr wrap="square" lIns="91440" tIns="45720" rIns="91440" bIns="4572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的工作方式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8" name="ïšḻîďê"/>
          <p:cNvSpPr txBox="1"/>
          <p:nvPr/>
        </p:nvSpPr>
        <p:spPr>
          <a:xfrm>
            <a:off x="2686447" y="3002057"/>
            <a:ext cx="1257495" cy="558605"/>
          </a:xfrm>
          <a:prstGeom prst="roundRect">
            <a:avLst/>
          </a:prstGeom>
          <a:solidFill>
            <a:schemeClr val="accent2"/>
          </a:solidFill>
        </p:spPr>
        <p:txBody>
          <a:bodyPr wrap="square" lIns="91440" tIns="45720" rIns="91440" bIns="45720" anchor="ctr">
            <a:normAutofit fontScale="925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r>
              <a:rPr lang="en-US" altLang="zh-CN" sz="3200" b="1" dirty="0">
                <a:solidFill>
                  <a:schemeClr val="bg1"/>
                </a:solidFill>
              </a:rPr>
              <a:t>02.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sp>
        <p:nvSpPr>
          <p:cNvPr id="49" name="îṩļiḑé"/>
          <p:cNvSpPr txBox="1"/>
          <p:nvPr/>
        </p:nvSpPr>
        <p:spPr>
          <a:xfrm>
            <a:off x="3943946" y="3790870"/>
            <a:ext cx="5098454" cy="1051103"/>
          </a:xfrm>
          <a:prstGeom prst="rect">
            <a:avLst/>
          </a:prstGeom>
          <a:noFill/>
        </p:spPr>
        <p:txBody>
          <a:bodyPr wrap="square" lIns="91440" tIns="45720" rIns="91440" bIns="4572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的初始化命令字和初始化流程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0" name="iṣlïḑè"/>
          <p:cNvSpPr txBox="1"/>
          <p:nvPr/>
        </p:nvSpPr>
        <p:spPr>
          <a:xfrm>
            <a:off x="2686447" y="3958017"/>
            <a:ext cx="1257495" cy="558605"/>
          </a:xfrm>
          <a:prstGeom prst="roundRect">
            <a:avLst/>
          </a:prstGeom>
          <a:solidFill>
            <a:schemeClr val="accent1"/>
          </a:solidFill>
        </p:spPr>
        <p:txBody>
          <a:bodyPr wrap="square" lIns="91440" tIns="45720" rIns="91440" bIns="45720" anchor="ctr">
            <a:normAutofit fontScale="925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r>
              <a:rPr lang="en-US" altLang="zh-CN" sz="3200" b="1" dirty="0">
                <a:solidFill>
                  <a:schemeClr val="bg1"/>
                </a:solidFill>
              </a:rPr>
              <a:t>03.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sp>
        <p:nvSpPr>
          <p:cNvPr id="51" name="ïsľiḑé"/>
          <p:cNvSpPr txBox="1"/>
          <p:nvPr/>
        </p:nvSpPr>
        <p:spPr>
          <a:xfrm>
            <a:off x="3943947" y="4739663"/>
            <a:ext cx="4441788" cy="1217290"/>
          </a:xfrm>
          <a:prstGeom prst="rect">
            <a:avLst/>
          </a:prstGeom>
          <a:noFill/>
        </p:spPr>
        <p:txBody>
          <a:bodyPr wrap="square" lIns="91440" tIns="45720" rIns="91440" bIns="4572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just">
              <a:spcAft>
                <a:spcPct val="20000"/>
              </a:spcAft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的操作命令字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2" name="íṧḻïḑè"/>
          <p:cNvSpPr txBox="1"/>
          <p:nvPr/>
        </p:nvSpPr>
        <p:spPr>
          <a:xfrm>
            <a:off x="2686447" y="4913974"/>
            <a:ext cx="1257495" cy="558605"/>
          </a:xfrm>
          <a:prstGeom prst="roundRect">
            <a:avLst/>
          </a:prstGeom>
          <a:solidFill>
            <a:schemeClr val="accent2"/>
          </a:solidFill>
        </p:spPr>
        <p:txBody>
          <a:bodyPr wrap="square" lIns="91440" tIns="45720" rIns="91440" bIns="45720" anchor="ctr">
            <a:normAutofit fontScale="925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r>
              <a:rPr lang="en-US" altLang="zh-CN" sz="3200" b="1" dirty="0">
                <a:solidFill>
                  <a:schemeClr val="bg1"/>
                </a:solidFill>
              </a:rPr>
              <a:t>04.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sp>
        <p:nvSpPr>
          <p:cNvPr id="53" name="iṡḻîdê"/>
          <p:cNvSpPr txBox="1"/>
          <p:nvPr/>
        </p:nvSpPr>
        <p:spPr>
          <a:xfrm>
            <a:off x="3943946" y="5861808"/>
            <a:ext cx="5112895" cy="741181"/>
          </a:xfrm>
          <a:prstGeom prst="rect">
            <a:avLst/>
          </a:prstGeom>
          <a:noFill/>
        </p:spPr>
        <p:txBody>
          <a:bodyPr wrap="square" lIns="91440" tIns="45720" rIns="91440" bIns="4572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just">
              <a:spcAft>
                <a:spcPct val="20000"/>
              </a:spcAft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的中断举例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4" name="iṥľïďe"/>
          <p:cNvSpPr txBox="1"/>
          <p:nvPr/>
        </p:nvSpPr>
        <p:spPr>
          <a:xfrm>
            <a:off x="2686447" y="5869932"/>
            <a:ext cx="1257495" cy="558605"/>
          </a:xfrm>
          <a:prstGeom prst="roundRect">
            <a:avLst/>
          </a:prstGeom>
          <a:solidFill>
            <a:schemeClr val="accent1"/>
          </a:solidFill>
        </p:spPr>
        <p:txBody>
          <a:bodyPr wrap="square" lIns="91440" tIns="45720" rIns="91440" bIns="45720" anchor="ctr">
            <a:normAutofit fontScale="925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r>
              <a:rPr lang="en-US" altLang="zh-CN" sz="3200" b="1" dirty="0">
                <a:solidFill>
                  <a:schemeClr val="bg1"/>
                </a:solidFill>
              </a:rPr>
              <a:t>05.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cxnSp>
        <p:nvCxnSpPr>
          <p:cNvPr id="55" name="直接连接符 54"/>
          <p:cNvCxnSpPr/>
          <p:nvPr/>
        </p:nvCxnSpPr>
        <p:spPr>
          <a:xfrm>
            <a:off x="4023177" y="2803382"/>
            <a:ext cx="4362555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>
            <a:off x="4023177" y="3759340"/>
            <a:ext cx="4362555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>
            <a:off x="4023177" y="4715297"/>
            <a:ext cx="4362555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>
            <a:off x="4023177" y="5671255"/>
            <a:ext cx="4362555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ight-arrowheads_44810"/>
          <p:cNvSpPr>
            <a:spLocks noChangeAspect="1"/>
          </p:cNvSpPr>
          <p:nvPr/>
        </p:nvSpPr>
        <p:spPr bwMode="auto">
          <a:xfrm>
            <a:off x="152015" y="929658"/>
            <a:ext cx="411251" cy="316320"/>
          </a:xfrm>
          <a:custGeom>
            <a:avLst/>
            <a:gdLst>
              <a:gd name="T0" fmla="*/ 59 w 415"/>
              <a:gd name="T1" fmla="*/ 406 h 406"/>
              <a:gd name="T2" fmla="*/ 25 w 415"/>
              <a:gd name="T3" fmla="*/ 394 h 406"/>
              <a:gd name="T4" fmla="*/ 19 w 415"/>
              <a:gd name="T5" fmla="*/ 318 h 406"/>
              <a:gd name="T6" fmla="*/ 114 w 415"/>
              <a:gd name="T7" fmla="*/ 206 h 406"/>
              <a:gd name="T8" fmla="*/ 19 w 415"/>
              <a:gd name="T9" fmla="*/ 94 h 406"/>
              <a:gd name="T10" fmla="*/ 25 w 415"/>
              <a:gd name="T11" fmla="*/ 19 h 406"/>
              <a:gd name="T12" fmla="*/ 100 w 415"/>
              <a:gd name="T13" fmla="*/ 25 h 406"/>
              <a:gd name="T14" fmla="*/ 225 w 415"/>
              <a:gd name="T15" fmla="*/ 172 h 406"/>
              <a:gd name="T16" fmla="*/ 225 w 415"/>
              <a:gd name="T17" fmla="*/ 241 h 406"/>
              <a:gd name="T18" fmla="*/ 100 w 415"/>
              <a:gd name="T19" fmla="*/ 388 h 406"/>
              <a:gd name="T20" fmla="*/ 59 w 415"/>
              <a:gd name="T21" fmla="*/ 406 h 406"/>
              <a:gd name="T22" fmla="*/ 273 w 415"/>
              <a:gd name="T23" fmla="*/ 388 h 406"/>
              <a:gd name="T24" fmla="*/ 398 w 415"/>
              <a:gd name="T25" fmla="*/ 241 h 406"/>
              <a:gd name="T26" fmla="*/ 398 w 415"/>
              <a:gd name="T27" fmla="*/ 172 h 406"/>
              <a:gd name="T28" fmla="*/ 273 w 415"/>
              <a:gd name="T29" fmla="*/ 25 h 406"/>
              <a:gd name="T30" fmla="*/ 198 w 415"/>
              <a:gd name="T31" fmla="*/ 19 h 406"/>
              <a:gd name="T32" fmla="*/ 192 w 415"/>
              <a:gd name="T33" fmla="*/ 94 h 406"/>
              <a:gd name="T34" fmla="*/ 287 w 415"/>
              <a:gd name="T35" fmla="*/ 206 h 406"/>
              <a:gd name="T36" fmla="*/ 192 w 415"/>
              <a:gd name="T37" fmla="*/ 318 h 406"/>
              <a:gd name="T38" fmla="*/ 198 w 415"/>
              <a:gd name="T39" fmla="*/ 394 h 406"/>
              <a:gd name="T40" fmla="*/ 232 w 415"/>
              <a:gd name="T41" fmla="*/ 406 h 406"/>
              <a:gd name="T42" fmla="*/ 273 w 415"/>
              <a:gd name="T43" fmla="*/ 388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5" h="406">
                <a:moveTo>
                  <a:pt x="59" y="406"/>
                </a:moveTo>
                <a:cubicBezTo>
                  <a:pt x="47" y="406"/>
                  <a:pt x="35" y="402"/>
                  <a:pt x="25" y="394"/>
                </a:cubicBezTo>
                <a:cubicBezTo>
                  <a:pt x="2" y="375"/>
                  <a:pt x="0" y="341"/>
                  <a:pt x="19" y="318"/>
                </a:cubicBezTo>
                <a:lnTo>
                  <a:pt x="114" y="206"/>
                </a:lnTo>
                <a:lnTo>
                  <a:pt x="19" y="94"/>
                </a:lnTo>
                <a:cubicBezTo>
                  <a:pt x="0" y="71"/>
                  <a:pt x="2" y="38"/>
                  <a:pt x="25" y="19"/>
                </a:cubicBezTo>
                <a:cubicBezTo>
                  <a:pt x="47" y="0"/>
                  <a:pt x="81" y="2"/>
                  <a:pt x="100" y="25"/>
                </a:cubicBezTo>
                <a:lnTo>
                  <a:pt x="225" y="172"/>
                </a:lnTo>
                <a:cubicBezTo>
                  <a:pt x="242" y="192"/>
                  <a:pt x="242" y="221"/>
                  <a:pt x="225" y="241"/>
                </a:cubicBezTo>
                <a:lnTo>
                  <a:pt x="100" y="388"/>
                </a:lnTo>
                <a:cubicBezTo>
                  <a:pt x="89" y="400"/>
                  <a:pt x="74" y="406"/>
                  <a:pt x="59" y="406"/>
                </a:cubicBezTo>
                <a:close/>
                <a:moveTo>
                  <a:pt x="273" y="388"/>
                </a:moveTo>
                <a:lnTo>
                  <a:pt x="398" y="241"/>
                </a:lnTo>
                <a:cubicBezTo>
                  <a:pt x="415" y="221"/>
                  <a:pt x="415" y="192"/>
                  <a:pt x="398" y="172"/>
                </a:cubicBezTo>
                <a:lnTo>
                  <a:pt x="273" y="25"/>
                </a:lnTo>
                <a:cubicBezTo>
                  <a:pt x="254" y="2"/>
                  <a:pt x="220" y="0"/>
                  <a:pt x="198" y="19"/>
                </a:cubicBezTo>
                <a:cubicBezTo>
                  <a:pt x="175" y="38"/>
                  <a:pt x="173" y="71"/>
                  <a:pt x="192" y="94"/>
                </a:cubicBezTo>
                <a:lnTo>
                  <a:pt x="287" y="206"/>
                </a:lnTo>
                <a:lnTo>
                  <a:pt x="192" y="318"/>
                </a:lnTo>
                <a:cubicBezTo>
                  <a:pt x="173" y="341"/>
                  <a:pt x="175" y="375"/>
                  <a:pt x="198" y="394"/>
                </a:cubicBezTo>
                <a:cubicBezTo>
                  <a:pt x="208" y="402"/>
                  <a:pt x="220" y="406"/>
                  <a:pt x="232" y="406"/>
                </a:cubicBezTo>
                <a:cubicBezTo>
                  <a:pt x="247" y="406"/>
                  <a:pt x="262" y="400"/>
                  <a:pt x="273" y="3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4" name="矩形 63"/>
          <p:cNvSpPr/>
          <p:nvPr/>
        </p:nvSpPr>
        <p:spPr>
          <a:xfrm>
            <a:off x="584781" y="858016"/>
            <a:ext cx="7429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主要内容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9" name="ïšḻïdê"/>
          <p:cNvSpPr txBox="1"/>
          <p:nvPr/>
        </p:nvSpPr>
        <p:spPr bwMode="auto">
          <a:xfrm>
            <a:off x="-1" y="162085"/>
            <a:ext cx="828190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6.5 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可编程中断控制器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 </a:t>
            </a:r>
            <a:endParaRPr lang="zh-CN" altLang="en-US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63" name="right-arrowheads_44810"/>
          <p:cNvSpPr>
            <a:spLocks noChangeAspect="1"/>
          </p:cNvSpPr>
          <p:nvPr/>
        </p:nvSpPr>
        <p:spPr bwMode="auto">
          <a:xfrm>
            <a:off x="152015" y="929658"/>
            <a:ext cx="411251" cy="316320"/>
          </a:xfrm>
          <a:custGeom>
            <a:avLst/>
            <a:gdLst>
              <a:gd name="T0" fmla="*/ 59 w 415"/>
              <a:gd name="T1" fmla="*/ 406 h 406"/>
              <a:gd name="T2" fmla="*/ 25 w 415"/>
              <a:gd name="T3" fmla="*/ 394 h 406"/>
              <a:gd name="T4" fmla="*/ 19 w 415"/>
              <a:gd name="T5" fmla="*/ 318 h 406"/>
              <a:gd name="T6" fmla="*/ 114 w 415"/>
              <a:gd name="T7" fmla="*/ 206 h 406"/>
              <a:gd name="T8" fmla="*/ 19 w 415"/>
              <a:gd name="T9" fmla="*/ 94 h 406"/>
              <a:gd name="T10" fmla="*/ 25 w 415"/>
              <a:gd name="T11" fmla="*/ 19 h 406"/>
              <a:gd name="T12" fmla="*/ 100 w 415"/>
              <a:gd name="T13" fmla="*/ 25 h 406"/>
              <a:gd name="T14" fmla="*/ 225 w 415"/>
              <a:gd name="T15" fmla="*/ 172 h 406"/>
              <a:gd name="T16" fmla="*/ 225 w 415"/>
              <a:gd name="T17" fmla="*/ 241 h 406"/>
              <a:gd name="T18" fmla="*/ 100 w 415"/>
              <a:gd name="T19" fmla="*/ 388 h 406"/>
              <a:gd name="T20" fmla="*/ 59 w 415"/>
              <a:gd name="T21" fmla="*/ 406 h 406"/>
              <a:gd name="T22" fmla="*/ 273 w 415"/>
              <a:gd name="T23" fmla="*/ 388 h 406"/>
              <a:gd name="T24" fmla="*/ 398 w 415"/>
              <a:gd name="T25" fmla="*/ 241 h 406"/>
              <a:gd name="T26" fmla="*/ 398 w 415"/>
              <a:gd name="T27" fmla="*/ 172 h 406"/>
              <a:gd name="T28" fmla="*/ 273 w 415"/>
              <a:gd name="T29" fmla="*/ 25 h 406"/>
              <a:gd name="T30" fmla="*/ 198 w 415"/>
              <a:gd name="T31" fmla="*/ 19 h 406"/>
              <a:gd name="T32" fmla="*/ 192 w 415"/>
              <a:gd name="T33" fmla="*/ 94 h 406"/>
              <a:gd name="T34" fmla="*/ 287 w 415"/>
              <a:gd name="T35" fmla="*/ 206 h 406"/>
              <a:gd name="T36" fmla="*/ 192 w 415"/>
              <a:gd name="T37" fmla="*/ 318 h 406"/>
              <a:gd name="T38" fmla="*/ 198 w 415"/>
              <a:gd name="T39" fmla="*/ 394 h 406"/>
              <a:gd name="T40" fmla="*/ 232 w 415"/>
              <a:gd name="T41" fmla="*/ 406 h 406"/>
              <a:gd name="T42" fmla="*/ 273 w 415"/>
              <a:gd name="T43" fmla="*/ 388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5" h="406">
                <a:moveTo>
                  <a:pt x="59" y="406"/>
                </a:moveTo>
                <a:cubicBezTo>
                  <a:pt x="47" y="406"/>
                  <a:pt x="35" y="402"/>
                  <a:pt x="25" y="394"/>
                </a:cubicBezTo>
                <a:cubicBezTo>
                  <a:pt x="2" y="375"/>
                  <a:pt x="0" y="341"/>
                  <a:pt x="19" y="318"/>
                </a:cubicBezTo>
                <a:lnTo>
                  <a:pt x="114" y="206"/>
                </a:lnTo>
                <a:lnTo>
                  <a:pt x="19" y="94"/>
                </a:lnTo>
                <a:cubicBezTo>
                  <a:pt x="0" y="71"/>
                  <a:pt x="2" y="38"/>
                  <a:pt x="25" y="19"/>
                </a:cubicBezTo>
                <a:cubicBezTo>
                  <a:pt x="47" y="0"/>
                  <a:pt x="81" y="2"/>
                  <a:pt x="100" y="25"/>
                </a:cubicBezTo>
                <a:lnTo>
                  <a:pt x="225" y="172"/>
                </a:lnTo>
                <a:cubicBezTo>
                  <a:pt x="242" y="192"/>
                  <a:pt x="242" y="221"/>
                  <a:pt x="225" y="241"/>
                </a:cubicBezTo>
                <a:lnTo>
                  <a:pt x="100" y="388"/>
                </a:lnTo>
                <a:cubicBezTo>
                  <a:pt x="89" y="400"/>
                  <a:pt x="74" y="406"/>
                  <a:pt x="59" y="406"/>
                </a:cubicBezTo>
                <a:close/>
                <a:moveTo>
                  <a:pt x="273" y="388"/>
                </a:moveTo>
                <a:lnTo>
                  <a:pt x="398" y="241"/>
                </a:lnTo>
                <a:cubicBezTo>
                  <a:pt x="415" y="221"/>
                  <a:pt x="415" y="192"/>
                  <a:pt x="398" y="172"/>
                </a:cubicBezTo>
                <a:lnTo>
                  <a:pt x="273" y="25"/>
                </a:lnTo>
                <a:cubicBezTo>
                  <a:pt x="254" y="2"/>
                  <a:pt x="220" y="0"/>
                  <a:pt x="198" y="19"/>
                </a:cubicBezTo>
                <a:cubicBezTo>
                  <a:pt x="175" y="38"/>
                  <a:pt x="173" y="71"/>
                  <a:pt x="192" y="94"/>
                </a:cubicBezTo>
                <a:lnTo>
                  <a:pt x="287" y="206"/>
                </a:lnTo>
                <a:lnTo>
                  <a:pt x="192" y="318"/>
                </a:lnTo>
                <a:cubicBezTo>
                  <a:pt x="173" y="341"/>
                  <a:pt x="175" y="375"/>
                  <a:pt x="198" y="394"/>
                </a:cubicBezTo>
                <a:cubicBezTo>
                  <a:pt x="208" y="402"/>
                  <a:pt x="220" y="406"/>
                  <a:pt x="232" y="406"/>
                </a:cubicBezTo>
                <a:cubicBezTo>
                  <a:pt x="247" y="406"/>
                  <a:pt x="262" y="400"/>
                  <a:pt x="273" y="3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4" name="矩形 63"/>
          <p:cNvSpPr/>
          <p:nvPr/>
        </p:nvSpPr>
        <p:spPr>
          <a:xfrm>
            <a:off x="584781" y="858016"/>
            <a:ext cx="7429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8259A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的结构 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cxnSp>
        <p:nvCxnSpPr>
          <p:cNvPr id="8" name="MH_Other_1"/>
          <p:cNvCxnSpPr/>
          <p:nvPr>
            <p:custDataLst>
              <p:tags r:id="rId2"/>
            </p:custDataLst>
          </p:nvPr>
        </p:nvCxnSpPr>
        <p:spPr>
          <a:xfrm flipH="1">
            <a:off x="4115921" y="2494411"/>
            <a:ext cx="0" cy="3587750"/>
          </a:xfrm>
          <a:prstGeom prst="line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MH_Other_2"/>
          <p:cNvSpPr/>
          <p:nvPr>
            <p:custDataLst>
              <p:tags r:id="rId3"/>
            </p:custDataLst>
          </p:nvPr>
        </p:nvSpPr>
        <p:spPr>
          <a:xfrm>
            <a:off x="1514009" y="3286573"/>
            <a:ext cx="2003425" cy="2003425"/>
          </a:xfrm>
          <a:prstGeom prst="ellipse">
            <a:avLst/>
          </a:prstGeom>
          <a:solidFill>
            <a:srgbClr val="FFFFFF"/>
          </a:solidFill>
          <a:ln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MH_Title_1"/>
          <p:cNvSpPr/>
          <p:nvPr>
            <p:custDataLst>
              <p:tags r:id="rId4"/>
            </p:custDataLst>
          </p:nvPr>
        </p:nvSpPr>
        <p:spPr>
          <a:xfrm>
            <a:off x="1714034" y="3486598"/>
            <a:ext cx="1603375" cy="16033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>
              <a:defRPr/>
            </a:pPr>
            <a:r>
              <a:rPr lang="zh-CN" altLang="en-US" sz="3200" b="1" dirty="0">
                <a:solidFill>
                  <a:srgbClr val="FFFF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主要功能 </a:t>
            </a:r>
            <a:endParaRPr lang="zh-CN" altLang="en-US" sz="3200" b="1" dirty="0">
              <a:solidFill>
                <a:srgbClr val="FFFF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" name="MH_SubTitle_1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641384" y="2786511"/>
            <a:ext cx="4206400" cy="8324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记录各级中断源的中断请求。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MH_Other_3"/>
          <p:cNvSpPr/>
          <p:nvPr>
            <p:custDataLst>
              <p:tags r:id="rId6"/>
            </p:custDataLst>
          </p:nvPr>
        </p:nvSpPr>
        <p:spPr>
          <a:xfrm>
            <a:off x="3885734" y="3007173"/>
            <a:ext cx="452437" cy="452438"/>
          </a:xfrm>
          <a:prstGeom prst="ellipse">
            <a:avLst/>
          </a:prstGeom>
          <a:solidFill>
            <a:srgbClr val="FFFFFF"/>
          </a:solidFill>
          <a:ln>
            <a:solidFill>
              <a:schemeClr val="accent2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3" name="MH_Other_4"/>
          <p:cNvSpPr/>
          <p:nvPr>
            <p:custDataLst>
              <p:tags r:id="rId7"/>
            </p:custDataLst>
          </p:nvPr>
        </p:nvSpPr>
        <p:spPr>
          <a:xfrm>
            <a:off x="3971459" y="3092898"/>
            <a:ext cx="280987" cy="28098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 fontScale="85000" lnSpcReduction="20000"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MH_SubTitle_2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4641384" y="3818386"/>
            <a:ext cx="4415456" cy="8324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判优，确定是否响应中断请求，找出优先的中断请求并响应。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MH_Other_5"/>
          <p:cNvSpPr/>
          <p:nvPr>
            <p:custDataLst>
              <p:tags r:id="rId9"/>
            </p:custDataLst>
          </p:nvPr>
        </p:nvSpPr>
        <p:spPr>
          <a:xfrm>
            <a:off x="3885734" y="4039048"/>
            <a:ext cx="452437" cy="452438"/>
          </a:xfrm>
          <a:prstGeom prst="ellipse">
            <a:avLst/>
          </a:prstGeom>
          <a:solidFill>
            <a:srgbClr val="FFFFFF"/>
          </a:solidFill>
          <a:ln>
            <a:solidFill>
              <a:schemeClr val="accent3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MH_Other_6"/>
          <p:cNvSpPr/>
          <p:nvPr>
            <p:custDataLst>
              <p:tags r:id="rId10"/>
            </p:custDataLst>
          </p:nvPr>
        </p:nvSpPr>
        <p:spPr>
          <a:xfrm>
            <a:off x="3971459" y="4124773"/>
            <a:ext cx="280987" cy="2809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 fontScale="85000" lnSpcReduction="20000"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" name="MH_SubTitle_3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4641384" y="4991238"/>
            <a:ext cx="4140946" cy="798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响应中断时向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发送中断类型号。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" name="MH_Other_7"/>
          <p:cNvSpPr/>
          <p:nvPr>
            <p:custDataLst>
              <p:tags r:id="rId12"/>
            </p:custDataLst>
          </p:nvPr>
        </p:nvSpPr>
        <p:spPr>
          <a:xfrm>
            <a:off x="3885734" y="5070923"/>
            <a:ext cx="452437" cy="452438"/>
          </a:xfrm>
          <a:prstGeom prst="ellipse">
            <a:avLst/>
          </a:prstGeom>
          <a:solidFill>
            <a:srgbClr val="FFFFFF"/>
          </a:solidFill>
          <a:ln>
            <a:solidFill>
              <a:schemeClr val="accent4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" name="MH_Other_8"/>
          <p:cNvSpPr/>
          <p:nvPr>
            <p:custDataLst>
              <p:tags r:id="rId13"/>
            </p:custDataLst>
          </p:nvPr>
        </p:nvSpPr>
        <p:spPr>
          <a:xfrm>
            <a:off x="3971459" y="5156648"/>
            <a:ext cx="280987" cy="28098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 fontScale="85000" lnSpcReduction="20000"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10011" y="1483619"/>
            <a:ext cx="7571890" cy="461665"/>
          </a:xfrm>
          <a:prstGeom prst="rect">
            <a:avLst/>
          </a:prstGeom>
          <a:noFill/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kern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400" b="1" kern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主要特性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9" name="ïšḻïdê"/>
          <p:cNvSpPr txBox="1"/>
          <p:nvPr/>
        </p:nvSpPr>
        <p:spPr bwMode="auto">
          <a:xfrm>
            <a:off x="-1" y="162085"/>
            <a:ext cx="828190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6.5 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可编程中断控制器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 </a:t>
            </a:r>
            <a:endParaRPr lang="zh-CN" altLang="en-US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63" name="right-arrowheads_44810"/>
          <p:cNvSpPr>
            <a:spLocks noChangeAspect="1"/>
          </p:cNvSpPr>
          <p:nvPr/>
        </p:nvSpPr>
        <p:spPr bwMode="auto">
          <a:xfrm>
            <a:off x="152015" y="929658"/>
            <a:ext cx="411251" cy="316320"/>
          </a:xfrm>
          <a:custGeom>
            <a:avLst/>
            <a:gdLst>
              <a:gd name="T0" fmla="*/ 59 w 415"/>
              <a:gd name="T1" fmla="*/ 406 h 406"/>
              <a:gd name="T2" fmla="*/ 25 w 415"/>
              <a:gd name="T3" fmla="*/ 394 h 406"/>
              <a:gd name="T4" fmla="*/ 19 w 415"/>
              <a:gd name="T5" fmla="*/ 318 h 406"/>
              <a:gd name="T6" fmla="*/ 114 w 415"/>
              <a:gd name="T7" fmla="*/ 206 h 406"/>
              <a:gd name="T8" fmla="*/ 19 w 415"/>
              <a:gd name="T9" fmla="*/ 94 h 406"/>
              <a:gd name="T10" fmla="*/ 25 w 415"/>
              <a:gd name="T11" fmla="*/ 19 h 406"/>
              <a:gd name="T12" fmla="*/ 100 w 415"/>
              <a:gd name="T13" fmla="*/ 25 h 406"/>
              <a:gd name="T14" fmla="*/ 225 w 415"/>
              <a:gd name="T15" fmla="*/ 172 h 406"/>
              <a:gd name="T16" fmla="*/ 225 w 415"/>
              <a:gd name="T17" fmla="*/ 241 h 406"/>
              <a:gd name="T18" fmla="*/ 100 w 415"/>
              <a:gd name="T19" fmla="*/ 388 h 406"/>
              <a:gd name="T20" fmla="*/ 59 w 415"/>
              <a:gd name="T21" fmla="*/ 406 h 406"/>
              <a:gd name="T22" fmla="*/ 273 w 415"/>
              <a:gd name="T23" fmla="*/ 388 h 406"/>
              <a:gd name="T24" fmla="*/ 398 w 415"/>
              <a:gd name="T25" fmla="*/ 241 h 406"/>
              <a:gd name="T26" fmla="*/ 398 w 415"/>
              <a:gd name="T27" fmla="*/ 172 h 406"/>
              <a:gd name="T28" fmla="*/ 273 w 415"/>
              <a:gd name="T29" fmla="*/ 25 h 406"/>
              <a:gd name="T30" fmla="*/ 198 w 415"/>
              <a:gd name="T31" fmla="*/ 19 h 406"/>
              <a:gd name="T32" fmla="*/ 192 w 415"/>
              <a:gd name="T33" fmla="*/ 94 h 406"/>
              <a:gd name="T34" fmla="*/ 287 w 415"/>
              <a:gd name="T35" fmla="*/ 206 h 406"/>
              <a:gd name="T36" fmla="*/ 192 w 415"/>
              <a:gd name="T37" fmla="*/ 318 h 406"/>
              <a:gd name="T38" fmla="*/ 198 w 415"/>
              <a:gd name="T39" fmla="*/ 394 h 406"/>
              <a:gd name="T40" fmla="*/ 232 w 415"/>
              <a:gd name="T41" fmla="*/ 406 h 406"/>
              <a:gd name="T42" fmla="*/ 273 w 415"/>
              <a:gd name="T43" fmla="*/ 388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5" h="406">
                <a:moveTo>
                  <a:pt x="59" y="406"/>
                </a:moveTo>
                <a:cubicBezTo>
                  <a:pt x="47" y="406"/>
                  <a:pt x="35" y="402"/>
                  <a:pt x="25" y="394"/>
                </a:cubicBezTo>
                <a:cubicBezTo>
                  <a:pt x="2" y="375"/>
                  <a:pt x="0" y="341"/>
                  <a:pt x="19" y="318"/>
                </a:cubicBezTo>
                <a:lnTo>
                  <a:pt x="114" y="206"/>
                </a:lnTo>
                <a:lnTo>
                  <a:pt x="19" y="94"/>
                </a:lnTo>
                <a:cubicBezTo>
                  <a:pt x="0" y="71"/>
                  <a:pt x="2" y="38"/>
                  <a:pt x="25" y="19"/>
                </a:cubicBezTo>
                <a:cubicBezTo>
                  <a:pt x="47" y="0"/>
                  <a:pt x="81" y="2"/>
                  <a:pt x="100" y="25"/>
                </a:cubicBezTo>
                <a:lnTo>
                  <a:pt x="225" y="172"/>
                </a:lnTo>
                <a:cubicBezTo>
                  <a:pt x="242" y="192"/>
                  <a:pt x="242" y="221"/>
                  <a:pt x="225" y="241"/>
                </a:cubicBezTo>
                <a:lnTo>
                  <a:pt x="100" y="388"/>
                </a:lnTo>
                <a:cubicBezTo>
                  <a:pt x="89" y="400"/>
                  <a:pt x="74" y="406"/>
                  <a:pt x="59" y="406"/>
                </a:cubicBezTo>
                <a:close/>
                <a:moveTo>
                  <a:pt x="273" y="388"/>
                </a:moveTo>
                <a:lnTo>
                  <a:pt x="398" y="241"/>
                </a:lnTo>
                <a:cubicBezTo>
                  <a:pt x="415" y="221"/>
                  <a:pt x="415" y="192"/>
                  <a:pt x="398" y="172"/>
                </a:cubicBezTo>
                <a:lnTo>
                  <a:pt x="273" y="25"/>
                </a:lnTo>
                <a:cubicBezTo>
                  <a:pt x="254" y="2"/>
                  <a:pt x="220" y="0"/>
                  <a:pt x="198" y="19"/>
                </a:cubicBezTo>
                <a:cubicBezTo>
                  <a:pt x="175" y="38"/>
                  <a:pt x="173" y="71"/>
                  <a:pt x="192" y="94"/>
                </a:cubicBezTo>
                <a:lnTo>
                  <a:pt x="287" y="206"/>
                </a:lnTo>
                <a:lnTo>
                  <a:pt x="192" y="318"/>
                </a:lnTo>
                <a:cubicBezTo>
                  <a:pt x="173" y="341"/>
                  <a:pt x="175" y="375"/>
                  <a:pt x="198" y="394"/>
                </a:cubicBezTo>
                <a:cubicBezTo>
                  <a:pt x="208" y="402"/>
                  <a:pt x="220" y="406"/>
                  <a:pt x="232" y="406"/>
                </a:cubicBezTo>
                <a:cubicBezTo>
                  <a:pt x="247" y="406"/>
                  <a:pt x="262" y="400"/>
                  <a:pt x="273" y="3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4" name="矩形 63"/>
          <p:cNvSpPr/>
          <p:nvPr/>
        </p:nvSpPr>
        <p:spPr>
          <a:xfrm>
            <a:off x="584781" y="858016"/>
            <a:ext cx="7429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8259A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的结构 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10011" y="1483619"/>
            <a:ext cx="7571890" cy="461665"/>
          </a:xfrm>
          <a:prstGeom prst="rect">
            <a:avLst/>
          </a:prstGeom>
          <a:noFill/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kern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400" b="1" kern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内部结构</a:t>
            </a:r>
            <a:r>
              <a:rPr lang="en-US" altLang="zh-CN" sz="2400" b="1" kern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r>
              <a:rPr lang="zh-CN" altLang="en-US" sz="2400" b="1" kern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内部逻辑框图</a:t>
            </a:r>
            <a:endParaRPr lang="zh-CN" altLang="en-US" sz="2400" b="1" kern="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3864" y="2109222"/>
            <a:ext cx="7984184" cy="4671711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9" name="ïšḻïdê"/>
          <p:cNvSpPr txBox="1"/>
          <p:nvPr/>
        </p:nvSpPr>
        <p:spPr bwMode="auto">
          <a:xfrm>
            <a:off x="-1" y="162085"/>
            <a:ext cx="828190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6.5 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可编程中断控制器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 </a:t>
            </a:r>
            <a:endParaRPr lang="zh-CN" altLang="en-US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63" name="right-arrowheads_44810"/>
          <p:cNvSpPr>
            <a:spLocks noChangeAspect="1"/>
          </p:cNvSpPr>
          <p:nvPr/>
        </p:nvSpPr>
        <p:spPr bwMode="auto">
          <a:xfrm>
            <a:off x="152015" y="929658"/>
            <a:ext cx="411251" cy="316320"/>
          </a:xfrm>
          <a:custGeom>
            <a:avLst/>
            <a:gdLst>
              <a:gd name="T0" fmla="*/ 59 w 415"/>
              <a:gd name="T1" fmla="*/ 406 h 406"/>
              <a:gd name="T2" fmla="*/ 25 w 415"/>
              <a:gd name="T3" fmla="*/ 394 h 406"/>
              <a:gd name="T4" fmla="*/ 19 w 415"/>
              <a:gd name="T5" fmla="*/ 318 h 406"/>
              <a:gd name="T6" fmla="*/ 114 w 415"/>
              <a:gd name="T7" fmla="*/ 206 h 406"/>
              <a:gd name="T8" fmla="*/ 19 w 415"/>
              <a:gd name="T9" fmla="*/ 94 h 406"/>
              <a:gd name="T10" fmla="*/ 25 w 415"/>
              <a:gd name="T11" fmla="*/ 19 h 406"/>
              <a:gd name="T12" fmla="*/ 100 w 415"/>
              <a:gd name="T13" fmla="*/ 25 h 406"/>
              <a:gd name="T14" fmla="*/ 225 w 415"/>
              <a:gd name="T15" fmla="*/ 172 h 406"/>
              <a:gd name="T16" fmla="*/ 225 w 415"/>
              <a:gd name="T17" fmla="*/ 241 h 406"/>
              <a:gd name="T18" fmla="*/ 100 w 415"/>
              <a:gd name="T19" fmla="*/ 388 h 406"/>
              <a:gd name="T20" fmla="*/ 59 w 415"/>
              <a:gd name="T21" fmla="*/ 406 h 406"/>
              <a:gd name="T22" fmla="*/ 273 w 415"/>
              <a:gd name="T23" fmla="*/ 388 h 406"/>
              <a:gd name="T24" fmla="*/ 398 w 415"/>
              <a:gd name="T25" fmla="*/ 241 h 406"/>
              <a:gd name="T26" fmla="*/ 398 w 415"/>
              <a:gd name="T27" fmla="*/ 172 h 406"/>
              <a:gd name="T28" fmla="*/ 273 w 415"/>
              <a:gd name="T29" fmla="*/ 25 h 406"/>
              <a:gd name="T30" fmla="*/ 198 w 415"/>
              <a:gd name="T31" fmla="*/ 19 h 406"/>
              <a:gd name="T32" fmla="*/ 192 w 415"/>
              <a:gd name="T33" fmla="*/ 94 h 406"/>
              <a:gd name="T34" fmla="*/ 287 w 415"/>
              <a:gd name="T35" fmla="*/ 206 h 406"/>
              <a:gd name="T36" fmla="*/ 192 w 415"/>
              <a:gd name="T37" fmla="*/ 318 h 406"/>
              <a:gd name="T38" fmla="*/ 198 w 415"/>
              <a:gd name="T39" fmla="*/ 394 h 406"/>
              <a:gd name="T40" fmla="*/ 232 w 415"/>
              <a:gd name="T41" fmla="*/ 406 h 406"/>
              <a:gd name="T42" fmla="*/ 273 w 415"/>
              <a:gd name="T43" fmla="*/ 388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5" h="406">
                <a:moveTo>
                  <a:pt x="59" y="406"/>
                </a:moveTo>
                <a:cubicBezTo>
                  <a:pt x="47" y="406"/>
                  <a:pt x="35" y="402"/>
                  <a:pt x="25" y="394"/>
                </a:cubicBezTo>
                <a:cubicBezTo>
                  <a:pt x="2" y="375"/>
                  <a:pt x="0" y="341"/>
                  <a:pt x="19" y="318"/>
                </a:cubicBezTo>
                <a:lnTo>
                  <a:pt x="114" y="206"/>
                </a:lnTo>
                <a:lnTo>
                  <a:pt x="19" y="94"/>
                </a:lnTo>
                <a:cubicBezTo>
                  <a:pt x="0" y="71"/>
                  <a:pt x="2" y="38"/>
                  <a:pt x="25" y="19"/>
                </a:cubicBezTo>
                <a:cubicBezTo>
                  <a:pt x="47" y="0"/>
                  <a:pt x="81" y="2"/>
                  <a:pt x="100" y="25"/>
                </a:cubicBezTo>
                <a:lnTo>
                  <a:pt x="225" y="172"/>
                </a:lnTo>
                <a:cubicBezTo>
                  <a:pt x="242" y="192"/>
                  <a:pt x="242" y="221"/>
                  <a:pt x="225" y="241"/>
                </a:cubicBezTo>
                <a:lnTo>
                  <a:pt x="100" y="388"/>
                </a:lnTo>
                <a:cubicBezTo>
                  <a:pt x="89" y="400"/>
                  <a:pt x="74" y="406"/>
                  <a:pt x="59" y="406"/>
                </a:cubicBezTo>
                <a:close/>
                <a:moveTo>
                  <a:pt x="273" y="388"/>
                </a:moveTo>
                <a:lnTo>
                  <a:pt x="398" y="241"/>
                </a:lnTo>
                <a:cubicBezTo>
                  <a:pt x="415" y="221"/>
                  <a:pt x="415" y="192"/>
                  <a:pt x="398" y="172"/>
                </a:cubicBezTo>
                <a:lnTo>
                  <a:pt x="273" y="25"/>
                </a:lnTo>
                <a:cubicBezTo>
                  <a:pt x="254" y="2"/>
                  <a:pt x="220" y="0"/>
                  <a:pt x="198" y="19"/>
                </a:cubicBezTo>
                <a:cubicBezTo>
                  <a:pt x="175" y="38"/>
                  <a:pt x="173" y="71"/>
                  <a:pt x="192" y="94"/>
                </a:cubicBezTo>
                <a:lnTo>
                  <a:pt x="287" y="206"/>
                </a:lnTo>
                <a:lnTo>
                  <a:pt x="192" y="318"/>
                </a:lnTo>
                <a:cubicBezTo>
                  <a:pt x="173" y="341"/>
                  <a:pt x="175" y="375"/>
                  <a:pt x="198" y="394"/>
                </a:cubicBezTo>
                <a:cubicBezTo>
                  <a:pt x="208" y="402"/>
                  <a:pt x="220" y="406"/>
                  <a:pt x="232" y="406"/>
                </a:cubicBezTo>
                <a:cubicBezTo>
                  <a:pt x="247" y="406"/>
                  <a:pt x="262" y="400"/>
                  <a:pt x="273" y="3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4" name="矩形 63"/>
          <p:cNvSpPr/>
          <p:nvPr/>
        </p:nvSpPr>
        <p:spPr>
          <a:xfrm>
            <a:off x="584781" y="858016"/>
            <a:ext cx="7429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8259A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的结构 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10011" y="1483619"/>
            <a:ext cx="7571890" cy="461665"/>
          </a:xfrm>
          <a:prstGeom prst="rect">
            <a:avLst/>
          </a:prstGeom>
          <a:noFill/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kern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400" b="1" kern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内部结构</a:t>
            </a:r>
            <a:endParaRPr lang="zh-CN" altLang="en-US" sz="2400" b="1" kern="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MH_Other_1"/>
          <p:cNvSpPr/>
          <p:nvPr>
            <p:custDataLst>
              <p:tags r:id="rId2"/>
            </p:custDataLst>
          </p:nvPr>
        </p:nvSpPr>
        <p:spPr>
          <a:xfrm>
            <a:off x="508459" y="2406706"/>
            <a:ext cx="704850" cy="8028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3" name="MH_Other_2"/>
          <p:cNvSpPr/>
          <p:nvPr>
            <p:custDataLst>
              <p:tags r:id="rId3"/>
            </p:custDataLst>
          </p:nvPr>
        </p:nvSpPr>
        <p:spPr>
          <a:xfrm>
            <a:off x="373521" y="2239238"/>
            <a:ext cx="974725" cy="1109994"/>
          </a:xfrm>
          <a:custGeom>
            <a:avLst/>
            <a:gdLst>
              <a:gd name="connsiteX0" fmla="*/ 743029 w 757237"/>
              <a:gd name="connsiteY0" fmla="*/ 463225 h 783577"/>
              <a:gd name="connsiteX1" fmla="*/ 757237 w 757237"/>
              <a:gd name="connsiteY1" fmla="*/ 463225 h 783577"/>
              <a:gd name="connsiteX2" fmla="*/ 757237 w 757237"/>
              <a:gd name="connsiteY2" fmla="*/ 783577 h 783577"/>
              <a:gd name="connsiteX3" fmla="*/ 450056 w 757237"/>
              <a:gd name="connsiteY3" fmla="*/ 783577 h 783577"/>
              <a:gd name="connsiteX4" fmla="*/ 450056 w 757237"/>
              <a:gd name="connsiteY4" fmla="*/ 768874 h 783577"/>
              <a:gd name="connsiteX5" fmla="*/ 743029 w 757237"/>
              <a:gd name="connsiteY5" fmla="*/ 768874 h 783577"/>
              <a:gd name="connsiteX6" fmla="*/ 0 w 757237"/>
              <a:gd name="connsiteY6" fmla="*/ 463225 h 783577"/>
              <a:gd name="connsiteX7" fmla="*/ 14207 w 757237"/>
              <a:gd name="connsiteY7" fmla="*/ 463225 h 783577"/>
              <a:gd name="connsiteX8" fmla="*/ 14207 w 757237"/>
              <a:gd name="connsiteY8" fmla="*/ 768874 h 783577"/>
              <a:gd name="connsiteX9" fmla="*/ 307181 w 757237"/>
              <a:gd name="connsiteY9" fmla="*/ 768874 h 783577"/>
              <a:gd name="connsiteX10" fmla="*/ 307181 w 757237"/>
              <a:gd name="connsiteY10" fmla="*/ 783577 h 783577"/>
              <a:gd name="connsiteX11" fmla="*/ 0 w 757237"/>
              <a:gd name="connsiteY11" fmla="*/ 783577 h 783577"/>
              <a:gd name="connsiteX12" fmla="*/ 450056 w 757237"/>
              <a:gd name="connsiteY12" fmla="*/ 0 h 783577"/>
              <a:gd name="connsiteX13" fmla="*/ 757237 w 757237"/>
              <a:gd name="connsiteY13" fmla="*/ 0 h 783577"/>
              <a:gd name="connsiteX14" fmla="*/ 757237 w 757237"/>
              <a:gd name="connsiteY14" fmla="*/ 320350 h 783577"/>
              <a:gd name="connsiteX15" fmla="*/ 743029 w 757237"/>
              <a:gd name="connsiteY15" fmla="*/ 320350 h 783577"/>
              <a:gd name="connsiteX16" fmla="*/ 743029 w 757237"/>
              <a:gd name="connsiteY16" fmla="*/ 14702 h 783577"/>
              <a:gd name="connsiteX17" fmla="*/ 450056 w 757237"/>
              <a:gd name="connsiteY17" fmla="*/ 14702 h 783577"/>
              <a:gd name="connsiteX18" fmla="*/ 0 w 757237"/>
              <a:gd name="connsiteY18" fmla="*/ 0 h 783577"/>
              <a:gd name="connsiteX19" fmla="*/ 307181 w 757237"/>
              <a:gd name="connsiteY19" fmla="*/ 0 h 783577"/>
              <a:gd name="connsiteX20" fmla="*/ 307181 w 757237"/>
              <a:gd name="connsiteY20" fmla="*/ 14702 h 783577"/>
              <a:gd name="connsiteX21" fmla="*/ 14207 w 757237"/>
              <a:gd name="connsiteY21" fmla="*/ 14702 h 783577"/>
              <a:gd name="connsiteX22" fmla="*/ 14207 w 757237"/>
              <a:gd name="connsiteY22" fmla="*/ 320350 h 783577"/>
              <a:gd name="connsiteX23" fmla="*/ 0 w 757237"/>
              <a:gd name="connsiteY23" fmla="*/ 320350 h 783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57237" h="783577">
                <a:moveTo>
                  <a:pt x="743029" y="463225"/>
                </a:moveTo>
                <a:lnTo>
                  <a:pt x="757237" y="463225"/>
                </a:lnTo>
                <a:lnTo>
                  <a:pt x="757237" y="783577"/>
                </a:lnTo>
                <a:lnTo>
                  <a:pt x="450056" y="783577"/>
                </a:lnTo>
                <a:lnTo>
                  <a:pt x="450056" y="768874"/>
                </a:lnTo>
                <a:lnTo>
                  <a:pt x="743029" y="768874"/>
                </a:lnTo>
                <a:close/>
                <a:moveTo>
                  <a:pt x="0" y="463225"/>
                </a:moveTo>
                <a:lnTo>
                  <a:pt x="14207" y="463225"/>
                </a:lnTo>
                <a:lnTo>
                  <a:pt x="14207" y="768874"/>
                </a:lnTo>
                <a:lnTo>
                  <a:pt x="307181" y="768874"/>
                </a:lnTo>
                <a:lnTo>
                  <a:pt x="307181" y="783577"/>
                </a:lnTo>
                <a:lnTo>
                  <a:pt x="0" y="783577"/>
                </a:lnTo>
                <a:close/>
                <a:moveTo>
                  <a:pt x="450056" y="0"/>
                </a:moveTo>
                <a:lnTo>
                  <a:pt x="757237" y="0"/>
                </a:lnTo>
                <a:lnTo>
                  <a:pt x="757237" y="320350"/>
                </a:lnTo>
                <a:lnTo>
                  <a:pt x="743029" y="320350"/>
                </a:lnTo>
                <a:lnTo>
                  <a:pt x="743029" y="14702"/>
                </a:lnTo>
                <a:lnTo>
                  <a:pt x="450056" y="14702"/>
                </a:lnTo>
                <a:close/>
                <a:moveTo>
                  <a:pt x="0" y="0"/>
                </a:moveTo>
                <a:lnTo>
                  <a:pt x="307181" y="0"/>
                </a:lnTo>
                <a:lnTo>
                  <a:pt x="307181" y="14702"/>
                </a:lnTo>
                <a:lnTo>
                  <a:pt x="14207" y="14702"/>
                </a:lnTo>
                <a:lnTo>
                  <a:pt x="14207" y="320350"/>
                </a:lnTo>
                <a:lnTo>
                  <a:pt x="0" y="3203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4" name="MH_Text_1"/>
          <p:cNvSpPr txBox="1"/>
          <p:nvPr>
            <p:custDataLst>
              <p:tags r:id="rId4"/>
            </p:custDataLst>
          </p:nvPr>
        </p:nvSpPr>
        <p:spPr>
          <a:xfrm>
            <a:off x="1532396" y="2515609"/>
            <a:ext cx="6669908" cy="861439"/>
          </a:xfrm>
          <a:prstGeom prst="rect">
            <a:avLst/>
          </a:prstGeom>
          <a:noFill/>
        </p:spPr>
        <p:txBody>
          <a:bodyPr lIns="0" tIns="0" rIns="0" bIns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三态双向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位缓冲器，接数据总线低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位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D7~D0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也可通过总线驱动器与总线连接。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MH_Other_3"/>
          <p:cNvSpPr/>
          <p:nvPr>
            <p:custDataLst>
              <p:tags r:id="rId5"/>
            </p:custDataLst>
          </p:nvPr>
        </p:nvSpPr>
        <p:spPr>
          <a:xfrm>
            <a:off x="508459" y="3608247"/>
            <a:ext cx="704850" cy="8028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6" name="MH_Other_4"/>
          <p:cNvSpPr/>
          <p:nvPr>
            <p:custDataLst>
              <p:tags r:id="rId6"/>
            </p:custDataLst>
          </p:nvPr>
        </p:nvSpPr>
        <p:spPr>
          <a:xfrm>
            <a:off x="373521" y="3440779"/>
            <a:ext cx="974725" cy="1109994"/>
          </a:xfrm>
          <a:custGeom>
            <a:avLst/>
            <a:gdLst>
              <a:gd name="connsiteX0" fmla="*/ 743029 w 757237"/>
              <a:gd name="connsiteY0" fmla="*/ 463225 h 783577"/>
              <a:gd name="connsiteX1" fmla="*/ 757237 w 757237"/>
              <a:gd name="connsiteY1" fmla="*/ 463225 h 783577"/>
              <a:gd name="connsiteX2" fmla="*/ 757237 w 757237"/>
              <a:gd name="connsiteY2" fmla="*/ 783577 h 783577"/>
              <a:gd name="connsiteX3" fmla="*/ 450056 w 757237"/>
              <a:gd name="connsiteY3" fmla="*/ 783577 h 783577"/>
              <a:gd name="connsiteX4" fmla="*/ 450056 w 757237"/>
              <a:gd name="connsiteY4" fmla="*/ 768874 h 783577"/>
              <a:gd name="connsiteX5" fmla="*/ 743029 w 757237"/>
              <a:gd name="connsiteY5" fmla="*/ 768874 h 783577"/>
              <a:gd name="connsiteX6" fmla="*/ 0 w 757237"/>
              <a:gd name="connsiteY6" fmla="*/ 463225 h 783577"/>
              <a:gd name="connsiteX7" fmla="*/ 14207 w 757237"/>
              <a:gd name="connsiteY7" fmla="*/ 463225 h 783577"/>
              <a:gd name="connsiteX8" fmla="*/ 14207 w 757237"/>
              <a:gd name="connsiteY8" fmla="*/ 768874 h 783577"/>
              <a:gd name="connsiteX9" fmla="*/ 307181 w 757237"/>
              <a:gd name="connsiteY9" fmla="*/ 768874 h 783577"/>
              <a:gd name="connsiteX10" fmla="*/ 307181 w 757237"/>
              <a:gd name="connsiteY10" fmla="*/ 783577 h 783577"/>
              <a:gd name="connsiteX11" fmla="*/ 0 w 757237"/>
              <a:gd name="connsiteY11" fmla="*/ 783577 h 783577"/>
              <a:gd name="connsiteX12" fmla="*/ 450056 w 757237"/>
              <a:gd name="connsiteY12" fmla="*/ 0 h 783577"/>
              <a:gd name="connsiteX13" fmla="*/ 757237 w 757237"/>
              <a:gd name="connsiteY13" fmla="*/ 0 h 783577"/>
              <a:gd name="connsiteX14" fmla="*/ 757237 w 757237"/>
              <a:gd name="connsiteY14" fmla="*/ 320350 h 783577"/>
              <a:gd name="connsiteX15" fmla="*/ 743029 w 757237"/>
              <a:gd name="connsiteY15" fmla="*/ 320350 h 783577"/>
              <a:gd name="connsiteX16" fmla="*/ 743029 w 757237"/>
              <a:gd name="connsiteY16" fmla="*/ 14702 h 783577"/>
              <a:gd name="connsiteX17" fmla="*/ 450056 w 757237"/>
              <a:gd name="connsiteY17" fmla="*/ 14702 h 783577"/>
              <a:gd name="connsiteX18" fmla="*/ 0 w 757237"/>
              <a:gd name="connsiteY18" fmla="*/ 0 h 783577"/>
              <a:gd name="connsiteX19" fmla="*/ 307181 w 757237"/>
              <a:gd name="connsiteY19" fmla="*/ 0 h 783577"/>
              <a:gd name="connsiteX20" fmla="*/ 307181 w 757237"/>
              <a:gd name="connsiteY20" fmla="*/ 14702 h 783577"/>
              <a:gd name="connsiteX21" fmla="*/ 14207 w 757237"/>
              <a:gd name="connsiteY21" fmla="*/ 14702 h 783577"/>
              <a:gd name="connsiteX22" fmla="*/ 14207 w 757237"/>
              <a:gd name="connsiteY22" fmla="*/ 320350 h 783577"/>
              <a:gd name="connsiteX23" fmla="*/ 0 w 757237"/>
              <a:gd name="connsiteY23" fmla="*/ 320350 h 783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57237" h="783577">
                <a:moveTo>
                  <a:pt x="743029" y="463225"/>
                </a:moveTo>
                <a:lnTo>
                  <a:pt x="757237" y="463225"/>
                </a:lnTo>
                <a:lnTo>
                  <a:pt x="757237" y="783577"/>
                </a:lnTo>
                <a:lnTo>
                  <a:pt x="450056" y="783577"/>
                </a:lnTo>
                <a:lnTo>
                  <a:pt x="450056" y="768874"/>
                </a:lnTo>
                <a:lnTo>
                  <a:pt x="743029" y="768874"/>
                </a:lnTo>
                <a:close/>
                <a:moveTo>
                  <a:pt x="0" y="463225"/>
                </a:moveTo>
                <a:lnTo>
                  <a:pt x="14207" y="463225"/>
                </a:lnTo>
                <a:lnTo>
                  <a:pt x="14207" y="768874"/>
                </a:lnTo>
                <a:lnTo>
                  <a:pt x="307181" y="768874"/>
                </a:lnTo>
                <a:lnTo>
                  <a:pt x="307181" y="783577"/>
                </a:lnTo>
                <a:lnTo>
                  <a:pt x="0" y="783577"/>
                </a:lnTo>
                <a:close/>
                <a:moveTo>
                  <a:pt x="450056" y="0"/>
                </a:moveTo>
                <a:lnTo>
                  <a:pt x="757237" y="0"/>
                </a:lnTo>
                <a:lnTo>
                  <a:pt x="757237" y="320350"/>
                </a:lnTo>
                <a:lnTo>
                  <a:pt x="743029" y="320350"/>
                </a:lnTo>
                <a:lnTo>
                  <a:pt x="743029" y="14702"/>
                </a:lnTo>
                <a:lnTo>
                  <a:pt x="450056" y="14702"/>
                </a:lnTo>
                <a:close/>
                <a:moveTo>
                  <a:pt x="0" y="0"/>
                </a:moveTo>
                <a:lnTo>
                  <a:pt x="307181" y="0"/>
                </a:lnTo>
                <a:lnTo>
                  <a:pt x="307181" y="14702"/>
                </a:lnTo>
                <a:lnTo>
                  <a:pt x="14207" y="14702"/>
                </a:lnTo>
                <a:lnTo>
                  <a:pt x="14207" y="320350"/>
                </a:lnTo>
                <a:lnTo>
                  <a:pt x="0" y="320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7" name="MH_SubTitle_2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513346" y="3112456"/>
            <a:ext cx="5108575" cy="5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defPPr>
              <a:defRPr lang="en-US"/>
            </a:defPPr>
            <a:lvl1pPr>
              <a:defRPr sz="24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 marL="742950" indent="-285750"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/>
              <a:t>读写控制逻辑</a:t>
            </a:r>
            <a:endParaRPr lang="zh-CN" altLang="en-US" dirty="0"/>
          </a:p>
        </p:txBody>
      </p:sp>
      <p:sp>
        <p:nvSpPr>
          <p:cNvPr id="18" name="MH_Other_5"/>
          <p:cNvSpPr/>
          <p:nvPr>
            <p:custDataLst>
              <p:tags r:id="rId8"/>
            </p:custDataLst>
          </p:nvPr>
        </p:nvSpPr>
        <p:spPr bwMode="auto">
          <a:xfrm>
            <a:off x="656096" y="2609702"/>
            <a:ext cx="398463" cy="436318"/>
          </a:xfrm>
          <a:custGeom>
            <a:avLst/>
            <a:gdLst>
              <a:gd name="T0" fmla="*/ 984018 w 1589088"/>
              <a:gd name="T1" fmla="*/ 589506 h 1589088"/>
              <a:gd name="T2" fmla="*/ 955171 w 1589088"/>
              <a:gd name="T3" fmla="*/ 645802 h 1589088"/>
              <a:gd name="T4" fmla="*/ 898294 w 1589088"/>
              <a:gd name="T5" fmla="*/ 673272 h 1589088"/>
              <a:gd name="T6" fmla="*/ 881422 w 1589088"/>
              <a:gd name="T7" fmla="*/ 964824 h 1589088"/>
              <a:gd name="T8" fmla="*/ 873530 w 1589088"/>
              <a:gd name="T9" fmla="*/ 1040159 h 1589088"/>
              <a:gd name="T10" fmla="*/ 824817 w 1589088"/>
              <a:gd name="T11" fmla="*/ 1084490 h 1589088"/>
              <a:gd name="T12" fmla="*/ 756238 w 1589088"/>
              <a:gd name="T13" fmla="*/ 1088026 h 1589088"/>
              <a:gd name="T14" fmla="*/ 703444 w 1589088"/>
              <a:gd name="T15" fmla="*/ 1048590 h 1589088"/>
              <a:gd name="T16" fmla="*/ 686571 w 1589088"/>
              <a:gd name="T17" fmla="*/ 985493 h 1589088"/>
              <a:gd name="T18" fmla="*/ 486007 w 1589088"/>
              <a:gd name="T19" fmla="*/ 893024 h 1589088"/>
              <a:gd name="T20" fmla="*/ 398106 w 1589088"/>
              <a:gd name="T21" fmla="*/ 820680 h 1589088"/>
              <a:gd name="T22" fmla="*/ 402189 w 1589088"/>
              <a:gd name="T23" fmla="*/ 755134 h 1589088"/>
              <a:gd name="T24" fmla="*/ 446547 w 1589088"/>
              <a:gd name="T25" fmla="*/ 706452 h 1589088"/>
              <a:gd name="T26" fmla="*/ 514037 w 1589088"/>
              <a:gd name="T27" fmla="*/ 696389 h 1589088"/>
              <a:gd name="T28" fmla="*/ 570641 w 1589088"/>
              <a:gd name="T29" fmla="*/ 730385 h 1589088"/>
              <a:gd name="T30" fmla="*/ 593501 w 1589088"/>
              <a:gd name="T31" fmla="*/ 794027 h 1589088"/>
              <a:gd name="T32" fmla="*/ 818558 w 1589088"/>
              <a:gd name="T33" fmla="*/ 648522 h 1589088"/>
              <a:gd name="T34" fmla="*/ 785901 w 1589088"/>
              <a:gd name="T35" fmla="*/ 575091 h 1589088"/>
              <a:gd name="T36" fmla="*/ 808761 w 1589088"/>
              <a:gd name="T37" fmla="*/ 511721 h 1589088"/>
              <a:gd name="T38" fmla="*/ 865365 w 1589088"/>
              <a:gd name="T39" fmla="*/ 477726 h 1589088"/>
              <a:gd name="T40" fmla="*/ 728574 w 1589088"/>
              <a:gd name="T41" fmla="*/ 144010 h 1589088"/>
              <a:gd name="T42" fmla="*/ 531280 w 1589088"/>
              <a:gd name="T43" fmla="*/ 182593 h 1589088"/>
              <a:gd name="T44" fmla="*/ 353281 w 1589088"/>
              <a:gd name="T45" fmla="*/ 288291 h 1589088"/>
              <a:gd name="T46" fmla="*/ 219577 w 1589088"/>
              <a:gd name="T47" fmla="*/ 451592 h 1589088"/>
              <a:gd name="T48" fmla="*/ 152454 w 1589088"/>
              <a:gd name="T49" fmla="*/ 642880 h 1589088"/>
              <a:gd name="T50" fmla="*/ 152454 w 1589088"/>
              <a:gd name="T51" fmla="*/ 843135 h 1589088"/>
              <a:gd name="T52" fmla="*/ 219577 w 1589088"/>
              <a:gd name="T53" fmla="*/ 1034422 h 1589088"/>
              <a:gd name="T54" fmla="*/ 353281 w 1589088"/>
              <a:gd name="T55" fmla="*/ 1197724 h 1589088"/>
              <a:gd name="T56" fmla="*/ 531280 w 1589088"/>
              <a:gd name="T57" fmla="*/ 1303421 h 1589088"/>
              <a:gd name="T58" fmla="*/ 728574 w 1589088"/>
              <a:gd name="T59" fmla="*/ 1341734 h 1589088"/>
              <a:gd name="T60" fmla="*/ 927227 w 1589088"/>
              <a:gd name="T61" fmla="*/ 1312931 h 1589088"/>
              <a:gd name="T62" fmla="*/ 1109302 w 1589088"/>
              <a:gd name="T63" fmla="*/ 1217015 h 1589088"/>
              <a:gd name="T64" fmla="*/ 1251431 w 1589088"/>
              <a:gd name="T65" fmla="*/ 1059964 h 1589088"/>
              <a:gd name="T66" fmla="*/ 1328065 w 1589088"/>
              <a:gd name="T67" fmla="*/ 871393 h 1589088"/>
              <a:gd name="T68" fmla="*/ 1337576 w 1589088"/>
              <a:gd name="T69" fmla="*/ 671410 h 1589088"/>
              <a:gd name="T70" fmla="*/ 1280237 w 1589088"/>
              <a:gd name="T71" fmla="*/ 477677 h 1589088"/>
              <a:gd name="T72" fmla="*/ 1155500 w 1589088"/>
              <a:gd name="T73" fmla="*/ 308670 h 1589088"/>
              <a:gd name="T74" fmla="*/ 981849 w 1589088"/>
              <a:gd name="T75" fmla="*/ 193462 h 1589088"/>
              <a:gd name="T76" fmla="*/ 785915 w 1589088"/>
              <a:gd name="T77" fmla="*/ 145640 h 1589088"/>
              <a:gd name="T78" fmla="*/ 902226 w 1589088"/>
              <a:gd name="T79" fmla="*/ 17390 h 1589088"/>
              <a:gd name="T80" fmla="*/ 1136207 w 1589088"/>
              <a:gd name="T81" fmla="*/ 112491 h 1589088"/>
              <a:gd name="T82" fmla="*/ 1320999 w 1589088"/>
              <a:gd name="T83" fmla="*/ 276063 h 1589088"/>
              <a:gd name="T84" fmla="*/ 1429702 w 1589088"/>
              <a:gd name="T85" fmla="*/ 459201 h 1589088"/>
              <a:gd name="T86" fmla="*/ 1481334 w 1589088"/>
              <a:gd name="T87" fmla="*/ 660270 h 1589088"/>
              <a:gd name="T88" fmla="*/ 1475356 w 1589088"/>
              <a:gd name="T89" fmla="*/ 866502 h 1589088"/>
              <a:gd name="T90" fmla="*/ 1412581 w 1589088"/>
              <a:gd name="T91" fmla="*/ 1064855 h 1589088"/>
              <a:gd name="T92" fmla="*/ 1892771 w 1589088"/>
              <a:gd name="T93" fmla="*/ 1636001 h 1589088"/>
              <a:gd name="T94" fmla="*/ 1896304 w 1589088"/>
              <a:gd name="T95" fmla="*/ 1759632 h 1589088"/>
              <a:gd name="T96" fmla="*/ 1783798 w 1589088"/>
              <a:gd name="T97" fmla="*/ 1885980 h 1589088"/>
              <a:gd name="T98" fmla="*/ 1662866 w 1589088"/>
              <a:gd name="T99" fmla="*/ 1900381 h 1589088"/>
              <a:gd name="T100" fmla="*/ 1104954 w 1589088"/>
              <a:gd name="T101" fmla="*/ 1391458 h 1589088"/>
              <a:gd name="T102" fmla="*/ 909835 w 1589088"/>
              <a:gd name="T103" fmla="*/ 1466451 h 1589088"/>
              <a:gd name="T104" fmla="*/ 704388 w 1589088"/>
              <a:gd name="T105" fmla="*/ 1484656 h 1589088"/>
              <a:gd name="T106" fmla="*/ 501116 w 1589088"/>
              <a:gd name="T107" fmla="*/ 1445528 h 1589088"/>
              <a:gd name="T108" fmla="*/ 313061 w 1589088"/>
              <a:gd name="T109" fmla="*/ 1349069 h 1589088"/>
              <a:gd name="T110" fmla="*/ 143758 w 1589088"/>
              <a:gd name="T111" fmla="*/ 1181965 h 1589088"/>
              <a:gd name="T112" fmla="*/ 30708 w 1589088"/>
              <a:gd name="T113" fmla="*/ 954538 h 1589088"/>
              <a:gd name="T114" fmla="*/ 815 w 1589088"/>
              <a:gd name="T115" fmla="*/ 707277 h 1589088"/>
              <a:gd name="T116" fmla="*/ 54351 w 1589088"/>
              <a:gd name="T117" fmla="*/ 463275 h 1589088"/>
              <a:gd name="T118" fmla="*/ 191315 w 1589088"/>
              <a:gd name="T119" fmla="*/ 245360 h 1589088"/>
              <a:gd name="T120" fmla="*/ 397577 w 1589088"/>
              <a:gd name="T121" fmla="*/ 85319 h 1589088"/>
              <a:gd name="T122" fmla="*/ 636177 w 1589088"/>
              <a:gd name="T123" fmla="*/ 7880 h 1589088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1589088" h="1589088">
                <a:moveTo>
                  <a:pt x="916859" y="288925"/>
                </a:moveTo>
                <a:lnTo>
                  <a:pt x="954088" y="332030"/>
                </a:lnTo>
                <a:lnTo>
                  <a:pt x="816067" y="450682"/>
                </a:lnTo>
                <a:lnTo>
                  <a:pt x="817430" y="454085"/>
                </a:lnTo>
                <a:lnTo>
                  <a:pt x="818338" y="457488"/>
                </a:lnTo>
                <a:lnTo>
                  <a:pt x="819246" y="461118"/>
                </a:lnTo>
                <a:lnTo>
                  <a:pt x="820381" y="464748"/>
                </a:lnTo>
                <a:lnTo>
                  <a:pt x="820835" y="468378"/>
                </a:lnTo>
                <a:lnTo>
                  <a:pt x="821289" y="472008"/>
                </a:lnTo>
                <a:lnTo>
                  <a:pt x="821743" y="475865"/>
                </a:lnTo>
                <a:lnTo>
                  <a:pt x="821743" y="479722"/>
                </a:lnTo>
                <a:lnTo>
                  <a:pt x="821743" y="483805"/>
                </a:lnTo>
                <a:lnTo>
                  <a:pt x="821289" y="487662"/>
                </a:lnTo>
                <a:lnTo>
                  <a:pt x="820835" y="491746"/>
                </a:lnTo>
                <a:lnTo>
                  <a:pt x="820154" y="495602"/>
                </a:lnTo>
                <a:lnTo>
                  <a:pt x="819246" y="499459"/>
                </a:lnTo>
                <a:lnTo>
                  <a:pt x="818338" y="503089"/>
                </a:lnTo>
                <a:lnTo>
                  <a:pt x="816976" y="506946"/>
                </a:lnTo>
                <a:lnTo>
                  <a:pt x="815840" y="510349"/>
                </a:lnTo>
                <a:lnTo>
                  <a:pt x="814251" y="513979"/>
                </a:lnTo>
                <a:lnTo>
                  <a:pt x="812662" y="517382"/>
                </a:lnTo>
                <a:lnTo>
                  <a:pt x="810619" y="520785"/>
                </a:lnTo>
                <a:lnTo>
                  <a:pt x="808803" y="523961"/>
                </a:lnTo>
                <a:lnTo>
                  <a:pt x="806760" y="527137"/>
                </a:lnTo>
                <a:lnTo>
                  <a:pt x="804263" y="530313"/>
                </a:lnTo>
                <a:lnTo>
                  <a:pt x="801993" y="533036"/>
                </a:lnTo>
                <a:lnTo>
                  <a:pt x="799496" y="535985"/>
                </a:lnTo>
                <a:lnTo>
                  <a:pt x="796772" y="538707"/>
                </a:lnTo>
                <a:lnTo>
                  <a:pt x="794048" y="541203"/>
                </a:lnTo>
                <a:lnTo>
                  <a:pt x="791324" y="543698"/>
                </a:lnTo>
                <a:lnTo>
                  <a:pt x="788146" y="545967"/>
                </a:lnTo>
                <a:lnTo>
                  <a:pt x="785194" y="548009"/>
                </a:lnTo>
                <a:lnTo>
                  <a:pt x="781789" y="550051"/>
                </a:lnTo>
                <a:lnTo>
                  <a:pt x="778611" y="552093"/>
                </a:lnTo>
                <a:lnTo>
                  <a:pt x="775433" y="553908"/>
                </a:lnTo>
                <a:lnTo>
                  <a:pt x="771801" y="555496"/>
                </a:lnTo>
                <a:lnTo>
                  <a:pt x="768396" y="556857"/>
                </a:lnTo>
                <a:lnTo>
                  <a:pt x="764537" y="558218"/>
                </a:lnTo>
                <a:lnTo>
                  <a:pt x="760905" y="559352"/>
                </a:lnTo>
                <a:lnTo>
                  <a:pt x="757046" y="560260"/>
                </a:lnTo>
                <a:lnTo>
                  <a:pt x="753413" y="560940"/>
                </a:lnTo>
                <a:lnTo>
                  <a:pt x="749327" y="561621"/>
                </a:lnTo>
                <a:lnTo>
                  <a:pt x="745241" y="562075"/>
                </a:lnTo>
                <a:lnTo>
                  <a:pt x="692121" y="754005"/>
                </a:lnTo>
                <a:lnTo>
                  <a:pt x="697343" y="756728"/>
                </a:lnTo>
                <a:lnTo>
                  <a:pt x="702110" y="759904"/>
                </a:lnTo>
                <a:lnTo>
                  <a:pt x="706650" y="763080"/>
                </a:lnTo>
                <a:lnTo>
                  <a:pt x="710963" y="766937"/>
                </a:lnTo>
                <a:lnTo>
                  <a:pt x="715049" y="770794"/>
                </a:lnTo>
                <a:lnTo>
                  <a:pt x="718908" y="774877"/>
                </a:lnTo>
                <a:lnTo>
                  <a:pt x="722313" y="779188"/>
                </a:lnTo>
                <a:lnTo>
                  <a:pt x="725718" y="783952"/>
                </a:lnTo>
                <a:lnTo>
                  <a:pt x="728670" y="788943"/>
                </a:lnTo>
                <a:lnTo>
                  <a:pt x="731167" y="793934"/>
                </a:lnTo>
                <a:lnTo>
                  <a:pt x="733437" y="799379"/>
                </a:lnTo>
                <a:lnTo>
                  <a:pt x="735253" y="804824"/>
                </a:lnTo>
                <a:lnTo>
                  <a:pt x="736615" y="810496"/>
                </a:lnTo>
                <a:lnTo>
                  <a:pt x="737750" y="816167"/>
                </a:lnTo>
                <a:lnTo>
                  <a:pt x="738431" y="822066"/>
                </a:lnTo>
                <a:lnTo>
                  <a:pt x="738658" y="828191"/>
                </a:lnTo>
                <a:lnTo>
                  <a:pt x="738658" y="832729"/>
                </a:lnTo>
                <a:lnTo>
                  <a:pt x="738431" y="836812"/>
                </a:lnTo>
                <a:lnTo>
                  <a:pt x="737523" y="840896"/>
                </a:lnTo>
                <a:lnTo>
                  <a:pt x="736842" y="844980"/>
                </a:lnTo>
                <a:lnTo>
                  <a:pt x="735934" y="849063"/>
                </a:lnTo>
                <a:lnTo>
                  <a:pt x="734799" y="852920"/>
                </a:lnTo>
                <a:lnTo>
                  <a:pt x="733664" y="856777"/>
                </a:lnTo>
                <a:lnTo>
                  <a:pt x="732075" y="860407"/>
                </a:lnTo>
                <a:lnTo>
                  <a:pt x="730259" y="864263"/>
                </a:lnTo>
                <a:lnTo>
                  <a:pt x="728670" y="867666"/>
                </a:lnTo>
                <a:lnTo>
                  <a:pt x="726626" y="871296"/>
                </a:lnTo>
                <a:lnTo>
                  <a:pt x="724583" y="874699"/>
                </a:lnTo>
                <a:lnTo>
                  <a:pt x="722086" y="877876"/>
                </a:lnTo>
                <a:lnTo>
                  <a:pt x="719589" y="881052"/>
                </a:lnTo>
                <a:lnTo>
                  <a:pt x="717092" y="884228"/>
                </a:lnTo>
                <a:lnTo>
                  <a:pt x="714141" y="886950"/>
                </a:lnTo>
                <a:lnTo>
                  <a:pt x="711417" y="889673"/>
                </a:lnTo>
                <a:lnTo>
                  <a:pt x="708239" y="892395"/>
                </a:lnTo>
                <a:lnTo>
                  <a:pt x="705288" y="894891"/>
                </a:lnTo>
                <a:lnTo>
                  <a:pt x="702110" y="896933"/>
                </a:lnTo>
                <a:lnTo>
                  <a:pt x="698705" y="899428"/>
                </a:lnTo>
                <a:lnTo>
                  <a:pt x="695299" y="901243"/>
                </a:lnTo>
                <a:lnTo>
                  <a:pt x="691440" y="903058"/>
                </a:lnTo>
                <a:lnTo>
                  <a:pt x="688035" y="904646"/>
                </a:lnTo>
                <a:lnTo>
                  <a:pt x="684176" y="906234"/>
                </a:lnTo>
                <a:lnTo>
                  <a:pt x="680317" y="907595"/>
                </a:lnTo>
                <a:lnTo>
                  <a:pt x="676231" y="908730"/>
                </a:lnTo>
                <a:lnTo>
                  <a:pt x="672372" y="909637"/>
                </a:lnTo>
                <a:lnTo>
                  <a:pt x="668286" y="910318"/>
                </a:lnTo>
                <a:lnTo>
                  <a:pt x="664199" y="910771"/>
                </a:lnTo>
                <a:lnTo>
                  <a:pt x="659886" y="911225"/>
                </a:lnTo>
                <a:lnTo>
                  <a:pt x="655573" y="911225"/>
                </a:lnTo>
                <a:lnTo>
                  <a:pt x="651260" y="911225"/>
                </a:lnTo>
                <a:lnTo>
                  <a:pt x="646947" y="910771"/>
                </a:lnTo>
                <a:lnTo>
                  <a:pt x="643088" y="910318"/>
                </a:lnTo>
                <a:lnTo>
                  <a:pt x="638775" y="909637"/>
                </a:lnTo>
                <a:lnTo>
                  <a:pt x="634915" y="908730"/>
                </a:lnTo>
                <a:lnTo>
                  <a:pt x="630829" y="907595"/>
                </a:lnTo>
                <a:lnTo>
                  <a:pt x="627197" y="906234"/>
                </a:lnTo>
                <a:lnTo>
                  <a:pt x="623338" y="904646"/>
                </a:lnTo>
                <a:lnTo>
                  <a:pt x="619706" y="903058"/>
                </a:lnTo>
                <a:lnTo>
                  <a:pt x="616074" y="901243"/>
                </a:lnTo>
                <a:lnTo>
                  <a:pt x="612669" y="899428"/>
                </a:lnTo>
                <a:lnTo>
                  <a:pt x="609037" y="896933"/>
                </a:lnTo>
                <a:lnTo>
                  <a:pt x="605858" y="894891"/>
                </a:lnTo>
                <a:lnTo>
                  <a:pt x="602680" y="892395"/>
                </a:lnTo>
                <a:lnTo>
                  <a:pt x="599729" y="889673"/>
                </a:lnTo>
                <a:lnTo>
                  <a:pt x="596778" y="886950"/>
                </a:lnTo>
                <a:lnTo>
                  <a:pt x="594054" y="884228"/>
                </a:lnTo>
                <a:lnTo>
                  <a:pt x="591557" y="881052"/>
                </a:lnTo>
                <a:lnTo>
                  <a:pt x="588833" y="877876"/>
                </a:lnTo>
                <a:lnTo>
                  <a:pt x="586790" y="874699"/>
                </a:lnTo>
                <a:lnTo>
                  <a:pt x="584520" y="871296"/>
                </a:lnTo>
                <a:lnTo>
                  <a:pt x="582704" y="867666"/>
                </a:lnTo>
                <a:lnTo>
                  <a:pt x="580661" y="864263"/>
                </a:lnTo>
                <a:lnTo>
                  <a:pt x="579072" y="860407"/>
                </a:lnTo>
                <a:lnTo>
                  <a:pt x="577710" y="856777"/>
                </a:lnTo>
                <a:lnTo>
                  <a:pt x="576348" y="852920"/>
                </a:lnTo>
                <a:lnTo>
                  <a:pt x="575212" y="849063"/>
                </a:lnTo>
                <a:lnTo>
                  <a:pt x="574077" y="844980"/>
                </a:lnTo>
                <a:lnTo>
                  <a:pt x="573396" y="840896"/>
                </a:lnTo>
                <a:lnTo>
                  <a:pt x="572942" y="836812"/>
                </a:lnTo>
                <a:lnTo>
                  <a:pt x="572488" y="832729"/>
                </a:lnTo>
                <a:lnTo>
                  <a:pt x="572488" y="828191"/>
                </a:lnTo>
                <a:lnTo>
                  <a:pt x="572488" y="825242"/>
                </a:lnTo>
                <a:lnTo>
                  <a:pt x="572715" y="822066"/>
                </a:lnTo>
                <a:lnTo>
                  <a:pt x="573623" y="815940"/>
                </a:lnTo>
                <a:lnTo>
                  <a:pt x="574986" y="810042"/>
                </a:lnTo>
                <a:lnTo>
                  <a:pt x="576575" y="804370"/>
                </a:lnTo>
                <a:lnTo>
                  <a:pt x="454445" y="733134"/>
                </a:lnTo>
                <a:lnTo>
                  <a:pt x="449904" y="736083"/>
                </a:lnTo>
                <a:lnTo>
                  <a:pt x="444910" y="738352"/>
                </a:lnTo>
                <a:lnTo>
                  <a:pt x="439689" y="740166"/>
                </a:lnTo>
                <a:lnTo>
                  <a:pt x="434468" y="741981"/>
                </a:lnTo>
                <a:lnTo>
                  <a:pt x="429020" y="743569"/>
                </a:lnTo>
                <a:lnTo>
                  <a:pt x="423571" y="744477"/>
                </a:lnTo>
                <a:lnTo>
                  <a:pt x="417669" y="745158"/>
                </a:lnTo>
                <a:lnTo>
                  <a:pt x="412221" y="745384"/>
                </a:lnTo>
                <a:lnTo>
                  <a:pt x="408589" y="745158"/>
                </a:lnTo>
                <a:lnTo>
                  <a:pt x="405411" y="744931"/>
                </a:lnTo>
                <a:lnTo>
                  <a:pt x="398828" y="744023"/>
                </a:lnTo>
                <a:lnTo>
                  <a:pt x="305755" y="898294"/>
                </a:lnTo>
                <a:lnTo>
                  <a:pt x="257175" y="869255"/>
                </a:lnTo>
                <a:lnTo>
                  <a:pt x="349113" y="716118"/>
                </a:lnTo>
                <a:lnTo>
                  <a:pt x="347070" y="713396"/>
                </a:lnTo>
                <a:lnTo>
                  <a:pt x="344573" y="710220"/>
                </a:lnTo>
                <a:lnTo>
                  <a:pt x="342757" y="707497"/>
                </a:lnTo>
                <a:lnTo>
                  <a:pt x="340714" y="704321"/>
                </a:lnTo>
                <a:lnTo>
                  <a:pt x="339125" y="701145"/>
                </a:lnTo>
                <a:lnTo>
                  <a:pt x="337536" y="697969"/>
                </a:lnTo>
                <a:lnTo>
                  <a:pt x="335720" y="694793"/>
                </a:lnTo>
                <a:lnTo>
                  <a:pt x="334358" y="691390"/>
                </a:lnTo>
                <a:lnTo>
                  <a:pt x="333223" y="687987"/>
                </a:lnTo>
                <a:lnTo>
                  <a:pt x="332087" y="684584"/>
                </a:lnTo>
                <a:lnTo>
                  <a:pt x="331179" y="680954"/>
                </a:lnTo>
                <a:lnTo>
                  <a:pt x="330498" y="677324"/>
                </a:lnTo>
                <a:lnTo>
                  <a:pt x="329590" y="673467"/>
                </a:lnTo>
                <a:lnTo>
                  <a:pt x="329136" y="670064"/>
                </a:lnTo>
                <a:lnTo>
                  <a:pt x="328909" y="665981"/>
                </a:lnTo>
                <a:lnTo>
                  <a:pt x="328909" y="662351"/>
                </a:lnTo>
                <a:lnTo>
                  <a:pt x="328909" y="658040"/>
                </a:lnTo>
                <a:lnTo>
                  <a:pt x="329363" y="653730"/>
                </a:lnTo>
                <a:lnTo>
                  <a:pt x="330044" y="649646"/>
                </a:lnTo>
                <a:lnTo>
                  <a:pt x="330725" y="645335"/>
                </a:lnTo>
                <a:lnTo>
                  <a:pt x="331633" y="641479"/>
                </a:lnTo>
                <a:lnTo>
                  <a:pt x="332768" y="637395"/>
                </a:lnTo>
                <a:lnTo>
                  <a:pt x="333904" y="633765"/>
                </a:lnTo>
                <a:lnTo>
                  <a:pt x="335493" y="629908"/>
                </a:lnTo>
                <a:lnTo>
                  <a:pt x="337082" y="626279"/>
                </a:lnTo>
                <a:lnTo>
                  <a:pt x="339125" y="622649"/>
                </a:lnTo>
                <a:lnTo>
                  <a:pt x="340941" y="619246"/>
                </a:lnTo>
                <a:lnTo>
                  <a:pt x="342984" y="615843"/>
                </a:lnTo>
                <a:lnTo>
                  <a:pt x="345481" y="612666"/>
                </a:lnTo>
                <a:lnTo>
                  <a:pt x="347978" y="609263"/>
                </a:lnTo>
                <a:lnTo>
                  <a:pt x="350475" y="606314"/>
                </a:lnTo>
                <a:lnTo>
                  <a:pt x="353426" y="603592"/>
                </a:lnTo>
                <a:lnTo>
                  <a:pt x="356150" y="600642"/>
                </a:lnTo>
                <a:lnTo>
                  <a:pt x="359101" y="598147"/>
                </a:lnTo>
                <a:lnTo>
                  <a:pt x="362279" y="595878"/>
                </a:lnTo>
                <a:lnTo>
                  <a:pt x="365458" y="593383"/>
                </a:lnTo>
                <a:lnTo>
                  <a:pt x="369090" y="591341"/>
                </a:lnTo>
                <a:lnTo>
                  <a:pt x="372495" y="589299"/>
                </a:lnTo>
                <a:lnTo>
                  <a:pt x="376127" y="587484"/>
                </a:lnTo>
                <a:lnTo>
                  <a:pt x="379759" y="585669"/>
                </a:lnTo>
                <a:lnTo>
                  <a:pt x="383618" y="584308"/>
                </a:lnTo>
                <a:lnTo>
                  <a:pt x="387250" y="582947"/>
                </a:lnTo>
                <a:lnTo>
                  <a:pt x="391336" y="581812"/>
                </a:lnTo>
                <a:lnTo>
                  <a:pt x="395196" y="580905"/>
                </a:lnTo>
                <a:lnTo>
                  <a:pt x="399509" y="580224"/>
                </a:lnTo>
                <a:lnTo>
                  <a:pt x="403368" y="579544"/>
                </a:lnTo>
                <a:lnTo>
                  <a:pt x="407681" y="579317"/>
                </a:lnTo>
                <a:lnTo>
                  <a:pt x="412221" y="579090"/>
                </a:lnTo>
                <a:lnTo>
                  <a:pt x="416307" y="579317"/>
                </a:lnTo>
                <a:lnTo>
                  <a:pt x="420620" y="579544"/>
                </a:lnTo>
                <a:lnTo>
                  <a:pt x="424707" y="580224"/>
                </a:lnTo>
                <a:lnTo>
                  <a:pt x="428793" y="580905"/>
                </a:lnTo>
                <a:lnTo>
                  <a:pt x="432652" y="581812"/>
                </a:lnTo>
                <a:lnTo>
                  <a:pt x="436738" y="582947"/>
                </a:lnTo>
                <a:lnTo>
                  <a:pt x="440597" y="584308"/>
                </a:lnTo>
                <a:lnTo>
                  <a:pt x="444456" y="585669"/>
                </a:lnTo>
                <a:lnTo>
                  <a:pt x="447861" y="587484"/>
                </a:lnTo>
                <a:lnTo>
                  <a:pt x="451720" y="589299"/>
                </a:lnTo>
                <a:lnTo>
                  <a:pt x="454899" y="591341"/>
                </a:lnTo>
                <a:lnTo>
                  <a:pt x="458531" y="593383"/>
                </a:lnTo>
                <a:lnTo>
                  <a:pt x="461709" y="595878"/>
                </a:lnTo>
                <a:lnTo>
                  <a:pt x="464887" y="598147"/>
                </a:lnTo>
                <a:lnTo>
                  <a:pt x="467838" y="600642"/>
                </a:lnTo>
                <a:lnTo>
                  <a:pt x="470562" y="603592"/>
                </a:lnTo>
                <a:lnTo>
                  <a:pt x="473513" y="606314"/>
                </a:lnTo>
                <a:lnTo>
                  <a:pt x="476010" y="609263"/>
                </a:lnTo>
                <a:lnTo>
                  <a:pt x="478734" y="612666"/>
                </a:lnTo>
                <a:lnTo>
                  <a:pt x="481004" y="615843"/>
                </a:lnTo>
                <a:lnTo>
                  <a:pt x="483047" y="619246"/>
                </a:lnTo>
                <a:lnTo>
                  <a:pt x="484864" y="622649"/>
                </a:lnTo>
                <a:lnTo>
                  <a:pt x="486907" y="626279"/>
                </a:lnTo>
                <a:lnTo>
                  <a:pt x="488496" y="629908"/>
                </a:lnTo>
                <a:lnTo>
                  <a:pt x="490085" y="633765"/>
                </a:lnTo>
                <a:lnTo>
                  <a:pt x="491220" y="637395"/>
                </a:lnTo>
                <a:lnTo>
                  <a:pt x="492355" y="641479"/>
                </a:lnTo>
                <a:lnTo>
                  <a:pt x="493490" y="645335"/>
                </a:lnTo>
                <a:lnTo>
                  <a:pt x="494171" y="649646"/>
                </a:lnTo>
                <a:lnTo>
                  <a:pt x="494625" y="653730"/>
                </a:lnTo>
                <a:lnTo>
                  <a:pt x="495079" y="658040"/>
                </a:lnTo>
                <a:lnTo>
                  <a:pt x="495079" y="662351"/>
                </a:lnTo>
                <a:lnTo>
                  <a:pt x="495079" y="665527"/>
                </a:lnTo>
                <a:lnTo>
                  <a:pt x="494852" y="669157"/>
                </a:lnTo>
                <a:lnTo>
                  <a:pt x="494398" y="672333"/>
                </a:lnTo>
                <a:lnTo>
                  <a:pt x="493944" y="675509"/>
                </a:lnTo>
                <a:lnTo>
                  <a:pt x="492355" y="682088"/>
                </a:lnTo>
                <a:lnTo>
                  <a:pt x="490539" y="688214"/>
                </a:lnTo>
                <a:lnTo>
                  <a:pt x="610853" y="758543"/>
                </a:lnTo>
                <a:lnTo>
                  <a:pt x="616528" y="755140"/>
                </a:lnTo>
                <a:lnTo>
                  <a:pt x="622430" y="752417"/>
                </a:lnTo>
                <a:lnTo>
                  <a:pt x="628559" y="749922"/>
                </a:lnTo>
                <a:lnTo>
                  <a:pt x="634915" y="748107"/>
                </a:lnTo>
                <a:lnTo>
                  <a:pt x="690305" y="547101"/>
                </a:lnTo>
                <a:lnTo>
                  <a:pt x="686673" y="544152"/>
                </a:lnTo>
                <a:lnTo>
                  <a:pt x="682814" y="540976"/>
                </a:lnTo>
                <a:lnTo>
                  <a:pt x="679409" y="537800"/>
                </a:lnTo>
                <a:lnTo>
                  <a:pt x="676004" y="533943"/>
                </a:lnTo>
                <a:lnTo>
                  <a:pt x="673053" y="530540"/>
                </a:lnTo>
                <a:lnTo>
                  <a:pt x="670102" y="526456"/>
                </a:lnTo>
                <a:lnTo>
                  <a:pt x="667605" y="522373"/>
                </a:lnTo>
                <a:lnTo>
                  <a:pt x="665107" y="518062"/>
                </a:lnTo>
                <a:lnTo>
                  <a:pt x="662837" y="513979"/>
                </a:lnTo>
                <a:lnTo>
                  <a:pt x="661021" y="509214"/>
                </a:lnTo>
                <a:lnTo>
                  <a:pt x="659432" y="504450"/>
                </a:lnTo>
                <a:lnTo>
                  <a:pt x="658070" y="499913"/>
                </a:lnTo>
                <a:lnTo>
                  <a:pt x="657162" y="494922"/>
                </a:lnTo>
                <a:lnTo>
                  <a:pt x="656027" y="489931"/>
                </a:lnTo>
                <a:lnTo>
                  <a:pt x="655573" y="484940"/>
                </a:lnTo>
                <a:lnTo>
                  <a:pt x="655573" y="479722"/>
                </a:lnTo>
                <a:lnTo>
                  <a:pt x="655573" y="475411"/>
                </a:lnTo>
                <a:lnTo>
                  <a:pt x="655800" y="471327"/>
                </a:lnTo>
                <a:lnTo>
                  <a:pt x="656708" y="467017"/>
                </a:lnTo>
                <a:lnTo>
                  <a:pt x="657389" y="463160"/>
                </a:lnTo>
                <a:lnTo>
                  <a:pt x="658297" y="458850"/>
                </a:lnTo>
                <a:lnTo>
                  <a:pt x="659432" y="455220"/>
                </a:lnTo>
                <a:lnTo>
                  <a:pt x="660567" y="451136"/>
                </a:lnTo>
                <a:lnTo>
                  <a:pt x="661929" y="447506"/>
                </a:lnTo>
                <a:lnTo>
                  <a:pt x="663745" y="443649"/>
                </a:lnTo>
                <a:lnTo>
                  <a:pt x="665561" y="440246"/>
                </a:lnTo>
                <a:lnTo>
                  <a:pt x="667605" y="436617"/>
                </a:lnTo>
                <a:lnTo>
                  <a:pt x="669648" y="433440"/>
                </a:lnTo>
                <a:lnTo>
                  <a:pt x="672145" y="430037"/>
                </a:lnTo>
                <a:lnTo>
                  <a:pt x="674642" y="426861"/>
                </a:lnTo>
                <a:lnTo>
                  <a:pt x="677139" y="423912"/>
                </a:lnTo>
                <a:lnTo>
                  <a:pt x="679863" y="420963"/>
                </a:lnTo>
                <a:lnTo>
                  <a:pt x="682814" y="418240"/>
                </a:lnTo>
                <a:lnTo>
                  <a:pt x="685765" y="415518"/>
                </a:lnTo>
                <a:lnTo>
                  <a:pt x="688943" y="413249"/>
                </a:lnTo>
                <a:lnTo>
                  <a:pt x="692121" y="410980"/>
                </a:lnTo>
                <a:lnTo>
                  <a:pt x="695526" y="408712"/>
                </a:lnTo>
                <a:lnTo>
                  <a:pt x="698932" y="406670"/>
                </a:lnTo>
                <a:lnTo>
                  <a:pt x="702791" y="404855"/>
                </a:lnTo>
                <a:lnTo>
                  <a:pt x="706196" y="403267"/>
                </a:lnTo>
                <a:lnTo>
                  <a:pt x="710055" y="401679"/>
                </a:lnTo>
                <a:lnTo>
                  <a:pt x="713914" y="400318"/>
                </a:lnTo>
                <a:lnTo>
                  <a:pt x="718000" y="399410"/>
                </a:lnTo>
                <a:lnTo>
                  <a:pt x="721859" y="398503"/>
                </a:lnTo>
                <a:lnTo>
                  <a:pt x="725945" y="397595"/>
                </a:lnTo>
                <a:lnTo>
                  <a:pt x="730032" y="397141"/>
                </a:lnTo>
                <a:lnTo>
                  <a:pt x="734345" y="396915"/>
                </a:lnTo>
                <a:lnTo>
                  <a:pt x="738658" y="396688"/>
                </a:lnTo>
                <a:lnTo>
                  <a:pt x="744106" y="396915"/>
                </a:lnTo>
                <a:lnTo>
                  <a:pt x="749554" y="397595"/>
                </a:lnTo>
                <a:lnTo>
                  <a:pt x="754775" y="398276"/>
                </a:lnTo>
                <a:lnTo>
                  <a:pt x="759770" y="399637"/>
                </a:lnTo>
                <a:lnTo>
                  <a:pt x="764764" y="400998"/>
                </a:lnTo>
                <a:lnTo>
                  <a:pt x="769758" y="403040"/>
                </a:lnTo>
                <a:lnTo>
                  <a:pt x="774298" y="405082"/>
                </a:lnTo>
                <a:lnTo>
                  <a:pt x="778838" y="407577"/>
                </a:lnTo>
                <a:lnTo>
                  <a:pt x="916859" y="288925"/>
                </a:lnTo>
                <a:close/>
                <a:moveTo>
                  <a:pt x="607752" y="120128"/>
                </a:moveTo>
                <a:lnTo>
                  <a:pt x="595738" y="120581"/>
                </a:lnTo>
                <a:lnTo>
                  <a:pt x="583950" y="121488"/>
                </a:lnTo>
                <a:lnTo>
                  <a:pt x="571936" y="122621"/>
                </a:lnTo>
                <a:lnTo>
                  <a:pt x="559921" y="123755"/>
                </a:lnTo>
                <a:lnTo>
                  <a:pt x="548133" y="125341"/>
                </a:lnTo>
                <a:lnTo>
                  <a:pt x="536119" y="127154"/>
                </a:lnTo>
                <a:lnTo>
                  <a:pt x="524331" y="129421"/>
                </a:lnTo>
                <a:lnTo>
                  <a:pt x="512543" y="131688"/>
                </a:lnTo>
                <a:lnTo>
                  <a:pt x="500755" y="134407"/>
                </a:lnTo>
                <a:lnTo>
                  <a:pt x="489194" y="137581"/>
                </a:lnTo>
                <a:lnTo>
                  <a:pt x="477406" y="140754"/>
                </a:lnTo>
                <a:lnTo>
                  <a:pt x="466072" y="144380"/>
                </a:lnTo>
                <a:lnTo>
                  <a:pt x="454511" y="148234"/>
                </a:lnTo>
                <a:lnTo>
                  <a:pt x="443176" y="152313"/>
                </a:lnTo>
                <a:lnTo>
                  <a:pt x="431615" y="156620"/>
                </a:lnTo>
                <a:lnTo>
                  <a:pt x="420508" y="161380"/>
                </a:lnTo>
                <a:lnTo>
                  <a:pt x="409400" y="166593"/>
                </a:lnTo>
                <a:lnTo>
                  <a:pt x="398519" y="171579"/>
                </a:lnTo>
                <a:lnTo>
                  <a:pt x="387411" y="177246"/>
                </a:lnTo>
                <a:lnTo>
                  <a:pt x="376530" y="183139"/>
                </a:lnTo>
                <a:lnTo>
                  <a:pt x="365876" y="189485"/>
                </a:lnTo>
                <a:lnTo>
                  <a:pt x="355221" y="195831"/>
                </a:lnTo>
                <a:lnTo>
                  <a:pt x="344794" y="202631"/>
                </a:lnTo>
                <a:lnTo>
                  <a:pt x="334593" y="209431"/>
                </a:lnTo>
                <a:lnTo>
                  <a:pt x="324392" y="216684"/>
                </a:lnTo>
                <a:lnTo>
                  <a:pt x="314191" y="224163"/>
                </a:lnTo>
                <a:lnTo>
                  <a:pt x="304443" y="232323"/>
                </a:lnTo>
                <a:lnTo>
                  <a:pt x="294695" y="240483"/>
                </a:lnTo>
                <a:lnTo>
                  <a:pt x="284948" y="248869"/>
                </a:lnTo>
                <a:lnTo>
                  <a:pt x="275654" y="257482"/>
                </a:lnTo>
                <a:lnTo>
                  <a:pt x="266359" y="266548"/>
                </a:lnTo>
                <a:lnTo>
                  <a:pt x="257518" y="275614"/>
                </a:lnTo>
                <a:lnTo>
                  <a:pt x="248678" y="285134"/>
                </a:lnTo>
                <a:lnTo>
                  <a:pt x="240290" y="294654"/>
                </a:lnTo>
                <a:lnTo>
                  <a:pt x="232129" y="304400"/>
                </a:lnTo>
                <a:lnTo>
                  <a:pt x="224195" y="314373"/>
                </a:lnTo>
                <a:lnTo>
                  <a:pt x="216714" y="324346"/>
                </a:lnTo>
                <a:lnTo>
                  <a:pt x="209460" y="334545"/>
                </a:lnTo>
                <a:lnTo>
                  <a:pt x="202433" y="344971"/>
                </a:lnTo>
                <a:lnTo>
                  <a:pt x="195632" y="355397"/>
                </a:lnTo>
                <a:lnTo>
                  <a:pt x="189058" y="366050"/>
                </a:lnTo>
                <a:lnTo>
                  <a:pt x="183164" y="376703"/>
                </a:lnTo>
                <a:lnTo>
                  <a:pt x="177271" y="387583"/>
                </a:lnTo>
                <a:lnTo>
                  <a:pt x="171603" y="398462"/>
                </a:lnTo>
                <a:lnTo>
                  <a:pt x="166390" y="409342"/>
                </a:lnTo>
                <a:lnTo>
                  <a:pt x="161402" y="420448"/>
                </a:lnTo>
                <a:lnTo>
                  <a:pt x="156642" y="431554"/>
                </a:lnTo>
                <a:lnTo>
                  <a:pt x="152108" y="443114"/>
                </a:lnTo>
                <a:lnTo>
                  <a:pt x="148028" y="454673"/>
                </a:lnTo>
                <a:lnTo>
                  <a:pt x="144174" y="466006"/>
                </a:lnTo>
                <a:lnTo>
                  <a:pt x="140774" y="477565"/>
                </a:lnTo>
                <a:lnTo>
                  <a:pt x="137373" y="489125"/>
                </a:lnTo>
                <a:lnTo>
                  <a:pt x="134426" y="500911"/>
                </a:lnTo>
                <a:lnTo>
                  <a:pt x="131706" y="512470"/>
                </a:lnTo>
                <a:lnTo>
                  <a:pt x="129213" y="524256"/>
                </a:lnTo>
                <a:lnTo>
                  <a:pt x="127172" y="536269"/>
                </a:lnTo>
                <a:lnTo>
                  <a:pt x="125359" y="548055"/>
                </a:lnTo>
                <a:lnTo>
                  <a:pt x="123772" y="560068"/>
                </a:lnTo>
                <a:lnTo>
                  <a:pt x="122185" y="571854"/>
                </a:lnTo>
                <a:lnTo>
                  <a:pt x="121278" y="583867"/>
                </a:lnTo>
                <a:lnTo>
                  <a:pt x="120598" y="595880"/>
                </a:lnTo>
                <a:lnTo>
                  <a:pt x="120145" y="607666"/>
                </a:lnTo>
                <a:lnTo>
                  <a:pt x="120145" y="619905"/>
                </a:lnTo>
                <a:lnTo>
                  <a:pt x="120145" y="631918"/>
                </a:lnTo>
                <a:lnTo>
                  <a:pt x="120598" y="643704"/>
                </a:lnTo>
                <a:lnTo>
                  <a:pt x="121278" y="655717"/>
                </a:lnTo>
                <a:lnTo>
                  <a:pt x="122185" y="667503"/>
                </a:lnTo>
                <a:lnTo>
                  <a:pt x="123772" y="679516"/>
                </a:lnTo>
                <a:lnTo>
                  <a:pt x="125359" y="691529"/>
                </a:lnTo>
                <a:lnTo>
                  <a:pt x="127172" y="703315"/>
                </a:lnTo>
                <a:lnTo>
                  <a:pt x="129213" y="715328"/>
                </a:lnTo>
                <a:lnTo>
                  <a:pt x="131706" y="726887"/>
                </a:lnTo>
                <a:lnTo>
                  <a:pt x="134426" y="738673"/>
                </a:lnTo>
                <a:lnTo>
                  <a:pt x="137373" y="750460"/>
                </a:lnTo>
                <a:lnTo>
                  <a:pt x="140774" y="762019"/>
                </a:lnTo>
                <a:lnTo>
                  <a:pt x="144174" y="773579"/>
                </a:lnTo>
                <a:lnTo>
                  <a:pt x="148028" y="784911"/>
                </a:lnTo>
                <a:lnTo>
                  <a:pt x="152108" y="796471"/>
                </a:lnTo>
                <a:lnTo>
                  <a:pt x="156642" y="807804"/>
                </a:lnTo>
                <a:lnTo>
                  <a:pt x="161402" y="819136"/>
                </a:lnTo>
                <a:lnTo>
                  <a:pt x="166390" y="830016"/>
                </a:lnTo>
                <a:lnTo>
                  <a:pt x="171603" y="841122"/>
                </a:lnTo>
                <a:lnTo>
                  <a:pt x="177271" y="852002"/>
                </a:lnTo>
                <a:lnTo>
                  <a:pt x="183164" y="862881"/>
                </a:lnTo>
                <a:lnTo>
                  <a:pt x="189058" y="873534"/>
                </a:lnTo>
                <a:lnTo>
                  <a:pt x="195632" y="884187"/>
                </a:lnTo>
                <a:lnTo>
                  <a:pt x="202433" y="894613"/>
                </a:lnTo>
                <a:lnTo>
                  <a:pt x="209460" y="904813"/>
                </a:lnTo>
                <a:lnTo>
                  <a:pt x="216714" y="915239"/>
                </a:lnTo>
                <a:lnTo>
                  <a:pt x="224195" y="925212"/>
                </a:lnTo>
                <a:lnTo>
                  <a:pt x="232129" y="934958"/>
                </a:lnTo>
                <a:lnTo>
                  <a:pt x="240290" y="944931"/>
                </a:lnTo>
                <a:lnTo>
                  <a:pt x="248678" y="954450"/>
                </a:lnTo>
                <a:lnTo>
                  <a:pt x="257518" y="963743"/>
                </a:lnTo>
                <a:lnTo>
                  <a:pt x="266359" y="973036"/>
                </a:lnTo>
                <a:lnTo>
                  <a:pt x="275654" y="982102"/>
                </a:lnTo>
                <a:lnTo>
                  <a:pt x="284948" y="990715"/>
                </a:lnTo>
                <a:lnTo>
                  <a:pt x="294695" y="999102"/>
                </a:lnTo>
                <a:lnTo>
                  <a:pt x="304443" y="1007261"/>
                </a:lnTo>
                <a:lnTo>
                  <a:pt x="314191" y="1015194"/>
                </a:lnTo>
                <a:lnTo>
                  <a:pt x="324392" y="1022674"/>
                </a:lnTo>
                <a:lnTo>
                  <a:pt x="334593" y="1029927"/>
                </a:lnTo>
                <a:lnTo>
                  <a:pt x="344794" y="1036953"/>
                </a:lnTo>
                <a:lnTo>
                  <a:pt x="355221" y="1043753"/>
                </a:lnTo>
                <a:lnTo>
                  <a:pt x="365876" y="1050099"/>
                </a:lnTo>
                <a:lnTo>
                  <a:pt x="376530" y="1056446"/>
                </a:lnTo>
                <a:lnTo>
                  <a:pt x="387411" y="1062339"/>
                </a:lnTo>
                <a:lnTo>
                  <a:pt x="398292" y="1067779"/>
                </a:lnTo>
                <a:lnTo>
                  <a:pt x="409400" y="1072992"/>
                </a:lnTo>
                <a:lnTo>
                  <a:pt x="420508" y="1078205"/>
                </a:lnTo>
                <a:lnTo>
                  <a:pt x="431615" y="1082738"/>
                </a:lnTo>
                <a:lnTo>
                  <a:pt x="443176" y="1087271"/>
                </a:lnTo>
                <a:lnTo>
                  <a:pt x="454511" y="1091351"/>
                </a:lnTo>
                <a:lnTo>
                  <a:pt x="466072" y="1095204"/>
                </a:lnTo>
                <a:lnTo>
                  <a:pt x="477406" y="1098830"/>
                </a:lnTo>
                <a:lnTo>
                  <a:pt x="489194" y="1102004"/>
                </a:lnTo>
                <a:lnTo>
                  <a:pt x="500755" y="1104950"/>
                </a:lnTo>
                <a:lnTo>
                  <a:pt x="512543" y="1107897"/>
                </a:lnTo>
                <a:lnTo>
                  <a:pt x="524331" y="1110163"/>
                </a:lnTo>
                <a:lnTo>
                  <a:pt x="536119" y="1112203"/>
                </a:lnTo>
                <a:lnTo>
                  <a:pt x="548133" y="1114243"/>
                </a:lnTo>
                <a:lnTo>
                  <a:pt x="559921" y="1115830"/>
                </a:lnTo>
                <a:lnTo>
                  <a:pt x="571936" y="1116963"/>
                </a:lnTo>
                <a:lnTo>
                  <a:pt x="583950" y="1118096"/>
                </a:lnTo>
                <a:lnTo>
                  <a:pt x="595738" y="1118776"/>
                </a:lnTo>
                <a:lnTo>
                  <a:pt x="607752" y="1119230"/>
                </a:lnTo>
                <a:lnTo>
                  <a:pt x="619540" y="1119230"/>
                </a:lnTo>
                <a:lnTo>
                  <a:pt x="631782" y="1119230"/>
                </a:lnTo>
                <a:lnTo>
                  <a:pt x="643796" y="1118776"/>
                </a:lnTo>
                <a:lnTo>
                  <a:pt x="655584" y="1118096"/>
                </a:lnTo>
                <a:lnTo>
                  <a:pt x="667598" y="1116963"/>
                </a:lnTo>
                <a:lnTo>
                  <a:pt x="679613" y="1115830"/>
                </a:lnTo>
                <a:lnTo>
                  <a:pt x="691401" y="1114243"/>
                </a:lnTo>
                <a:lnTo>
                  <a:pt x="703415" y="1112203"/>
                </a:lnTo>
                <a:lnTo>
                  <a:pt x="715203" y="1110163"/>
                </a:lnTo>
                <a:lnTo>
                  <a:pt x="726991" y="1107897"/>
                </a:lnTo>
                <a:lnTo>
                  <a:pt x="738779" y="1104950"/>
                </a:lnTo>
                <a:lnTo>
                  <a:pt x="750340" y="1102004"/>
                </a:lnTo>
                <a:lnTo>
                  <a:pt x="762128" y="1098830"/>
                </a:lnTo>
                <a:lnTo>
                  <a:pt x="773462" y="1095204"/>
                </a:lnTo>
                <a:lnTo>
                  <a:pt x="785023" y="1091351"/>
                </a:lnTo>
                <a:lnTo>
                  <a:pt x="796358" y="1087271"/>
                </a:lnTo>
                <a:lnTo>
                  <a:pt x="807692" y="1082738"/>
                </a:lnTo>
                <a:lnTo>
                  <a:pt x="819026" y="1078205"/>
                </a:lnTo>
                <a:lnTo>
                  <a:pt x="830134" y="1072992"/>
                </a:lnTo>
                <a:lnTo>
                  <a:pt x="841015" y="1067779"/>
                </a:lnTo>
                <a:lnTo>
                  <a:pt x="852123" y="1062339"/>
                </a:lnTo>
                <a:lnTo>
                  <a:pt x="862777" y="1056446"/>
                </a:lnTo>
                <a:lnTo>
                  <a:pt x="873658" y="1050099"/>
                </a:lnTo>
                <a:lnTo>
                  <a:pt x="884086" y="1043753"/>
                </a:lnTo>
                <a:lnTo>
                  <a:pt x="894740" y="1036953"/>
                </a:lnTo>
                <a:lnTo>
                  <a:pt x="904941" y="1029927"/>
                </a:lnTo>
                <a:lnTo>
                  <a:pt x="915142" y="1022674"/>
                </a:lnTo>
                <a:lnTo>
                  <a:pt x="925343" y="1015194"/>
                </a:lnTo>
                <a:lnTo>
                  <a:pt x="935091" y="1007261"/>
                </a:lnTo>
                <a:lnTo>
                  <a:pt x="944839" y="999102"/>
                </a:lnTo>
                <a:lnTo>
                  <a:pt x="954586" y="990715"/>
                </a:lnTo>
                <a:lnTo>
                  <a:pt x="963880" y="982102"/>
                </a:lnTo>
                <a:lnTo>
                  <a:pt x="972948" y="973036"/>
                </a:lnTo>
                <a:lnTo>
                  <a:pt x="982016" y="963743"/>
                </a:lnTo>
                <a:lnTo>
                  <a:pt x="990856" y="954450"/>
                </a:lnTo>
                <a:lnTo>
                  <a:pt x="999244" y="944931"/>
                </a:lnTo>
                <a:lnTo>
                  <a:pt x="1007405" y="934958"/>
                </a:lnTo>
                <a:lnTo>
                  <a:pt x="1015339" y="925212"/>
                </a:lnTo>
                <a:lnTo>
                  <a:pt x="1022820" y="915239"/>
                </a:lnTo>
                <a:lnTo>
                  <a:pt x="1030074" y="904813"/>
                </a:lnTo>
                <a:lnTo>
                  <a:pt x="1037101" y="894613"/>
                </a:lnTo>
                <a:lnTo>
                  <a:pt x="1043902" y="884187"/>
                </a:lnTo>
                <a:lnTo>
                  <a:pt x="1050249" y="873534"/>
                </a:lnTo>
                <a:lnTo>
                  <a:pt x="1056370" y="862881"/>
                </a:lnTo>
                <a:lnTo>
                  <a:pt x="1062263" y="852002"/>
                </a:lnTo>
                <a:lnTo>
                  <a:pt x="1067931" y="841122"/>
                </a:lnTo>
                <a:lnTo>
                  <a:pt x="1073144" y="830016"/>
                </a:lnTo>
                <a:lnTo>
                  <a:pt x="1078132" y="819136"/>
                </a:lnTo>
                <a:lnTo>
                  <a:pt x="1082892" y="807804"/>
                </a:lnTo>
                <a:lnTo>
                  <a:pt x="1087426" y="796471"/>
                </a:lnTo>
                <a:lnTo>
                  <a:pt x="1091280" y="784911"/>
                </a:lnTo>
                <a:lnTo>
                  <a:pt x="1095360" y="773579"/>
                </a:lnTo>
                <a:lnTo>
                  <a:pt x="1098760" y="762019"/>
                </a:lnTo>
                <a:lnTo>
                  <a:pt x="1102161" y="750460"/>
                </a:lnTo>
                <a:lnTo>
                  <a:pt x="1105108" y="738673"/>
                </a:lnTo>
                <a:lnTo>
                  <a:pt x="1107828" y="726887"/>
                </a:lnTo>
                <a:lnTo>
                  <a:pt x="1110321" y="715328"/>
                </a:lnTo>
                <a:lnTo>
                  <a:pt x="1112362" y="703315"/>
                </a:lnTo>
                <a:lnTo>
                  <a:pt x="1114175" y="691529"/>
                </a:lnTo>
                <a:lnTo>
                  <a:pt x="1115762" y="679516"/>
                </a:lnTo>
                <a:lnTo>
                  <a:pt x="1117122" y="667503"/>
                </a:lnTo>
                <a:lnTo>
                  <a:pt x="1118256" y="655717"/>
                </a:lnTo>
                <a:lnTo>
                  <a:pt x="1118936" y="643704"/>
                </a:lnTo>
                <a:lnTo>
                  <a:pt x="1119389" y="631918"/>
                </a:lnTo>
                <a:lnTo>
                  <a:pt x="1119389" y="619905"/>
                </a:lnTo>
                <a:lnTo>
                  <a:pt x="1119389" y="607666"/>
                </a:lnTo>
                <a:lnTo>
                  <a:pt x="1118936" y="595880"/>
                </a:lnTo>
                <a:lnTo>
                  <a:pt x="1118256" y="583867"/>
                </a:lnTo>
                <a:lnTo>
                  <a:pt x="1117122" y="571854"/>
                </a:lnTo>
                <a:lnTo>
                  <a:pt x="1115762" y="560068"/>
                </a:lnTo>
                <a:lnTo>
                  <a:pt x="1114175" y="548055"/>
                </a:lnTo>
                <a:lnTo>
                  <a:pt x="1112362" y="536269"/>
                </a:lnTo>
                <a:lnTo>
                  <a:pt x="1110321" y="524256"/>
                </a:lnTo>
                <a:lnTo>
                  <a:pt x="1107828" y="512470"/>
                </a:lnTo>
                <a:lnTo>
                  <a:pt x="1105108" y="500911"/>
                </a:lnTo>
                <a:lnTo>
                  <a:pt x="1102161" y="489125"/>
                </a:lnTo>
                <a:lnTo>
                  <a:pt x="1098760" y="477565"/>
                </a:lnTo>
                <a:lnTo>
                  <a:pt x="1095360" y="466006"/>
                </a:lnTo>
                <a:lnTo>
                  <a:pt x="1091280" y="454673"/>
                </a:lnTo>
                <a:lnTo>
                  <a:pt x="1087426" y="443114"/>
                </a:lnTo>
                <a:lnTo>
                  <a:pt x="1082892" y="431554"/>
                </a:lnTo>
                <a:lnTo>
                  <a:pt x="1078132" y="420448"/>
                </a:lnTo>
                <a:lnTo>
                  <a:pt x="1073144" y="409342"/>
                </a:lnTo>
                <a:lnTo>
                  <a:pt x="1067931" y="398462"/>
                </a:lnTo>
                <a:lnTo>
                  <a:pt x="1062263" y="387583"/>
                </a:lnTo>
                <a:lnTo>
                  <a:pt x="1056370" y="376703"/>
                </a:lnTo>
                <a:lnTo>
                  <a:pt x="1050249" y="366050"/>
                </a:lnTo>
                <a:lnTo>
                  <a:pt x="1043902" y="355397"/>
                </a:lnTo>
                <a:lnTo>
                  <a:pt x="1037101" y="344971"/>
                </a:lnTo>
                <a:lnTo>
                  <a:pt x="1030074" y="334545"/>
                </a:lnTo>
                <a:lnTo>
                  <a:pt x="1022820" y="324346"/>
                </a:lnTo>
                <a:lnTo>
                  <a:pt x="1015339" y="314373"/>
                </a:lnTo>
                <a:lnTo>
                  <a:pt x="1007405" y="304400"/>
                </a:lnTo>
                <a:lnTo>
                  <a:pt x="999244" y="294654"/>
                </a:lnTo>
                <a:lnTo>
                  <a:pt x="990856" y="285134"/>
                </a:lnTo>
                <a:lnTo>
                  <a:pt x="982016" y="275614"/>
                </a:lnTo>
                <a:lnTo>
                  <a:pt x="972948" y="266548"/>
                </a:lnTo>
                <a:lnTo>
                  <a:pt x="963880" y="257482"/>
                </a:lnTo>
                <a:lnTo>
                  <a:pt x="954586" y="248869"/>
                </a:lnTo>
                <a:lnTo>
                  <a:pt x="944839" y="240483"/>
                </a:lnTo>
                <a:lnTo>
                  <a:pt x="935091" y="232323"/>
                </a:lnTo>
                <a:lnTo>
                  <a:pt x="925343" y="224163"/>
                </a:lnTo>
                <a:lnTo>
                  <a:pt x="915142" y="216684"/>
                </a:lnTo>
                <a:lnTo>
                  <a:pt x="904941" y="209431"/>
                </a:lnTo>
                <a:lnTo>
                  <a:pt x="894740" y="202631"/>
                </a:lnTo>
                <a:lnTo>
                  <a:pt x="884086" y="195831"/>
                </a:lnTo>
                <a:lnTo>
                  <a:pt x="873658" y="189485"/>
                </a:lnTo>
                <a:lnTo>
                  <a:pt x="862777" y="183139"/>
                </a:lnTo>
                <a:lnTo>
                  <a:pt x="852123" y="177246"/>
                </a:lnTo>
                <a:lnTo>
                  <a:pt x="841015" y="171579"/>
                </a:lnTo>
                <a:lnTo>
                  <a:pt x="830134" y="166593"/>
                </a:lnTo>
                <a:lnTo>
                  <a:pt x="819026" y="161380"/>
                </a:lnTo>
                <a:lnTo>
                  <a:pt x="807692" y="156620"/>
                </a:lnTo>
                <a:lnTo>
                  <a:pt x="796358" y="152313"/>
                </a:lnTo>
                <a:lnTo>
                  <a:pt x="785023" y="148234"/>
                </a:lnTo>
                <a:lnTo>
                  <a:pt x="773462" y="144380"/>
                </a:lnTo>
                <a:lnTo>
                  <a:pt x="762128" y="140754"/>
                </a:lnTo>
                <a:lnTo>
                  <a:pt x="750340" y="137581"/>
                </a:lnTo>
                <a:lnTo>
                  <a:pt x="738779" y="134407"/>
                </a:lnTo>
                <a:lnTo>
                  <a:pt x="726991" y="131688"/>
                </a:lnTo>
                <a:lnTo>
                  <a:pt x="715203" y="129421"/>
                </a:lnTo>
                <a:lnTo>
                  <a:pt x="703415" y="127154"/>
                </a:lnTo>
                <a:lnTo>
                  <a:pt x="691401" y="125341"/>
                </a:lnTo>
                <a:lnTo>
                  <a:pt x="679613" y="123755"/>
                </a:lnTo>
                <a:lnTo>
                  <a:pt x="667598" y="122621"/>
                </a:lnTo>
                <a:lnTo>
                  <a:pt x="655584" y="121488"/>
                </a:lnTo>
                <a:lnTo>
                  <a:pt x="643796" y="120581"/>
                </a:lnTo>
                <a:lnTo>
                  <a:pt x="631782" y="120128"/>
                </a:lnTo>
                <a:lnTo>
                  <a:pt x="619540" y="120128"/>
                </a:lnTo>
                <a:lnTo>
                  <a:pt x="607752" y="120128"/>
                </a:lnTo>
                <a:close/>
                <a:moveTo>
                  <a:pt x="619540" y="0"/>
                </a:moveTo>
                <a:lnTo>
                  <a:pt x="634502" y="227"/>
                </a:lnTo>
                <a:lnTo>
                  <a:pt x="649690" y="907"/>
                </a:lnTo>
                <a:lnTo>
                  <a:pt x="664198" y="1587"/>
                </a:lnTo>
                <a:lnTo>
                  <a:pt x="678933" y="3173"/>
                </a:lnTo>
                <a:lnTo>
                  <a:pt x="694121" y="4533"/>
                </a:lnTo>
                <a:lnTo>
                  <a:pt x="708629" y="6573"/>
                </a:lnTo>
                <a:lnTo>
                  <a:pt x="723364" y="8840"/>
                </a:lnTo>
                <a:lnTo>
                  <a:pt x="738098" y="11560"/>
                </a:lnTo>
                <a:lnTo>
                  <a:pt x="752607" y="14506"/>
                </a:lnTo>
                <a:lnTo>
                  <a:pt x="767115" y="17906"/>
                </a:lnTo>
                <a:lnTo>
                  <a:pt x="781623" y="21533"/>
                </a:lnTo>
                <a:lnTo>
                  <a:pt x="796131" y="25839"/>
                </a:lnTo>
                <a:lnTo>
                  <a:pt x="810412" y="30146"/>
                </a:lnTo>
                <a:lnTo>
                  <a:pt x="824694" y="34905"/>
                </a:lnTo>
                <a:lnTo>
                  <a:pt x="838975" y="40118"/>
                </a:lnTo>
                <a:lnTo>
                  <a:pt x="853030" y="45558"/>
                </a:lnTo>
                <a:lnTo>
                  <a:pt x="866858" y="51451"/>
                </a:lnTo>
                <a:lnTo>
                  <a:pt x="880686" y="57571"/>
                </a:lnTo>
                <a:lnTo>
                  <a:pt x="894514" y="64144"/>
                </a:lnTo>
                <a:lnTo>
                  <a:pt x="907888" y="71170"/>
                </a:lnTo>
                <a:lnTo>
                  <a:pt x="921263" y="78423"/>
                </a:lnTo>
                <a:lnTo>
                  <a:pt x="934638" y="85903"/>
                </a:lnTo>
                <a:lnTo>
                  <a:pt x="947786" y="93836"/>
                </a:lnTo>
                <a:lnTo>
                  <a:pt x="960934" y="102222"/>
                </a:lnTo>
                <a:lnTo>
                  <a:pt x="973401" y="110835"/>
                </a:lnTo>
                <a:lnTo>
                  <a:pt x="986096" y="119901"/>
                </a:lnTo>
                <a:lnTo>
                  <a:pt x="998791" y="129421"/>
                </a:lnTo>
                <a:lnTo>
                  <a:pt x="1010805" y="139167"/>
                </a:lnTo>
                <a:lnTo>
                  <a:pt x="1023046" y="149140"/>
                </a:lnTo>
                <a:lnTo>
                  <a:pt x="1034607" y="159793"/>
                </a:lnTo>
                <a:lnTo>
                  <a:pt x="1046395" y="170446"/>
                </a:lnTo>
                <a:lnTo>
                  <a:pt x="1057956" y="181779"/>
                </a:lnTo>
                <a:lnTo>
                  <a:pt x="1067251" y="191072"/>
                </a:lnTo>
                <a:lnTo>
                  <a:pt x="1076318" y="200591"/>
                </a:lnTo>
                <a:lnTo>
                  <a:pt x="1084932" y="210564"/>
                </a:lnTo>
                <a:lnTo>
                  <a:pt x="1093546" y="220310"/>
                </a:lnTo>
                <a:lnTo>
                  <a:pt x="1101934" y="230283"/>
                </a:lnTo>
                <a:lnTo>
                  <a:pt x="1110095" y="240709"/>
                </a:lnTo>
                <a:lnTo>
                  <a:pt x="1117802" y="250909"/>
                </a:lnTo>
                <a:lnTo>
                  <a:pt x="1125510" y="261108"/>
                </a:lnTo>
                <a:lnTo>
                  <a:pt x="1132764" y="271988"/>
                </a:lnTo>
                <a:lnTo>
                  <a:pt x="1139791" y="282414"/>
                </a:lnTo>
                <a:lnTo>
                  <a:pt x="1146592" y="293294"/>
                </a:lnTo>
                <a:lnTo>
                  <a:pt x="1153166" y="304173"/>
                </a:lnTo>
                <a:lnTo>
                  <a:pt x="1159513" y="315279"/>
                </a:lnTo>
                <a:lnTo>
                  <a:pt x="1165634" y="326159"/>
                </a:lnTo>
                <a:lnTo>
                  <a:pt x="1171527" y="337492"/>
                </a:lnTo>
                <a:lnTo>
                  <a:pt x="1177195" y="348598"/>
                </a:lnTo>
                <a:lnTo>
                  <a:pt x="1182408" y="360157"/>
                </a:lnTo>
                <a:lnTo>
                  <a:pt x="1187622" y="371490"/>
                </a:lnTo>
                <a:lnTo>
                  <a:pt x="1192610" y="383050"/>
                </a:lnTo>
                <a:lnTo>
                  <a:pt x="1197143" y="394609"/>
                </a:lnTo>
                <a:lnTo>
                  <a:pt x="1201677" y="406395"/>
                </a:lnTo>
                <a:lnTo>
                  <a:pt x="1205984" y="418181"/>
                </a:lnTo>
                <a:lnTo>
                  <a:pt x="1209611" y="429741"/>
                </a:lnTo>
                <a:lnTo>
                  <a:pt x="1213465" y="441754"/>
                </a:lnTo>
                <a:lnTo>
                  <a:pt x="1216865" y="453540"/>
                </a:lnTo>
                <a:lnTo>
                  <a:pt x="1219812" y="465552"/>
                </a:lnTo>
                <a:lnTo>
                  <a:pt x="1222986" y="477792"/>
                </a:lnTo>
                <a:lnTo>
                  <a:pt x="1225706" y="489578"/>
                </a:lnTo>
                <a:lnTo>
                  <a:pt x="1228200" y="501818"/>
                </a:lnTo>
                <a:lnTo>
                  <a:pt x="1230240" y="514057"/>
                </a:lnTo>
                <a:lnTo>
                  <a:pt x="1232280" y="526070"/>
                </a:lnTo>
                <a:lnTo>
                  <a:pt x="1233867" y="538536"/>
                </a:lnTo>
                <a:lnTo>
                  <a:pt x="1235680" y="550775"/>
                </a:lnTo>
                <a:lnTo>
                  <a:pt x="1236814" y="563015"/>
                </a:lnTo>
                <a:lnTo>
                  <a:pt x="1237720" y="575254"/>
                </a:lnTo>
                <a:lnTo>
                  <a:pt x="1238401" y="587720"/>
                </a:lnTo>
                <a:lnTo>
                  <a:pt x="1239081" y="599733"/>
                </a:lnTo>
                <a:lnTo>
                  <a:pt x="1239307" y="612199"/>
                </a:lnTo>
                <a:lnTo>
                  <a:pt x="1239307" y="624665"/>
                </a:lnTo>
                <a:lnTo>
                  <a:pt x="1239081" y="636678"/>
                </a:lnTo>
                <a:lnTo>
                  <a:pt x="1238627" y="649144"/>
                </a:lnTo>
                <a:lnTo>
                  <a:pt x="1237947" y="661610"/>
                </a:lnTo>
                <a:lnTo>
                  <a:pt x="1237040" y="673623"/>
                </a:lnTo>
                <a:lnTo>
                  <a:pt x="1235907" y="686089"/>
                </a:lnTo>
                <a:lnTo>
                  <a:pt x="1234320" y="698102"/>
                </a:lnTo>
                <a:lnTo>
                  <a:pt x="1232507" y="710341"/>
                </a:lnTo>
                <a:lnTo>
                  <a:pt x="1230693" y="722807"/>
                </a:lnTo>
                <a:lnTo>
                  <a:pt x="1228653" y="734820"/>
                </a:lnTo>
                <a:lnTo>
                  <a:pt x="1226159" y="746833"/>
                </a:lnTo>
                <a:lnTo>
                  <a:pt x="1223439" y="759073"/>
                </a:lnTo>
                <a:lnTo>
                  <a:pt x="1220719" y="771085"/>
                </a:lnTo>
                <a:lnTo>
                  <a:pt x="1217545" y="783098"/>
                </a:lnTo>
                <a:lnTo>
                  <a:pt x="1214145" y="795111"/>
                </a:lnTo>
                <a:lnTo>
                  <a:pt x="1210518" y="806897"/>
                </a:lnTo>
                <a:lnTo>
                  <a:pt x="1206664" y="818683"/>
                </a:lnTo>
                <a:lnTo>
                  <a:pt x="1202357" y="830469"/>
                </a:lnTo>
                <a:lnTo>
                  <a:pt x="1198277" y="842255"/>
                </a:lnTo>
                <a:lnTo>
                  <a:pt x="1193516" y="853588"/>
                </a:lnTo>
                <a:lnTo>
                  <a:pt x="1188529" y="865374"/>
                </a:lnTo>
                <a:lnTo>
                  <a:pt x="1183769" y="876934"/>
                </a:lnTo>
                <a:lnTo>
                  <a:pt x="1178328" y="888267"/>
                </a:lnTo>
                <a:lnTo>
                  <a:pt x="1172661" y="899599"/>
                </a:lnTo>
                <a:lnTo>
                  <a:pt x="1166767" y="910706"/>
                </a:lnTo>
                <a:lnTo>
                  <a:pt x="1160646" y="921812"/>
                </a:lnTo>
                <a:lnTo>
                  <a:pt x="1534229" y="1295115"/>
                </a:lnTo>
                <a:lnTo>
                  <a:pt x="1540350" y="1301461"/>
                </a:lnTo>
                <a:lnTo>
                  <a:pt x="1545790" y="1308034"/>
                </a:lnTo>
                <a:lnTo>
                  <a:pt x="1551231" y="1314607"/>
                </a:lnTo>
                <a:lnTo>
                  <a:pt x="1556445" y="1321407"/>
                </a:lnTo>
                <a:lnTo>
                  <a:pt x="1560752" y="1328433"/>
                </a:lnTo>
                <a:lnTo>
                  <a:pt x="1565286" y="1335460"/>
                </a:lnTo>
                <a:lnTo>
                  <a:pt x="1569366" y="1342713"/>
                </a:lnTo>
                <a:lnTo>
                  <a:pt x="1572766" y="1349966"/>
                </a:lnTo>
                <a:lnTo>
                  <a:pt x="1576167" y="1357219"/>
                </a:lnTo>
                <a:lnTo>
                  <a:pt x="1578887" y="1364698"/>
                </a:lnTo>
                <a:lnTo>
                  <a:pt x="1581381" y="1372178"/>
                </a:lnTo>
                <a:lnTo>
                  <a:pt x="1583648" y="1379658"/>
                </a:lnTo>
                <a:lnTo>
                  <a:pt x="1585461" y="1387137"/>
                </a:lnTo>
                <a:lnTo>
                  <a:pt x="1586821" y="1394617"/>
                </a:lnTo>
                <a:lnTo>
                  <a:pt x="1587955" y="1402323"/>
                </a:lnTo>
                <a:lnTo>
                  <a:pt x="1588635" y="1409803"/>
                </a:lnTo>
                <a:lnTo>
                  <a:pt x="1589088" y="1417283"/>
                </a:lnTo>
                <a:lnTo>
                  <a:pt x="1589088" y="1424762"/>
                </a:lnTo>
                <a:lnTo>
                  <a:pt x="1588861" y="1432242"/>
                </a:lnTo>
                <a:lnTo>
                  <a:pt x="1588181" y="1439495"/>
                </a:lnTo>
                <a:lnTo>
                  <a:pt x="1587274" y="1446748"/>
                </a:lnTo>
                <a:lnTo>
                  <a:pt x="1585914" y="1454001"/>
                </a:lnTo>
                <a:lnTo>
                  <a:pt x="1584101" y="1461027"/>
                </a:lnTo>
                <a:lnTo>
                  <a:pt x="1581834" y="1467827"/>
                </a:lnTo>
                <a:lnTo>
                  <a:pt x="1579340" y="1474627"/>
                </a:lnTo>
                <a:lnTo>
                  <a:pt x="1576620" y="1481200"/>
                </a:lnTo>
                <a:lnTo>
                  <a:pt x="1573220" y="1487773"/>
                </a:lnTo>
                <a:lnTo>
                  <a:pt x="1569593" y="1494119"/>
                </a:lnTo>
                <a:lnTo>
                  <a:pt x="1565512" y="1500239"/>
                </a:lnTo>
                <a:lnTo>
                  <a:pt x="1561432" y="1506132"/>
                </a:lnTo>
                <a:lnTo>
                  <a:pt x="1556445" y="1511572"/>
                </a:lnTo>
                <a:lnTo>
                  <a:pt x="1551231" y="1517011"/>
                </a:lnTo>
                <a:lnTo>
                  <a:pt x="1517228" y="1551237"/>
                </a:lnTo>
                <a:lnTo>
                  <a:pt x="1511787" y="1556223"/>
                </a:lnTo>
                <a:lnTo>
                  <a:pt x="1506120" y="1561209"/>
                </a:lnTo>
                <a:lnTo>
                  <a:pt x="1500226" y="1565516"/>
                </a:lnTo>
                <a:lnTo>
                  <a:pt x="1494106" y="1569369"/>
                </a:lnTo>
                <a:lnTo>
                  <a:pt x="1487985" y="1573222"/>
                </a:lnTo>
                <a:lnTo>
                  <a:pt x="1481411" y="1576395"/>
                </a:lnTo>
                <a:lnTo>
                  <a:pt x="1474837" y="1579342"/>
                </a:lnTo>
                <a:lnTo>
                  <a:pt x="1468036" y="1581835"/>
                </a:lnTo>
                <a:lnTo>
                  <a:pt x="1461009" y="1583875"/>
                </a:lnTo>
                <a:lnTo>
                  <a:pt x="1453982" y="1585688"/>
                </a:lnTo>
                <a:lnTo>
                  <a:pt x="1446728" y="1587275"/>
                </a:lnTo>
                <a:lnTo>
                  <a:pt x="1439474" y="1588182"/>
                </a:lnTo>
                <a:lnTo>
                  <a:pt x="1432219" y="1588862"/>
                </a:lnTo>
                <a:lnTo>
                  <a:pt x="1424739" y="1589088"/>
                </a:lnTo>
                <a:lnTo>
                  <a:pt x="1417258" y="1589088"/>
                </a:lnTo>
                <a:lnTo>
                  <a:pt x="1409777" y="1588862"/>
                </a:lnTo>
                <a:lnTo>
                  <a:pt x="1402296" y="1587955"/>
                </a:lnTo>
                <a:lnTo>
                  <a:pt x="1394589" y="1587048"/>
                </a:lnTo>
                <a:lnTo>
                  <a:pt x="1387108" y="1585235"/>
                </a:lnTo>
                <a:lnTo>
                  <a:pt x="1379628" y="1583422"/>
                </a:lnTo>
                <a:lnTo>
                  <a:pt x="1372147" y="1581382"/>
                </a:lnTo>
                <a:lnTo>
                  <a:pt x="1364666" y="1578662"/>
                </a:lnTo>
                <a:lnTo>
                  <a:pt x="1357186" y="1575942"/>
                </a:lnTo>
                <a:lnTo>
                  <a:pt x="1349931" y="1572769"/>
                </a:lnTo>
                <a:lnTo>
                  <a:pt x="1342677" y="1569142"/>
                </a:lnTo>
                <a:lnTo>
                  <a:pt x="1335423" y="1565289"/>
                </a:lnTo>
                <a:lnTo>
                  <a:pt x="1328396" y="1560756"/>
                </a:lnTo>
                <a:lnTo>
                  <a:pt x="1321369" y="1556223"/>
                </a:lnTo>
                <a:lnTo>
                  <a:pt x="1314568" y="1551237"/>
                </a:lnTo>
                <a:lnTo>
                  <a:pt x="1307994" y="1545797"/>
                </a:lnTo>
                <a:lnTo>
                  <a:pt x="1301420" y="1540130"/>
                </a:lnTo>
                <a:lnTo>
                  <a:pt x="1295299" y="1534011"/>
                </a:lnTo>
                <a:lnTo>
                  <a:pt x="921716" y="1160708"/>
                </a:lnTo>
                <a:lnTo>
                  <a:pt x="910835" y="1166827"/>
                </a:lnTo>
                <a:lnTo>
                  <a:pt x="899501" y="1172720"/>
                </a:lnTo>
                <a:lnTo>
                  <a:pt x="888166" y="1178160"/>
                </a:lnTo>
                <a:lnTo>
                  <a:pt x="876832" y="1183600"/>
                </a:lnTo>
                <a:lnTo>
                  <a:pt x="865498" y="1188586"/>
                </a:lnTo>
                <a:lnTo>
                  <a:pt x="853710" y="1193346"/>
                </a:lnTo>
                <a:lnTo>
                  <a:pt x="842375" y="1198106"/>
                </a:lnTo>
                <a:lnTo>
                  <a:pt x="830588" y="1202412"/>
                </a:lnTo>
                <a:lnTo>
                  <a:pt x="818573" y="1206492"/>
                </a:lnTo>
                <a:lnTo>
                  <a:pt x="807012" y="1210572"/>
                </a:lnTo>
                <a:lnTo>
                  <a:pt x="794997" y="1213972"/>
                </a:lnTo>
                <a:lnTo>
                  <a:pt x="783210" y="1217598"/>
                </a:lnTo>
                <a:lnTo>
                  <a:pt x="771195" y="1220545"/>
                </a:lnTo>
                <a:lnTo>
                  <a:pt x="758954" y="1223265"/>
                </a:lnTo>
                <a:lnTo>
                  <a:pt x="746939" y="1226211"/>
                </a:lnTo>
                <a:lnTo>
                  <a:pt x="734698" y="1228478"/>
                </a:lnTo>
                <a:lnTo>
                  <a:pt x="722457" y="1230518"/>
                </a:lnTo>
                <a:lnTo>
                  <a:pt x="710442" y="1232784"/>
                </a:lnTo>
                <a:lnTo>
                  <a:pt x="698201" y="1234371"/>
                </a:lnTo>
                <a:lnTo>
                  <a:pt x="685960" y="1235731"/>
                </a:lnTo>
                <a:lnTo>
                  <a:pt x="673719" y="1236864"/>
                </a:lnTo>
                <a:lnTo>
                  <a:pt x="661478" y="1237771"/>
                </a:lnTo>
                <a:lnTo>
                  <a:pt x="649010" y="1238451"/>
                </a:lnTo>
                <a:lnTo>
                  <a:pt x="636769" y="1239131"/>
                </a:lnTo>
                <a:lnTo>
                  <a:pt x="624527" y="1239357"/>
                </a:lnTo>
                <a:lnTo>
                  <a:pt x="612060" y="1239357"/>
                </a:lnTo>
                <a:lnTo>
                  <a:pt x="599818" y="1239131"/>
                </a:lnTo>
                <a:lnTo>
                  <a:pt x="587577" y="1238451"/>
                </a:lnTo>
                <a:lnTo>
                  <a:pt x="575109" y="1237544"/>
                </a:lnTo>
                <a:lnTo>
                  <a:pt x="562868" y="1236638"/>
                </a:lnTo>
                <a:lnTo>
                  <a:pt x="550627" y="1235504"/>
                </a:lnTo>
                <a:lnTo>
                  <a:pt x="538612" y="1233918"/>
                </a:lnTo>
                <a:lnTo>
                  <a:pt x="526145" y="1232331"/>
                </a:lnTo>
                <a:lnTo>
                  <a:pt x="513903" y="1230291"/>
                </a:lnTo>
                <a:lnTo>
                  <a:pt x="501889" y="1228025"/>
                </a:lnTo>
                <a:lnTo>
                  <a:pt x="489648" y="1225758"/>
                </a:lnTo>
                <a:lnTo>
                  <a:pt x="477633" y="1222811"/>
                </a:lnTo>
                <a:lnTo>
                  <a:pt x="465619" y="1219865"/>
                </a:lnTo>
                <a:lnTo>
                  <a:pt x="453604" y="1216918"/>
                </a:lnTo>
                <a:lnTo>
                  <a:pt x="441590" y="1213292"/>
                </a:lnTo>
                <a:lnTo>
                  <a:pt x="429802" y="1209665"/>
                </a:lnTo>
                <a:lnTo>
                  <a:pt x="418014" y="1205812"/>
                </a:lnTo>
                <a:lnTo>
                  <a:pt x="406453" y="1201506"/>
                </a:lnTo>
                <a:lnTo>
                  <a:pt x="394665" y="1197199"/>
                </a:lnTo>
                <a:lnTo>
                  <a:pt x="383104" y="1192440"/>
                </a:lnTo>
                <a:lnTo>
                  <a:pt x="371543" y="1187680"/>
                </a:lnTo>
                <a:lnTo>
                  <a:pt x="359982" y="1182467"/>
                </a:lnTo>
                <a:lnTo>
                  <a:pt x="348647" y="1177027"/>
                </a:lnTo>
                <a:lnTo>
                  <a:pt x="337313" y="1171360"/>
                </a:lnTo>
                <a:lnTo>
                  <a:pt x="326205" y="1165694"/>
                </a:lnTo>
                <a:lnTo>
                  <a:pt x="315097" y="1159574"/>
                </a:lnTo>
                <a:lnTo>
                  <a:pt x="304216" y="1153228"/>
                </a:lnTo>
                <a:lnTo>
                  <a:pt x="293109" y="1146655"/>
                </a:lnTo>
                <a:lnTo>
                  <a:pt x="282454" y="1139629"/>
                </a:lnTo>
                <a:lnTo>
                  <a:pt x="272026" y="1132602"/>
                </a:lnTo>
                <a:lnTo>
                  <a:pt x="261145" y="1125349"/>
                </a:lnTo>
                <a:lnTo>
                  <a:pt x="250944" y="1117643"/>
                </a:lnTo>
                <a:lnTo>
                  <a:pt x="240517" y="1109937"/>
                </a:lnTo>
                <a:lnTo>
                  <a:pt x="230316" y="1101777"/>
                </a:lnTo>
                <a:lnTo>
                  <a:pt x="220341" y="1093617"/>
                </a:lnTo>
                <a:lnTo>
                  <a:pt x="210367" y="1085004"/>
                </a:lnTo>
                <a:lnTo>
                  <a:pt x="200620" y="1076391"/>
                </a:lnTo>
                <a:lnTo>
                  <a:pt x="191099" y="1067099"/>
                </a:lnTo>
                <a:lnTo>
                  <a:pt x="181578" y="1057806"/>
                </a:lnTo>
                <a:lnTo>
                  <a:pt x="170470" y="1046473"/>
                </a:lnTo>
                <a:lnTo>
                  <a:pt x="159589" y="1034913"/>
                </a:lnTo>
                <a:lnTo>
                  <a:pt x="149161" y="1022901"/>
                </a:lnTo>
                <a:lnTo>
                  <a:pt x="139187" y="1010888"/>
                </a:lnTo>
                <a:lnTo>
                  <a:pt x="129213" y="998648"/>
                </a:lnTo>
                <a:lnTo>
                  <a:pt x="119918" y="985956"/>
                </a:lnTo>
                <a:lnTo>
                  <a:pt x="110851" y="973489"/>
                </a:lnTo>
                <a:lnTo>
                  <a:pt x="102237" y="960797"/>
                </a:lnTo>
                <a:lnTo>
                  <a:pt x="93849" y="947651"/>
                </a:lnTo>
                <a:lnTo>
                  <a:pt x="85688" y="934505"/>
                </a:lnTo>
                <a:lnTo>
                  <a:pt x="78208" y="921358"/>
                </a:lnTo>
                <a:lnTo>
                  <a:pt x="70954" y="907986"/>
                </a:lnTo>
                <a:lnTo>
                  <a:pt x="64153" y="894386"/>
                </a:lnTo>
                <a:lnTo>
                  <a:pt x="57579" y="880560"/>
                </a:lnTo>
                <a:lnTo>
                  <a:pt x="51232" y="866734"/>
                </a:lnTo>
                <a:lnTo>
                  <a:pt x="45338" y="852908"/>
                </a:lnTo>
                <a:lnTo>
                  <a:pt x="39897" y="838856"/>
                </a:lnTo>
                <a:lnTo>
                  <a:pt x="34910" y="824803"/>
                </a:lnTo>
                <a:lnTo>
                  <a:pt x="30150" y="810524"/>
                </a:lnTo>
                <a:lnTo>
                  <a:pt x="25616" y="796244"/>
                </a:lnTo>
                <a:lnTo>
                  <a:pt x="21535" y="781738"/>
                </a:lnTo>
                <a:lnTo>
                  <a:pt x="17682" y="767232"/>
                </a:lnTo>
                <a:lnTo>
                  <a:pt x="14508" y="752726"/>
                </a:lnTo>
                <a:lnTo>
                  <a:pt x="11334" y="738220"/>
                </a:lnTo>
                <a:lnTo>
                  <a:pt x="8841" y="723487"/>
                </a:lnTo>
                <a:lnTo>
                  <a:pt x="6574" y="708755"/>
                </a:lnTo>
                <a:lnTo>
                  <a:pt x="4307" y="694022"/>
                </a:lnTo>
                <a:lnTo>
                  <a:pt x="2947" y="679289"/>
                </a:lnTo>
                <a:lnTo>
                  <a:pt x="1587" y="664330"/>
                </a:lnTo>
                <a:lnTo>
                  <a:pt x="680" y="649597"/>
                </a:lnTo>
                <a:lnTo>
                  <a:pt x="227" y="634638"/>
                </a:lnTo>
                <a:lnTo>
                  <a:pt x="0" y="619905"/>
                </a:lnTo>
                <a:lnTo>
                  <a:pt x="227" y="604946"/>
                </a:lnTo>
                <a:lnTo>
                  <a:pt x="680" y="589987"/>
                </a:lnTo>
                <a:lnTo>
                  <a:pt x="1587" y="575254"/>
                </a:lnTo>
                <a:lnTo>
                  <a:pt x="2947" y="560295"/>
                </a:lnTo>
                <a:lnTo>
                  <a:pt x="4307" y="545562"/>
                </a:lnTo>
                <a:lnTo>
                  <a:pt x="6574" y="530830"/>
                </a:lnTo>
                <a:lnTo>
                  <a:pt x="8841" y="516097"/>
                </a:lnTo>
                <a:lnTo>
                  <a:pt x="11334" y="501364"/>
                </a:lnTo>
                <a:lnTo>
                  <a:pt x="14508" y="486858"/>
                </a:lnTo>
                <a:lnTo>
                  <a:pt x="17682" y="472352"/>
                </a:lnTo>
                <a:lnTo>
                  <a:pt x="21535" y="457846"/>
                </a:lnTo>
                <a:lnTo>
                  <a:pt x="25616" y="443340"/>
                </a:lnTo>
                <a:lnTo>
                  <a:pt x="30150" y="429061"/>
                </a:lnTo>
                <a:lnTo>
                  <a:pt x="34910" y="414781"/>
                </a:lnTo>
                <a:lnTo>
                  <a:pt x="39897" y="400502"/>
                </a:lnTo>
                <a:lnTo>
                  <a:pt x="45338" y="386449"/>
                </a:lnTo>
                <a:lnTo>
                  <a:pt x="51232" y="372850"/>
                </a:lnTo>
                <a:lnTo>
                  <a:pt x="57579" y="359024"/>
                </a:lnTo>
                <a:lnTo>
                  <a:pt x="64153" y="345198"/>
                </a:lnTo>
                <a:lnTo>
                  <a:pt x="70954" y="331599"/>
                </a:lnTo>
                <a:lnTo>
                  <a:pt x="78208" y="318226"/>
                </a:lnTo>
                <a:lnTo>
                  <a:pt x="85688" y="304853"/>
                </a:lnTo>
                <a:lnTo>
                  <a:pt x="93849" y="291934"/>
                </a:lnTo>
                <a:lnTo>
                  <a:pt x="102237" y="278788"/>
                </a:lnTo>
                <a:lnTo>
                  <a:pt x="110851" y="266095"/>
                </a:lnTo>
                <a:lnTo>
                  <a:pt x="119918" y="253402"/>
                </a:lnTo>
                <a:lnTo>
                  <a:pt x="129213" y="240936"/>
                </a:lnTo>
                <a:lnTo>
                  <a:pt x="139187" y="228697"/>
                </a:lnTo>
                <a:lnTo>
                  <a:pt x="149161" y="216457"/>
                </a:lnTo>
                <a:lnTo>
                  <a:pt x="159589" y="204671"/>
                </a:lnTo>
                <a:lnTo>
                  <a:pt x="170470" y="193111"/>
                </a:lnTo>
                <a:lnTo>
                  <a:pt x="181578" y="181779"/>
                </a:lnTo>
                <a:lnTo>
                  <a:pt x="193139" y="170446"/>
                </a:lnTo>
                <a:lnTo>
                  <a:pt x="204473" y="159793"/>
                </a:lnTo>
                <a:lnTo>
                  <a:pt x="216488" y="149140"/>
                </a:lnTo>
                <a:lnTo>
                  <a:pt x="228729" y="139167"/>
                </a:lnTo>
                <a:lnTo>
                  <a:pt x="240743" y="129421"/>
                </a:lnTo>
                <a:lnTo>
                  <a:pt x="253438" y="119901"/>
                </a:lnTo>
                <a:lnTo>
                  <a:pt x="266133" y="110835"/>
                </a:lnTo>
                <a:lnTo>
                  <a:pt x="278600" y="102222"/>
                </a:lnTo>
                <a:lnTo>
                  <a:pt x="291748" y="93836"/>
                </a:lnTo>
                <a:lnTo>
                  <a:pt x="304896" y="85903"/>
                </a:lnTo>
                <a:lnTo>
                  <a:pt x="318271" y="78423"/>
                </a:lnTo>
                <a:lnTo>
                  <a:pt x="331646" y="71170"/>
                </a:lnTo>
                <a:lnTo>
                  <a:pt x="345020" y="64144"/>
                </a:lnTo>
                <a:lnTo>
                  <a:pt x="358848" y="57571"/>
                </a:lnTo>
                <a:lnTo>
                  <a:pt x="372676" y="51451"/>
                </a:lnTo>
                <a:lnTo>
                  <a:pt x="386504" y="45558"/>
                </a:lnTo>
                <a:lnTo>
                  <a:pt x="400559" y="40118"/>
                </a:lnTo>
                <a:lnTo>
                  <a:pt x="414840" y="34905"/>
                </a:lnTo>
                <a:lnTo>
                  <a:pt x="429122" y="30146"/>
                </a:lnTo>
                <a:lnTo>
                  <a:pt x="443403" y="25839"/>
                </a:lnTo>
                <a:lnTo>
                  <a:pt x="457911" y="21533"/>
                </a:lnTo>
                <a:lnTo>
                  <a:pt x="472419" y="17906"/>
                </a:lnTo>
                <a:lnTo>
                  <a:pt x="486927" y="14506"/>
                </a:lnTo>
                <a:lnTo>
                  <a:pt x="501435" y="11560"/>
                </a:lnTo>
                <a:lnTo>
                  <a:pt x="515944" y="8840"/>
                </a:lnTo>
                <a:lnTo>
                  <a:pt x="530678" y="6573"/>
                </a:lnTo>
                <a:lnTo>
                  <a:pt x="545413" y="4533"/>
                </a:lnTo>
                <a:lnTo>
                  <a:pt x="560148" y="3173"/>
                </a:lnTo>
                <a:lnTo>
                  <a:pt x="575109" y="1587"/>
                </a:lnTo>
                <a:lnTo>
                  <a:pt x="589844" y="907"/>
                </a:lnTo>
                <a:lnTo>
                  <a:pt x="604806" y="227"/>
                </a:lnTo>
                <a:lnTo>
                  <a:pt x="61954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+mn-lt"/>
              <a:ea typeface="+mn-ea"/>
            </a:endParaRPr>
          </a:p>
        </p:txBody>
      </p:sp>
      <p:sp>
        <p:nvSpPr>
          <p:cNvPr id="19" name="MH_Other_6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673559" y="3809970"/>
            <a:ext cx="396875" cy="432828"/>
          </a:xfrm>
          <a:custGeom>
            <a:avLst/>
            <a:gdLst>
              <a:gd name="T0" fmla="*/ 615878 w 2390775"/>
              <a:gd name="T1" fmla="*/ 1467970 h 2365376"/>
              <a:gd name="T2" fmla="*/ 587250 w 2390775"/>
              <a:gd name="T3" fmla="*/ 1401697 h 2365376"/>
              <a:gd name="T4" fmla="*/ 1282649 w 2390775"/>
              <a:gd name="T5" fmla="*/ 1393474 h 2365376"/>
              <a:gd name="T6" fmla="*/ 1180915 w 2390775"/>
              <a:gd name="T7" fmla="*/ 1446870 h 2365376"/>
              <a:gd name="T8" fmla="*/ 1210073 w 2390775"/>
              <a:gd name="T9" fmla="*/ 1382167 h 2365376"/>
              <a:gd name="T10" fmla="*/ 653657 w 2390775"/>
              <a:gd name="T11" fmla="*/ 1314699 h 2365376"/>
              <a:gd name="T12" fmla="*/ 646041 w 2390775"/>
              <a:gd name="T13" fmla="*/ 1180275 h 2365376"/>
              <a:gd name="T14" fmla="*/ 589870 w 2390775"/>
              <a:gd name="T15" fmla="*/ 1105327 h 2365376"/>
              <a:gd name="T16" fmla="*/ 599516 w 2390775"/>
              <a:gd name="T17" fmla="*/ 1141280 h 2365376"/>
              <a:gd name="T18" fmla="*/ 579914 w 2390775"/>
              <a:gd name="T19" fmla="*/ 1158779 h 2365376"/>
              <a:gd name="T20" fmla="*/ 541333 w 2390775"/>
              <a:gd name="T21" fmla="*/ 1105965 h 2365376"/>
              <a:gd name="T22" fmla="*/ 1137260 w 2390775"/>
              <a:gd name="T23" fmla="*/ 1009231 h 2365376"/>
              <a:gd name="T24" fmla="*/ 1143562 w 2390775"/>
              <a:gd name="T25" fmla="*/ 1026145 h 2365376"/>
              <a:gd name="T26" fmla="*/ 1096615 w 2390775"/>
              <a:gd name="T27" fmla="*/ 1069549 h 2365376"/>
              <a:gd name="T28" fmla="*/ 1102602 w 2390775"/>
              <a:gd name="T29" fmla="*/ 1001572 h 2365376"/>
              <a:gd name="T30" fmla="*/ 972739 w 2390775"/>
              <a:gd name="T31" fmla="*/ 835988 h 2365376"/>
              <a:gd name="T32" fmla="*/ 989500 w 2390775"/>
              <a:gd name="T33" fmla="*/ 1138672 h 2365376"/>
              <a:gd name="T34" fmla="*/ 639427 w 2390775"/>
              <a:gd name="T35" fmla="*/ 1423644 h 2365376"/>
              <a:gd name="T36" fmla="*/ 599898 w 2390775"/>
              <a:gd name="T37" fmla="*/ 1003302 h 2365376"/>
              <a:gd name="T38" fmla="*/ 529694 w 2390775"/>
              <a:gd name="T39" fmla="*/ 1090596 h 2365376"/>
              <a:gd name="T40" fmla="*/ 602428 w 2390775"/>
              <a:gd name="T41" fmla="*/ 868249 h 2365376"/>
              <a:gd name="T42" fmla="*/ 861740 w 2390775"/>
              <a:gd name="T43" fmla="*/ 924231 h 2365376"/>
              <a:gd name="T44" fmla="*/ 755609 w 2390775"/>
              <a:gd name="T45" fmla="*/ 542052 h 2365376"/>
              <a:gd name="T46" fmla="*/ 929665 w 2390775"/>
              <a:gd name="T47" fmla="*/ 525915 h 2365376"/>
              <a:gd name="T48" fmla="*/ 909019 w 2390775"/>
              <a:gd name="T49" fmla="*/ 571798 h 2365376"/>
              <a:gd name="T50" fmla="*/ 936652 w 2390775"/>
              <a:gd name="T51" fmla="*/ 586353 h 2365376"/>
              <a:gd name="T52" fmla="*/ 928394 w 2390775"/>
              <a:gd name="T53" fmla="*/ 688879 h 2365376"/>
              <a:gd name="T54" fmla="*/ 840414 w 2390775"/>
              <a:gd name="T55" fmla="*/ 772101 h 2365376"/>
              <a:gd name="T56" fmla="*/ 742269 w 2390775"/>
              <a:gd name="T57" fmla="*/ 675588 h 2365376"/>
              <a:gd name="T58" fmla="*/ 738139 w 2390775"/>
              <a:gd name="T59" fmla="*/ 608504 h 2365376"/>
              <a:gd name="T60" fmla="*/ 761643 w 2390775"/>
              <a:gd name="T61" fmla="*/ 510093 h 2365376"/>
              <a:gd name="T62" fmla="*/ 617010 w 2390775"/>
              <a:gd name="T63" fmla="*/ 449064 h 2365376"/>
              <a:gd name="T64" fmla="*/ 350272 w 2390775"/>
              <a:gd name="T65" fmla="*/ 638327 h 2365376"/>
              <a:gd name="T66" fmla="*/ 215163 w 2390775"/>
              <a:gd name="T67" fmla="*/ 939947 h 2365376"/>
              <a:gd name="T68" fmla="*/ 256613 w 2390775"/>
              <a:gd name="T69" fmla="*/ 1277331 h 2365376"/>
              <a:gd name="T70" fmla="*/ 458486 w 2390775"/>
              <a:gd name="T71" fmla="*/ 1534008 h 2365376"/>
              <a:gd name="T72" fmla="*/ 767308 w 2390775"/>
              <a:gd name="T73" fmla="*/ 1655225 h 2365376"/>
              <a:gd name="T74" fmla="*/ 1101127 w 2390775"/>
              <a:gd name="T75" fmla="*/ 1596674 h 2365376"/>
              <a:gd name="T76" fmla="*/ 1347614 w 2390775"/>
              <a:gd name="T77" fmla="*/ 1383040 h 2365376"/>
              <a:gd name="T78" fmla="*/ 1453614 w 2390775"/>
              <a:gd name="T79" fmla="*/ 1066861 h 2365376"/>
              <a:gd name="T80" fmla="*/ 1378939 w 2390775"/>
              <a:gd name="T81" fmla="*/ 738024 h 2365376"/>
              <a:gd name="T82" fmla="*/ 1153652 w 2390775"/>
              <a:gd name="T83" fmla="*/ 501602 h 2365376"/>
              <a:gd name="T84" fmla="*/ 831224 w 2390775"/>
              <a:gd name="T85" fmla="*/ 411085 h 2365376"/>
              <a:gd name="T86" fmla="*/ 989432 w 2390775"/>
              <a:gd name="T87" fmla="*/ 315187 h 2365376"/>
              <a:gd name="T88" fmla="*/ 1471649 w 2390775"/>
              <a:gd name="T89" fmla="*/ 671876 h 2365376"/>
              <a:gd name="T90" fmla="*/ 1554866 w 2390775"/>
              <a:gd name="T91" fmla="*/ 1171938 h 2365376"/>
              <a:gd name="T92" fmla="*/ 1239716 w 2390775"/>
              <a:gd name="T93" fmla="*/ 1647313 h 2365376"/>
              <a:gd name="T94" fmla="*/ 646121 w 2390775"/>
              <a:gd name="T95" fmla="*/ 1748275 h 2365376"/>
              <a:gd name="T96" fmla="*/ 110112 w 2390775"/>
              <a:gd name="T97" fmla="*/ 1186813 h 2365376"/>
              <a:gd name="T98" fmla="*/ 251551 w 2390775"/>
              <a:gd name="T99" fmla="*/ 580725 h 2365376"/>
              <a:gd name="T100" fmla="*/ 1549044 w 2390775"/>
              <a:gd name="T101" fmla="*/ 160116 h 2365376"/>
              <a:gd name="T102" fmla="*/ 1461002 w 2390775"/>
              <a:gd name="T103" fmla="*/ 284475 h 2365376"/>
              <a:gd name="T104" fmla="*/ 1550307 w 2390775"/>
              <a:gd name="T105" fmla="*/ 426554 h 2365376"/>
              <a:gd name="T106" fmla="*/ 1719764 w 2390775"/>
              <a:gd name="T107" fmla="*/ 380038 h 2365376"/>
              <a:gd name="T108" fmla="*/ 1735543 w 2390775"/>
              <a:gd name="T109" fmla="*/ 232579 h 2365376"/>
              <a:gd name="T110" fmla="*/ 1705909 w 2390775"/>
              <a:gd name="T111" fmla="*/ 94508 h 2365376"/>
              <a:gd name="T112" fmla="*/ 1774050 w 2390775"/>
              <a:gd name="T113" fmla="*/ 148403 h 2365376"/>
              <a:gd name="T114" fmla="*/ 1781614 w 2390775"/>
              <a:gd name="T115" fmla="*/ 428769 h 2365376"/>
              <a:gd name="T116" fmla="*/ 1600166 w 2390775"/>
              <a:gd name="T117" fmla="*/ 516104 h 2365376"/>
              <a:gd name="T118" fmla="*/ 1452167 w 2390775"/>
              <a:gd name="T119" fmla="*/ 455349 h 2365376"/>
              <a:gd name="T120" fmla="*/ 1310478 w 2390775"/>
              <a:gd name="T121" fmla="*/ 259477 h 2365376"/>
              <a:gd name="T122" fmla="*/ 1562614 w 2390775"/>
              <a:gd name="T123" fmla="*/ 74046 h 236537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2390775" h="2365376">
                <a:moveTo>
                  <a:pt x="761351" y="1739900"/>
                </a:moveTo>
                <a:lnTo>
                  <a:pt x="791690" y="1805294"/>
                </a:lnTo>
                <a:lnTo>
                  <a:pt x="794883" y="1808051"/>
                </a:lnTo>
                <a:lnTo>
                  <a:pt x="797278" y="1811991"/>
                </a:lnTo>
                <a:lnTo>
                  <a:pt x="800871" y="1817112"/>
                </a:lnTo>
                <a:lnTo>
                  <a:pt x="803266" y="1822233"/>
                </a:lnTo>
                <a:lnTo>
                  <a:pt x="804065" y="1825384"/>
                </a:lnTo>
                <a:lnTo>
                  <a:pt x="804863" y="1828536"/>
                </a:lnTo>
                <a:lnTo>
                  <a:pt x="804863" y="1831687"/>
                </a:lnTo>
                <a:lnTo>
                  <a:pt x="804863" y="1834839"/>
                </a:lnTo>
                <a:lnTo>
                  <a:pt x="804065" y="1837990"/>
                </a:lnTo>
                <a:lnTo>
                  <a:pt x="802867" y="1841142"/>
                </a:lnTo>
                <a:lnTo>
                  <a:pt x="801670" y="1842718"/>
                </a:lnTo>
                <a:lnTo>
                  <a:pt x="799674" y="1844687"/>
                </a:lnTo>
                <a:lnTo>
                  <a:pt x="797278" y="1845475"/>
                </a:lnTo>
                <a:lnTo>
                  <a:pt x="794484" y="1845869"/>
                </a:lnTo>
                <a:lnTo>
                  <a:pt x="790891" y="1846263"/>
                </a:lnTo>
                <a:lnTo>
                  <a:pt x="787698" y="1845869"/>
                </a:lnTo>
                <a:lnTo>
                  <a:pt x="784105" y="1845475"/>
                </a:lnTo>
                <a:lnTo>
                  <a:pt x="780512" y="1844293"/>
                </a:lnTo>
                <a:lnTo>
                  <a:pt x="776520" y="1842718"/>
                </a:lnTo>
                <a:lnTo>
                  <a:pt x="772927" y="1841142"/>
                </a:lnTo>
                <a:lnTo>
                  <a:pt x="768935" y="1839172"/>
                </a:lnTo>
                <a:lnTo>
                  <a:pt x="765343" y="1836809"/>
                </a:lnTo>
                <a:lnTo>
                  <a:pt x="761750" y="1834051"/>
                </a:lnTo>
                <a:lnTo>
                  <a:pt x="758955" y="1831294"/>
                </a:lnTo>
                <a:lnTo>
                  <a:pt x="756161" y="1827748"/>
                </a:lnTo>
                <a:lnTo>
                  <a:pt x="754165" y="1824597"/>
                </a:lnTo>
                <a:lnTo>
                  <a:pt x="748975" y="1815536"/>
                </a:lnTo>
                <a:lnTo>
                  <a:pt x="745782" y="1808839"/>
                </a:lnTo>
                <a:lnTo>
                  <a:pt x="743387" y="1803718"/>
                </a:lnTo>
                <a:lnTo>
                  <a:pt x="742588" y="1799385"/>
                </a:lnTo>
                <a:lnTo>
                  <a:pt x="742588" y="1795051"/>
                </a:lnTo>
                <a:lnTo>
                  <a:pt x="743387" y="1790718"/>
                </a:lnTo>
                <a:lnTo>
                  <a:pt x="746181" y="1778112"/>
                </a:lnTo>
                <a:lnTo>
                  <a:pt x="746979" y="1774173"/>
                </a:lnTo>
                <a:lnTo>
                  <a:pt x="746979" y="1772203"/>
                </a:lnTo>
                <a:lnTo>
                  <a:pt x="746181" y="1771021"/>
                </a:lnTo>
                <a:lnTo>
                  <a:pt x="745383" y="1770627"/>
                </a:lnTo>
                <a:lnTo>
                  <a:pt x="742987" y="1770627"/>
                </a:lnTo>
                <a:lnTo>
                  <a:pt x="742189" y="1770233"/>
                </a:lnTo>
                <a:lnTo>
                  <a:pt x="741790" y="1769839"/>
                </a:lnTo>
                <a:lnTo>
                  <a:pt x="738596" y="1761961"/>
                </a:lnTo>
                <a:lnTo>
                  <a:pt x="736999" y="1758021"/>
                </a:lnTo>
                <a:lnTo>
                  <a:pt x="736600" y="1756052"/>
                </a:lnTo>
                <a:lnTo>
                  <a:pt x="736600" y="1754476"/>
                </a:lnTo>
                <a:lnTo>
                  <a:pt x="742189" y="1750536"/>
                </a:lnTo>
                <a:lnTo>
                  <a:pt x="747379" y="1747385"/>
                </a:lnTo>
                <a:lnTo>
                  <a:pt x="750971" y="1745021"/>
                </a:lnTo>
                <a:lnTo>
                  <a:pt x="754165" y="1743839"/>
                </a:lnTo>
                <a:lnTo>
                  <a:pt x="758556" y="1741870"/>
                </a:lnTo>
                <a:lnTo>
                  <a:pt x="759754" y="1741870"/>
                </a:lnTo>
                <a:lnTo>
                  <a:pt x="761351" y="1739900"/>
                </a:lnTo>
                <a:close/>
                <a:moveTo>
                  <a:pt x="1554438" y="1730375"/>
                </a:moveTo>
                <a:lnTo>
                  <a:pt x="1565575" y="1730375"/>
                </a:lnTo>
                <a:lnTo>
                  <a:pt x="1575916" y="1730375"/>
                </a:lnTo>
                <a:lnTo>
                  <a:pt x="1586258" y="1731163"/>
                </a:lnTo>
                <a:lnTo>
                  <a:pt x="1591031" y="1731951"/>
                </a:lnTo>
                <a:lnTo>
                  <a:pt x="1595008" y="1733133"/>
                </a:lnTo>
                <a:lnTo>
                  <a:pt x="1598986" y="1734314"/>
                </a:lnTo>
                <a:lnTo>
                  <a:pt x="1602168" y="1735890"/>
                </a:lnTo>
                <a:lnTo>
                  <a:pt x="1605350" y="1737860"/>
                </a:lnTo>
                <a:lnTo>
                  <a:pt x="1607339" y="1739830"/>
                </a:lnTo>
                <a:lnTo>
                  <a:pt x="1608929" y="1741799"/>
                </a:lnTo>
                <a:lnTo>
                  <a:pt x="1609725" y="1744951"/>
                </a:lnTo>
                <a:lnTo>
                  <a:pt x="1609725" y="1747708"/>
                </a:lnTo>
                <a:lnTo>
                  <a:pt x="1608929" y="1751648"/>
                </a:lnTo>
                <a:lnTo>
                  <a:pt x="1607339" y="1755193"/>
                </a:lnTo>
                <a:lnTo>
                  <a:pt x="1604554" y="1759920"/>
                </a:lnTo>
                <a:lnTo>
                  <a:pt x="1600577" y="1764648"/>
                </a:lnTo>
                <a:lnTo>
                  <a:pt x="1595804" y="1769769"/>
                </a:lnTo>
                <a:lnTo>
                  <a:pt x="1589042" y="1776072"/>
                </a:lnTo>
                <a:lnTo>
                  <a:pt x="1582678" y="1781193"/>
                </a:lnTo>
                <a:lnTo>
                  <a:pt x="1576314" y="1786314"/>
                </a:lnTo>
                <a:lnTo>
                  <a:pt x="1570348" y="1790647"/>
                </a:lnTo>
                <a:lnTo>
                  <a:pt x="1563586" y="1794193"/>
                </a:lnTo>
                <a:lnTo>
                  <a:pt x="1557222" y="1797738"/>
                </a:lnTo>
                <a:lnTo>
                  <a:pt x="1550461" y="1800496"/>
                </a:lnTo>
                <a:lnTo>
                  <a:pt x="1544097" y="1802466"/>
                </a:lnTo>
                <a:lnTo>
                  <a:pt x="1537733" y="1804829"/>
                </a:lnTo>
                <a:lnTo>
                  <a:pt x="1530971" y="1806799"/>
                </a:lnTo>
                <a:lnTo>
                  <a:pt x="1524607" y="1807981"/>
                </a:lnTo>
                <a:lnTo>
                  <a:pt x="1518243" y="1809163"/>
                </a:lnTo>
                <a:lnTo>
                  <a:pt x="1505117" y="1811132"/>
                </a:lnTo>
                <a:lnTo>
                  <a:pt x="1491992" y="1812314"/>
                </a:lnTo>
                <a:lnTo>
                  <a:pt x="1486026" y="1813102"/>
                </a:lnTo>
                <a:lnTo>
                  <a:pt x="1483241" y="1813890"/>
                </a:lnTo>
                <a:lnTo>
                  <a:pt x="1482048" y="1814678"/>
                </a:lnTo>
                <a:lnTo>
                  <a:pt x="1481253" y="1815072"/>
                </a:lnTo>
                <a:lnTo>
                  <a:pt x="1480855" y="1815859"/>
                </a:lnTo>
                <a:lnTo>
                  <a:pt x="1480855" y="1817041"/>
                </a:lnTo>
                <a:lnTo>
                  <a:pt x="1481253" y="1818617"/>
                </a:lnTo>
                <a:lnTo>
                  <a:pt x="1482048" y="1819799"/>
                </a:lnTo>
                <a:lnTo>
                  <a:pt x="1482048" y="1821375"/>
                </a:lnTo>
                <a:lnTo>
                  <a:pt x="1482048" y="1821769"/>
                </a:lnTo>
                <a:lnTo>
                  <a:pt x="1480855" y="1822556"/>
                </a:lnTo>
                <a:lnTo>
                  <a:pt x="1471309" y="1830829"/>
                </a:lnTo>
                <a:lnTo>
                  <a:pt x="1465343" y="1834375"/>
                </a:lnTo>
                <a:lnTo>
                  <a:pt x="1463354" y="1835556"/>
                </a:lnTo>
                <a:lnTo>
                  <a:pt x="1461365" y="1836738"/>
                </a:lnTo>
                <a:lnTo>
                  <a:pt x="1452615" y="1830041"/>
                </a:lnTo>
                <a:lnTo>
                  <a:pt x="1445853" y="1824132"/>
                </a:lnTo>
                <a:lnTo>
                  <a:pt x="1440285" y="1819405"/>
                </a:lnTo>
                <a:lnTo>
                  <a:pt x="1437103" y="1815072"/>
                </a:lnTo>
                <a:lnTo>
                  <a:pt x="1434716" y="1812314"/>
                </a:lnTo>
                <a:lnTo>
                  <a:pt x="1433125" y="1810344"/>
                </a:lnTo>
                <a:lnTo>
                  <a:pt x="1432330" y="1808375"/>
                </a:lnTo>
                <a:lnTo>
                  <a:pt x="1428750" y="1806799"/>
                </a:lnTo>
                <a:lnTo>
                  <a:pt x="1512675" y="1734314"/>
                </a:lnTo>
                <a:lnTo>
                  <a:pt x="1518641" y="1733527"/>
                </a:lnTo>
                <a:lnTo>
                  <a:pt x="1533755" y="1731951"/>
                </a:lnTo>
                <a:lnTo>
                  <a:pt x="1543699" y="1731163"/>
                </a:lnTo>
                <a:lnTo>
                  <a:pt x="1554438" y="1730375"/>
                </a:lnTo>
                <a:close/>
                <a:moveTo>
                  <a:pt x="588962" y="1535113"/>
                </a:moveTo>
                <a:lnTo>
                  <a:pt x="694496" y="1535113"/>
                </a:lnTo>
                <a:lnTo>
                  <a:pt x="694496" y="1557872"/>
                </a:lnTo>
                <a:lnTo>
                  <a:pt x="694894" y="1558271"/>
                </a:lnTo>
                <a:lnTo>
                  <a:pt x="696885" y="1560268"/>
                </a:lnTo>
                <a:lnTo>
                  <a:pt x="698478" y="1560667"/>
                </a:lnTo>
                <a:lnTo>
                  <a:pt x="700469" y="1561466"/>
                </a:lnTo>
                <a:lnTo>
                  <a:pt x="704053" y="1561865"/>
                </a:lnTo>
                <a:lnTo>
                  <a:pt x="707239" y="1561865"/>
                </a:lnTo>
                <a:lnTo>
                  <a:pt x="711222" y="1561865"/>
                </a:lnTo>
                <a:lnTo>
                  <a:pt x="714407" y="1561466"/>
                </a:lnTo>
                <a:lnTo>
                  <a:pt x="716797" y="1560667"/>
                </a:lnTo>
                <a:lnTo>
                  <a:pt x="718390" y="1560268"/>
                </a:lnTo>
                <a:lnTo>
                  <a:pt x="720381" y="1558271"/>
                </a:lnTo>
                <a:lnTo>
                  <a:pt x="720779" y="1557872"/>
                </a:lnTo>
                <a:lnTo>
                  <a:pt x="720779" y="1535113"/>
                </a:lnTo>
                <a:lnTo>
                  <a:pt x="820737" y="1535113"/>
                </a:lnTo>
                <a:lnTo>
                  <a:pt x="820737" y="1644117"/>
                </a:lnTo>
                <a:lnTo>
                  <a:pt x="820339" y="1648908"/>
                </a:lnTo>
                <a:lnTo>
                  <a:pt x="819144" y="1652901"/>
                </a:lnTo>
                <a:lnTo>
                  <a:pt x="816755" y="1656894"/>
                </a:lnTo>
                <a:lnTo>
                  <a:pt x="814365" y="1660088"/>
                </a:lnTo>
                <a:lnTo>
                  <a:pt x="810781" y="1663283"/>
                </a:lnTo>
                <a:lnTo>
                  <a:pt x="806799" y="1665279"/>
                </a:lnTo>
                <a:lnTo>
                  <a:pt x="802418" y="1666477"/>
                </a:lnTo>
                <a:lnTo>
                  <a:pt x="797639" y="1666876"/>
                </a:lnTo>
                <a:lnTo>
                  <a:pt x="612060" y="1666876"/>
                </a:lnTo>
                <a:lnTo>
                  <a:pt x="607281" y="1666477"/>
                </a:lnTo>
                <a:lnTo>
                  <a:pt x="602901" y="1665279"/>
                </a:lnTo>
                <a:lnTo>
                  <a:pt x="598918" y="1663283"/>
                </a:lnTo>
                <a:lnTo>
                  <a:pt x="595732" y="1660088"/>
                </a:lnTo>
                <a:lnTo>
                  <a:pt x="592546" y="1656894"/>
                </a:lnTo>
                <a:lnTo>
                  <a:pt x="590555" y="1652901"/>
                </a:lnTo>
                <a:lnTo>
                  <a:pt x="589360" y="1648908"/>
                </a:lnTo>
                <a:lnTo>
                  <a:pt x="588962" y="1644117"/>
                </a:lnTo>
                <a:lnTo>
                  <a:pt x="588962" y="1535113"/>
                </a:lnTo>
                <a:close/>
                <a:moveTo>
                  <a:pt x="612060" y="1476375"/>
                </a:moveTo>
                <a:lnTo>
                  <a:pt x="797639" y="1476375"/>
                </a:lnTo>
                <a:lnTo>
                  <a:pt x="802418" y="1476769"/>
                </a:lnTo>
                <a:lnTo>
                  <a:pt x="806799" y="1477950"/>
                </a:lnTo>
                <a:lnTo>
                  <a:pt x="810781" y="1480312"/>
                </a:lnTo>
                <a:lnTo>
                  <a:pt x="814365" y="1483068"/>
                </a:lnTo>
                <a:lnTo>
                  <a:pt x="816755" y="1486611"/>
                </a:lnTo>
                <a:lnTo>
                  <a:pt x="819144" y="1490155"/>
                </a:lnTo>
                <a:lnTo>
                  <a:pt x="820339" y="1494485"/>
                </a:lnTo>
                <a:lnTo>
                  <a:pt x="820737" y="1498816"/>
                </a:lnTo>
                <a:lnTo>
                  <a:pt x="820737" y="1525588"/>
                </a:lnTo>
                <a:lnTo>
                  <a:pt x="588962" y="1525588"/>
                </a:lnTo>
                <a:lnTo>
                  <a:pt x="588962" y="1498816"/>
                </a:lnTo>
                <a:lnTo>
                  <a:pt x="589360" y="1494485"/>
                </a:lnTo>
                <a:lnTo>
                  <a:pt x="590555" y="1490155"/>
                </a:lnTo>
                <a:lnTo>
                  <a:pt x="592546" y="1486611"/>
                </a:lnTo>
                <a:lnTo>
                  <a:pt x="595732" y="1483068"/>
                </a:lnTo>
                <a:lnTo>
                  <a:pt x="598918" y="1480312"/>
                </a:lnTo>
                <a:lnTo>
                  <a:pt x="602901" y="1477950"/>
                </a:lnTo>
                <a:lnTo>
                  <a:pt x="607281" y="1476769"/>
                </a:lnTo>
                <a:lnTo>
                  <a:pt x="612060" y="1476375"/>
                </a:lnTo>
                <a:close/>
                <a:moveTo>
                  <a:pt x="725449" y="1381125"/>
                </a:moveTo>
                <a:lnTo>
                  <a:pt x="730525" y="1381524"/>
                </a:lnTo>
                <a:lnTo>
                  <a:pt x="732087" y="1381524"/>
                </a:lnTo>
                <a:lnTo>
                  <a:pt x="734430" y="1382322"/>
                </a:lnTo>
                <a:lnTo>
                  <a:pt x="737554" y="1384317"/>
                </a:lnTo>
                <a:lnTo>
                  <a:pt x="740287" y="1386312"/>
                </a:lnTo>
                <a:lnTo>
                  <a:pt x="743411" y="1389505"/>
                </a:lnTo>
                <a:lnTo>
                  <a:pt x="746535" y="1393096"/>
                </a:lnTo>
                <a:lnTo>
                  <a:pt x="749659" y="1397486"/>
                </a:lnTo>
                <a:lnTo>
                  <a:pt x="755906" y="1407063"/>
                </a:lnTo>
                <a:lnTo>
                  <a:pt x="761373" y="1417837"/>
                </a:lnTo>
                <a:lnTo>
                  <a:pt x="766059" y="1427813"/>
                </a:lnTo>
                <a:lnTo>
                  <a:pt x="769182" y="1437390"/>
                </a:lnTo>
                <a:lnTo>
                  <a:pt x="770744" y="1441780"/>
                </a:lnTo>
                <a:lnTo>
                  <a:pt x="771525" y="1445770"/>
                </a:lnTo>
                <a:lnTo>
                  <a:pt x="771525" y="1448164"/>
                </a:lnTo>
                <a:lnTo>
                  <a:pt x="771525" y="1450159"/>
                </a:lnTo>
                <a:lnTo>
                  <a:pt x="770744" y="1451357"/>
                </a:lnTo>
                <a:lnTo>
                  <a:pt x="769182" y="1452155"/>
                </a:lnTo>
                <a:lnTo>
                  <a:pt x="768011" y="1452155"/>
                </a:lnTo>
                <a:lnTo>
                  <a:pt x="766449" y="1450958"/>
                </a:lnTo>
                <a:lnTo>
                  <a:pt x="764887" y="1449760"/>
                </a:lnTo>
                <a:lnTo>
                  <a:pt x="762544" y="1448563"/>
                </a:lnTo>
                <a:lnTo>
                  <a:pt x="759030" y="1444174"/>
                </a:lnTo>
                <a:lnTo>
                  <a:pt x="755516" y="1439784"/>
                </a:lnTo>
                <a:lnTo>
                  <a:pt x="753173" y="1434996"/>
                </a:lnTo>
                <a:lnTo>
                  <a:pt x="752392" y="1433400"/>
                </a:lnTo>
                <a:lnTo>
                  <a:pt x="752392" y="1431404"/>
                </a:lnTo>
                <a:lnTo>
                  <a:pt x="752001" y="1428611"/>
                </a:lnTo>
                <a:lnTo>
                  <a:pt x="750830" y="1426616"/>
                </a:lnTo>
                <a:lnTo>
                  <a:pt x="748878" y="1425419"/>
                </a:lnTo>
                <a:lnTo>
                  <a:pt x="746925" y="1425020"/>
                </a:lnTo>
                <a:lnTo>
                  <a:pt x="746144" y="1425419"/>
                </a:lnTo>
                <a:lnTo>
                  <a:pt x="745363" y="1425818"/>
                </a:lnTo>
                <a:lnTo>
                  <a:pt x="744582" y="1426616"/>
                </a:lnTo>
                <a:lnTo>
                  <a:pt x="743411" y="1427414"/>
                </a:lnTo>
                <a:lnTo>
                  <a:pt x="742630" y="1428611"/>
                </a:lnTo>
                <a:lnTo>
                  <a:pt x="742240" y="1430207"/>
                </a:lnTo>
                <a:lnTo>
                  <a:pt x="741849" y="1432602"/>
                </a:lnTo>
                <a:lnTo>
                  <a:pt x="741849" y="1434597"/>
                </a:lnTo>
                <a:lnTo>
                  <a:pt x="741459" y="1439385"/>
                </a:lnTo>
                <a:lnTo>
                  <a:pt x="740678" y="1443376"/>
                </a:lnTo>
                <a:lnTo>
                  <a:pt x="739897" y="1445371"/>
                </a:lnTo>
                <a:lnTo>
                  <a:pt x="739116" y="1446967"/>
                </a:lnTo>
                <a:lnTo>
                  <a:pt x="737944" y="1448164"/>
                </a:lnTo>
                <a:lnTo>
                  <a:pt x="735992" y="1449361"/>
                </a:lnTo>
                <a:lnTo>
                  <a:pt x="734430" y="1450558"/>
                </a:lnTo>
                <a:lnTo>
                  <a:pt x="732868" y="1452155"/>
                </a:lnTo>
                <a:lnTo>
                  <a:pt x="730525" y="1452953"/>
                </a:lnTo>
                <a:lnTo>
                  <a:pt x="727792" y="1453352"/>
                </a:lnTo>
                <a:lnTo>
                  <a:pt x="721935" y="1454150"/>
                </a:lnTo>
                <a:lnTo>
                  <a:pt x="715297" y="1454150"/>
                </a:lnTo>
                <a:lnTo>
                  <a:pt x="712173" y="1453751"/>
                </a:lnTo>
                <a:lnTo>
                  <a:pt x="709049" y="1452953"/>
                </a:lnTo>
                <a:lnTo>
                  <a:pt x="706706" y="1452155"/>
                </a:lnTo>
                <a:lnTo>
                  <a:pt x="703973" y="1450558"/>
                </a:lnTo>
                <a:lnTo>
                  <a:pt x="701240" y="1448962"/>
                </a:lnTo>
                <a:lnTo>
                  <a:pt x="699287" y="1447366"/>
                </a:lnTo>
                <a:lnTo>
                  <a:pt x="694992" y="1442977"/>
                </a:lnTo>
                <a:lnTo>
                  <a:pt x="691478" y="1438188"/>
                </a:lnTo>
                <a:lnTo>
                  <a:pt x="687963" y="1432602"/>
                </a:lnTo>
                <a:lnTo>
                  <a:pt x="685230" y="1427015"/>
                </a:lnTo>
                <a:lnTo>
                  <a:pt x="682497" y="1421029"/>
                </a:lnTo>
                <a:lnTo>
                  <a:pt x="680544" y="1415044"/>
                </a:lnTo>
                <a:lnTo>
                  <a:pt x="678982" y="1409058"/>
                </a:lnTo>
                <a:lnTo>
                  <a:pt x="676249" y="1399082"/>
                </a:lnTo>
                <a:lnTo>
                  <a:pt x="675078" y="1392298"/>
                </a:lnTo>
                <a:lnTo>
                  <a:pt x="674687" y="1389106"/>
                </a:lnTo>
                <a:lnTo>
                  <a:pt x="674687" y="1388707"/>
                </a:lnTo>
                <a:lnTo>
                  <a:pt x="675078" y="1388308"/>
                </a:lnTo>
                <a:lnTo>
                  <a:pt x="676249" y="1387909"/>
                </a:lnTo>
                <a:lnTo>
                  <a:pt x="679373" y="1387111"/>
                </a:lnTo>
                <a:lnTo>
                  <a:pt x="683278" y="1385913"/>
                </a:lnTo>
                <a:lnTo>
                  <a:pt x="689525" y="1384716"/>
                </a:lnTo>
                <a:lnTo>
                  <a:pt x="698897" y="1383120"/>
                </a:lnTo>
                <a:lnTo>
                  <a:pt x="715297" y="1381524"/>
                </a:lnTo>
                <a:lnTo>
                  <a:pt x="725449" y="1381125"/>
                </a:lnTo>
                <a:close/>
                <a:moveTo>
                  <a:pt x="1433588" y="1247775"/>
                </a:moveTo>
                <a:lnTo>
                  <a:pt x="1439124" y="1247775"/>
                </a:lnTo>
                <a:lnTo>
                  <a:pt x="1444264" y="1248175"/>
                </a:lnTo>
                <a:lnTo>
                  <a:pt x="1448614" y="1248976"/>
                </a:lnTo>
                <a:lnTo>
                  <a:pt x="1451382" y="1249776"/>
                </a:lnTo>
                <a:lnTo>
                  <a:pt x="1453359" y="1250977"/>
                </a:lnTo>
                <a:lnTo>
                  <a:pt x="1454150" y="1252178"/>
                </a:lnTo>
                <a:lnTo>
                  <a:pt x="1454150" y="1253779"/>
                </a:lnTo>
                <a:lnTo>
                  <a:pt x="1453359" y="1255380"/>
                </a:lnTo>
                <a:lnTo>
                  <a:pt x="1452173" y="1256981"/>
                </a:lnTo>
                <a:lnTo>
                  <a:pt x="1450196" y="1258582"/>
                </a:lnTo>
                <a:lnTo>
                  <a:pt x="1447428" y="1260183"/>
                </a:lnTo>
                <a:lnTo>
                  <a:pt x="1441892" y="1262985"/>
                </a:lnTo>
                <a:lnTo>
                  <a:pt x="1435565" y="1264986"/>
                </a:lnTo>
                <a:lnTo>
                  <a:pt x="1432402" y="1265387"/>
                </a:lnTo>
                <a:lnTo>
                  <a:pt x="1429634" y="1265787"/>
                </a:lnTo>
                <a:lnTo>
                  <a:pt x="1427261" y="1265787"/>
                </a:lnTo>
                <a:lnTo>
                  <a:pt x="1425284" y="1265387"/>
                </a:lnTo>
                <a:lnTo>
                  <a:pt x="1423703" y="1264986"/>
                </a:lnTo>
                <a:lnTo>
                  <a:pt x="1422516" y="1264586"/>
                </a:lnTo>
                <a:lnTo>
                  <a:pt x="1420539" y="1264586"/>
                </a:lnTo>
                <a:lnTo>
                  <a:pt x="1419353" y="1264986"/>
                </a:lnTo>
                <a:lnTo>
                  <a:pt x="1418562" y="1265787"/>
                </a:lnTo>
                <a:lnTo>
                  <a:pt x="1417376" y="1266588"/>
                </a:lnTo>
                <a:lnTo>
                  <a:pt x="1416980" y="1267388"/>
                </a:lnTo>
                <a:lnTo>
                  <a:pt x="1416585" y="1268589"/>
                </a:lnTo>
                <a:lnTo>
                  <a:pt x="1416190" y="1269790"/>
                </a:lnTo>
                <a:lnTo>
                  <a:pt x="1416585" y="1270990"/>
                </a:lnTo>
                <a:lnTo>
                  <a:pt x="1416585" y="1272191"/>
                </a:lnTo>
                <a:lnTo>
                  <a:pt x="1417376" y="1273392"/>
                </a:lnTo>
                <a:lnTo>
                  <a:pt x="1418562" y="1274993"/>
                </a:lnTo>
                <a:lnTo>
                  <a:pt x="1419748" y="1276194"/>
                </a:lnTo>
                <a:lnTo>
                  <a:pt x="1422121" y="1277395"/>
                </a:lnTo>
                <a:lnTo>
                  <a:pt x="1424098" y="1278596"/>
                </a:lnTo>
                <a:lnTo>
                  <a:pt x="1428843" y="1280597"/>
                </a:lnTo>
                <a:lnTo>
                  <a:pt x="1430820" y="1282198"/>
                </a:lnTo>
                <a:lnTo>
                  <a:pt x="1432402" y="1283799"/>
                </a:lnTo>
                <a:lnTo>
                  <a:pt x="1433588" y="1285000"/>
                </a:lnTo>
                <a:lnTo>
                  <a:pt x="1435170" y="1287001"/>
                </a:lnTo>
                <a:lnTo>
                  <a:pt x="1436356" y="1289003"/>
                </a:lnTo>
                <a:lnTo>
                  <a:pt x="1436751" y="1291404"/>
                </a:lnTo>
                <a:lnTo>
                  <a:pt x="1437542" y="1293406"/>
                </a:lnTo>
                <a:lnTo>
                  <a:pt x="1437542" y="1296608"/>
                </a:lnTo>
                <a:lnTo>
                  <a:pt x="1437542" y="1299009"/>
                </a:lnTo>
                <a:lnTo>
                  <a:pt x="1437147" y="1302612"/>
                </a:lnTo>
                <a:lnTo>
                  <a:pt x="1436356" y="1305414"/>
                </a:lnTo>
                <a:lnTo>
                  <a:pt x="1435170" y="1309416"/>
                </a:lnTo>
                <a:lnTo>
                  <a:pt x="1431611" y="1317422"/>
                </a:lnTo>
                <a:lnTo>
                  <a:pt x="1430029" y="1320624"/>
                </a:lnTo>
                <a:lnTo>
                  <a:pt x="1428052" y="1323826"/>
                </a:lnTo>
                <a:lnTo>
                  <a:pt x="1425680" y="1326628"/>
                </a:lnTo>
                <a:lnTo>
                  <a:pt x="1423307" y="1328629"/>
                </a:lnTo>
                <a:lnTo>
                  <a:pt x="1420539" y="1331431"/>
                </a:lnTo>
                <a:lnTo>
                  <a:pt x="1417771" y="1333032"/>
                </a:lnTo>
                <a:lnTo>
                  <a:pt x="1414608" y="1334633"/>
                </a:lnTo>
                <a:lnTo>
                  <a:pt x="1411445" y="1336635"/>
                </a:lnTo>
                <a:lnTo>
                  <a:pt x="1404722" y="1338636"/>
                </a:lnTo>
                <a:lnTo>
                  <a:pt x="1397605" y="1340237"/>
                </a:lnTo>
                <a:lnTo>
                  <a:pt x="1390487" y="1341038"/>
                </a:lnTo>
                <a:lnTo>
                  <a:pt x="1383370" y="1341438"/>
                </a:lnTo>
                <a:lnTo>
                  <a:pt x="1376252" y="1341438"/>
                </a:lnTo>
                <a:lnTo>
                  <a:pt x="1369530" y="1341038"/>
                </a:lnTo>
                <a:lnTo>
                  <a:pt x="1358063" y="1339437"/>
                </a:lnTo>
                <a:lnTo>
                  <a:pt x="1350154" y="1338236"/>
                </a:lnTo>
                <a:lnTo>
                  <a:pt x="1347386" y="1337435"/>
                </a:lnTo>
                <a:lnTo>
                  <a:pt x="1347386" y="1337835"/>
                </a:lnTo>
                <a:lnTo>
                  <a:pt x="1346991" y="1337435"/>
                </a:lnTo>
                <a:lnTo>
                  <a:pt x="1346200" y="1337035"/>
                </a:lnTo>
                <a:lnTo>
                  <a:pt x="1346200" y="1334633"/>
                </a:lnTo>
                <a:lnTo>
                  <a:pt x="1346991" y="1331831"/>
                </a:lnTo>
                <a:lnTo>
                  <a:pt x="1347782" y="1326228"/>
                </a:lnTo>
                <a:lnTo>
                  <a:pt x="1349363" y="1318623"/>
                </a:lnTo>
                <a:lnTo>
                  <a:pt x="1351736" y="1307415"/>
                </a:lnTo>
                <a:lnTo>
                  <a:pt x="1355295" y="1296608"/>
                </a:lnTo>
                <a:lnTo>
                  <a:pt x="1357667" y="1287402"/>
                </a:lnTo>
                <a:lnTo>
                  <a:pt x="1361621" y="1275794"/>
                </a:lnTo>
                <a:lnTo>
                  <a:pt x="1363994" y="1270190"/>
                </a:lnTo>
                <a:lnTo>
                  <a:pt x="1364785" y="1268589"/>
                </a:lnTo>
                <a:lnTo>
                  <a:pt x="1366762" y="1265787"/>
                </a:lnTo>
                <a:lnTo>
                  <a:pt x="1369925" y="1262985"/>
                </a:lnTo>
                <a:lnTo>
                  <a:pt x="1373484" y="1260183"/>
                </a:lnTo>
                <a:lnTo>
                  <a:pt x="1378229" y="1258182"/>
                </a:lnTo>
                <a:lnTo>
                  <a:pt x="1383765" y="1256181"/>
                </a:lnTo>
                <a:lnTo>
                  <a:pt x="1389301" y="1253779"/>
                </a:lnTo>
                <a:lnTo>
                  <a:pt x="1395628" y="1252578"/>
                </a:lnTo>
                <a:lnTo>
                  <a:pt x="1401954" y="1250977"/>
                </a:lnTo>
                <a:lnTo>
                  <a:pt x="1415399" y="1248976"/>
                </a:lnTo>
                <a:lnTo>
                  <a:pt x="1428052" y="1248175"/>
                </a:lnTo>
                <a:lnTo>
                  <a:pt x="1433588" y="1247775"/>
                </a:lnTo>
                <a:close/>
                <a:moveTo>
                  <a:pt x="1155700" y="965200"/>
                </a:moveTo>
                <a:lnTo>
                  <a:pt x="1161653" y="965597"/>
                </a:lnTo>
                <a:lnTo>
                  <a:pt x="1167209" y="966787"/>
                </a:lnTo>
                <a:lnTo>
                  <a:pt x="1172766" y="968770"/>
                </a:lnTo>
                <a:lnTo>
                  <a:pt x="1177925" y="971944"/>
                </a:lnTo>
                <a:lnTo>
                  <a:pt x="1182687" y="975514"/>
                </a:lnTo>
                <a:lnTo>
                  <a:pt x="1187450" y="980274"/>
                </a:lnTo>
                <a:lnTo>
                  <a:pt x="1192213" y="985431"/>
                </a:lnTo>
                <a:lnTo>
                  <a:pt x="1196181" y="991381"/>
                </a:lnTo>
                <a:lnTo>
                  <a:pt x="1200150" y="998125"/>
                </a:lnTo>
                <a:lnTo>
                  <a:pt x="1204119" y="1005265"/>
                </a:lnTo>
                <a:lnTo>
                  <a:pt x="1207691" y="1012802"/>
                </a:lnTo>
                <a:lnTo>
                  <a:pt x="1211659" y="1021133"/>
                </a:lnTo>
                <a:lnTo>
                  <a:pt x="1214437" y="1029860"/>
                </a:lnTo>
                <a:lnTo>
                  <a:pt x="1217613" y="1038984"/>
                </a:lnTo>
                <a:lnTo>
                  <a:pt x="1220787" y="1048504"/>
                </a:lnTo>
                <a:lnTo>
                  <a:pt x="1225947" y="1068338"/>
                </a:lnTo>
                <a:lnTo>
                  <a:pt x="1230313" y="1089363"/>
                </a:lnTo>
                <a:lnTo>
                  <a:pt x="1234678" y="1111180"/>
                </a:lnTo>
                <a:lnTo>
                  <a:pt x="1237853" y="1133792"/>
                </a:lnTo>
                <a:lnTo>
                  <a:pt x="1241028" y="1155609"/>
                </a:lnTo>
                <a:lnTo>
                  <a:pt x="1243013" y="1177824"/>
                </a:lnTo>
                <a:lnTo>
                  <a:pt x="1245394" y="1198848"/>
                </a:lnTo>
                <a:lnTo>
                  <a:pt x="1246981" y="1219476"/>
                </a:lnTo>
                <a:lnTo>
                  <a:pt x="1246187" y="1186551"/>
                </a:lnTo>
                <a:lnTo>
                  <a:pt x="1342231" y="1244467"/>
                </a:lnTo>
                <a:lnTo>
                  <a:pt x="1323181" y="1340465"/>
                </a:lnTo>
                <a:lnTo>
                  <a:pt x="1248966" y="1309524"/>
                </a:lnTo>
                <a:lnTo>
                  <a:pt x="1245394" y="1284929"/>
                </a:lnTo>
                <a:lnTo>
                  <a:pt x="1239441" y="1242087"/>
                </a:lnTo>
                <a:lnTo>
                  <a:pt x="1231106" y="1373787"/>
                </a:lnTo>
                <a:lnTo>
                  <a:pt x="1230709" y="1379737"/>
                </a:lnTo>
                <a:lnTo>
                  <a:pt x="1230313" y="1386084"/>
                </a:lnTo>
                <a:lnTo>
                  <a:pt x="1230709" y="1392431"/>
                </a:lnTo>
                <a:lnTo>
                  <a:pt x="1232297" y="1399968"/>
                </a:lnTo>
                <a:lnTo>
                  <a:pt x="1234281" y="1407902"/>
                </a:lnTo>
                <a:lnTo>
                  <a:pt x="1237059" y="1417422"/>
                </a:lnTo>
                <a:lnTo>
                  <a:pt x="1241822" y="1428133"/>
                </a:lnTo>
                <a:lnTo>
                  <a:pt x="1247775" y="1440430"/>
                </a:lnTo>
                <a:lnTo>
                  <a:pt x="1231106" y="1440430"/>
                </a:lnTo>
                <a:lnTo>
                  <a:pt x="1242219" y="1446380"/>
                </a:lnTo>
                <a:lnTo>
                  <a:pt x="1256109" y="1453124"/>
                </a:lnTo>
                <a:lnTo>
                  <a:pt x="1287066" y="1467405"/>
                </a:lnTo>
                <a:lnTo>
                  <a:pt x="1313259" y="1479305"/>
                </a:lnTo>
                <a:lnTo>
                  <a:pt x="1323975" y="1483669"/>
                </a:lnTo>
                <a:lnTo>
                  <a:pt x="1501775" y="1720491"/>
                </a:lnTo>
                <a:lnTo>
                  <a:pt x="1401763" y="1798638"/>
                </a:lnTo>
                <a:lnTo>
                  <a:pt x="1210469" y="1576494"/>
                </a:lnTo>
                <a:lnTo>
                  <a:pt x="1080294" y="1561816"/>
                </a:lnTo>
                <a:lnTo>
                  <a:pt x="1080294" y="1563800"/>
                </a:lnTo>
                <a:lnTo>
                  <a:pt x="1080294" y="1567370"/>
                </a:lnTo>
                <a:lnTo>
                  <a:pt x="1079500" y="1575700"/>
                </a:lnTo>
                <a:lnTo>
                  <a:pt x="1077516" y="1587601"/>
                </a:lnTo>
                <a:lnTo>
                  <a:pt x="1074341" y="1601088"/>
                </a:lnTo>
                <a:lnTo>
                  <a:pt x="1066403" y="1633220"/>
                </a:lnTo>
                <a:lnTo>
                  <a:pt x="1056878" y="1669318"/>
                </a:lnTo>
                <a:lnTo>
                  <a:pt x="1046956" y="1703830"/>
                </a:lnTo>
                <a:lnTo>
                  <a:pt x="1038622" y="1733582"/>
                </a:lnTo>
                <a:lnTo>
                  <a:pt x="1030288" y="1762540"/>
                </a:lnTo>
                <a:lnTo>
                  <a:pt x="802481" y="1785548"/>
                </a:lnTo>
                <a:lnTo>
                  <a:pt x="770731" y="1731201"/>
                </a:lnTo>
                <a:lnTo>
                  <a:pt x="904081" y="1706210"/>
                </a:lnTo>
                <a:lnTo>
                  <a:pt x="903685" y="1489619"/>
                </a:lnTo>
                <a:lnTo>
                  <a:pt x="871935" y="1482479"/>
                </a:lnTo>
                <a:lnTo>
                  <a:pt x="869950" y="1471768"/>
                </a:lnTo>
                <a:lnTo>
                  <a:pt x="867966" y="1461851"/>
                </a:lnTo>
                <a:lnTo>
                  <a:pt x="866378" y="1453124"/>
                </a:lnTo>
                <a:lnTo>
                  <a:pt x="864791" y="1445190"/>
                </a:lnTo>
                <a:lnTo>
                  <a:pt x="863600" y="1428926"/>
                </a:lnTo>
                <a:lnTo>
                  <a:pt x="862806" y="1413455"/>
                </a:lnTo>
                <a:lnTo>
                  <a:pt x="862013" y="1373787"/>
                </a:lnTo>
                <a:lnTo>
                  <a:pt x="860822" y="1346812"/>
                </a:lnTo>
                <a:lnTo>
                  <a:pt x="858044" y="1312697"/>
                </a:lnTo>
                <a:lnTo>
                  <a:pt x="854472" y="1175444"/>
                </a:lnTo>
                <a:lnTo>
                  <a:pt x="843756" y="1181791"/>
                </a:lnTo>
                <a:lnTo>
                  <a:pt x="818753" y="1197658"/>
                </a:lnTo>
                <a:lnTo>
                  <a:pt x="802878" y="1208369"/>
                </a:lnTo>
                <a:lnTo>
                  <a:pt x="786606" y="1219476"/>
                </a:lnTo>
                <a:lnTo>
                  <a:pt x="770731" y="1230980"/>
                </a:lnTo>
                <a:lnTo>
                  <a:pt x="756841" y="1242087"/>
                </a:lnTo>
                <a:lnTo>
                  <a:pt x="754460" y="1250021"/>
                </a:lnTo>
                <a:lnTo>
                  <a:pt x="752872" y="1258351"/>
                </a:lnTo>
                <a:lnTo>
                  <a:pt x="752078" y="1266681"/>
                </a:lnTo>
                <a:lnTo>
                  <a:pt x="751285" y="1275805"/>
                </a:lnTo>
                <a:lnTo>
                  <a:pt x="751285" y="1284532"/>
                </a:lnTo>
                <a:lnTo>
                  <a:pt x="751681" y="1292863"/>
                </a:lnTo>
                <a:lnTo>
                  <a:pt x="752078" y="1301590"/>
                </a:lnTo>
                <a:lnTo>
                  <a:pt x="752872" y="1310317"/>
                </a:lnTo>
                <a:lnTo>
                  <a:pt x="754856" y="1325788"/>
                </a:lnTo>
                <a:lnTo>
                  <a:pt x="756444" y="1339275"/>
                </a:lnTo>
                <a:lnTo>
                  <a:pt x="758031" y="1350382"/>
                </a:lnTo>
                <a:lnTo>
                  <a:pt x="758031" y="1354349"/>
                </a:lnTo>
                <a:lnTo>
                  <a:pt x="756841" y="1357523"/>
                </a:lnTo>
                <a:lnTo>
                  <a:pt x="727869" y="1355539"/>
                </a:lnTo>
                <a:lnTo>
                  <a:pt x="715566" y="1354746"/>
                </a:lnTo>
                <a:lnTo>
                  <a:pt x="709613" y="1354746"/>
                </a:lnTo>
                <a:lnTo>
                  <a:pt x="704453" y="1355143"/>
                </a:lnTo>
                <a:lnTo>
                  <a:pt x="698897" y="1355539"/>
                </a:lnTo>
                <a:lnTo>
                  <a:pt x="693341" y="1356729"/>
                </a:lnTo>
                <a:lnTo>
                  <a:pt x="687785" y="1357919"/>
                </a:lnTo>
                <a:lnTo>
                  <a:pt x="682228" y="1359903"/>
                </a:lnTo>
                <a:lnTo>
                  <a:pt x="677069" y="1361886"/>
                </a:lnTo>
                <a:lnTo>
                  <a:pt x="671116" y="1364663"/>
                </a:lnTo>
                <a:lnTo>
                  <a:pt x="664766" y="1367836"/>
                </a:lnTo>
                <a:lnTo>
                  <a:pt x="658416" y="1372200"/>
                </a:lnTo>
                <a:lnTo>
                  <a:pt x="657225" y="1367043"/>
                </a:lnTo>
                <a:lnTo>
                  <a:pt x="655241" y="1361093"/>
                </a:lnTo>
                <a:lnTo>
                  <a:pt x="654050" y="1355143"/>
                </a:lnTo>
                <a:lnTo>
                  <a:pt x="653256" y="1348399"/>
                </a:lnTo>
                <a:lnTo>
                  <a:pt x="651669" y="1333325"/>
                </a:lnTo>
                <a:lnTo>
                  <a:pt x="650875" y="1316267"/>
                </a:lnTo>
                <a:lnTo>
                  <a:pt x="650875" y="1296830"/>
                </a:lnTo>
                <a:lnTo>
                  <a:pt x="651272" y="1274615"/>
                </a:lnTo>
                <a:lnTo>
                  <a:pt x="652066" y="1251211"/>
                </a:lnTo>
                <a:lnTo>
                  <a:pt x="653653" y="1225029"/>
                </a:lnTo>
                <a:lnTo>
                  <a:pt x="660797" y="1208369"/>
                </a:lnTo>
                <a:lnTo>
                  <a:pt x="667147" y="1194881"/>
                </a:lnTo>
                <a:lnTo>
                  <a:pt x="670322" y="1188931"/>
                </a:lnTo>
                <a:lnTo>
                  <a:pt x="673497" y="1183774"/>
                </a:lnTo>
                <a:lnTo>
                  <a:pt x="680244" y="1174254"/>
                </a:lnTo>
                <a:lnTo>
                  <a:pt x="687388" y="1164733"/>
                </a:lnTo>
                <a:lnTo>
                  <a:pt x="696119" y="1155213"/>
                </a:lnTo>
                <a:lnTo>
                  <a:pt x="706438" y="1143312"/>
                </a:lnTo>
                <a:lnTo>
                  <a:pt x="718741" y="1129031"/>
                </a:lnTo>
                <a:lnTo>
                  <a:pt x="738585" y="1108007"/>
                </a:lnTo>
                <a:lnTo>
                  <a:pt x="756047" y="1088966"/>
                </a:lnTo>
                <a:lnTo>
                  <a:pt x="785416" y="1057231"/>
                </a:lnTo>
                <a:lnTo>
                  <a:pt x="797719" y="1043744"/>
                </a:lnTo>
                <a:lnTo>
                  <a:pt x="809228" y="1032240"/>
                </a:lnTo>
                <a:lnTo>
                  <a:pt x="820738" y="1021926"/>
                </a:lnTo>
                <a:lnTo>
                  <a:pt x="831056" y="1012802"/>
                </a:lnTo>
                <a:lnTo>
                  <a:pt x="836613" y="1008439"/>
                </a:lnTo>
                <a:lnTo>
                  <a:pt x="842169" y="1004869"/>
                </a:lnTo>
                <a:lnTo>
                  <a:pt x="848122" y="1000902"/>
                </a:lnTo>
                <a:lnTo>
                  <a:pt x="854075" y="997331"/>
                </a:lnTo>
                <a:lnTo>
                  <a:pt x="860028" y="994555"/>
                </a:lnTo>
                <a:lnTo>
                  <a:pt x="866378" y="991381"/>
                </a:lnTo>
                <a:lnTo>
                  <a:pt x="873125" y="988208"/>
                </a:lnTo>
                <a:lnTo>
                  <a:pt x="880269" y="985828"/>
                </a:lnTo>
                <a:lnTo>
                  <a:pt x="895350" y="980274"/>
                </a:lnTo>
                <a:lnTo>
                  <a:pt x="912416" y="975117"/>
                </a:lnTo>
                <a:lnTo>
                  <a:pt x="932260" y="970753"/>
                </a:lnTo>
                <a:lnTo>
                  <a:pt x="954881" y="965597"/>
                </a:lnTo>
                <a:lnTo>
                  <a:pt x="963613" y="965993"/>
                </a:lnTo>
                <a:lnTo>
                  <a:pt x="979488" y="966787"/>
                </a:lnTo>
                <a:lnTo>
                  <a:pt x="1004491" y="968373"/>
                </a:lnTo>
                <a:lnTo>
                  <a:pt x="1089819" y="1240103"/>
                </a:lnTo>
                <a:lnTo>
                  <a:pt x="1081484" y="1159179"/>
                </a:lnTo>
                <a:lnTo>
                  <a:pt x="1077516" y="1013199"/>
                </a:lnTo>
                <a:lnTo>
                  <a:pt x="1071959" y="999315"/>
                </a:lnTo>
                <a:lnTo>
                  <a:pt x="1083072" y="980671"/>
                </a:lnTo>
                <a:lnTo>
                  <a:pt x="1107281" y="980671"/>
                </a:lnTo>
                <a:lnTo>
                  <a:pt x="1117600" y="999315"/>
                </a:lnTo>
                <a:lnTo>
                  <a:pt x="1112837" y="1015579"/>
                </a:lnTo>
                <a:lnTo>
                  <a:pt x="1142206" y="1228203"/>
                </a:lnTo>
                <a:lnTo>
                  <a:pt x="1137841" y="971944"/>
                </a:lnTo>
                <a:lnTo>
                  <a:pt x="1146572" y="967580"/>
                </a:lnTo>
                <a:lnTo>
                  <a:pt x="1148953" y="966390"/>
                </a:lnTo>
                <a:lnTo>
                  <a:pt x="1149350" y="965597"/>
                </a:lnTo>
                <a:lnTo>
                  <a:pt x="1155700" y="965200"/>
                </a:lnTo>
                <a:close/>
                <a:moveTo>
                  <a:pt x="931148" y="736601"/>
                </a:moveTo>
                <a:lnTo>
                  <a:pt x="929554" y="751285"/>
                </a:lnTo>
                <a:lnTo>
                  <a:pt x="928757" y="762794"/>
                </a:lnTo>
                <a:lnTo>
                  <a:pt x="929155" y="762794"/>
                </a:lnTo>
                <a:lnTo>
                  <a:pt x="929554" y="751285"/>
                </a:lnTo>
                <a:lnTo>
                  <a:pt x="930351" y="746126"/>
                </a:lnTo>
                <a:lnTo>
                  <a:pt x="931148" y="741363"/>
                </a:lnTo>
                <a:lnTo>
                  <a:pt x="931148" y="736601"/>
                </a:lnTo>
                <a:close/>
                <a:moveTo>
                  <a:pt x="949086" y="679054"/>
                </a:moveTo>
                <a:lnTo>
                  <a:pt x="948289" y="679847"/>
                </a:lnTo>
                <a:lnTo>
                  <a:pt x="945499" y="681435"/>
                </a:lnTo>
                <a:lnTo>
                  <a:pt x="943904" y="683419"/>
                </a:lnTo>
                <a:lnTo>
                  <a:pt x="941911" y="686991"/>
                </a:lnTo>
                <a:lnTo>
                  <a:pt x="945897" y="682625"/>
                </a:lnTo>
                <a:lnTo>
                  <a:pt x="948289" y="681038"/>
                </a:lnTo>
                <a:lnTo>
                  <a:pt x="950282" y="679054"/>
                </a:lnTo>
                <a:lnTo>
                  <a:pt x="949086" y="679054"/>
                </a:lnTo>
                <a:close/>
                <a:moveTo>
                  <a:pt x="1038375" y="620713"/>
                </a:moveTo>
                <a:lnTo>
                  <a:pt x="1049138" y="620713"/>
                </a:lnTo>
                <a:lnTo>
                  <a:pt x="1059502" y="621110"/>
                </a:lnTo>
                <a:lnTo>
                  <a:pt x="1069866" y="622300"/>
                </a:lnTo>
                <a:lnTo>
                  <a:pt x="1079432" y="623491"/>
                </a:lnTo>
                <a:lnTo>
                  <a:pt x="1088999" y="625872"/>
                </a:lnTo>
                <a:lnTo>
                  <a:pt x="1098167" y="627857"/>
                </a:lnTo>
                <a:lnTo>
                  <a:pt x="1106937" y="630238"/>
                </a:lnTo>
                <a:lnTo>
                  <a:pt x="1115307" y="633413"/>
                </a:lnTo>
                <a:lnTo>
                  <a:pt x="1123678" y="636191"/>
                </a:lnTo>
                <a:lnTo>
                  <a:pt x="1130853" y="639763"/>
                </a:lnTo>
                <a:lnTo>
                  <a:pt x="1138028" y="642938"/>
                </a:lnTo>
                <a:lnTo>
                  <a:pt x="1144805" y="646510"/>
                </a:lnTo>
                <a:lnTo>
                  <a:pt x="1156365" y="652860"/>
                </a:lnTo>
                <a:lnTo>
                  <a:pt x="1166729" y="659607"/>
                </a:lnTo>
                <a:lnTo>
                  <a:pt x="1174701" y="664766"/>
                </a:lnTo>
                <a:lnTo>
                  <a:pt x="1180680" y="669529"/>
                </a:lnTo>
                <a:lnTo>
                  <a:pt x="1185862" y="673497"/>
                </a:lnTo>
                <a:lnTo>
                  <a:pt x="1185862" y="676275"/>
                </a:lnTo>
                <a:lnTo>
                  <a:pt x="1185862" y="684213"/>
                </a:lnTo>
                <a:lnTo>
                  <a:pt x="1185065" y="688975"/>
                </a:lnTo>
                <a:lnTo>
                  <a:pt x="1183869" y="694532"/>
                </a:lnTo>
                <a:lnTo>
                  <a:pt x="1182274" y="700088"/>
                </a:lnTo>
                <a:lnTo>
                  <a:pt x="1180281" y="704850"/>
                </a:lnTo>
                <a:lnTo>
                  <a:pt x="1179086" y="707629"/>
                </a:lnTo>
                <a:lnTo>
                  <a:pt x="1177093" y="710010"/>
                </a:lnTo>
                <a:lnTo>
                  <a:pt x="1175498" y="711994"/>
                </a:lnTo>
                <a:lnTo>
                  <a:pt x="1173505" y="713979"/>
                </a:lnTo>
                <a:lnTo>
                  <a:pt x="1170715" y="715963"/>
                </a:lnTo>
                <a:lnTo>
                  <a:pt x="1168323" y="717154"/>
                </a:lnTo>
                <a:lnTo>
                  <a:pt x="1165533" y="718344"/>
                </a:lnTo>
                <a:lnTo>
                  <a:pt x="1161945" y="719138"/>
                </a:lnTo>
                <a:lnTo>
                  <a:pt x="1158756" y="719535"/>
                </a:lnTo>
                <a:lnTo>
                  <a:pt x="1154770" y="719535"/>
                </a:lnTo>
                <a:lnTo>
                  <a:pt x="1150784" y="719138"/>
                </a:lnTo>
                <a:lnTo>
                  <a:pt x="1146001" y="718344"/>
                </a:lnTo>
                <a:lnTo>
                  <a:pt x="1140819" y="717154"/>
                </a:lnTo>
                <a:lnTo>
                  <a:pt x="1135238" y="715566"/>
                </a:lnTo>
                <a:lnTo>
                  <a:pt x="1129259" y="712788"/>
                </a:lnTo>
                <a:lnTo>
                  <a:pt x="1123678" y="710010"/>
                </a:lnTo>
                <a:lnTo>
                  <a:pt x="1120091" y="708819"/>
                </a:lnTo>
                <a:lnTo>
                  <a:pt x="1114112" y="707629"/>
                </a:lnTo>
                <a:lnTo>
                  <a:pt x="1098964" y="704850"/>
                </a:lnTo>
                <a:lnTo>
                  <a:pt x="1083418" y="702072"/>
                </a:lnTo>
                <a:lnTo>
                  <a:pt x="1077439" y="700882"/>
                </a:lnTo>
                <a:lnTo>
                  <a:pt x="1073852" y="700088"/>
                </a:lnTo>
                <a:lnTo>
                  <a:pt x="1104545" y="714772"/>
                </a:lnTo>
                <a:lnTo>
                  <a:pt x="1118895" y="721122"/>
                </a:lnTo>
                <a:lnTo>
                  <a:pt x="1125671" y="723504"/>
                </a:lnTo>
                <a:lnTo>
                  <a:pt x="1132448" y="725885"/>
                </a:lnTo>
                <a:lnTo>
                  <a:pt x="1138826" y="728266"/>
                </a:lnTo>
                <a:lnTo>
                  <a:pt x="1144805" y="729457"/>
                </a:lnTo>
                <a:lnTo>
                  <a:pt x="1150784" y="730647"/>
                </a:lnTo>
                <a:lnTo>
                  <a:pt x="1155966" y="731044"/>
                </a:lnTo>
                <a:lnTo>
                  <a:pt x="1161148" y="730647"/>
                </a:lnTo>
                <a:lnTo>
                  <a:pt x="1165931" y="729457"/>
                </a:lnTo>
                <a:lnTo>
                  <a:pt x="1170316" y="727869"/>
                </a:lnTo>
                <a:lnTo>
                  <a:pt x="1174302" y="725091"/>
                </a:lnTo>
                <a:lnTo>
                  <a:pt x="1175498" y="735410"/>
                </a:lnTo>
                <a:lnTo>
                  <a:pt x="1175897" y="744935"/>
                </a:lnTo>
                <a:lnTo>
                  <a:pt x="1175498" y="753666"/>
                </a:lnTo>
                <a:lnTo>
                  <a:pt x="1175099" y="762397"/>
                </a:lnTo>
                <a:lnTo>
                  <a:pt x="1176694" y="761207"/>
                </a:lnTo>
                <a:lnTo>
                  <a:pt x="1177491" y="760413"/>
                </a:lnTo>
                <a:lnTo>
                  <a:pt x="1178687" y="760016"/>
                </a:lnTo>
                <a:lnTo>
                  <a:pt x="1179086" y="760413"/>
                </a:lnTo>
                <a:lnTo>
                  <a:pt x="1179484" y="761207"/>
                </a:lnTo>
                <a:lnTo>
                  <a:pt x="1179883" y="763985"/>
                </a:lnTo>
                <a:lnTo>
                  <a:pt x="1180281" y="767954"/>
                </a:lnTo>
                <a:lnTo>
                  <a:pt x="1180281" y="773113"/>
                </a:lnTo>
                <a:lnTo>
                  <a:pt x="1179086" y="785813"/>
                </a:lnTo>
                <a:lnTo>
                  <a:pt x="1177491" y="800498"/>
                </a:lnTo>
                <a:lnTo>
                  <a:pt x="1175498" y="814388"/>
                </a:lnTo>
                <a:lnTo>
                  <a:pt x="1173505" y="826294"/>
                </a:lnTo>
                <a:lnTo>
                  <a:pt x="1171911" y="833438"/>
                </a:lnTo>
                <a:lnTo>
                  <a:pt x="1170715" y="834629"/>
                </a:lnTo>
                <a:lnTo>
                  <a:pt x="1170316" y="834232"/>
                </a:lnTo>
                <a:lnTo>
                  <a:pt x="1169519" y="842169"/>
                </a:lnTo>
                <a:lnTo>
                  <a:pt x="1168323" y="849710"/>
                </a:lnTo>
                <a:lnTo>
                  <a:pt x="1166729" y="856854"/>
                </a:lnTo>
                <a:lnTo>
                  <a:pt x="1165134" y="863998"/>
                </a:lnTo>
                <a:lnTo>
                  <a:pt x="1162742" y="870744"/>
                </a:lnTo>
                <a:lnTo>
                  <a:pt x="1160351" y="877491"/>
                </a:lnTo>
                <a:lnTo>
                  <a:pt x="1157959" y="883841"/>
                </a:lnTo>
                <a:lnTo>
                  <a:pt x="1154770" y="890191"/>
                </a:lnTo>
                <a:lnTo>
                  <a:pt x="1151980" y="896541"/>
                </a:lnTo>
                <a:lnTo>
                  <a:pt x="1148791" y="902098"/>
                </a:lnTo>
                <a:lnTo>
                  <a:pt x="1145602" y="907654"/>
                </a:lnTo>
                <a:lnTo>
                  <a:pt x="1141616" y="913210"/>
                </a:lnTo>
                <a:lnTo>
                  <a:pt x="1138028" y="918370"/>
                </a:lnTo>
                <a:lnTo>
                  <a:pt x="1134042" y="923529"/>
                </a:lnTo>
                <a:lnTo>
                  <a:pt x="1126070" y="932260"/>
                </a:lnTo>
                <a:lnTo>
                  <a:pt x="1117699" y="940595"/>
                </a:lnTo>
                <a:lnTo>
                  <a:pt x="1108531" y="947738"/>
                </a:lnTo>
                <a:lnTo>
                  <a:pt x="1099762" y="954088"/>
                </a:lnTo>
                <a:lnTo>
                  <a:pt x="1090593" y="959248"/>
                </a:lnTo>
                <a:lnTo>
                  <a:pt x="1081027" y="963216"/>
                </a:lnTo>
                <a:lnTo>
                  <a:pt x="1077041" y="964804"/>
                </a:lnTo>
                <a:lnTo>
                  <a:pt x="1072257" y="966391"/>
                </a:lnTo>
                <a:lnTo>
                  <a:pt x="1067474" y="967185"/>
                </a:lnTo>
                <a:lnTo>
                  <a:pt x="1063488" y="967979"/>
                </a:lnTo>
                <a:lnTo>
                  <a:pt x="1059103" y="968376"/>
                </a:lnTo>
                <a:lnTo>
                  <a:pt x="1054719" y="968376"/>
                </a:lnTo>
                <a:lnTo>
                  <a:pt x="1051530" y="968376"/>
                </a:lnTo>
                <a:lnTo>
                  <a:pt x="1047543" y="967979"/>
                </a:lnTo>
                <a:lnTo>
                  <a:pt x="1043956" y="967185"/>
                </a:lnTo>
                <a:lnTo>
                  <a:pt x="1039970" y="965995"/>
                </a:lnTo>
                <a:lnTo>
                  <a:pt x="1031998" y="962820"/>
                </a:lnTo>
                <a:lnTo>
                  <a:pt x="1023627" y="958851"/>
                </a:lnTo>
                <a:lnTo>
                  <a:pt x="1014857" y="953295"/>
                </a:lnTo>
                <a:lnTo>
                  <a:pt x="1006088" y="947341"/>
                </a:lnTo>
                <a:lnTo>
                  <a:pt x="997318" y="939801"/>
                </a:lnTo>
                <a:lnTo>
                  <a:pt x="988549" y="931863"/>
                </a:lnTo>
                <a:lnTo>
                  <a:pt x="979779" y="922338"/>
                </a:lnTo>
                <a:lnTo>
                  <a:pt x="971807" y="912813"/>
                </a:lnTo>
                <a:lnTo>
                  <a:pt x="963835" y="902098"/>
                </a:lnTo>
                <a:lnTo>
                  <a:pt x="956660" y="890985"/>
                </a:lnTo>
                <a:lnTo>
                  <a:pt x="949883" y="878682"/>
                </a:lnTo>
                <a:lnTo>
                  <a:pt x="943904" y="865982"/>
                </a:lnTo>
                <a:lnTo>
                  <a:pt x="941512" y="859632"/>
                </a:lnTo>
                <a:lnTo>
                  <a:pt x="938722" y="852885"/>
                </a:lnTo>
                <a:lnTo>
                  <a:pt x="936729" y="846138"/>
                </a:lnTo>
                <a:lnTo>
                  <a:pt x="934736" y="839391"/>
                </a:lnTo>
                <a:lnTo>
                  <a:pt x="933540" y="843757"/>
                </a:lnTo>
                <a:lnTo>
                  <a:pt x="931547" y="847329"/>
                </a:lnTo>
                <a:lnTo>
                  <a:pt x="929554" y="849710"/>
                </a:lnTo>
                <a:lnTo>
                  <a:pt x="928757" y="850107"/>
                </a:lnTo>
                <a:lnTo>
                  <a:pt x="927960" y="850504"/>
                </a:lnTo>
                <a:lnTo>
                  <a:pt x="926764" y="850107"/>
                </a:lnTo>
                <a:lnTo>
                  <a:pt x="925568" y="849710"/>
                </a:lnTo>
                <a:lnTo>
                  <a:pt x="924372" y="848123"/>
                </a:lnTo>
                <a:lnTo>
                  <a:pt x="923575" y="846535"/>
                </a:lnTo>
                <a:lnTo>
                  <a:pt x="921582" y="842963"/>
                </a:lnTo>
                <a:lnTo>
                  <a:pt x="920386" y="837407"/>
                </a:lnTo>
                <a:lnTo>
                  <a:pt x="918791" y="831057"/>
                </a:lnTo>
                <a:lnTo>
                  <a:pt x="917596" y="823516"/>
                </a:lnTo>
                <a:lnTo>
                  <a:pt x="917197" y="815182"/>
                </a:lnTo>
                <a:lnTo>
                  <a:pt x="916798" y="806054"/>
                </a:lnTo>
                <a:lnTo>
                  <a:pt x="917197" y="798116"/>
                </a:lnTo>
                <a:lnTo>
                  <a:pt x="917596" y="790576"/>
                </a:lnTo>
                <a:lnTo>
                  <a:pt x="918393" y="783829"/>
                </a:lnTo>
                <a:lnTo>
                  <a:pt x="919987" y="777479"/>
                </a:lnTo>
                <a:lnTo>
                  <a:pt x="921183" y="772319"/>
                </a:lnTo>
                <a:lnTo>
                  <a:pt x="922379" y="767954"/>
                </a:lnTo>
                <a:lnTo>
                  <a:pt x="924372" y="764779"/>
                </a:lnTo>
                <a:lnTo>
                  <a:pt x="925169" y="763588"/>
                </a:lnTo>
                <a:lnTo>
                  <a:pt x="926365" y="763191"/>
                </a:lnTo>
                <a:lnTo>
                  <a:pt x="923176" y="759619"/>
                </a:lnTo>
                <a:lnTo>
                  <a:pt x="920785" y="756444"/>
                </a:lnTo>
                <a:lnTo>
                  <a:pt x="918393" y="752476"/>
                </a:lnTo>
                <a:lnTo>
                  <a:pt x="916798" y="748507"/>
                </a:lnTo>
                <a:lnTo>
                  <a:pt x="915204" y="744538"/>
                </a:lnTo>
                <a:lnTo>
                  <a:pt x="914407" y="739776"/>
                </a:lnTo>
                <a:lnTo>
                  <a:pt x="913609" y="735807"/>
                </a:lnTo>
                <a:lnTo>
                  <a:pt x="913211" y="731044"/>
                </a:lnTo>
                <a:lnTo>
                  <a:pt x="912812" y="727076"/>
                </a:lnTo>
                <a:lnTo>
                  <a:pt x="912812" y="721916"/>
                </a:lnTo>
                <a:lnTo>
                  <a:pt x="913609" y="712391"/>
                </a:lnTo>
                <a:lnTo>
                  <a:pt x="915204" y="703263"/>
                </a:lnTo>
                <a:lnTo>
                  <a:pt x="917197" y="694135"/>
                </a:lnTo>
                <a:lnTo>
                  <a:pt x="920386" y="685007"/>
                </a:lnTo>
                <a:lnTo>
                  <a:pt x="923575" y="676672"/>
                </a:lnTo>
                <a:lnTo>
                  <a:pt x="927162" y="668735"/>
                </a:lnTo>
                <a:lnTo>
                  <a:pt x="930750" y="661988"/>
                </a:lnTo>
                <a:lnTo>
                  <a:pt x="934337" y="656035"/>
                </a:lnTo>
                <a:lnTo>
                  <a:pt x="937526" y="651272"/>
                </a:lnTo>
                <a:lnTo>
                  <a:pt x="940715" y="647700"/>
                </a:lnTo>
                <a:lnTo>
                  <a:pt x="943107" y="646113"/>
                </a:lnTo>
                <a:lnTo>
                  <a:pt x="955862" y="639763"/>
                </a:lnTo>
                <a:lnTo>
                  <a:pt x="968219" y="634604"/>
                </a:lnTo>
                <a:lnTo>
                  <a:pt x="980178" y="630238"/>
                </a:lnTo>
                <a:lnTo>
                  <a:pt x="992535" y="627063"/>
                </a:lnTo>
                <a:lnTo>
                  <a:pt x="1004493" y="624285"/>
                </a:lnTo>
                <a:lnTo>
                  <a:pt x="1016053" y="622300"/>
                </a:lnTo>
                <a:lnTo>
                  <a:pt x="1027214" y="621110"/>
                </a:lnTo>
                <a:lnTo>
                  <a:pt x="1038375" y="620713"/>
                </a:lnTo>
                <a:close/>
                <a:moveTo>
                  <a:pt x="1043186" y="515586"/>
                </a:moveTo>
                <a:lnTo>
                  <a:pt x="1022934" y="515983"/>
                </a:lnTo>
                <a:lnTo>
                  <a:pt x="1002682" y="516777"/>
                </a:lnTo>
                <a:lnTo>
                  <a:pt x="982827" y="518364"/>
                </a:lnTo>
                <a:lnTo>
                  <a:pt x="962972" y="519952"/>
                </a:lnTo>
                <a:lnTo>
                  <a:pt x="943514" y="521937"/>
                </a:lnTo>
                <a:lnTo>
                  <a:pt x="924056" y="525113"/>
                </a:lnTo>
                <a:lnTo>
                  <a:pt x="904598" y="527891"/>
                </a:lnTo>
                <a:lnTo>
                  <a:pt x="885140" y="531861"/>
                </a:lnTo>
                <a:lnTo>
                  <a:pt x="866476" y="535830"/>
                </a:lnTo>
                <a:lnTo>
                  <a:pt x="847812" y="540594"/>
                </a:lnTo>
                <a:lnTo>
                  <a:pt x="829148" y="545754"/>
                </a:lnTo>
                <a:lnTo>
                  <a:pt x="810485" y="550914"/>
                </a:lnTo>
                <a:lnTo>
                  <a:pt x="792218" y="556869"/>
                </a:lnTo>
                <a:lnTo>
                  <a:pt x="774348" y="563220"/>
                </a:lnTo>
                <a:lnTo>
                  <a:pt x="756082" y="569968"/>
                </a:lnTo>
                <a:lnTo>
                  <a:pt x="738609" y="577113"/>
                </a:lnTo>
                <a:lnTo>
                  <a:pt x="721137" y="585449"/>
                </a:lnTo>
                <a:lnTo>
                  <a:pt x="704061" y="593388"/>
                </a:lnTo>
                <a:lnTo>
                  <a:pt x="686986" y="601724"/>
                </a:lnTo>
                <a:lnTo>
                  <a:pt x="670308" y="610457"/>
                </a:lnTo>
                <a:lnTo>
                  <a:pt x="653630" y="619587"/>
                </a:lnTo>
                <a:lnTo>
                  <a:pt x="637745" y="629114"/>
                </a:lnTo>
                <a:lnTo>
                  <a:pt x="621861" y="639037"/>
                </a:lnTo>
                <a:lnTo>
                  <a:pt x="605977" y="649755"/>
                </a:lnTo>
                <a:lnTo>
                  <a:pt x="590490" y="660473"/>
                </a:lnTo>
                <a:lnTo>
                  <a:pt x="575400" y="671190"/>
                </a:lnTo>
                <a:lnTo>
                  <a:pt x="559913" y="682702"/>
                </a:lnTo>
                <a:lnTo>
                  <a:pt x="545617" y="694610"/>
                </a:lnTo>
                <a:lnTo>
                  <a:pt x="531322" y="706519"/>
                </a:lnTo>
                <a:lnTo>
                  <a:pt x="517026" y="719221"/>
                </a:lnTo>
                <a:lnTo>
                  <a:pt x="503525" y="731924"/>
                </a:lnTo>
                <a:lnTo>
                  <a:pt x="490023" y="745023"/>
                </a:lnTo>
                <a:lnTo>
                  <a:pt x="476919" y="758520"/>
                </a:lnTo>
                <a:lnTo>
                  <a:pt x="464212" y="772413"/>
                </a:lnTo>
                <a:lnTo>
                  <a:pt x="451504" y="786306"/>
                </a:lnTo>
                <a:lnTo>
                  <a:pt x="439591" y="800596"/>
                </a:lnTo>
                <a:lnTo>
                  <a:pt x="427678" y="815680"/>
                </a:lnTo>
                <a:lnTo>
                  <a:pt x="416162" y="830368"/>
                </a:lnTo>
                <a:lnTo>
                  <a:pt x="405441" y="845452"/>
                </a:lnTo>
                <a:lnTo>
                  <a:pt x="394322" y="860933"/>
                </a:lnTo>
                <a:lnTo>
                  <a:pt x="383997" y="876811"/>
                </a:lnTo>
                <a:lnTo>
                  <a:pt x="374070" y="892689"/>
                </a:lnTo>
                <a:lnTo>
                  <a:pt x="364539" y="908964"/>
                </a:lnTo>
                <a:lnTo>
                  <a:pt x="355009" y="925636"/>
                </a:lnTo>
                <a:lnTo>
                  <a:pt x="346272" y="941911"/>
                </a:lnTo>
                <a:lnTo>
                  <a:pt x="337933" y="959377"/>
                </a:lnTo>
                <a:lnTo>
                  <a:pt x="329594" y="976048"/>
                </a:lnTo>
                <a:lnTo>
                  <a:pt x="322049" y="993911"/>
                </a:lnTo>
                <a:lnTo>
                  <a:pt x="314901" y="1011377"/>
                </a:lnTo>
                <a:lnTo>
                  <a:pt x="308151" y="1029240"/>
                </a:lnTo>
                <a:lnTo>
                  <a:pt x="301797" y="1047500"/>
                </a:lnTo>
                <a:lnTo>
                  <a:pt x="295840" y="1065362"/>
                </a:lnTo>
                <a:lnTo>
                  <a:pt x="290678" y="1084019"/>
                </a:lnTo>
                <a:lnTo>
                  <a:pt x="285516" y="1102676"/>
                </a:lnTo>
                <a:lnTo>
                  <a:pt x="280751" y="1121729"/>
                </a:lnTo>
                <a:lnTo>
                  <a:pt x="276780" y="1140783"/>
                </a:lnTo>
                <a:lnTo>
                  <a:pt x="272809" y="1159440"/>
                </a:lnTo>
                <a:lnTo>
                  <a:pt x="270029" y="1178890"/>
                </a:lnTo>
                <a:lnTo>
                  <a:pt x="266852" y="1198341"/>
                </a:lnTo>
                <a:lnTo>
                  <a:pt x="264867" y="1218188"/>
                </a:lnTo>
                <a:lnTo>
                  <a:pt x="263278" y="1237639"/>
                </a:lnTo>
                <a:lnTo>
                  <a:pt x="261690" y="1257883"/>
                </a:lnTo>
                <a:lnTo>
                  <a:pt x="260896" y="1277731"/>
                </a:lnTo>
                <a:lnTo>
                  <a:pt x="260498" y="1297975"/>
                </a:lnTo>
                <a:lnTo>
                  <a:pt x="260896" y="1318220"/>
                </a:lnTo>
                <a:lnTo>
                  <a:pt x="261690" y="1338067"/>
                </a:lnTo>
                <a:lnTo>
                  <a:pt x="263278" y="1357915"/>
                </a:lnTo>
                <a:lnTo>
                  <a:pt x="264867" y="1377763"/>
                </a:lnTo>
                <a:lnTo>
                  <a:pt x="266852" y="1397213"/>
                </a:lnTo>
                <a:lnTo>
                  <a:pt x="270029" y="1416664"/>
                </a:lnTo>
                <a:lnTo>
                  <a:pt x="272809" y="1436114"/>
                </a:lnTo>
                <a:lnTo>
                  <a:pt x="276780" y="1455168"/>
                </a:lnTo>
                <a:lnTo>
                  <a:pt x="280751" y="1474222"/>
                </a:lnTo>
                <a:lnTo>
                  <a:pt x="285516" y="1493275"/>
                </a:lnTo>
                <a:lnTo>
                  <a:pt x="290678" y="1511535"/>
                </a:lnTo>
                <a:lnTo>
                  <a:pt x="295840" y="1530192"/>
                </a:lnTo>
                <a:lnTo>
                  <a:pt x="301797" y="1548452"/>
                </a:lnTo>
                <a:lnTo>
                  <a:pt x="308151" y="1566314"/>
                </a:lnTo>
                <a:lnTo>
                  <a:pt x="314901" y="1584177"/>
                </a:lnTo>
                <a:lnTo>
                  <a:pt x="322049" y="1602040"/>
                </a:lnTo>
                <a:lnTo>
                  <a:pt x="329594" y="1619109"/>
                </a:lnTo>
                <a:lnTo>
                  <a:pt x="337933" y="1636575"/>
                </a:lnTo>
                <a:lnTo>
                  <a:pt x="346272" y="1653247"/>
                </a:lnTo>
                <a:lnTo>
                  <a:pt x="355009" y="1670316"/>
                </a:lnTo>
                <a:lnTo>
                  <a:pt x="364539" y="1686591"/>
                </a:lnTo>
                <a:lnTo>
                  <a:pt x="374070" y="1703262"/>
                </a:lnTo>
                <a:lnTo>
                  <a:pt x="383997" y="1719140"/>
                </a:lnTo>
                <a:lnTo>
                  <a:pt x="394322" y="1734622"/>
                </a:lnTo>
                <a:lnTo>
                  <a:pt x="405441" y="1750500"/>
                </a:lnTo>
                <a:lnTo>
                  <a:pt x="416162" y="1765584"/>
                </a:lnTo>
                <a:lnTo>
                  <a:pt x="427678" y="1780271"/>
                </a:lnTo>
                <a:lnTo>
                  <a:pt x="439591" y="1794958"/>
                </a:lnTo>
                <a:lnTo>
                  <a:pt x="451504" y="1809248"/>
                </a:lnTo>
                <a:lnTo>
                  <a:pt x="464212" y="1823142"/>
                </a:lnTo>
                <a:lnTo>
                  <a:pt x="476919" y="1837035"/>
                </a:lnTo>
                <a:lnTo>
                  <a:pt x="490023" y="1850531"/>
                </a:lnTo>
                <a:lnTo>
                  <a:pt x="503525" y="1863631"/>
                </a:lnTo>
                <a:lnTo>
                  <a:pt x="517026" y="1876333"/>
                </a:lnTo>
                <a:lnTo>
                  <a:pt x="531322" y="1889035"/>
                </a:lnTo>
                <a:lnTo>
                  <a:pt x="545617" y="1900944"/>
                </a:lnTo>
                <a:lnTo>
                  <a:pt x="559913" y="1912852"/>
                </a:lnTo>
                <a:lnTo>
                  <a:pt x="575400" y="1923967"/>
                </a:lnTo>
                <a:lnTo>
                  <a:pt x="590490" y="1935479"/>
                </a:lnTo>
                <a:lnTo>
                  <a:pt x="605977" y="1945799"/>
                </a:lnTo>
                <a:lnTo>
                  <a:pt x="621861" y="1956517"/>
                </a:lnTo>
                <a:lnTo>
                  <a:pt x="637745" y="1966044"/>
                </a:lnTo>
                <a:lnTo>
                  <a:pt x="653630" y="1975968"/>
                </a:lnTo>
                <a:lnTo>
                  <a:pt x="670308" y="1985097"/>
                </a:lnTo>
                <a:lnTo>
                  <a:pt x="686986" y="1994227"/>
                </a:lnTo>
                <a:lnTo>
                  <a:pt x="704061" y="2002563"/>
                </a:lnTo>
                <a:lnTo>
                  <a:pt x="721137" y="2010502"/>
                </a:lnTo>
                <a:lnTo>
                  <a:pt x="738609" y="2018044"/>
                </a:lnTo>
                <a:lnTo>
                  <a:pt x="756082" y="2025189"/>
                </a:lnTo>
                <a:lnTo>
                  <a:pt x="774348" y="2032335"/>
                </a:lnTo>
                <a:lnTo>
                  <a:pt x="792218" y="2038686"/>
                </a:lnTo>
                <a:lnTo>
                  <a:pt x="810485" y="2044640"/>
                </a:lnTo>
                <a:lnTo>
                  <a:pt x="829148" y="2050197"/>
                </a:lnTo>
                <a:lnTo>
                  <a:pt x="847812" y="2055358"/>
                </a:lnTo>
                <a:lnTo>
                  <a:pt x="866476" y="2059724"/>
                </a:lnTo>
                <a:lnTo>
                  <a:pt x="885140" y="2064091"/>
                </a:lnTo>
                <a:lnTo>
                  <a:pt x="904598" y="2067266"/>
                </a:lnTo>
                <a:lnTo>
                  <a:pt x="924056" y="2070839"/>
                </a:lnTo>
                <a:lnTo>
                  <a:pt x="943514" y="2073220"/>
                </a:lnTo>
                <a:lnTo>
                  <a:pt x="962972" y="2075999"/>
                </a:lnTo>
                <a:lnTo>
                  <a:pt x="982827" y="2077587"/>
                </a:lnTo>
                <a:lnTo>
                  <a:pt x="1002682" y="2078778"/>
                </a:lnTo>
                <a:lnTo>
                  <a:pt x="1022934" y="2079572"/>
                </a:lnTo>
                <a:lnTo>
                  <a:pt x="1043186" y="2079572"/>
                </a:lnTo>
                <a:lnTo>
                  <a:pt x="1063041" y="2079572"/>
                </a:lnTo>
                <a:lnTo>
                  <a:pt x="1083293" y="2078778"/>
                </a:lnTo>
                <a:lnTo>
                  <a:pt x="1103148" y="2077587"/>
                </a:lnTo>
                <a:lnTo>
                  <a:pt x="1122606" y="2075999"/>
                </a:lnTo>
                <a:lnTo>
                  <a:pt x="1142064" y="2073220"/>
                </a:lnTo>
                <a:lnTo>
                  <a:pt x="1161919" y="2070839"/>
                </a:lnTo>
                <a:lnTo>
                  <a:pt x="1180980" y="2067266"/>
                </a:lnTo>
                <a:lnTo>
                  <a:pt x="1200438" y="2064091"/>
                </a:lnTo>
                <a:lnTo>
                  <a:pt x="1219499" y="2059724"/>
                </a:lnTo>
                <a:lnTo>
                  <a:pt x="1237766" y="2055358"/>
                </a:lnTo>
                <a:lnTo>
                  <a:pt x="1256827" y="2050197"/>
                </a:lnTo>
                <a:lnTo>
                  <a:pt x="1275093" y="2044640"/>
                </a:lnTo>
                <a:lnTo>
                  <a:pt x="1293757" y="2038686"/>
                </a:lnTo>
                <a:lnTo>
                  <a:pt x="1311627" y="2032335"/>
                </a:lnTo>
                <a:lnTo>
                  <a:pt x="1329496" y="2025189"/>
                </a:lnTo>
                <a:lnTo>
                  <a:pt x="1347366" y="2018044"/>
                </a:lnTo>
                <a:lnTo>
                  <a:pt x="1364441" y="2010502"/>
                </a:lnTo>
                <a:lnTo>
                  <a:pt x="1381914" y="2002563"/>
                </a:lnTo>
                <a:lnTo>
                  <a:pt x="1398592" y="1994227"/>
                </a:lnTo>
                <a:lnTo>
                  <a:pt x="1415667" y="1985097"/>
                </a:lnTo>
                <a:lnTo>
                  <a:pt x="1431949" y="1975968"/>
                </a:lnTo>
                <a:lnTo>
                  <a:pt x="1447833" y="1966044"/>
                </a:lnTo>
                <a:lnTo>
                  <a:pt x="1464114" y="1956517"/>
                </a:lnTo>
                <a:lnTo>
                  <a:pt x="1479998" y="1945799"/>
                </a:lnTo>
                <a:lnTo>
                  <a:pt x="1495088" y="1935479"/>
                </a:lnTo>
                <a:lnTo>
                  <a:pt x="1510575" y="1923967"/>
                </a:lnTo>
                <a:lnTo>
                  <a:pt x="1525665" y="1912852"/>
                </a:lnTo>
                <a:lnTo>
                  <a:pt x="1539960" y="1900944"/>
                </a:lnTo>
                <a:lnTo>
                  <a:pt x="1554256" y="1889035"/>
                </a:lnTo>
                <a:lnTo>
                  <a:pt x="1568551" y="1876333"/>
                </a:lnTo>
                <a:lnTo>
                  <a:pt x="1582053" y="1863631"/>
                </a:lnTo>
                <a:lnTo>
                  <a:pt x="1595555" y="1850531"/>
                </a:lnTo>
                <a:lnTo>
                  <a:pt x="1608659" y="1837035"/>
                </a:lnTo>
                <a:lnTo>
                  <a:pt x="1621763" y="1823142"/>
                </a:lnTo>
                <a:lnTo>
                  <a:pt x="1634073" y="1809248"/>
                </a:lnTo>
                <a:lnTo>
                  <a:pt x="1646383" y="1794958"/>
                </a:lnTo>
                <a:lnTo>
                  <a:pt x="1657899" y="1780271"/>
                </a:lnTo>
                <a:lnTo>
                  <a:pt x="1669415" y="1765584"/>
                </a:lnTo>
                <a:lnTo>
                  <a:pt x="1680534" y="1750500"/>
                </a:lnTo>
                <a:lnTo>
                  <a:pt x="1691256" y="1734622"/>
                </a:lnTo>
                <a:lnTo>
                  <a:pt x="1701581" y="1719140"/>
                </a:lnTo>
                <a:lnTo>
                  <a:pt x="1711508" y="1703262"/>
                </a:lnTo>
                <a:lnTo>
                  <a:pt x="1721436" y="1686591"/>
                </a:lnTo>
                <a:lnTo>
                  <a:pt x="1730569" y="1670316"/>
                </a:lnTo>
                <a:lnTo>
                  <a:pt x="1739305" y="1653247"/>
                </a:lnTo>
                <a:lnTo>
                  <a:pt x="1748041" y="1636575"/>
                </a:lnTo>
                <a:lnTo>
                  <a:pt x="1755983" y="1619109"/>
                </a:lnTo>
                <a:lnTo>
                  <a:pt x="1763529" y="1602040"/>
                </a:lnTo>
                <a:lnTo>
                  <a:pt x="1770676" y="1584177"/>
                </a:lnTo>
                <a:lnTo>
                  <a:pt x="1777427" y="1566314"/>
                </a:lnTo>
                <a:lnTo>
                  <a:pt x="1783781" y="1548452"/>
                </a:lnTo>
                <a:lnTo>
                  <a:pt x="1789737" y="1530192"/>
                </a:lnTo>
                <a:lnTo>
                  <a:pt x="1795694" y="1511535"/>
                </a:lnTo>
                <a:lnTo>
                  <a:pt x="1800459" y="1493275"/>
                </a:lnTo>
                <a:lnTo>
                  <a:pt x="1804827" y="1474222"/>
                </a:lnTo>
                <a:lnTo>
                  <a:pt x="1809195" y="1455168"/>
                </a:lnTo>
                <a:lnTo>
                  <a:pt x="1812769" y="1436114"/>
                </a:lnTo>
                <a:lnTo>
                  <a:pt x="1816343" y="1416664"/>
                </a:lnTo>
                <a:lnTo>
                  <a:pt x="1818726" y="1397213"/>
                </a:lnTo>
                <a:lnTo>
                  <a:pt x="1820711" y="1377763"/>
                </a:lnTo>
                <a:lnTo>
                  <a:pt x="1823094" y="1357915"/>
                </a:lnTo>
                <a:lnTo>
                  <a:pt x="1824285" y="1338067"/>
                </a:lnTo>
                <a:lnTo>
                  <a:pt x="1824682" y="1318220"/>
                </a:lnTo>
                <a:lnTo>
                  <a:pt x="1825079" y="1297975"/>
                </a:lnTo>
                <a:lnTo>
                  <a:pt x="1824682" y="1277731"/>
                </a:lnTo>
                <a:lnTo>
                  <a:pt x="1824285" y="1257883"/>
                </a:lnTo>
                <a:lnTo>
                  <a:pt x="1823094" y="1237639"/>
                </a:lnTo>
                <a:lnTo>
                  <a:pt x="1820711" y="1218188"/>
                </a:lnTo>
                <a:lnTo>
                  <a:pt x="1818726" y="1198341"/>
                </a:lnTo>
                <a:lnTo>
                  <a:pt x="1816343" y="1178890"/>
                </a:lnTo>
                <a:lnTo>
                  <a:pt x="1812769" y="1159440"/>
                </a:lnTo>
                <a:lnTo>
                  <a:pt x="1809195" y="1140783"/>
                </a:lnTo>
                <a:lnTo>
                  <a:pt x="1804827" y="1121729"/>
                </a:lnTo>
                <a:lnTo>
                  <a:pt x="1800459" y="1102676"/>
                </a:lnTo>
                <a:lnTo>
                  <a:pt x="1795694" y="1084019"/>
                </a:lnTo>
                <a:lnTo>
                  <a:pt x="1789737" y="1065362"/>
                </a:lnTo>
                <a:lnTo>
                  <a:pt x="1783781" y="1047500"/>
                </a:lnTo>
                <a:lnTo>
                  <a:pt x="1777427" y="1029240"/>
                </a:lnTo>
                <a:lnTo>
                  <a:pt x="1770676" y="1011377"/>
                </a:lnTo>
                <a:lnTo>
                  <a:pt x="1763529" y="993911"/>
                </a:lnTo>
                <a:lnTo>
                  <a:pt x="1755983" y="976048"/>
                </a:lnTo>
                <a:lnTo>
                  <a:pt x="1748041" y="959377"/>
                </a:lnTo>
                <a:lnTo>
                  <a:pt x="1739305" y="941911"/>
                </a:lnTo>
                <a:lnTo>
                  <a:pt x="1730569" y="925636"/>
                </a:lnTo>
                <a:lnTo>
                  <a:pt x="1721436" y="908964"/>
                </a:lnTo>
                <a:lnTo>
                  <a:pt x="1711508" y="892689"/>
                </a:lnTo>
                <a:lnTo>
                  <a:pt x="1701581" y="876811"/>
                </a:lnTo>
                <a:lnTo>
                  <a:pt x="1691256" y="860933"/>
                </a:lnTo>
                <a:lnTo>
                  <a:pt x="1680534" y="845452"/>
                </a:lnTo>
                <a:lnTo>
                  <a:pt x="1669415" y="830368"/>
                </a:lnTo>
                <a:lnTo>
                  <a:pt x="1657899" y="815680"/>
                </a:lnTo>
                <a:lnTo>
                  <a:pt x="1646383" y="800596"/>
                </a:lnTo>
                <a:lnTo>
                  <a:pt x="1634073" y="786306"/>
                </a:lnTo>
                <a:lnTo>
                  <a:pt x="1621763" y="772413"/>
                </a:lnTo>
                <a:lnTo>
                  <a:pt x="1608659" y="758520"/>
                </a:lnTo>
                <a:lnTo>
                  <a:pt x="1595555" y="745023"/>
                </a:lnTo>
                <a:lnTo>
                  <a:pt x="1582053" y="731924"/>
                </a:lnTo>
                <a:lnTo>
                  <a:pt x="1568551" y="719221"/>
                </a:lnTo>
                <a:lnTo>
                  <a:pt x="1554256" y="706519"/>
                </a:lnTo>
                <a:lnTo>
                  <a:pt x="1539960" y="694610"/>
                </a:lnTo>
                <a:lnTo>
                  <a:pt x="1525665" y="682702"/>
                </a:lnTo>
                <a:lnTo>
                  <a:pt x="1510575" y="671190"/>
                </a:lnTo>
                <a:lnTo>
                  <a:pt x="1495088" y="660473"/>
                </a:lnTo>
                <a:lnTo>
                  <a:pt x="1479998" y="649755"/>
                </a:lnTo>
                <a:lnTo>
                  <a:pt x="1464114" y="639037"/>
                </a:lnTo>
                <a:lnTo>
                  <a:pt x="1447833" y="629114"/>
                </a:lnTo>
                <a:lnTo>
                  <a:pt x="1431949" y="619587"/>
                </a:lnTo>
                <a:lnTo>
                  <a:pt x="1415667" y="610457"/>
                </a:lnTo>
                <a:lnTo>
                  <a:pt x="1398592" y="601724"/>
                </a:lnTo>
                <a:lnTo>
                  <a:pt x="1381914" y="593388"/>
                </a:lnTo>
                <a:lnTo>
                  <a:pt x="1364441" y="585449"/>
                </a:lnTo>
                <a:lnTo>
                  <a:pt x="1347366" y="577113"/>
                </a:lnTo>
                <a:lnTo>
                  <a:pt x="1329496" y="569968"/>
                </a:lnTo>
                <a:lnTo>
                  <a:pt x="1311627" y="563220"/>
                </a:lnTo>
                <a:lnTo>
                  <a:pt x="1293757" y="556869"/>
                </a:lnTo>
                <a:lnTo>
                  <a:pt x="1275093" y="550914"/>
                </a:lnTo>
                <a:lnTo>
                  <a:pt x="1256827" y="545754"/>
                </a:lnTo>
                <a:lnTo>
                  <a:pt x="1237766" y="540594"/>
                </a:lnTo>
                <a:lnTo>
                  <a:pt x="1219499" y="535830"/>
                </a:lnTo>
                <a:lnTo>
                  <a:pt x="1200438" y="531861"/>
                </a:lnTo>
                <a:lnTo>
                  <a:pt x="1180980" y="527891"/>
                </a:lnTo>
                <a:lnTo>
                  <a:pt x="1161919" y="525113"/>
                </a:lnTo>
                <a:lnTo>
                  <a:pt x="1142064" y="521937"/>
                </a:lnTo>
                <a:lnTo>
                  <a:pt x="1122606" y="519952"/>
                </a:lnTo>
                <a:lnTo>
                  <a:pt x="1103148" y="518364"/>
                </a:lnTo>
                <a:lnTo>
                  <a:pt x="1083293" y="516777"/>
                </a:lnTo>
                <a:lnTo>
                  <a:pt x="1063041" y="515983"/>
                </a:lnTo>
                <a:lnTo>
                  <a:pt x="1043186" y="515586"/>
                </a:lnTo>
                <a:close/>
                <a:moveTo>
                  <a:pt x="803734" y="280988"/>
                </a:moveTo>
                <a:lnTo>
                  <a:pt x="862902" y="391340"/>
                </a:lnTo>
                <a:lnTo>
                  <a:pt x="884743" y="387371"/>
                </a:lnTo>
                <a:lnTo>
                  <a:pt x="906980" y="383798"/>
                </a:lnTo>
                <a:lnTo>
                  <a:pt x="929218" y="380622"/>
                </a:lnTo>
                <a:lnTo>
                  <a:pt x="951456" y="378241"/>
                </a:lnTo>
                <a:lnTo>
                  <a:pt x="974488" y="376256"/>
                </a:lnTo>
                <a:lnTo>
                  <a:pt x="997122" y="374668"/>
                </a:lnTo>
                <a:lnTo>
                  <a:pt x="1019757" y="373874"/>
                </a:lnTo>
                <a:lnTo>
                  <a:pt x="1043186" y="373477"/>
                </a:lnTo>
                <a:lnTo>
                  <a:pt x="1059865" y="373874"/>
                </a:lnTo>
                <a:lnTo>
                  <a:pt x="1076940" y="374271"/>
                </a:lnTo>
                <a:lnTo>
                  <a:pt x="1093618" y="375462"/>
                </a:lnTo>
                <a:lnTo>
                  <a:pt x="1110693" y="376256"/>
                </a:lnTo>
                <a:lnTo>
                  <a:pt x="1127372" y="377844"/>
                </a:lnTo>
                <a:lnTo>
                  <a:pt x="1144050" y="379432"/>
                </a:lnTo>
                <a:lnTo>
                  <a:pt x="1160331" y="381019"/>
                </a:lnTo>
                <a:lnTo>
                  <a:pt x="1176612" y="383798"/>
                </a:lnTo>
                <a:lnTo>
                  <a:pt x="1193291" y="386180"/>
                </a:lnTo>
                <a:lnTo>
                  <a:pt x="1209572" y="388958"/>
                </a:lnTo>
                <a:lnTo>
                  <a:pt x="1225853" y="392134"/>
                </a:lnTo>
                <a:lnTo>
                  <a:pt x="1241737" y="395310"/>
                </a:lnTo>
                <a:lnTo>
                  <a:pt x="1257621" y="399279"/>
                </a:lnTo>
                <a:lnTo>
                  <a:pt x="1273505" y="403249"/>
                </a:lnTo>
                <a:lnTo>
                  <a:pt x="1289389" y="407218"/>
                </a:lnTo>
                <a:lnTo>
                  <a:pt x="1304876" y="411982"/>
                </a:lnTo>
                <a:lnTo>
                  <a:pt x="1370398" y="304805"/>
                </a:lnTo>
                <a:lnTo>
                  <a:pt x="1611439" y="417142"/>
                </a:lnTo>
                <a:lnTo>
                  <a:pt x="1570140" y="539800"/>
                </a:lnTo>
                <a:lnTo>
                  <a:pt x="1592775" y="555678"/>
                </a:lnTo>
                <a:lnTo>
                  <a:pt x="1614615" y="572747"/>
                </a:lnTo>
                <a:lnTo>
                  <a:pt x="1636059" y="589815"/>
                </a:lnTo>
                <a:lnTo>
                  <a:pt x="1656708" y="608075"/>
                </a:lnTo>
                <a:lnTo>
                  <a:pt x="1676960" y="626732"/>
                </a:lnTo>
                <a:lnTo>
                  <a:pt x="1696815" y="645389"/>
                </a:lnTo>
                <a:lnTo>
                  <a:pt x="1715876" y="665236"/>
                </a:lnTo>
                <a:lnTo>
                  <a:pt x="1734540" y="685481"/>
                </a:lnTo>
                <a:lnTo>
                  <a:pt x="1752410" y="706519"/>
                </a:lnTo>
                <a:lnTo>
                  <a:pt x="1769882" y="728351"/>
                </a:lnTo>
                <a:lnTo>
                  <a:pt x="1786560" y="750184"/>
                </a:lnTo>
                <a:lnTo>
                  <a:pt x="1802841" y="772413"/>
                </a:lnTo>
                <a:lnTo>
                  <a:pt x="1818329" y="795436"/>
                </a:lnTo>
                <a:lnTo>
                  <a:pt x="1832624" y="818856"/>
                </a:lnTo>
                <a:lnTo>
                  <a:pt x="1846920" y="842673"/>
                </a:lnTo>
                <a:lnTo>
                  <a:pt x="1860024" y="866887"/>
                </a:lnTo>
                <a:lnTo>
                  <a:pt x="1994642" y="834337"/>
                </a:lnTo>
                <a:lnTo>
                  <a:pt x="2085975" y="1084019"/>
                </a:lnTo>
                <a:lnTo>
                  <a:pt x="1954931" y="1149516"/>
                </a:lnTo>
                <a:lnTo>
                  <a:pt x="1958108" y="1167776"/>
                </a:lnTo>
                <a:lnTo>
                  <a:pt x="1960491" y="1185638"/>
                </a:lnTo>
                <a:lnTo>
                  <a:pt x="1962476" y="1204295"/>
                </a:lnTo>
                <a:lnTo>
                  <a:pt x="1964462" y="1222952"/>
                </a:lnTo>
                <a:lnTo>
                  <a:pt x="1965653" y="1241212"/>
                </a:lnTo>
                <a:lnTo>
                  <a:pt x="1966447" y="1259868"/>
                </a:lnTo>
                <a:lnTo>
                  <a:pt x="1967242" y="1278922"/>
                </a:lnTo>
                <a:lnTo>
                  <a:pt x="1967242" y="1297975"/>
                </a:lnTo>
                <a:lnTo>
                  <a:pt x="1967242" y="1315441"/>
                </a:lnTo>
                <a:lnTo>
                  <a:pt x="1966845" y="1332907"/>
                </a:lnTo>
                <a:lnTo>
                  <a:pt x="1966050" y="1349976"/>
                </a:lnTo>
                <a:lnTo>
                  <a:pt x="1964859" y="1367839"/>
                </a:lnTo>
                <a:lnTo>
                  <a:pt x="1962873" y="1385305"/>
                </a:lnTo>
                <a:lnTo>
                  <a:pt x="1961285" y="1401977"/>
                </a:lnTo>
                <a:lnTo>
                  <a:pt x="1959300" y="1419442"/>
                </a:lnTo>
                <a:lnTo>
                  <a:pt x="1957314" y="1436114"/>
                </a:lnTo>
                <a:lnTo>
                  <a:pt x="1954137" y="1453183"/>
                </a:lnTo>
                <a:lnTo>
                  <a:pt x="1951357" y="1469855"/>
                </a:lnTo>
                <a:lnTo>
                  <a:pt x="1947784" y="1486527"/>
                </a:lnTo>
                <a:lnTo>
                  <a:pt x="1944210" y="1503199"/>
                </a:lnTo>
                <a:lnTo>
                  <a:pt x="1940239" y="1519871"/>
                </a:lnTo>
                <a:lnTo>
                  <a:pt x="1935871" y="1535749"/>
                </a:lnTo>
                <a:lnTo>
                  <a:pt x="1931899" y="1552024"/>
                </a:lnTo>
                <a:lnTo>
                  <a:pt x="1926737" y="1568299"/>
                </a:lnTo>
                <a:lnTo>
                  <a:pt x="2061355" y="1650468"/>
                </a:lnTo>
                <a:lnTo>
                  <a:pt x="1949372" y="1891020"/>
                </a:lnTo>
                <a:lnTo>
                  <a:pt x="1791723" y="1838623"/>
                </a:lnTo>
                <a:lnTo>
                  <a:pt x="1776633" y="1859264"/>
                </a:lnTo>
                <a:lnTo>
                  <a:pt x="1761146" y="1879112"/>
                </a:lnTo>
                <a:lnTo>
                  <a:pt x="1744468" y="1898165"/>
                </a:lnTo>
                <a:lnTo>
                  <a:pt x="1728186" y="1917219"/>
                </a:lnTo>
                <a:lnTo>
                  <a:pt x="1710714" y="1935876"/>
                </a:lnTo>
                <a:lnTo>
                  <a:pt x="1693241" y="1954135"/>
                </a:lnTo>
                <a:lnTo>
                  <a:pt x="1674975" y="1971204"/>
                </a:lnTo>
                <a:lnTo>
                  <a:pt x="1655914" y="1988670"/>
                </a:lnTo>
                <a:lnTo>
                  <a:pt x="1636853" y="2004945"/>
                </a:lnTo>
                <a:lnTo>
                  <a:pt x="1616998" y="2021220"/>
                </a:lnTo>
                <a:lnTo>
                  <a:pt x="1597143" y="2036701"/>
                </a:lnTo>
                <a:lnTo>
                  <a:pt x="1576494" y="2051388"/>
                </a:lnTo>
                <a:lnTo>
                  <a:pt x="1555844" y="2066075"/>
                </a:lnTo>
                <a:lnTo>
                  <a:pt x="1534401" y="2079572"/>
                </a:lnTo>
                <a:lnTo>
                  <a:pt x="1512957" y="2093068"/>
                </a:lnTo>
                <a:lnTo>
                  <a:pt x="1491117" y="2105770"/>
                </a:lnTo>
                <a:lnTo>
                  <a:pt x="1531621" y="2274474"/>
                </a:lnTo>
                <a:lnTo>
                  <a:pt x="1281844" y="2365376"/>
                </a:lnTo>
                <a:lnTo>
                  <a:pt x="1202821" y="2207787"/>
                </a:lnTo>
                <a:lnTo>
                  <a:pt x="1183363" y="2210962"/>
                </a:lnTo>
                <a:lnTo>
                  <a:pt x="1163508" y="2213741"/>
                </a:lnTo>
                <a:lnTo>
                  <a:pt x="1144050" y="2216123"/>
                </a:lnTo>
                <a:lnTo>
                  <a:pt x="1124195" y="2218504"/>
                </a:lnTo>
                <a:lnTo>
                  <a:pt x="1103943" y="2219695"/>
                </a:lnTo>
                <a:lnTo>
                  <a:pt x="1083690" y="2220886"/>
                </a:lnTo>
                <a:lnTo>
                  <a:pt x="1063438" y="2221680"/>
                </a:lnTo>
                <a:lnTo>
                  <a:pt x="1043186" y="2221680"/>
                </a:lnTo>
                <a:lnTo>
                  <a:pt x="1013007" y="2221283"/>
                </a:lnTo>
                <a:lnTo>
                  <a:pt x="983224" y="2220092"/>
                </a:lnTo>
                <a:lnTo>
                  <a:pt x="954235" y="2217711"/>
                </a:lnTo>
                <a:lnTo>
                  <a:pt x="924850" y="2214535"/>
                </a:lnTo>
                <a:lnTo>
                  <a:pt x="895862" y="2210565"/>
                </a:lnTo>
                <a:lnTo>
                  <a:pt x="867270" y="2205405"/>
                </a:lnTo>
                <a:lnTo>
                  <a:pt x="839076" y="2199451"/>
                </a:lnTo>
                <a:lnTo>
                  <a:pt x="810882" y="2192703"/>
                </a:lnTo>
                <a:lnTo>
                  <a:pt x="715180" y="2341162"/>
                </a:lnTo>
                <a:lnTo>
                  <a:pt x="474536" y="2229222"/>
                </a:lnTo>
                <a:lnTo>
                  <a:pt x="524968" y="2062900"/>
                </a:lnTo>
                <a:lnTo>
                  <a:pt x="504716" y="2049006"/>
                </a:lnTo>
                <a:lnTo>
                  <a:pt x="484464" y="2033525"/>
                </a:lnTo>
                <a:lnTo>
                  <a:pt x="465006" y="2018441"/>
                </a:lnTo>
                <a:lnTo>
                  <a:pt x="445945" y="2002960"/>
                </a:lnTo>
                <a:lnTo>
                  <a:pt x="427281" y="1986288"/>
                </a:lnTo>
                <a:lnTo>
                  <a:pt x="408617" y="1969616"/>
                </a:lnTo>
                <a:lnTo>
                  <a:pt x="390748" y="1952151"/>
                </a:lnTo>
                <a:lnTo>
                  <a:pt x="373672" y="1934685"/>
                </a:lnTo>
                <a:lnTo>
                  <a:pt x="356597" y="1916028"/>
                </a:lnTo>
                <a:lnTo>
                  <a:pt x="340316" y="1897371"/>
                </a:lnTo>
                <a:lnTo>
                  <a:pt x="324432" y="1878715"/>
                </a:lnTo>
                <a:lnTo>
                  <a:pt x="308548" y="1858867"/>
                </a:lnTo>
                <a:lnTo>
                  <a:pt x="293855" y="1839020"/>
                </a:lnTo>
                <a:lnTo>
                  <a:pt x="279559" y="1818775"/>
                </a:lnTo>
                <a:lnTo>
                  <a:pt x="265661" y="1797737"/>
                </a:lnTo>
                <a:lnTo>
                  <a:pt x="252556" y="1776301"/>
                </a:lnTo>
                <a:lnTo>
                  <a:pt x="91333" y="1811630"/>
                </a:lnTo>
                <a:lnTo>
                  <a:pt x="0" y="1562345"/>
                </a:lnTo>
                <a:lnTo>
                  <a:pt x="138191" y="1488512"/>
                </a:lnTo>
                <a:lnTo>
                  <a:pt x="133426" y="1465092"/>
                </a:lnTo>
                <a:lnTo>
                  <a:pt x="129852" y="1441672"/>
                </a:lnTo>
                <a:lnTo>
                  <a:pt x="126278" y="1418251"/>
                </a:lnTo>
                <a:lnTo>
                  <a:pt x="123498" y="1394434"/>
                </a:lnTo>
                <a:lnTo>
                  <a:pt x="121513" y="1370220"/>
                </a:lnTo>
                <a:lnTo>
                  <a:pt x="119527" y="1346403"/>
                </a:lnTo>
                <a:lnTo>
                  <a:pt x="118733" y="1322189"/>
                </a:lnTo>
                <a:lnTo>
                  <a:pt x="118336" y="1297975"/>
                </a:lnTo>
                <a:lnTo>
                  <a:pt x="118733" y="1269395"/>
                </a:lnTo>
                <a:lnTo>
                  <a:pt x="119924" y="1240418"/>
                </a:lnTo>
                <a:lnTo>
                  <a:pt x="122704" y="1211837"/>
                </a:lnTo>
                <a:lnTo>
                  <a:pt x="125484" y="1184051"/>
                </a:lnTo>
                <a:lnTo>
                  <a:pt x="129455" y="1155867"/>
                </a:lnTo>
                <a:lnTo>
                  <a:pt x="134220" y="1128478"/>
                </a:lnTo>
                <a:lnTo>
                  <a:pt x="139780" y="1101088"/>
                </a:lnTo>
                <a:lnTo>
                  <a:pt x="146133" y="1074095"/>
                </a:lnTo>
                <a:lnTo>
                  <a:pt x="24223" y="995896"/>
                </a:lnTo>
                <a:lnTo>
                  <a:pt x="136603" y="755344"/>
                </a:lnTo>
                <a:lnTo>
                  <a:pt x="268043" y="794642"/>
                </a:lnTo>
                <a:lnTo>
                  <a:pt x="283530" y="772016"/>
                </a:lnTo>
                <a:lnTo>
                  <a:pt x="299017" y="750184"/>
                </a:lnTo>
                <a:lnTo>
                  <a:pt x="315696" y="728351"/>
                </a:lnTo>
                <a:lnTo>
                  <a:pt x="332771" y="707313"/>
                </a:lnTo>
                <a:lnTo>
                  <a:pt x="350243" y="686274"/>
                </a:lnTo>
                <a:lnTo>
                  <a:pt x="368907" y="666824"/>
                </a:lnTo>
                <a:lnTo>
                  <a:pt x="387571" y="646976"/>
                </a:lnTo>
                <a:lnTo>
                  <a:pt x="407426" y="627923"/>
                </a:lnTo>
                <a:lnTo>
                  <a:pt x="427281" y="609266"/>
                </a:lnTo>
                <a:lnTo>
                  <a:pt x="447930" y="591403"/>
                </a:lnTo>
                <a:lnTo>
                  <a:pt x="468977" y="574334"/>
                </a:lnTo>
                <a:lnTo>
                  <a:pt x="490420" y="557662"/>
                </a:lnTo>
                <a:lnTo>
                  <a:pt x="512261" y="541784"/>
                </a:lnTo>
                <a:lnTo>
                  <a:pt x="535293" y="526303"/>
                </a:lnTo>
                <a:lnTo>
                  <a:pt x="557928" y="511616"/>
                </a:lnTo>
                <a:lnTo>
                  <a:pt x="581754" y="497723"/>
                </a:lnTo>
                <a:lnTo>
                  <a:pt x="554354" y="371890"/>
                </a:lnTo>
                <a:lnTo>
                  <a:pt x="803734" y="280988"/>
                </a:lnTo>
                <a:close/>
                <a:moveTo>
                  <a:pt x="2013752" y="186531"/>
                </a:moveTo>
                <a:lnTo>
                  <a:pt x="2001871" y="186928"/>
                </a:lnTo>
                <a:lnTo>
                  <a:pt x="1989594" y="188119"/>
                </a:lnTo>
                <a:lnTo>
                  <a:pt x="1978109" y="190103"/>
                </a:lnTo>
                <a:lnTo>
                  <a:pt x="1966624" y="192881"/>
                </a:lnTo>
                <a:lnTo>
                  <a:pt x="1955139" y="196453"/>
                </a:lnTo>
                <a:lnTo>
                  <a:pt x="1944050" y="200819"/>
                </a:lnTo>
                <a:lnTo>
                  <a:pt x="1932962" y="205978"/>
                </a:lnTo>
                <a:lnTo>
                  <a:pt x="1922269" y="211534"/>
                </a:lnTo>
                <a:lnTo>
                  <a:pt x="1914348" y="216297"/>
                </a:lnTo>
                <a:lnTo>
                  <a:pt x="1906823" y="221853"/>
                </a:lnTo>
                <a:lnTo>
                  <a:pt x="1899695" y="227409"/>
                </a:lnTo>
                <a:lnTo>
                  <a:pt x="1892962" y="233363"/>
                </a:lnTo>
                <a:lnTo>
                  <a:pt x="1886230" y="239713"/>
                </a:lnTo>
                <a:lnTo>
                  <a:pt x="1880289" y="246063"/>
                </a:lnTo>
                <a:lnTo>
                  <a:pt x="1874349" y="252809"/>
                </a:lnTo>
                <a:lnTo>
                  <a:pt x="1869200" y="259953"/>
                </a:lnTo>
                <a:lnTo>
                  <a:pt x="1864052" y="267097"/>
                </a:lnTo>
                <a:lnTo>
                  <a:pt x="1859300" y="274241"/>
                </a:lnTo>
                <a:lnTo>
                  <a:pt x="1855339" y="281781"/>
                </a:lnTo>
                <a:lnTo>
                  <a:pt x="1850983" y="289719"/>
                </a:lnTo>
                <a:lnTo>
                  <a:pt x="1847419" y="297656"/>
                </a:lnTo>
                <a:lnTo>
                  <a:pt x="1844646" y="305594"/>
                </a:lnTo>
                <a:lnTo>
                  <a:pt x="1841874" y="313928"/>
                </a:lnTo>
                <a:lnTo>
                  <a:pt x="1839102" y="322263"/>
                </a:lnTo>
                <a:lnTo>
                  <a:pt x="1837518" y="330597"/>
                </a:lnTo>
                <a:lnTo>
                  <a:pt x="1835934" y="339328"/>
                </a:lnTo>
                <a:lnTo>
                  <a:pt x="1834350" y="348059"/>
                </a:lnTo>
                <a:lnTo>
                  <a:pt x="1833557" y="356791"/>
                </a:lnTo>
                <a:lnTo>
                  <a:pt x="1833557" y="365125"/>
                </a:lnTo>
                <a:lnTo>
                  <a:pt x="1833557" y="373856"/>
                </a:lnTo>
                <a:lnTo>
                  <a:pt x="1833953" y="382984"/>
                </a:lnTo>
                <a:lnTo>
                  <a:pt x="1835142" y="391716"/>
                </a:lnTo>
                <a:lnTo>
                  <a:pt x="1836726" y="400050"/>
                </a:lnTo>
                <a:lnTo>
                  <a:pt x="1838310" y="409178"/>
                </a:lnTo>
                <a:lnTo>
                  <a:pt x="1840290" y="417513"/>
                </a:lnTo>
                <a:lnTo>
                  <a:pt x="1843458" y="426244"/>
                </a:lnTo>
                <a:lnTo>
                  <a:pt x="1846230" y="434578"/>
                </a:lnTo>
                <a:lnTo>
                  <a:pt x="1850191" y="443310"/>
                </a:lnTo>
                <a:lnTo>
                  <a:pt x="1853755" y="451247"/>
                </a:lnTo>
                <a:lnTo>
                  <a:pt x="1858507" y="459581"/>
                </a:lnTo>
                <a:lnTo>
                  <a:pt x="1864844" y="469503"/>
                </a:lnTo>
                <a:lnTo>
                  <a:pt x="1871973" y="479028"/>
                </a:lnTo>
                <a:lnTo>
                  <a:pt x="1879497" y="488156"/>
                </a:lnTo>
                <a:lnTo>
                  <a:pt x="1887418" y="496888"/>
                </a:lnTo>
                <a:lnTo>
                  <a:pt x="1896527" y="504428"/>
                </a:lnTo>
                <a:lnTo>
                  <a:pt x="1905239" y="511969"/>
                </a:lnTo>
                <a:lnTo>
                  <a:pt x="1914744" y="518716"/>
                </a:lnTo>
                <a:lnTo>
                  <a:pt x="1924645" y="524669"/>
                </a:lnTo>
                <a:lnTo>
                  <a:pt x="1934942" y="529828"/>
                </a:lnTo>
                <a:lnTo>
                  <a:pt x="1945635" y="534988"/>
                </a:lnTo>
                <a:lnTo>
                  <a:pt x="1956723" y="538956"/>
                </a:lnTo>
                <a:lnTo>
                  <a:pt x="1967812" y="542131"/>
                </a:lnTo>
                <a:lnTo>
                  <a:pt x="1979297" y="545306"/>
                </a:lnTo>
                <a:lnTo>
                  <a:pt x="1990782" y="546894"/>
                </a:lnTo>
                <a:lnTo>
                  <a:pt x="2002267" y="548085"/>
                </a:lnTo>
                <a:lnTo>
                  <a:pt x="2014544" y="548481"/>
                </a:lnTo>
                <a:lnTo>
                  <a:pt x="2026425" y="548085"/>
                </a:lnTo>
                <a:lnTo>
                  <a:pt x="2038306" y="546894"/>
                </a:lnTo>
                <a:lnTo>
                  <a:pt x="2049791" y="544910"/>
                </a:lnTo>
                <a:lnTo>
                  <a:pt x="2061672" y="542131"/>
                </a:lnTo>
                <a:lnTo>
                  <a:pt x="2073157" y="538560"/>
                </a:lnTo>
                <a:lnTo>
                  <a:pt x="2084246" y="534194"/>
                </a:lnTo>
                <a:lnTo>
                  <a:pt x="2095335" y="529035"/>
                </a:lnTo>
                <a:lnTo>
                  <a:pt x="2106028" y="523081"/>
                </a:lnTo>
                <a:lnTo>
                  <a:pt x="2113552" y="518716"/>
                </a:lnTo>
                <a:lnTo>
                  <a:pt x="2121077" y="513556"/>
                </a:lnTo>
                <a:lnTo>
                  <a:pt x="2128206" y="508000"/>
                </a:lnTo>
                <a:lnTo>
                  <a:pt x="2134938" y="502047"/>
                </a:lnTo>
                <a:lnTo>
                  <a:pt x="2141275" y="496491"/>
                </a:lnTo>
                <a:lnTo>
                  <a:pt x="2147215" y="490141"/>
                </a:lnTo>
                <a:lnTo>
                  <a:pt x="2153156" y="483394"/>
                </a:lnTo>
                <a:lnTo>
                  <a:pt x="2158304" y="476647"/>
                </a:lnTo>
                <a:lnTo>
                  <a:pt x="2163452" y="469503"/>
                </a:lnTo>
                <a:lnTo>
                  <a:pt x="2168601" y="461566"/>
                </a:lnTo>
                <a:lnTo>
                  <a:pt x="2172957" y="454025"/>
                </a:lnTo>
                <a:lnTo>
                  <a:pt x="2176917" y="446485"/>
                </a:lnTo>
                <a:lnTo>
                  <a:pt x="2180482" y="438150"/>
                </a:lnTo>
                <a:lnTo>
                  <a:pt x="2183650" y="430213"/>
                </a:lnTo>
                <a:lnTo>
                  <a:pt x="2186818" y="421481"/>
                </a:lnTo>
                <a:lnTo>
                  <a:pt x="2189195" y="412750"/>
                </a:lnTo>
                <a:lnTo>
                  <a:pt x="2191175" y="404019"/>
                </a:lnTo>
                <a:lnTo>
                  <a:pt x="2192363" y="395288"/>
                </a:lnTo>
                <a:lnTo>
                  <a:pt x="2193947" y="386159"/>
                </a:lnTo>
                <a:lnTo>
                  <a:pt x="2194739" y="377428"/>
                </a:lnTo>
                <a:lnTo>
                  <a:pt x="2194739" y="368697"/>
                </a:lnTo>
                <a:lnTo>
                  <a:pt x="2194739" y="359569"/>
                </a:lnTo>
                <a:lnTo>
                  <a:pt x="2194343" y="351234"/>
                </a:lnTo>
                <a:lnTo>
                  <a:pt x="2192759" y="342503"/>
                </a:lnTo>
                <a:lnTo>
                  <a:pt x="2191571" y="333375"/>
                </a:lnTo>
                <a:lnTo>
                  <a:pt x="2189591" y="325041"/>
                </a:lnTo>
                <a:lnTo>
                  <a:pt x="2187610" y="316706"/>
                </a:lnTo>
                <a:lnTo>
                  <a:pt x="2184838" y="308372"/>
                </a:lnTo>
                <a:lnTo>
                  <a:pt x="2181670" y="299641"/>
                </a:lnTo>
                <a:lnTo>
                  <a:pt x="2178106" y="291703"/>
                </a:lnTo>
                <a:lnTo>
                  <a:pt x="2174145" y="283766"/>
                </a:lnTo>
                <a:lnTo>
                  <a:pt x="2169789" y="275828"/>
                </a:lnTo>
                <a:lnTo>
                  <a:pt x="2163452" y="265509"/>
                </a:lnTo>
                <a:lnTo>
                  <a:pt x="2156324" y="255984"/>
                </a:lnTo>
                <a:lnTo>
                  <a:pt x="2148799" y="247253"/>
                </a:lnTo>
                <a:lnTo>
                  <a:pt x="2140879" y="238522"/>
                </a:lnTo>
                <a:lnTo>
                  <a:pt x="2131770" y="230584"/>
                </a:lnTo>
                <a:lnTo>
                  <a:pt x="2123057" y="223441"/>
                </a:lnTo>
                <a:lnTo>
                  <a:pt x="2113552" y="216694"/>
                </a:lnTo>
                <a:lnTo>
                  <a:pt x="2103255" y="210344"/>
                </a:lnTo>
                <a:lnTo>
                  <a:pt x="2093355" y="204788"/>
                </a:lnTo>
                <a:lnTo>
                  <a:pt x="2082662" y="200422"/>
                </a:lnTo>
                <a:lnTo>
                  <a:pt x="2071969" y="196056"/>
                </a:lnTo>
                <a:lnTo>
                  <a:pt x="2060484" y="192881"/>
                </a:lnTo>
                <a:lnTo>
                  <a:pt x="2048999" y="190103"/>
                </a:lnTo>
                <a:lnTo>
                  <a:pt x="2037118" y="188119"/>
                </a:lnTo>
                <a:lnTo>
                  <a:pt x="2025633" y="186928"/>
                </a:lnTo>
                <a:lnTo>
                  <a:pt x="2013752" y="186531"/>
                </a:lnTo>
                <a:close/>
                <a:moveTo>
                  <a:pt x="2066028" y="0"/>
                </a:moveTo>
                <a:lnTo>
                  <a:pt x="2156324" y="23812"/>
                </a:lnTo>
                <a:lnTo>
                  <a:pt x="2146027" y="100013"/>
                </a:lnTo>
                <a:lnTo>
                  <a:pt x="2140916" y="118533"/>
                </a:lnTo>
                <a:lnTo>
                  <a:pt x="2134542" y="115094"/>
                </a:lnTo>
                <a:lnTo>
                  <a:pt x="2132671" y="114357"/>
                </a:lnTo>
                <a:lnTo>
                  <a:pt x="2132562" y="114300"/>
                </a:lnTo>
                <a:lnTo>
                  <a:pt x="2123453" y="110728"/>
                </a:lnTo>
                <a:lnTo>
                  <a:pt x="2132671" y="114357"/>
                </a:lnTo>
                <a:lnTo>
                  <a:pt x="2140879" y="118666"/>
                </a:lnTo>
                <a:lnTo>
                  <a:pt x="2140916" y="118533"/>
                </a:lnTo>
                <a:lnTo>
                  <a:pt x="2144839" y="120650"/>
                </a:lnTo>
                <a:lnTo>
                  <a:pt x="2153552" y="125413"/>
                </a:lnTo>
                <a:lnTo>
                  <a:pt x="2167413" y="133747"/>
                </a:lnTo>
                <a:lnTo>
                  <a:pt x="2174145" y="138113"/>
                </a:lnTo>
                <a:lnTo>
                  <a:pt x="2180878" y="142875"/>
                </a:lnTo>
                <a:lnTo>
                  <a:pt x="2181274" y="143272"/>
                </a:lnTo>
                <a:lnTo>
                  <a:pt x="2187610" y="148034"/>
                </a:lnTo>
                <a:lnTo>
                  <a:pt x="2193947" y="153194"/>
                </a:lnTo>
                <a:lnTo>
                  <a:pt x="2205432" y="163909"/>
                </a:lnTo>
                <a:lnTo>
                  <a:pt x="2212560" y="170656"/>
                </a:lnTo>
                <a:lnTo>
                  <a:pt x="2221273" y="180181"/>
                </a:lnTo>
                <a:lnTo>
                  <a:pt x="2226433" y="186128"/>
                </a:lnTo>
                <a:lnTo>
                  <a:pt x="2226422" y="186134"/>
                </a:lnTo>
                <a:lnTo>
                  <a:pt x="2229194" y="189309"/>
                </a:lnTo>
                <a:lnTo>
                  <a:pt x="2226433" y="186128"/>
                </a:lnTo>
                <a:lnTo>
                  <a:pt x="2244639" y="175419"/>
                </a:lnTo>
                <a:lnTo>
                  <a:pt x="2315925" y="143669"/>
                </a:lnTo>
                <a:lnTo>
                  <a:pt x="2363053" y="224234"/>
                </a:lnTo>
                <a:lnTo>
                  <a:pt x="2302064" y="270669"/>
                </a:lnTo>
                <a:lnTo>
                  <a:pt x="2280282" y="283369"/>
                </a:lnTo>
                <a:lnTo>
                  <a:pt x="2284242" y="296466"/>
                </a:lnTo>
                <a:lnTo>
                  <a:pt x="2287015" y="309166"/>
                </a:lnTo>
                <a:lnTo>
                  <a:pt x="2289787" y="322263"/>
                </a:lnTo>
                <a:lnTo>
                  <a:pt x="2291371" y="335359"/>
                </a:lnTo>
                <a:lnTo>
                  <a:pt x="2292559" y="348456"/>
                </a:lnTo>
                <a:lnTo>
                  <a:pt x="2293351" y="361553"/>
                </a:lnTo>
                <a:lnTo>
                  <a:pt x="2293351" y="374650"/>
                </a:lnTo>
                <a:lnTo>
                  <a:pt x="2292559" y="387350"/>
                </a:lnTo>
                <a:lnTo>
                  <a:pt x="2318301" y="394097"/>
                </a:lnTo>
                <a:lnTo>
                  <a:pt x="2390775" y="422275"/>
                </a:lnTo>
                <a:lnTo>
                  <a:pt x="2367409" y="512763"/>
                </a:lnTo>
                <a:lnTo>
                  <a:pt x="2291371" y="502047"/>
                </a:lnTo>
                <a:lnTo>
                  <a:pt x="2262857" y="494506"/>
                </a:lnTo>
                <a:lnTo>
                  <a:pt x="2256916" y="506016"/>
                </a:lnTo>
                <a:lnTo>
                  <a:pt x="2250183" y="517128"/>
                </a:lnTo>
                <a:lnTo>
                  <a:pt x="2243451" y="527447"/>
                </a:lnTo>
                <a:lnTo>
                  <a:pt x="2235926" y="537766"/>
                </a:lnTo>
                <a:lnTo>
                  <a:pt x="2228006" y="547688"/>
                </a:lnTo>
                <a:lnTo>
                  <a:pt x="2219293" y="557610"/>
                </a:lnTo>
                <a:lnTo>
                  <a:pt x="2210580" y="566738"/>
                </a:lnTo>
                <a:lnTo>
                  <a:pt x="2201075" y="575469"/>
                </a:lnTo>
                <a:lnTo>
                  <a:pt x="2216125" y="601266"/>
                </a:lnTo>
                <a:lnTo>
                  <a:pt x="2247807" y="671910"/>
                </a:lnTo>
                <a:lnTo>
                  <a:pt x="2167413" y="719932"/>
                </a:lnTo>
                <a:lnTo>
                  <a:pt x="2121077" y="658416"/>
                </a:lnTo>
                <a:lnTo>
                  <a:pt x="2105632" y="632222"/>
                </a:lnTo>
                <a:lnTo>
                  <a:pt x="2110780" y="629841"/>
                </a:lnTo>
                <a:lnTo>
                  <a:pt x="2115929" y="627857"/>
                </a:lnTo>
                <a:lnTo>
                  <a:pt x="2104048" y="632222"/>
                </a:lnTo>
                <a:lnTo>
                  <a:pt x="2092563" y="635794"/>
                </a:lnTo>
                <a:lnTo>
                  <a:pt x="2083058" y="638969"/>
                </a:lnTo>
                <a:lnTo>
                  <a:pt x="2067217" y="642541"/>
                </a:lnTo>
                <a:lnTo>
                  <a:pt x="2059296" y="643732"/>
                </a:lnTo>
                <a:lnTo>
                  <a:pt x="2050583" y="644922"/>
                </a:lnTo>
                <a:lnTo>
                  <a:pt x="2048999" y="644922"/>
                </a:lnTo>
                <a:lnTo>
                  <a:pt x="2033554" y="646907"/>
                </a:lnTo>
                <a:lnTo>
                  <a:pt x="2018505" y="647303"/>
                </a:lnTo>
                <a:lnTo>
                  <a:pt x="2014544" y="647700"/>
                </a:lnTo>
                <a:lnTo>
                  <a:pt x="2008208" y="647303"/>
                </a:lnTo>
                <a:lnTo>
                  <a:pt x="2002617" y="647117"/>
                </a:lnTo>
                <a:lnTo>
                  <a:pt x="1994743" y="646510"/>
                </a:lnTo>
                <a:lnTo>
                  <a:pt x="1984842" y="645716"/>
                </a:lnTo>
                <a:lnTo>
                  <a:pt x="1996327" y="646907"/>
                </a:lnTo>
                <a:lnTo>
                  <a:pt x="2002617" y="647117"/>
                </a:lnTo>
                <a:lnTo>
                  <a:pt x="2005039" y="647303"/>
                </a:lnTo>
                <a:lnTo>
                  <a:pt x="1994347" y="687785"/>
                </a:lnTo>
                <a:lnTo>
                  <a:pt x="1970189" y="747713"/>
                </a:lnTo>
                <a:lnTo>
                  <a:pt x="1879497" y="724297"/>
                </a:lnTo>
                <a:lnTo>
                  <a:pt x="1886230" y="662385"/>
                </a:lnTo>
                <a:lnTo>
                  <a:pt x="1896923" y="621507"/>
                </a:lnTo>
                <a:lnTo>
                  <a:pt x="1904447" y="625078"/>
                </a:lnTo>
                <a:lnTo>
                  <a:pt x="1893754" y="619919"/>
                </a:lnTo>
                <a:lnTo>
                  <a:pt x="1883061" y="614363"/>
                </a:lnTo>
                <a:lnTo>
                  <a:pt x="1874745" y="609997"/>
                </a:lnTo>
                <a:lnTo>
                  <a:pt x="1860884" y="601663"/>
                </a:lnTo>
                <a:lnTo>
                  <a:pt x="1854151" y="596900"/>
                </a:lnTo>
                <a:lnTo>
                  <a:pt x="1847419" y="592535"/>
                </a:lnTo>
                <a:lnTo>
                  <a:pt x="1846627" y="592138"/>
                </a:lnTo>
                <a:lnTo>
                  <a:pt x="1840290" y="586978"/>
                </a:lnTo>
                <a:lnTo>
                  <a:pt x="1834350" y="581819"/>
                </a:lnTo>
                <a:lnTo>
                  <a:pt x="1822469" y="571103"/>
                </a:lnTo>
                <a:lnTo>
                  <a:pt x="1815736" y="564356"/>
                </a:lnTo>
                <a:lnTo>
                  <a:pt x="1809516" y="557841"/>
                </a:lnTo>
                <a:lnTo>
                  <a:pt x="1805439" y="553244"/>
                </a:lnTo>
                <a:lnTo>
                  <a:pt x="1799103" y="545703"/>
                </a:lnTo>
                <a:lnTo>
                  <a:pt x="1807023" y="555228"/>
                </a:lnTo>
                <a:lnTo>
                  <a:pt x="1809516" y="557841"/>
                </a:lnTo>
                <a:lnTo>
                  <a:pt x="1811776" y="560388"/>
                </a:lnTo>
                <a:lnTo>
                  <a:pt x="1779697" y="579438"/>
                </a:lnTo>
                <a:lnTo>
                  <a:pt x="1720292" y="604044"/>
                </a:lnTo>
                <a:lnTo>
                  <a:pt x="1673164" y="523875"/>
                </a:lnTo>
                <a:lnTo>
                  <a:pt x="1721480" y="484585"/>
                </a:lnTo>
                <a:lnTo>
                  <a:pt x="1752767" y="465931"/>
                </a:lnTo>
                <a:lnTo>
                  <a:pt x="1748410" y="452835"/>
                </a:lnTo>
                <a:lnTo>
                  <a:pt x="1744450" y="439341"/>
                </a:lnTo>
                <a:lnTo>
                  <a:pt x="1741282" y="425847"/>
                </a:lnTo>
                <a:lnTo>
                  <a:pt x="1738510" y="412353"/>
                </a:lnTo>
                <a:lnTo>
                  <a:pt x="1736530" y="398860"/>
                </a:lnTo>
                <a:lnTo>
                  <a:pt x="1735737" y="385366"/>
                </a:lnTo>
                <a:lnTo>
                  <a:pt x="1734945" y="371475"/>
                </a:lnTo>
                <a:lnTo>
                  <a:pt x="1735341" y="357981"/>
                </a:lnTo>
                <a:lnTo>
                  <a:pt x="1704451" y="350441"/>
                </a:lnTo>
                <a:lnTo>
                  <a:pt x="1644650" y="325438"/>
                </a:lnTo>
                <a:lnTo>
                  <a:pt x="1668412" y="235347"/>
                </a:lnTo>
                <a:lnTo>
                  <a:pt x="1730193" y="242094"/>
                </a:lnTo>
                <a:lnTo>
                  <a:pt x="1760687" y="250031"/>
                </a:lnTo>
                <a:lnTo>
                  <a:pt x="1766628" y="237331"/>
                </a:lnTo>
                <a:lnTo>
                  <a:pt x="1773361" y="225028"/>
                </a:lnTo>
                <a:lnTo>
                  <a:pt x="1781281" y="213519"/>
                </a:lnTo>
                <a:lnTo>
                  <a:pt x="1789202" y="201613"/>
                </a:lnTo>
                <a:lnTo>
                  <a:pt x="1797915" y="190500"/>
                </a:lnTo>
                <a:lnTo>
                  <a:pt x="1807023" y="179784"/>
                </a:lnTo>
                <a:lnTo>
                  <a:pt x="1816924" y="169069"/>
                </a:lnTo>
                <a:lnTo>
                  <a:pt x="1827221" y="159544"/>
                </a:lnTo>
                <a:lnTo>
                  <a:pt x="1812964" y="135334"/>
                </a:lnTo>
                <a:lnTo>
                  <a:pt x="1788410" y="75406"/>
                </a:lnTo>
                <a:lnTo>
                  <a:pt x="1868804" y="27781"/>
                </a:lnTo>
                <a:lnTo>
                  <a:pt x="1907219" y="76994"/>
                </a:lnTo>
                <a:lnTo>
                  <a:pt x="1923061" y="102791"/>
                </a:lnTo>
                <a:lnTo>
                  <a:pt x="1917516" y="105172"/>
                </a:lnTo>
                <a:lnTo>
                  <a:pt x="1912368" y="107156"/>
                </a:lnTo>
                <a:lnTo>
                  <a:pt x="1924249" y="102791"/>
                </a:lnTo>
                <a:lnTo>
                  <a:pt x="1935734" y="99219"/>
                </a:lnTo>
                <a:lnTo>
                  <a:pt x="1945239" y="96044"/>
                </a:lnTo>
                <a:lnTo>
                  <a:pt x="1961080" y="92869"/>
                </a:lnTo>
                <a:lnTo>
                  <a:pt x="1969001" y="91281"/>
                </a:lnTo>
                <a:lnTo>
                  <a:pt x="1977317" y="89694"/>
                </a:lnTo>
                <a:lnTo>
                  <a:pt x="1979297" y="89694"/>
                </a:lnTo>
                <a:lnTo>
                  <a:pt x="1994347" y="88106"/>
                </a:lnTo>
                <a:lnTo>
                  <a:pt x="2009792" y="87709"/>
                </a:lnTo>
                <a:lnTo>
                  <a:pt x="2013752" y="87709"/>
                </a:lnTo>
                <a:lnTo>
                  <a:pt x="2019693" y="87709"/>
                </a:lnTo>
                <a:lnTo>
                  <a:pt x="2031970" y="88503"/>
                </a:lnTo>
                <a:lnTo>
                  <a:pt x="2043455" y="89297"/>
                </a:lnTo>
                <a:lnTo>
                  <a:pt x="2034346" y="88503"/>
                </a:lnTo>
                <a:lnTo>
                  <a:pt x="2038306" y="72628"/>
                </a:lnTo>
                <a:lnTo>
                  <a:pt x="206602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+mn-lt"/>
              <a:ea typeface="+mn-ea"/>
            </a:endParaRPr>
          </a:p>
        </p:txBody>
      </p:sp>
      <p:sp>
        <p:nvSpPr>
          <p:cNvPr id="21" name="MH_Other_5"/>
          <p:cNvSpPr/>
          <p:nvPr>
            <p:custDataLst>
              <p:tags r:id="rId10"/>
            </p:custDataLst>
          </p:nvPr>
        </p:nvSpPr>
        <p:spPr>
          <a:xfrm>
            <a:off x="508459" y="5489393"/>
            <a:ext cx="704850" cy="80282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2" name="MH_Other_6"/>
          <p:cNvSpPr/>
          <p:nvPr>
            <p:custDataLst>
              <p:tags r:id="rId11"/>
            </p:custDataLst>
          </p:nvPr>
        </p:nvSpPr>
        <p:spPr>
          <a:xfrm>
            <a:off x="373521" y="5322083"/>
            <a:ext cx="974725" cy="1108248"/>
          </a:xfrm>
          <a:custGeom>
            <a:avLst/>
            <a:gdLst>
              <a:gd name="connsiteX0" fmla="*/ 743029 w 757237"/>
              <a:gd name="connsiteY0" fmla="*/ 463225 h 783577"/>
              <a:gd name="connsiteX1" fmla="*/ 757237 w 757237"/>
              <a:gd name="connsiteY1" fmla="*/ 463225 h 783577"/>
              <a:gd name="connsiteX2" fmla="*/ 757237 w 757237"/>
              <a:gd name="connsiteY2" fmla="*/ 783577 h 783577"/>
              <a:gd name="connsiteX3" fmla="*/ 450056 w 757237"/>
              <a:gd name="connsiteY3" fmla="*/ 783577 h 783577"/>
              <a:gd name="connsiteX4" fmla="*/ 450056 w 757237"/>
              <a:gd name="connsiteY4" fmla="*/ 768874 h 783577"/>
              <a:gd name="connsiteX5" fmla="*/ 743029 w 757237"/>
              <a:gd name="connsiteY5" fmla="*/ 768874 h 783577"/>
              <a:gd name="connsiteX6" fmla="*/ 0 w 757237"/>
              <a:gd name="connsiteY6" fmla="*/ 463225 h 783577"/>
              <a:gd name="connsiteX7" fmla="*/ 14207 w 757237"/>
              <a:gd name="connsiteY7" fmla="*/ 463225 h 783577"/>
              <a:gd name="connsiteX8" fmla="*/ 14207 w 757237"/>
              <a:gd name="connsiteY8" fmla="*/ 768874 h 783577"/>
              <a:gd name="connsiteX9" fmla="*/ 307181 w 757237"/>
              <a:gd name="connsiteY9" fmla="*/ 768874 h 783577"/>
              <a:gd name="connsiteX10" fmla="*/ 307181 w 757237"/>
              <a:gd name="connsiteY10" fmla="*/ 783577 h 783577"/>
              <a:gd name="connsiteX11" fmla="*/ 0 w 757237"/>
              <a:gd name="connsiteY11" fmla="*/ 783577 h 783577"/>
              <a:gd name="connsiteX12" fmla="*/ 450056 w 757237"/>
              <a:gd name="connsiteY12" fmla="*/ 0 h 783577"/>
              <a:gd name="connsiteX13" fmla="*/ 757237 w 757237"/>
              <a:gd name="connsiteY13" fmla="*/ 0 h 783577"/>
              <a:gd name="connsiteX14" fmla="*/ 757237 w 757237"/>
              <a:gd name="connsiteY14" fmla="*/ 320350 h 783577"/>
              <a:gd name="connsiteX15" fmla="*/ 743029 w 757237"/>
              <a:gd name="connsiteY15" fmla="*/ 320350 h 783577"/>
              <a:gd name="connsiteX16" fmla="*/ 743029 w 757237"/>
              <a:gd name="connsiteY16" fmla="*/ 14702 h 783577"/>
              <a:gd name="connsiteX17" fmla="*/ 450056 w 757237"/>
              <a:gd name="connsiteY17" fmla="*/ 14702 h 783577"/>
              <a:gd name="connsiteX18" fmla="*/ 0 w 757237"/>
              <a:gd name="connsiteY18" fmla="*/ 0 h 783577"/>
              <a:gd name="connsiteX19" fmla="*/ 307181 w 757237"/>
              <a:gd name="connsiteY19" fmla="*/ 0 h 783577"/>
              <a:gd name="connsiteX20" fmla="*/ 307181 w 757237"/>
              <a:gd name="connsiteY20" fmla="*/ 14702 h 783577"/>
              <a:gd name="connsiteX21" fmla="*/ 14207 w 757237"/>
              <a:gd name="connsiteY21" fmla="*/ 14702 h 783577"/>
              <a:gd name="connsiteX22" fmla="*/ 14207 w 757237"/>
              <a:gd name="connsiteY22" fmla="*/ 320350 h 783577"/>
              <a:gd name="connsiteX23" fmla="*/ 0 w 757237"/>
              <a:gd name="connsiteY23" fmla="*/ 320350 h 783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57237" h="783577">
                <a:moveTo>
                  <a:pt x="743029" y="463225"/>
                </a:moveTo>
                <a:lnTo>
                  <a:pt x="757237" y="463225"/>
                </a:lnTo>
                <a:lnTo>
                  <a:pt x="757237" y="783577"/>
                </a:lnTo>
                <a:lnTo>
                  <a:pt x="450056" y="783577"/>
                </a:lnTo>
                <a:lnTo>
                  <a:pt x="450056" y="768874"/>
                </a:lnTo>
                <a:lnTo>
                  <a:pt x="743029" y="768874"/>
                </a:lnTo>
                <a:close/>
                <a:moveTo>
                  <a:pt x="0" y="463225"/>
                </a:moveTo>
                <a:lnTo>
                  <a:pt x="14207" y="463225"/>
                </a:lnTo>
                <a:lnTo>
                  <a:pt x="14207" y="768874"/>
                </a:lnTo>
                <a:lnTo>
                  <a:pt x="307181" y="768874"/>
                </a:lnTo>
                <a:lnTo>
                  <a:pt x="307181" y="783577"/>
                </a:lnTo>
                <a:lnTo>
                  <a:pt x="0" y="783577"/>
                </a:lnTo>
                <a:close/>
                <a:moveTo>
                  <a:pt x="450056" y="0"/>
                </a:moveTo>
                <a:lnTo>
                  <a:pt x="757237" y="0"/>
                </a:lnTo>
                <a:lnTo>
                  <a:pt x="757237" y="320350"/>
                </a:lnTo>
                <a:lnTo>
                  <a:pt x="743029" y="320350"/>
                </a:lnTo>
                <a:lnTo>
                  <a:pt x="743029" y="14702"/>
                </a:lnTo>
                <a:lnTo>
                  <a:pt x="450056" y="14702"/>
                </a:lnTo>
                <a:close/>
                <a:moveTo>
                  <a:pt x="0" y="0"/>
                </a:moveTo>
                <a:lnTo>
                  <a:pt x="307181" y="0"/>
                </a:lnTo>
                <a:lnTo>
                  <a:pt x="307181" y="14702"/>
                </a:lnTo>
                <a:lnTo>
                  <a:pt x="14207" y="14702"/>
                </a:lnTo>
                <a:lnTo>
                  <a:pt x="14207" y="320350"/>
                </a:lnTo>
                <a:lnTo>
                  <a:pt x="0" y="32035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3" name="MH_Other_9"/>
          <p:cNvSpPr>
            <a:spLocks noChangeAspect="1"/>
          </p:cNvSpPr>
          <p:nvPr>
            <p:custDataLst>
              <p:tags r:id="rId12"/>
            </p:custDataLst>
          </p:nvPr>
        </p:nvSpPr>
        <p:spPr bwMode="auto">
          <a:xfrm>
            <a:off x="656096" y="5684293"/>
            <a:ext cx="398463" cy="438063"/>
          </a:xfrm>
          <a:custGeom>
            <a:avLst/>
            <a:gdLst>
              <a:gd name="T0" fmla="*/ 883582 w 2298700"/>
              <a:gd name="T1" fmla="*/ 1295872 h 2298700"/>
              <a:gd name="T2" fmla="*/ 899660 w 2298700"/>
              <a:gd name="T3" fmla="*/ 1824434 h 2298700"/>
              <a:gd name="T4" fmla="*/ 870674 w 2298700"/>
              <a:gd name="T5" fmla="*/ 1867800 h 2298700"/>
              <a:gd name="T6" fmla="*/ 472571 w 2298700"/>
              <a:gd name="T7" fmla="*/ 1870524 h 2298700"/>
              <a:gd name="T8" fmla="*/ 439282 w 2298700"/>
              <a:gd name="T9" fmla="*/ 1829883 h 2298700"/>
              <a:gd name="T10" fmla="*/ 450831 w 2298700"/>
              <a:gd name="T11" fmla="*/ 1299959 h 2298700"/>
              <a:gd name="T12" fmla="*/ 1168971 w 2298700"/>
              <a:gd name="T13" fmla="*/ 903287 h 2298700"/>
              <a:gd name="T14" fmla="*/ 1561900 w 2298700"/>
              <a:gd name="T15" fmla="*/ 923717 h 2298700"/>
              <a:gd name="T16" fmla="*/ 1573443 w 2298700"/>
              <a:gd name="T17" fmla="*/ 1829892 h 2298700"/>
              <a:gd name="T18" fmla="*/ 1540624 w 2298700"/>
              <a:gd name="T19" fmla="*/ 1870524 h 2298700"/>
              <a:gd name="T20" fmla="*/ 1142262 w 2298700"/>
              <a:gd name="T21" fmla="*/ 1867800 h 2298700"/>
              <a:gd name="T22" fmla="*/ 1113291 w 2298700"/>
              <a:gd name="T23" fmla="*/ 1824444 h 2298700"/>
              <a:gd name="T24" fmla="*/ 1129361 w 2298700"/>
              <a:gd name="T25" fmla="*/ 919404 h 2298700"/>
              <a:gd name="T26" fmla="*/ 2191940 w 2298700"/>
              <a:gd name="T27" fmla="*/ 450850 h 2298700"/>
              <a:gd name="T28" fmla="*/ 2238385 w 2298700"/>
              <a:gd name="T29" fmla="*/ 475582 h 2298700"/>
              <a:gd name="T30" fmla="*/ 2245636 w 2298700"/>
              <a:gd name="T31" fmla="*/ 1835358 h 2298700"/>
              <a:gd name="T32" fmla="*/ 2208706 w 2298700"/>
              <a:gd name="T33" fmla="*/ 1872115 h 2298700"/>
              <a:gd name="T34" fmla="*/ 1810633 w 2298700"/>
              <a:gd name="T35" fmla="*/ 1865309 h 2298700"/>
              <a:gd name="T36" fmla="*/ 1785938 w 2298700"/>
              <a:gd name="T37" fmla="*/ 1818568 h 2298700"/>
              <a:gd name="T38" fmla="*/ 1806329 w 2298700"/>
              <a:gd name="T39" fmla="*/ 463556 h 2298700"/>
              <a:gd name="T40" fmla="*/ 1464870 w 2298700"/>
              <a:gd name="T41" fmla="*/ 38100 h 2298700"/>
              <a:gd name="T42" fmla="*/ 1493876 w 2298700"/>
              <a:gd name="T43" fmla="*/ 48317 h 2298700"/>
              <a:gd name="T44" fmla="*/ 1512005 w 2298700"/>
              <a:gd name="T45" fmla="*/ 72609 h 2298700"/>
              <a:gd name="T46" fmla="*/ 1540105 w 2298700"/>
              <a:gd name="T47" fmla="*/ 509198 h 2298700"/>
              <a:gd name="T48" fmla="*/ 1503847 w 2298700"/>
              <a:gd name="T49" fmla="*/ 543253 h 2298700"/>
              <a:gd name="T50" fmla="*/ 1459205 w 2298700"/>
              <a:gd name="T51" fmla="*/ 535761 h 2298700"/>
              <a:gd name="T52" fmla="*/ 1437677 w 2298700"/>
              <a:gd name="T53" fmla="*/ 503749 h 2298700"/>
              <a:gd name="T54" fmla="*/ 1348845 w 2298700"/>
              <a:gd name="T55" fmla="*/ 357311 h 2298700"/>
              <a:gd name="T56" fmla="*/ 1214465 w 2298700"/>
              <a:gd name="T57" fmla="*/ 507608 h 2298700"/>
              <a:gd name="T58" fmla="*/ 1010062 w 2298700"/>
              <a:gd name="T59" fmla="*/ 669711 h 2298700"/>
              <a:gd name="T60" fmla="*/ 834212 w 2298700"/>
              <a:gd name="T61" fmla="*/ 763477 h 2298700"/>
              <a:gd name="T62" fmla="*/ 682609 w 2298700"/>
              <a:gd name="T63" fmla="*/ 817965 h 2298700"/>
              <a:gd name="T64" fmla="*/ 523528 w 2298700"/>
              <a:gd name="T65" fmla="*/ 852928 h 2298700"/>
              <a:gd name="T66" fmla="*/ 404104 w 2298700"/>
              <a:gd name="T67" fmla="*/ 862464 h 2298700"/>
              <a:gd name="T68" fmla="*/ 374191 w 2298700"/>
              <a:gd name="T69" fmla="*/ 838852 h 2298700"/>
              <a:gd name="T70" fmla="*/ 369206 w 2298700"/>
              <a:gd name="T71" fmla="*/ 795034 h 2298700"/>
              <a:gd name="T72" fmla="*/ 405237 w 2298700"/>
              <a:gd name="T73" fmla="*/ 760071 h 2298700"/>
              <a:gd name="T74" fmla="*/ 535765 w 2298700"/>
              <a:gd name="T75" fmla="*/ 742589 h 2298700"/>
              <a:gd name="T76" fmla="*/ 679890 w 2298700"/>
              <a:gd name="T77" fmla="*/ 706945 h 2298700"/>
              <a:gd name="T78" fmla="*/ 816536 w 2298700"/>
              <a:gd name="T79" fmla="*/ 654273 h 2298700"/>
              <a:gd name="T80" fmla="*/ 989667 w 2298700"/>
              <a:gd name="T81" fmla="*/ 554832 h 2298700"/>
              <a:gd name="T82" fmla="*/ 1171862 w 2298700"/>
              <a:gd name="T83" fmla="*/ 398859 h 2298700"/>
              <a:gd name="T84" fmla="*/ 1282675 w 2298700"/>
              <a:gd name="T85" fmla="*/ 267178 h 2298700"/>
              <a:gd name="T86" fmla="*/ 1087110 w 2298700"/>
              <a:gd name="T87" fmla="*/ 283979 h 2298700"/>
              <a:gd name="T88" fmla="*/ 1044054 w 2298700"/>
              <a:gd name="T89" fmla="*/ 259005 h 2298700"/>
              <a:gd name="T90" fmla="*/ 1040654 w 2298700"/>
              <a:gd name="T91" fmla="*/ 208376 h 2298700"/>
              <a:gd name="T92" fmla="*/ 1446288 w 2298700"/>
              <a:gd name="T93" fmla="*/ 40370 h 2298700"/>
              <a:gd name="T94" fmla="*/ 128386 w 2298700"/>
              <a:gd name="T95" fmla="*/ 3403 h 2298700"/>
              <a:gd name="T96" fmla="*/ 171711 w 2298700"/>
              <a:gd name="T97" fmla="*/ 26993 h 2298700"/>
              <a:gd name="T98" fmla="*/ 199157 w 2298700"/>
              <a:gd name="T99" fmla="*/ 67596 h 2298700"/>
              <a:gd name="T100" fmla="*/ 2201163 w 2298700"/>
              <a:gd name="T101" fmla="*/ 2093192 h 2298700"/>
              <a:gd name="T102" fmla="*/ 2249251 w 2298700"/>
              <a:gd name="T103" fmla="*/ 2107936 h 2298700"/>
              <a:gd name="T104" fmla="*/ 2283729 w 2298700"/>
              <a:gd name="T105" fmla="*/ 2142414 h 2298700"/>
              <a:gd name="T106" fmla="*/ 2298473 w 2298700"/>
              <a:gd name="T107" fmla="*/ 2190729 h 2298700"/>
              <a:gd name="T108" fmla="*/ 2288720 w 2298700"/>
              <a:gd name="T109" fmla="*/ 2240405 h 2298700"/>
              <a:gd name="T110" fmla="*/ 2257417 w 2298700"/>
              <a:gd name="T111" fmla="*/ 2278059 h 2298700"/>
              <a:gd name="T112" fmla="*/ 2211597 w 2298700"/>
              <a:gd name="T113" fmla="*/ 2297566 h 2298700"/>
              <a:gd name="T114" fmla="*/ 72132 w 2298700"/>
              <a:gd name="T115" fmla="*/ 2294164 h 2298700"/>
              <a:gd name="T116" fmla="*/ 29715 w 2298700"/>
              <a:gd name="T117" fmla="*/ 2268532 h 2298700"/>
              <a:gd name="T118" fmla="*/ 4537 w 2298700"/>
              <a:gd name="T119" fmla="*/ 2226568 h 2298700"/>
              <a:gd name="T120" fmla="*/ 907 w 2298700"/>
              <a:gd name="T121" fmla="*/ 87330 h 2298700"/>
              <a:gd name="T122" fmla="*/ 20188 w 2298700"/>
              <a:gd name="T123" fmla="*/ 41510 h 2298700"/>
              <a:gd name="T124" fmla="*/ 57842 w 2298700"/>
              <a:gd name="T125" fmla="*/ 10434 h 2298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298700" h="2298700">
                <a:moveTo>
                  <a:pt x="494084" y="1279525"/>
                </a:moveTo>
                <a:lnTo>
                  <a:pt x="844179" y="1279525"/>
                </a:lnTo>
                <a:lnTo>
                  <a:pt x="849841" y="1279752"/>
                </a:lnTo>
                <a:lnTo>
                  <a:pt x="855502" y="1280660"/>
                </a:lnTo>
                <a:lnTo>
                  <a:pt x="860710" y="1282023"/>
                </a:lnTo>
                <a:lnTo>
                  <a:pt x="865692" y="1283839"/>
                </a:lnTo>
                <a:lnTo>
                  <a:pt x="870674" y="1286109"/>
                </a:lnTo>
                <a:lnTo>
                  <a:pt x="875203" y="1289061"/>
                </a:lnTo>
                <a:lnTo>
                  <a:pt x="879732" y="1292467"/>
                </a:lnTo>
                <a:lnTo>
                  <a:pt x="883582" y="1295872"/>
                </a:lnTo>
                <a:lnTo>
                  <a:pt x="887205" y="1299959"/>
                </a:lnTo>
                <a:lnTo>
                  <a:pt x="890602" y="1304273"/>
                </a:lnTo>
                <a:lnTo>
                  <a:pt x="893320" y="1308814"/>
                </a:lnTo>
                <a:lnTo>
                  <a:pt x="895584" y="1313809"/>
                </a:lnTo>
                <a:lnTo>
                  <a:pt x="897396" y="1319031"/>
                </a:lnTo>
                <a:lnTo>
                  <a:pt x="898981" y="1324480"/>
                </a:lnTo>
                <a:lnTo>
                  <a:pt x="899660" y="1329702"/>
                </a:lnTo>
                <a:lnTo>
                  <a:pt x="900113" y="1335378"/>
                </a:lnTo>
                <a:lnTo>
                  <a:pt x="900113" y="1818531"/>
                </a:lnTo>
                <a:lnTo>
                  <a:pt x="899660" y="1824434"/>
                </a:lnTo>
                <a:lnTo>
                  <a:pt x="898981" y="1829883"/>
                </a:lnTo>
                <a:lnTo>
                  <a:pt x="897396" y="1835332"/>
                </a:lnTo>
                <a:lnTo>
                  <a:pt x="895584" y="1840554"/>
                </a:lnTo>
                <a:lnTo>
                  <a:pt x="893320" y="1845322"/>
                </a:lnTo>
                <a:lnTo>
                  <a:pt x="890602" y="1850090"/>
                </a:lnTo>
                <a:lnTo>
                  <a:pt x="887205" y="1854404"/>
                </a:lnTo>
                <a:lnTo>
                  <a:pt x="883582" y="1858264"/>
                </a:lnTo>
                <a:lnTo>
                  <a:pt x="879732" y="1861897"/>
                </a:lnTo>
                <a:lnTo>
                  <a:pt x="875203" y="1865302"/>
                </a:lnTo>
                <a:lnTo>
                  <a:pt x="870674" y="1867800"/>
                </a:lnTo>
                <a:lnTo>
                  <a:pt x="865692" y="1870524"/>
                </a:lnTo>
                <a:lnTo>
                  <a:pt x="860710" y="1872114"/>
                </a:lnTo>
                <a:lnTo>
                  <a:pt x="855502" y="1873476"/>
                </a:lnTo>
                <a:lnTo>
                  <a:pt x="849841" y="1874611"/>
                </a:lnTo>
                <a:lnTo>
                  <a:pt x="844179" y="1874838"/>
                </a:lnTo>
                <a:lnTo>
                  <a:pt x="494084" y="1874838"/>
                </a:lnTo>
                <a:lnTo>
                  <a:pt x="488423" y="1874611"/>
                </a:lnTo>
                <a:lnTo>
                  <a:pt x="482761" y="1873476"/>
                </a:lnTo>
                <a:lnTo>
                  <a:pt x="477326" y="1872114"/>
                </a:lnTo>
                <a:lnTo>
                  <a:pt x="472571" y="1870524"/>
                </a:lnTo>
                <a:lnTo>
                  <a:pt x="467589" y="1867800"/>
                </a:lnTo>
                <a:lnTo>
                  <a:pt x="463060" y="1865302"/>
                </a:lnTo>
                <a:lnTo>
                  <a:pt x="458531" y="1861897"/>
                </a:lnTo>
                <a:lnTo>
                  <a:pt x="454455" y="1858264"/>
                </a:lnTo>
                <a:lnTo>
                  <a:pt x="450831" y="1854404"/>
                </a:lnTo>
                <a:lnTo>
                  <a:pt x="447661" y="1850090"/>
                </a:lnTo>
                <a:lnTo>
                  <a:pt x="444944" y="1845322"/>
                </a:lnTo>
                <a:lnTo>
                  <a:pt x="442679" y="1840554"/>
                </a:lnTo>
                <a:lnTo>
                  <a:pt x="440868" y="1835332"/>
                </a:lnTo>
                <a:lnTo>
                  <a:pt x="439282" y="1829883"/>
                </a:lnTo>
                <a:lnTo>
                  <a:pt x="438603" y="1824434"/>
                </a:lnTo>
                <a:lnTo>
                  <a:pt x="438150" y="1818531"/>
                </a:lnTo>
                <a:lnTo>
                  <a:pt x="438150" y="1335378"/>
                </a:lnTo>
                <a:lnTo>
                  <a:pt x="438603" y="1329702"/>
                </a:lnTo>
                <a:lnTo>
                  <a:pt x="439282" y="1324480"/>
                </a:lnTo>
                <a:lnTo>
                  <a:pt x="440868" y="1319031"/>
                </a:lnTo>
                <a:lnTo>
                  <a:pt x="442679" y="1313809"/>
                </a:lnTo>
                <a:lnTo>
                  <a:pt x="444944" y="1308814"/>
                </a:lnTo>
                <a:lnTo>
                  <a:pt x="447661" y="1304273"/>
                </a:lnTo>
                <a:lnTo>
                  <a:pt x="450831" y="1299959"/>
                </a:lnTo>
                <a:lnTo>
                  <a:pt x="454455" y="1295872"/>
                </a:lnTo>
                <a:lnTo>
                  <a:pt x="458531" y="1292467"/>
                </a:lnTo>
                <a:lnTo>
                  <a:pt x="463060" y="1289061"/>
                </a:lnTo>
                <a:lnTo>
                  <a:pt x="467589" y="1286109"/>
                </a:lnTo>
                <a:lnTo>
                  <a:pt x="472571" y="1283839"/>
                </a:lnTo>
                <a:lnTo>
                  <a:pt x="477326" y="1282023"/>
                </a:lnTo>
                <a:lnTo>
                  <a:pt x="482761" y="1280660"/>
                </a:lnTo>
                <a:lnTo>
                  <a:pt x="488423" y="1279752"/>
                </a:lnTo>
                <a:lnTo>
                  <a:pt x="494084" y="1279525"/>
                </a:lnTo>
                <a:close/>
                <a:moveTo>
                  <a:pt x="1168971" y="903287"/>
                </a:moveTo>
                <a:lnTo>
                  <a:pt x="1518668" y="903287"/>
                </a:lnTo>
                <a:lnTo>
                  <a:pt x="1524553" y="903514"/>
                </a:lnTo>
                <a:lnTo>
                  <a:pt x="1529985" y="904195"/>
                </a:lnTo>
                <a:lnTo>
                  <a:pt x="1535418" y="905557"/>
                </a:lnTo>
                <a:lnTo>
                  <a:pt x="1540624" y="907600"/>
                </a:lnTo>
                <a:lnTo>
                  <a:pt x="1545377" y="909870"/>
                </a:lnTo>
                <a:lnTo>
                  <a:pt x="1550130" y="912821"/>
                </a:lnTo>
                <a:lnTo>
                  <a:pt x="1554430" y="915999"/>
                </a:lnTo>
                <a:lnTo>
                  <a:pt x="1558278" y="919404"/>
                </a:lnTo>
                <a:lnTo>
                  <a:pt x="1561900" y="923717"/>
                </a:lnTo>
                <a:lnTo>
                  <a:pt x="1565295" y="927803"/>
                </a:lnTo>
                <a:lnTo>
                  <a:pt x="1567784" y="932343"/>
                </a:lnTo>
                <a:lnTo>
                  <a:pt x="1570274" y="937337"/>
                </a:lnTo>
                <a:lnTo>
                  <a:pt x="1572085" y="942558"/>
                </a:lnTo>
                <a:lnTo>
                  <a:pt x="1573443" y="948006"/>
                </a:lnTo>
                <a:lnTo>
                  <a:pt x="1574575" y="953681"/>
                </a:lnTo>
                <a:lnTo>
                  <a:pt x="1574801" y="959355"/>
                </a:lnTo>
                <a:lnTo>
                  <a:pt x="1574801" y="1818542"/>
                </a:lnTo>
                <a:lnTo>
                  <a:pt x="1574575" y="1824444"/>
                </a:lnTo>
                <a:lnTo>
                  <a:pt x="1573443" y="1829892"/>
                </a:lnTo>
                <a:lnTo>
                  <a:pt x="1572085" y="1835340"/>
                </a:lnTo>
                <a:lnTo>
                  <a:pt x="1570274" y="1840560"/>
                </a:lnTo>
                <a:lnTo>
                  <a:pt x="1567784" y="1845327"/>
                </a:lnTo>
                <a:lnTo>
                  <a:pt x="1565295" y="1850094"/>
                </a:lnTo>
                <a:lnTo>
                  <a:pt x="1561900" y="1854407"/>
                </a:lnTo>
                <a:lnTo>
                  <a:pt x="1558278" y="1858266"/>
                </a:lnTo>
                <a:lnTo>
                  <a:pt x="1554430" y="1861898"/>
                </a:lnTo>
                <a:lnTo>
                  <a:pt x="1550130" y="1865303"/>
                </a:lnTo>
                <a:lnTo>
                  <a:pt x="1545377" y="1867800"/>
                </a:lnTo>
                <a:lnTo>
                  <a:pt x="1540624" y="1870524"/>
                </a:lnTo>
                <a:lnTo>
                  <a:pt x="1535418" y="1872113"/>
                </a:lnTo>
                <a:lnTo>
                  <a:pt x="1529985" y="1873475"/>
                </a:lnTo>
                <a:lnTo>
                  <a:pt x="1524553" y="1874610"/>
                </a:lnTo>
                <a:lnTo>
                  <a:pt x="1518668" y="1874837"/>
                </a:lnTo>
                <a:lnTo>
                  <a:pt x="1168971" y="1874837"/>
                </a:lnTo>
                <a:lnTo>
                  <a:pt x="1163312" y="1874610"/>
                </a:lnTo>
                <a:lnTo>
                  <a:pt x="1157654" y="1873475"/>
                </a:lnTo>
                <a:lnTo>
                  <a:pt x="1152221" y="1872113"/>
                </a:lnTo>
                <a:lnTo>
                  <a:pt x="1147242" y="1870524"/>
                </a:lnTo>
                <a:lnTo>
                  <a:pt x="1142262" y="1867800"/>
                </a:lnTo>
                <a:lnTo>
                  <a:pt x="1137736" y="1865303"/>
                </a:lnTo>
                <a:lnTo>
                  <a:pt x="1133435" y="1861898"/>
                </a:lnTo>
                <a:lnTo>
                  <a:pt x="1129361" y="1858266"/>
                </a:lnTo>
                <a:lnTo>
                  <a:pt x="1125740" y="1854407"/>
                </a:lnTo>
                <a:lnTo>
                  <a:pt x="1122797" y="1850094"/>
                </a:lnTo>
                <a:lnTo>
                  <a:pt x="1119855" y="1845327"/>
                </a:lnTo>
                <a:lnTo>
                  <a:pt x="1117365" y="1840560"/>
                </a:lnTo>
                <a:lnTo>
                  <a:pt x="1115554" y="1835340"/>
                </a:lnTo>
                <a:lnTo>
                  <a:pt x="1114196" y="1829892"/>
                </a:lnTo>
                <a:lnTo>
                  <a:pt x="1113291" y="1824444"/>
                </a:lnTo>
                <a:lnTo>
                  <a:pt x="1112838" y="1818542"/>
                </a:lnTo>
                <a:lnTo>
                  <a:pt x="1112838" y="959355"/>
                </a:lnTo>
                <a:lnTo>
                  <a:pt x="1113291" y="953681"/>
                </a:lnTo>
                <a:lnTo>
                  <a:pt x="1114196" y="948006"/>
                </a:lnTo>
                <a:lnTo>
                  <a:pt x="1115554" y="942558"/>
                </a:lnTo>
                <a:lnTo>
                  <a:pt x="1117365" y="937337"/>
                </a:lnTo>
                <a:lnTo>
                  <a:pt x="1119855" y="932343"/>
                </a:lnTo>
                <a:lnTo>
                  <a:pt x="1122797" y="927803"/>
                </a:lnTo>
                <a:lnTo>
                  <a:pt x="1125740" y="923717"/>
                </a:lnTo>
                <a:lnTo>
                  <a:pt x="1129361" y="919404"/>
                </a:lnTo>
                <a:lnTo>
                  <a:pt x="1133435" y="915999"/>
                </a:lnTo>
                <a:lnTo>
                  <a:pt x="1137736" y="912821"/>
                </a:lnTo>
                <a:lnTo>
                  <a:pt x="1142262" y="909870"/>
                </a:lnTo>
                <a:lnTo>
                  <a:pt x="1147242" y="907600"/>
                </a:lnTo>
                <a:lnTo>
                  <a:pt x="1152221" y="905557"/>
                </a:lnTo>
                <a:lnTo>
                  <a:pt x="1157654" y="904195"/>
                </a:lnTo>
                <a:lnTo>
                  <a:pt x="1163312" y="903514"/>
                </a:lnTo>
                <a:lnTo>
                  <a:pt x="1168971" y="903287"/>
                </a:lnTo>
                <a:close/>
                <a:moveTo>
                  <a:pt x="1841899" y="450850"/>
                </a:moveTo>
                <a:lnTo>
                  <a:pt x="2191940" y="450850"/>
                </a:lnTo>
                <a:lnTo>
                  <a:pt x="2197604" y="451077"/>
                </a:lnTo>
                <a:lnTo>
                  <a:pt x="2203268" y="451985"/>
                </a:lnTo>
                <a:lnTo>
                  <a:pt x="2208706" y="453573"/>
                </a:lnTo>
                <a:lnTo>
                  <a:pt x="2213917" y="455388"/>
                </a:lnTo>
                <a:lnTo>
                  <a:pt x="2218674" y="457657"/>
                </a:lnTo>
                <a:lnTo>
                  <a:pt x="2223206" y="460380"/>
                </a:lnTo>
                <a:lnTo>
                  <a:pt x="2227510" y="463556"/>
                </a:lnTo>
                <a:lnTo>
                  <a:pt x="2231589" y="467186"/>
                </a:lnTo>
                <a:lnTo>
                  <a:pt x="2235214" y="471271"/>
                </a:lnTo>
                <a:lnTo>
                  <a:pt x="2238385" y="475582"/>
                </a:lnTo>
                <a:lnTo>
                  <a:pt x="2241104" y="480119"/>
                </a:lnTo>
                <a:lnTo>
                  <a:pt x="2243596" y="484884"/>
                </a:lnTo>
                <a:lnTo>
                  <a:pt x="2245636" y="490103"/>
                </a:lnTo>
                <a:lnTo>
                  <a:pt x="2246768" y="495548"/>
                </a:lnTo>
                <a:lnTo>
                  <a:pt x="2247675" y="501221"/>
                </a:lnTo>
                <a:lnTo>
                  <a:pt x="2247901" y="506893"/>
                </a:lnTo>
                <a:lnTo>
                  <a:pt x="2247901" y="1818568"/>
                </a:lnTo>
                <a:lnTo>
                  <a:pt x="2247675" y="1824468"/>
                </a:lnTo>
                <a:lnTo>
                  <a:pt x="2246768" y="1829913"/>
                </a:lnTo>
                <a:lnTo>
                  <a:pt x="2245636" y="1835358"/>
                </a:lnTo>
                <a:lnTo>
                  <a:pt x="2243596" y="1840577"/>
                </a:lnTo>
                <a:lnTo>
                  <a:pt x="2241104" y="1845342"/>
                </a:lnTo>
                <a:lnTo>
                  <a:pt x="2238385" y="1850107"/>
                </a:lnTo>
                <a:lnTo>
                  <a:pt x="2235214" y="1854418"/>
                </a:lnTo>
                <a:lnTo>
                  <a:pt x="2231589" y="1858275"/>
                </a:lnTo>
                <a:lnTo>
                  <a:pt x="2227510" y="1861905"/>
                </a:lnTo>
                <a:lnTo>
                  <a:pt x="2223206" y="1865309"/>
                </a:lnTo>
                <a:lnTo>
                  <a:pt x="2218674" y="1867804"/>
                </a:lnTo>
                <a:lnTo>
                  <a:pt x="2213917" y="1870527"/>
                </a:lnTo>
                <a:lnTo>
                  <a:pt x="2208706" y="1872115"/>
                </a:lnTo>
                <a:lnTo>
                  <a:pt x="2203268" y="1873477"/>
                </a:lnTo>
                <a:lnTo>
                  <a:pt x="2197604" y="1874611"/>
                </a:lnTo>
                <a:lnTo>
                  <a:pt x="2191940" y="1874838"/>
                </a:lnTo>
                <a:lnTo>
                  <a:pt x="1841899" y="1874838"/>
                </a:lnTo>
                <a:lnTo>
                  <a:pt x="1836235" y="1874611"/>
                </a:lnTo>
                <a:lnTo>
                  <a:pt x="1830798" y="1873477"/>
                </a:lnTo>
                <a:lnTo>
                  <a:pt x="1825360" y="1872115"/>
                </a:lnTo>
                <a:lnTo>
                  <a:pt x="1820149" y="1870527"/>
                </a:lnTo>
                <a:lnTo>
                  <a:pt x="1815165" y="1867804"/>
                </a:lnTo>
                <a:lnTo>
                  <a:pt x="1810633" y="1865309"/>
                </a:lnTo>
                <a:lnTo>
                  <a:pt x="1806329" y="1861905"/>
                </a:lnTo>
                <a:lnTo>
                  <a:pt x="1802477" y="1858275"/>
                </a:lnTo>
                <a:lnTo>
                  <a:pt x="1798852" y="1854418"/>
                </a:lnTo>
                <a:lnTo>
                  <a:pt x="1795454" y="1850107"/>
                </a:lnTo>
                <a:lnTo>
                  <a:pt x="1792508" y="1845342"/>
                </a:lnTo>
                <a:lnTo>
                  <a:pt x="1790243" y="1840577"/>
                </a:lnTo>
                <a:lnTo>
                  <a:pt x="1788430" y="1835358"/>
                </a:lnTo>
                <a:lnTo>
                  <a:pt x="1786844" y="1829913"/>
                </a:lnTo>
                <a:lnTo>
                  <a:pt x="1786165" y="1824468"/>
                </a:lnTo>
                <a:lnTo>
                  <a:pt x="1785938" y="1818568"/>
                </a:lnTo>
                <a:lnTo>
                  <a:pt x="1785938" y="506893"/>
                </a:lnTo>
                <a:lnTo>
                  <a:pt x="1786165" y="501221"/>
                </a:lnTo>
                <a:lnTo>
                  <a:pt x="1786844" y="495548"/>
                </a:lnTo>
                <a:lnTo>
                  <a:pt x="1788430" y="490103"/>
                </a:lnTo>
                <a:lnTo>
                  <a:pt x="1790243" y="484884"/>
                </a:lnTo>
                <a:lnTo>
                  <a:pt x="1792508" y="480119"/>
                </a:lnTo>
                <a:lnTo>
                  <a:pt x="1795454" y="475582"/>
                </a:lnTo>
                <a:lnTo>
                  <a:pt x="1798852" y="471271"/>
                </a:lnTo>
                <a:lnTo>
                  <a:pt x="1802477" y="467186"/>
                </a:lnTo>
                <a:lnTo>
                  <a:pt x="1806329" y="463556"/>
                </a:lnTo>
                <a:lnTo>
                  <a:pt x="1810633" y="460380"/>
                </a:lnTo>
                <a:lnTo>
                  <a:pt x="1815165" y="457657"/>
                </a:lnTo>
                <a:lnTo>
                  <a:pt x="1820149" y="455388"/>
                </a:lnTo>
                <a:lnTo>
                  <a:pt x="1825360" y="453573"/>
                </a:lnTo>
                <a:lnTo>
                  <a:pt x="1830798" y="451985"/>
                </a:lnTo>
                <a:lnTo>
                  <a:pt x="1836235" y="451077"/>
                </a:lnTo>
                <a:lnTo>
                  <a:pt x="1841899" y="450850"/>
                </a:lnTo>
                <a:close/>
                <a:moveTo>
                  <a:pt x="1458752" y="38100"/>
                </a:moveTo>
                <a:lnTo>
                  <a:pt x="1461698" y="38100"/>
                </a:lnTo>
                <a:lnTo>
                  <a:pt x="1464870" y="38100"/>
                </a:lnTo>
                <a:lnTo>
                  <a:pt x="1468043" y="38327"/>
                </a:lnTo>
                <a:lnTo>
                  <a:pt x="1470989" y="38554"/>
                </a:lnTo>
                <a:lnTo>
                  <a:pt x="1473935" y="39235"/>
                </a:lnTo>
                <a:lnTo>
                  <a:pt x="1477107" y="40143"/>
                </a:lnTo>
                <a:lnTo>
                  <a:pt x="1479827" y="40825"/>
                </a:lnTo>
                <a:lnTo>
                  <a:pt x="1482773" y="42187"/>
                </a:lnTo>
                <a:lnTo>
                  <a:pt x="1485718" y="43322"/>
                </a:lnTo>
                <a:lnTo>
                  <a:pt x="1488438" y="44684"/>
                </a:lnTo>
                <a:lnTo>
                  <a:pt x="1491157" y="46500"/>
                </a:lnTo>
                <a:lnTo>
                  <a:pt x="1493876" y="48317"/>
                </a:lnTo>
                <a:lnTo>
                  <a:pt x="1496143" y="50133"/>
                </a:lnTo>
                <a:lnTo>
                  <a:pt x="1498409" y="52176"/>
                </a:lnTo>
                <a:lnTo>
                  <a:pt x="1500675" y="54447"/>
                </a:lnTo>
                <a:lnTo>
                  <a:pt x="1502714" y="56490"/>
                </a:lnTo>
                <a:lnTo>
                  <a:pt x="1504754" y="59214"/>
                </a:lnTo>
                <a:lnTo>
                  <a:pt x="1506567" y="61485"/>
                </a:lnTo>
                <a:lnTo>
                  <a:pt x="1508153" y="64436"/>
                </a:lnTo>
                <a:lnTo>
                  <a:pt x="1509739" y="66934"/>
                </a:lnTo>
                <a:lnTo>
                  <a:pt x="1511099" y="69658"/>
                </a:lnTo>
                <a:lnTo>
                  <a:pt x="1512005" y="72609"/>
                </a:lnTo>
                <a:lnTo>
                  <a:pt x="1513138" y="75334"/>
                </a:lnTo>
                <a:lnTo>
                  <a:pt x="1514045" y="78512"/>
                </a:lnTo>
                <a:lnTo>
                  <a:pt x="1514725" y="81691"/>
                </a:lnTo>
                <a:lnTo>
                  <a:pt x="1515178" y="84642"/>
                </a:lnTo>
                <a:lnTo>
                  <a:pt x="1515405" y="87821"/>
                </a:lnTo>
                <a:lnTo>
                  <a:pt x="1543051" y="488083"/>
                </a:lnTo>
                <a:lnTo>
                  <a:pt x="1543051" y="493305"/>
                </a:lnTo>
                <a:lnTo>
                  <a:pt x="1542371" y="498754"/>
                </a:lnTo>
                <a:lnTo>
                  <a:pt x="1541691" y="503976"/>
                </a:lnTo>
                <a:lnTo>
                  <a:pt x="1540105" y="509198"/>
                </a:lnTo>
                <a:lnTo>
                  <a:pt x="1538066" y="513965"/>
                </a:lnTo>
                <a:lnTo>
                  <a:pt x="1535800" y="518506"/>
                </a:lnTo>
                <a:lnTo>
                  <a:pt x="1532854" y="522820"/>
                </a:lnTo>
                <a:lnTo>
                  <a:pt x="1529908" y="526906"/>
                </a:lnTo>
                <a:lnTo>
                  <a:pt x="1526282" y="530539"/>
                </a:lnTo>
                <a:lnTo>
                  <a:pt x="1522429" y="533944"/>
                </a:lnTo>
                <a:lnTo>
                  <a:pt x="1518350" y="537123"/>
                </a:lnTo>
                <a:lnTo>
                  <a:pt x="1513592" y="539620"/>
                </a:lnTo>
                <a:lnTo>
                  <a:pt x="1509059" y="541663"/>
                </a:lnTo>
                <a:lnTo>
                  <a:pt x="1503847" y="543253"/>
                </a:lnTo>
                <a:lnTo>
                  <a:pt x="1498635" y="544615"/>
                </a:lnTo>
                <a:lnTo>
                  <a:pt x="1493197" y="545069"/>
                </a:lnTo>
                <a:lnTo>
                  <a:pt x="1488211" y="545296"/>
                </a:lnTo>
                <a:lnTo>
                  <a:pt x="1482999" y="544842"/>
                </a:lnTo>
                <a:lnTo>
                  <a:pt x="1478014" y="543934"/>
                </a:lnTo>
                <a:lnTo>
                  <a:pt x="1473481" y="542799"/>
                </a:lnTo>
                <a:lnTo>
                  <a:pt x="1469629" y="541437"/>
                </a:lnTo>
                <a:lnTo>
                  <a:pt x="1466003" y="539847"/>
                </a:lnTo>
                <a:lnTo>
                  <a:pt x="1462604" y="537804"/>
                </a:lnTo>
                <a:lnTo>
                  <a:pt x="1459205" y="535761"/>
                </a:lnTo>
                <a:lnTo>
                  <a:pt x="1456032" y="533490"/>
                </a:lnTo>
                <a:lnTo>
                  <a:pt x="1453086" y="530766"/>
                </a:lnTo>
                <a:lnTo>
                  <a:pt x="1450367" y="528041"/>
                </a:lnTo>
                <a:lnTo>
                  <a:pt x="1447874" y="525090"/>
                </a:lnTo>
                <a:lnTo>
                  <a:pt x="1445382" y="522139"/>
                </a:lnTo>
                <a:lnTo>
                  <a:pt x="1443342" y="518733"/>
                </a:lnTo>
                <a:lnTo>
                  <a:pt x="1441529" y="515100"/>
                </a:lnTo>
                <a:lnTo>
                  <a:pt x="1439943" y="511468"/>
                </a:lnTo>
                <a:lnTo>
                  <a:pt x="1438583" y="507608"/>
                </a:lnTo>
                <a:lnTo>
                  <a:pt x="1437677" y="503749"/>
                </a:lnTo>
                <a:lnTo>
                  <a:pt x="1436770" y="499662"/>
                </a:lnTo>
                <a:lnTo>
                  <a:pt x="1436317" y="495348"/>
                </a:lnTo>
                <a:lnTo>
                  <a:pt x="1419775" y="256735"/>
                </a:lnTo>
                <a:lnTo>
                  <a:pt x="1404592" y="280119"/>
                </a:lnTo>
                <a:lnTo>
                  <a:pt x="1396434" y="292606"/>
                </a:lnTo>
                <a:lnTo>
                  <a:pt x="1387596" y="304866"/>
                </a:lnTo>
                <a:lnTo>
                  <a:pt x="1378531" y="317580"/>
                </a:lnTo>
                <a:lnTo>
                  <a:pt x="1369014" y="330748"/>
                </a:lnTo>
                <a:lnTo>
                  <a:pt x="1359270" y="343916"/>
                </a:lnTo>
                <a:lnTo>
                  <a:pt x="1348845" y="357311"/>
                </a:lnTo>
                <a:lnTo>
                  <a:pt x="1338421" y="370933"/>
                </a:lnTo>
                <a:lnTo>
                  <a:pt x="1327317" y="384782"/>
                </a:lnTo>
                <a:lnTo>
                  <a:pt x="1315760" y="398632"/>
                </a:lnTo>
                <a:lnTo>
                  <a:pt x="1303750" y="412935"/>
                </a:lnTo>
                <a:lnTo>
                  <a:pt x="1291513" y="426784"/>
                </a:lnTo>
                <a:lnTo>
                  <a:pt x="1278823" y="441314"/>
                </a:lnTo>
                <a:lnTo>
                  <a:pt x="1265679" y="455390"/>
                </a:lnTo>
                <a:lnTo>
                  <a:pt x="1252082" y="469920"/>
                </a:lnTo>
                <a:lnTo>
                  <a:pt x="1233500" y="488991"/>
                </a:lnTo>
                <a:lnTo>
                  <a:pt x="1214465" y="507608"/>
                </a:lnTo>
                <a:lnTo>
                  <a:pt x="1195430" y="525998"/>
                </a:lnTo>
                <a:lnTo>
                  <a:pt x="1175715" y="543707"/>
                </a:lnTo>
                <a:lnTo>
                  <a:pt x="1156226" y="560961"/>
                </a:lnTo>
                <a:lnTo>
                  <a:pt x="1136058" y="577762"/>
                </a:lnTo>
                <a:lnTo>
                  <a:pt x="1115663" y="594336"/>
                </a:lnTo>
                <a:lnTo>
                  <a:pt x="1095041" y="610455"/>
                </a:lnTo>
                <a:lnTo>
                  <a:pt x="1074193" y="625893"/>
                </a:lnTo>
                <a:lnTo>
                  <a:pt x="1053118" y="641105"/>
                </a:lnTo>
                <a:lnTo>
                  <a:pt x="1031590" y="655408"/>
                </a:lnTo>
                <a:lnTo>
                  <a:pt x="1010062" y="669711"/>
                </a:lnTo>
                <a:lnTo>
                  <a:pt x="988081" y="683333"/>
                </a:lnTo>
                <a:lnTo>
                  <a:pt x="966099" y="696501"/>
                </a:lnTo>
                <a:lnTo>
                  <a:pt x="943891" y="709442"/>
                </a:lnTo>
                <a:lnTo>
                  <a:pt x="921004" y="721702"/>
                </a:lnTo>
                <a:lnTo>
                  <a:pt x="906954" y="729194"/>
                </a:lnTo>
                <a:lnTo>
                  <a:pt x="892451" y="736232"/>
                </a:lnTo>
                <a:lnTo>
                  <a:pt x="878174" y="743497"/>
                </a:lnTo>
                <a:lnTo>
                  <a:pt x="863671" y="750309"/>
                </a:lnTo>
                <a:lnTo>
                  <a:pt x="848941" y="756893"/>
                </a:lnTo>
                <a:lnTo>
                  <a:pt x="834212" y="763477"/>
                </a:lnTo>
                <a:lnTo>
                  <a:pt x="819482" y="769834"/>
                </a:lnTo>
                <a:lnTo>
                  <a:pt x="804526" y="775736"/>
                </a:lnTo>
                <a:lnTo>
                  <a:pt x="789569" y="781866"/>
                </a:lnTo>
                <a:lnTo>
                  <a:pt x="774613" y="787542"/>
                </a:lnTo>
                <a:lnTo>
                  <a:pt x="759430" y="793218"/>
                </a:lnTo>
                <a:lnTo>
                  <a:pt x="744247" y="798440"/>
                </a:lnTo>
                <a:lnTo>
                  <a:pt x="729064" y="803435"/>
                </a:lnTo>
                <a:lnTo>
                  <a:pt x="713655" y="808657"/>
                </a:lnTo>
                <a:lnTo>
                  <a:pt x="698472" y="813197"/>
                </a:lnTo>
                <a:lnTo>
                  <a:pt x="682609" y="817965"/>
                </a:lnTo>
                <a:lnTo>
                  <a:pt x="667199" y="822279"/>
                </a:lnTo>
                <a:lnTo>
                  <a:pt x="651563" y="826365"/>
                </a:lnTo>
                <a:lnTo>
                  <a:pt x="635701" y="830452"/>
                </a:lnTo>
                <a:lnTo>
                  <a:pt x="620064" y="834084"/>
                </a:lnTo>
                <a:lnTo>
                  <a:pt x="604202" y="837717"/>
                </a:lnTo>
                <a:lnTo>
                  <a:pt x="588112" y="841350"/>
                </a:lnTo>
                <a:lnTo>
                  <a:pt x="572249" y="844528"/>
                </a:lnTo>
                <a:lnTo>
                  <a:pt x="555933" y="847479"/>
                </a:lnTo>
                <a:lnTo>
                  <a:pt x="539618" y="850431"/>
                </a:lnTo>
                <a:lnTo>
                  <a:pt x="523528" y="852928"/>
                </a:lnTo>
                <a:lnTo>
                  <a:pt x="507212" y="855653"/>
                </a:lnTo>
                <a:lnTo>
                  <a:pt x="490896" y="857923"/>
                </a:lnTo>
                <a:lnTo>
                  <a:pt x="474353" y="859966"/>
                </a:lnTo>
                <a:lnTo>
                  <a:pt x="458037" y="861783"/>
                </a:lnTo>
                <a:lnTo>
                  <a:pt x="441268" y="863372"/>
                </a:lnTo>
                <a:lnTo>
                  <a:pt x="424726" y="864961"/>
                </a:lnTo>
                <a:lnTo>
                  <a:pt x="419287" y="865188"/>
                </a:lnTo>
                <a:lnTo>
                  <a:pt x="414075" y="864734"/>
                </a:lnTo>
                <a:lnTo>
                  <a:pt x="409089" y="863826"/>
                </a:lnTo>
                <a:lnTo>
                  <a:pt x="404104" y="862464"/>
                </a:lnTo>
                <a:lnTo>
                  <a:pt x="400252" y="861329"/>
                </a:lnTo>
                <a:lnTo>
                  <a:pt x="396626" y="859739"/>
                </a:lnTo>
                <a:lnTo>
                  <a:pt x="393227" y="857923"/>
                </a:lnTo>
                <a:lnTo>
                  <a:pt x="389827" y="855880"/>
                </a:lnTo>
                <a:lnTo>
                  <a:pt x="386882" y="853609"/>
                </a:lnTo>
                <a:lnTo>
                  <a:pt x="383936" y="850885"/>
                </a:lnTo>
                <a:lnTo>
                  <a:pt x="381216" y="848161"/>
                </a:lnTo>
                <a:lnTo>
                  <a:pt x="378497" y="845209"/>
                </a:lnTo>
                <a:lnTo>
                  <a:pt x="376231" y="842258"/>
                </a:lnTo>
                <a:lnTo>
                  <a:pt x="374191" y="838852"/>
                </a:lnTo>
                <a:lnTo>
                  <a:pt x="372378" y="835447"/>
                </a:lnTo>
                <a:lnTo>
                  <a:pt x="370566" y="831814"/>
                </a:lnTo>
                <a:lnTo>
                  <a:pt x="369206" y="827955"/>
                </a:lnTo>
                <a:lnTo>
                  <a:pt x="368299" y="824095"/>
                </a:lnTo>
                <a:lnTo>
                  <a:pt x="367620" y="820008"/>
                </a:lnTo>
                <a:lnTo>
                  <a:pt x="366940" y="815922"/>
                </a:lnTo>
                <a:lnTo>
                  <a:pt x="366713" y="810473"/>
                </a:lnTo>
                <a:lnTo>
                  <a:pt x="367167" y="805024"/>
                </a:lnTo>
                <a:lnTo>
                  <a:pt x="368073" y="799802"/>
                </a:lnTo>
                <a:lnTo>
                  <a:pt x="369206" y="795034"/>
                </a:lnTo>
                <a:lnTo>
                  <a:pt x="371472" y="790040"/>
                </a:lnTo>
                <a:lnTo>
                  <a:pt x="373738" y="785272"/>
                </a:lnTo>
                <a:lnTo>
                  <a:pt x="376231" y="780958"/>
                </a:lnTo>
                <a:lnTo>
                  <a:pt x="379403" y="776872"/>
                </a:lnTo>
                <a:lnTo>
                  <a:pt x="383029" y="773239"/>
                </a:lnTo>
                <a:lnTo>
                  <a:pt x="386882" y="769607"/>
                </a:lnTo>
                <a:lnTo>
                  <a:pt x="390961" y="766882"/>
                </a:lnTo>
                <a:lnTo>
                  <a:pt x="395266" y="763931"/>
                </a:lnTo>
                <a:lnTo>
                  <a:pt x="400252" y="761887"/>
                </a:lnTo>
                <a:lnTo>
                  <a:pt x="405237" y="760071"/>
                </a:lnTo>
                <a:lnTo>
                  <a:pt x="410222" y="758709"/>
                </a:lnTo>
                <a:lnTo>
                  <a:pt x="415661" y="758255"/>
                </a:lnTo>
                <a:lnTo>
                  <a:pt x="431071" y="756666"/>
                </a:lnTo>
                <a:lnTo>
                  <a:pt x="446027" y="755076"/>
                </a:lnTo>
                <a:lnTo>
                  <a:pt x="461210" y="753714"/>
                </a:lnTo>
                <a:lnTo>
                  <a:pt x="476166" y="751898"/>
                </a:lnTo>
                <a:lnTo>
                  <a:pt x="491123" y="749854"/>
                </a:lnTo>
                <a:lnTo>
                  <a:pt x="506079" y="747357"/>
                </a:lnTo>
                <a:lnTo>
                  <a:pt x="521035" y="745087"/>
                </a:lnTo>
                <a:lnTo>
                  <a:pt x="535765" y="742589"/>
                </a:lnTo>
                <a:lnTo>
                  <a:pt x="550495" y="739638"/>
                </a:lnTo>
                <a:lnTo>
                  <a:pt x="565224" y="736913"/>
                </a:lnTo>
                <a:lnTo>
                  <a:pt x="579728" y="733735"/>
                </a:lnTo>
                <a:lnTo>
                  <a:pt x="594231" y="730329"/>
                </a:lnTo>
                <a:lnTo>
                  <a:pt x="608734" y="726697"/>
                </a:lnTo>
                <a:lnTo>
                  <a:pt x="623010" y="723064"/>
                </a:lnTo>
                <a:lnTo>
                  <a:pt x="637287" y="719432"/>
                </a:lnTo>
                <a:lnTo>
                  <a:pt x="651563" y="715345"/>
                </a:lnTo>
                <a:lnTo>
                  <a:pt x="665613" y="711259"/>
                </a:lnTo>
                <a:lnTo>
                  <a:pt x="679890" y="706945"/>
                </a:lnTo>
                <a:lnTo>
                  <a:pt x="693713" y="702404"/>
                </a:lnTo>
                <a:lnTo>
                  <a:pt x="707763" y="697864"/>
                </a:lnTo>
                <a:lnTo>
                  <a:pt x="721586" y="692869"/>
                </a:lnTo>
                <a:lnTo>
                  <a:pt x="735183" y="687874"/>
                </a:lnTo>
                <a:lnTo>
                  <a:pt x="749233" y="682652"/>
                </a:lnTo>
                <a:lnTo>
                  <a:pt x="762603" y="677430"/>
                </a:lnTo>
                <a:lnTo>
                  <a:pt x="776199" y="671755"/>
                </a:lnTo>
                <a:lnTo>
                  <a:pt x="789569" y="666079"/>
                </a:lnTo>
                <a:lnTo>
                  <a:pt x="803166" y="660176"/>
                </a:lnTo>
                <a:lnTo>
                  <a:pt x="816536" y="654273"/>
                </a:lnTo>
                <a:lnTo>
                  <a:pt x="829679" y="648143"/>
                </a:lnTo>
                <a:lnTo>
                  <a:pt x="842823" y="641559"/>
                </a:lnTo>
                <a:lnTo>
                  <a:pt x="855966" y="634975"/>
                </a:lnTo>
                <a:lnTo>
                  <a:pt x="868883" y="628164"/>
                </a:lnTo>
                <a:lnTo>
                  <a:pt x="889505" y="617039"/>
                </a:lnTo>
                <a:lnTo>
                  <a:pt x="910126" y="605460"/>
                </a:lnTo>
                <a:lnTo>
                  <a:pt x="930068" y="593655"/>
                </a:lnTo>
                <a:lnTo>
                  <a:pt x="950237" y="580941"/>
                </a:lnTo>
                <a:lnTo>
                  <a:pt x="970178" y="568000"/>
                </a:lnTo>
                <a:lnTo>
                  <a:pt x="989667" y="554832"/>
                </a:lnTo>
                <a:lnTo>
                  <a:pt x="1008929" y="540982"/>
                </a:lnTo>
                <a:lnTo>
                  <a:pt x="1027964" y="526906"/>
                </a:lnTo>
                <a:lnTo>
                  <a:pt x="1046773" y="512149"/>
                </a:lnTo>
                <a:lnTo>
                  <a:pt x="1065355" y="497165"/>
                </a:lnTo>
                <a:lnTo>
                  <a:pt x="1083937" y="481726"/>
                </a:lnTo>
                <a:lnTo>
                  <a:pt x="1102066" y="466061"/>
                </a:lnTo>
                <a:lnTo>
                  <a:pt x="1119742" y="449714"/>
                </a:lnTo>
                <a:lnTo>
                  <a:pt x="1137644" y="433141"/>
                </a:lnTo>
                <a:lnTo>
                  <a:pt x="1154866" y="416113"/>
                </a:lnTo>
                <a:lnTo>
                  <a:pt x="1171862" y="398859"/>
                </a:lnTo>
                <a:lnTo>
                  <a:pt x="1184779" y="385236"/>
                </a:lnTo>
                <a:lnTo>
                  <a:pt x="1197469" y="371841"/>
                </a:lnTo>
                <a:lnTo>
                  <a:pt x="1209480" y="358219"/>
                </a:lnTo>
                <a:lnTo>
                  <a:pt x="1221037" y="344597"/>
                </a:lnTo>
                <a:lnTo>
                  <a:pt x="1232367" y="331429"/>
                </a:lnTo>
                <a:lnTo>
                  <a:pt x="1243245" y="318261"/>
                </a:lnTo>
                <a:lnTo>
                  <a:pt x="1253895" y="305093"/>
                </a:lnTo>
                <a:lnTo>
                  <a:pt x="1263866" y="292606"/>
                </a:lnTo>
                <a:lnTo>
                  <a:pt x="1273384" y="279665"/>
                </a:lnTo>
                <a:lnTo>
                  <a:pt x="1282675" y="267178"/>
                </a:lnTo>
                <a:lnTo>
                  <a:pt x="1291739" y="255145"/>
                </a:lnTo>
                <a:lnTo>
                  <a:pt x="1300124" y="242886"/>
                </a:lnTo>
                <a:lnTo>
                  <a:pt x="1308282" y="231307"/>
                </a:lnTo>
                <a:lnTo>
                  <a:pt x="1316213" y="219728"/>
                </a:lnTo>
                <a:lnTo>
                  <a:pt x="1330263" y="197706"/>
                </a:lnTo>
                <a:lnTo>
                  <a:pt x="1107958" y="281027"/>
                </a:lnTo>
                <a:lnTo>
                  <a:pt x="1102746" y="282390"/>
                </a:lnTo>
                <a:lnTo>
                  <a:pt x="1097534" y="283525"/>
                </a:lnTo>
                <a:lnTo>
                  <a:pt x="1092322" y="283979"/>
                </a:lnTo>
                <a:lnTo>
                  <a:pt x="1087110" y="283979"/>
                </a:lnTo>
                <a:lnTo>
                  <a:pt x="1081898" y="283752"/>
                </a:lnTo>
                <a:lnTo>
                  <a:pt x="1076686" y="282844"/>
                </a:lnTo>
                <a:lnTo>
                  <a:pt x="1071927" y="281255"/>
                </a:lnTo>
                <a:lnTo>
                  <a:pt x="1067168" y="279438"/>
                </a:lnTo>
                <a:lnTo>
                  <a:pt x="1062636" y="277168"/>
                </a:lnTo>
                <a:lnTo>
                  <a:pt x="1058103" y="274216"/>
                </a:lnTo>
                <a:lnTo>
                  <a:pt x="1054251" y="270811"/>
                </a:lnTo>
                <a:lnTo>
                  <a:pt x="1050399" y="267178"/>
                </a:lnTo>
                <a:lnTo>
                  <a:pt x="1047226" y="263319"/>
                </a:lnTo>
                <a:lnTo>
                  <a:pt x="1044054" y="259005"/>
                </a:lnTo>
                <a:lnTo>
                  <a:pt x="1041561" y="254237"/>
                </a:lnTo>
                <a:lnTo>
                  <a:pt x="1039295" y="249470"/>
                </a:lnTo>
                <a:lnTo>
                  <a:pt x="1037482" y="244021"/>
                </a:lnTo>
                <a:lnTo>
                  <a:pt x="1036575" y="238799"/>
                </a:lnTo>
                <a:lnTo>
                  <a:pt x="1036122" y="233350"/>
                </a:lnTo>
                <a:lnTo>
                  <a:pt x="1036122" y="228355"/>
                </a:lnTo>
                <a:lnTo>
                  <a:pt x="1036349" y="223134"/>
                </a:lnTo>
                <a:lnTo>
                  <a:pt x="1037255" y="218139"/>
                </a:lnTo>
                <a:lnTo>
                  <a:pt x="1038841" y="213144"/>
                </a:lnTo>
                <a:lnTo>
                  <a:pt x="1040654" y="208376"/>
                </a:lnTo>
                <a:lnTo>
                  <a:pt x="1042920" y="203836"/>
                </a:lnTo>
                <a:lnTo>
                  <a:pt x="1045866" y="199295"/>
                </a:lnTo>
                <a:lnTo>
                  <a:pt x="1049266" y="195435"/>
                </a:lnTo>
                <a:lnTo>
                  <a:pt x="1052891" y="191576"/>
                </a:lnTo>
                <a:lnTo>
                  <a:pt x="1056744" y="188170"/>
                </a:lnTo>
                <a:lnTo>
                  <a:pt x="1061049" y="185219"/>
                </a:lnTo>
                <a:lnTo>
                  <a:pt x="1065582" y="182494"/>
                </a:lnTo>
                <a:lnTo>
                  <a:pt x="1070567" y="180451"/>
                </a:lnTo>
                <a:lnTo>
                  <a:pt x="1443569" y="41279"/>
                </a:lnTo>
                <a:lnTo>
                  <a:pt x="1446288" y="40370"/>
                </a:lnTo>
                <a:lnTo>
                  <a:pt x="1449461" y="39462"/>
                </a:lnTo>
                <a:lnTo>
                  <a:pt x="1452633" y="38781"/>
                </a:lnTo>
                <a:lnTo>
                  <a:pt x="1455579" y="38327"/>
                </a:lnTo>
                <a:lnTo>
                  <a:pt x="1458752" y="38100"/>
                </a:lnTo>
                <a:close/>
                <a:moveTo>
                  <a:pt x="102528" y="0"/>
                </a:moveTo>
                <a:lnTo>
                  <a:pt x="107971" y="454"/>
                </a:lnTo>
                <a:lnTo>
                  <a:pt x="113189" y="681"/>
                </a:lnTo>
                <a:lnTo>
                  <a:pt x="118406" y="1361"/>
                </a:lnTo>
                <a:lnTo>
                  <a:pt x="123169" y="2268"/>
                </a:lnTo>
                <a:lnTo>
                  <a:pt x="128386" y="3403"/>
                </a:lnTo>
                <a:lnTo>
                  <a:pt x="133376" y="4764"/>
                </a:lnTo>
                <a:lnTo>
                  <a:pt x="137913" y="6578"/>
                </a:lnTo>
                <a:lnTo>
                  <a:pt x="142450" y="8393"/>
                </a:lnTo>
                <a:lnTo>
                  <a:pt x="147213" y="10434"/>
                </a:lnTo>
                <a:lnTo>
                  <a:pt x="151523" y="12476"/>
                </a:lnTo>
                <a:lnTo>
                  <a:pt x="156059" y="14971"/>
                </a:lnTo>
                <a:lnTo>
                  <a:pt x="160143" y="17693"/>
                </a:lnTo>
                <a:lnTo>
                  <a:pt x="164225" y="20642"/>
                </a:lnTo>
                <a:lnTo>
                  <a:pt x="168082" y="23590"/>
                </a:lnTo>
                <a:lnTo>
                  <a:pt x="171711" y="26993"/>
                </a:lnTo>
                <a:lnTo>
                  <a:pt x="175340" y="30169"/>
                </a:lnTo>
                <a:lnTo>
                  <a:pt x="178743" y="33798"/>
                </a:lnTo>
                <a:lnTo>
                  <a:pt x="181918" y="37427"/>
                </a:lnTo>
                <a:lnTo>
                  <a:pt x="185094" y="41510"/>
                </a:lnTo>
                <a:lnTo>
                  <a:pt x="188043" y="45593"/>
                </a:lnTo>
                <a:lnTo>
                  <a:pt x="190538" y="49676"/>
                </a:lnTo>
                <a:lnTo>
                  <a:pt x="193033" y="53986"/>
                </a:lnTo>
                <a:lnTo>
                  <a:pt x="195074" y="58296"/>
                </a:lnTo>
                <a:lnTo>
                  <a:pt x="197343" y="63059"/>
                </a:lnTo>
                <a:lnTo>
                  <a:pt x="199157" y="67596"/>
                </a:lnTo>
                <a:lnTo>
                  <a:pt x="200745" y="72359"/>
                </a:lnTo>
                <a:lnTo>
                  <a:pt x="202106" y="77122"/>
                </a:lnTo>
                <a:lnTo>
                  <a:pt x="203467" y="82340"/>
                </a:lnTo>
                <a:lnTo>
                  <a:pt x="204148" y="87330"/>
                </a:lnTo>
                <a:lnTo>
                  <a:pt x="205055" y="92320"/>
                </a:lnTo>
                <a:lnTo>
                  <a:pt x="205282" y="97537"/>
                </a:lnTo>
                <a:lnTo>
                  <a:pt x="205509" y="102981"/>
                </a:lnTo>
                <a:lnTo>
                  <a:pt x="205509" y="2092965"/>
                </a:lnTo>
                <a:lnTo>
                  <a:pt x="2195719" y="2092965"/>
                </a:lnTo>
                <a:lnTo>
                  <a:pt x="2201163" y="2093192"/>
                </a:lnTo>
                <a:lnTo>
                  <a:pt x="2206380" y="2093419"/>
                </a:lnTo>
                <a:lnTo>
                  <a:pt x="2211597" y="2094326"/>
                </a:lnTo>
                <a:lnTo>
                  <a:pt x="2216587" y="2095233"/>
                </a:lnTo>
                <a:lnTo>
                  <a:pt x="2221578" y="2096367"/>
                </a:lnTo>
                <a:lnTo>
                  <a:pt x="2226568" y="2097501"/>
                </a:lnTo>
                <a:lnTo>
                  <a:pt x="2231105" y="2099316"/>
                </a:lnTo>
                <a:lnTo>
                  <a:pt x="2235868" y="2101131"/>
                </a:lnTo>
                <a:lnTo>
                  <a:pt x="2240405" y="2103172"/>
                </a:lnTo>
                <a:lnTo>
                  <a:pt x="2244714" y="2105667"/>
                </a:lnTo>
                <a:lnTo>
                  <a:pt x="2249251" y="2107936"/>
                </a:lnTo>
                <a:lnTo>
                  <a:pt x="2253334" y="2110658"/>
                </a:lnTo>
                <a:lnTo>
                  <a:pt x="2257417" y="2113606"/>
                </a:lnTo>
                <a:lnTo>
                  <a:pt x="2261273" y="2116328"/>
                </a:lnTo>
                <a:lnTo>
                  <a:pt x="2264902" y="2119731"/>
                </a:lnTo>
                <a:lnTo>
                  <a:pt x="2268532" y="2123133"/>
                </a:lnTo>
                <a:lnTo>
                  <a:pt x="2271934" y="2126763"/>
                </a:lnTo>
                <a:lnTo>
                  <a:pt x="2275337" y="2130619"/>
                </a:lnTo>
                <a:lnTo>
                  <a:pt x="2278285" y="2134475"/>
                </a:lnTo>
                <a:lnTo>
                  <a:pt x="2281234" y="2138331"/>
                </a:lnTo>
                <a:lnTo>
                  <a:pt x="2283729" y="2142414"/>
                </a:lnTo>
                <a:lnTo>
                  <a:pt x="2286224" y="2146724"/>
                </a:lnTo>
                <a:lnTo>
                  <a:pt x="2288720" y="2151260"/>
                </a:lnTo>
                <a:lnTo>
                  <a:pt x="2290761" y="2155797"/>
                </a:lnTo>
                <a:lnTo>
                  <a:pt x="2292576" y="2160560"/>
                </a:lnTo>
                <a:lnTo>
                  <a:pt x="2294164" y="2165324"/>
                </a:lnTo>
                <a:lnTo>
                  <a:pt x="2295298" y="2170087"/>
                </a:lnTo>
                <a:lnTo>
                  <a:pt x="2296659" y="2175304"/>
                </a:lnTo>
                <a:lnTo>
                  <a:pt x="2297339" y="2180068"/>
                </a:lnTo>
                <a:lnTo>
                  <a:pt x="2298246" y="2185285"/>
                </a:lnTo>
                <a:lnTo>
                  <a:pt x="2298473" y="2190729"/>
                </a:lnTo>
                <a:lnTo>
                  <a:pt x="2298700" y="2195946"/>
                </a:lnTo>
                <a:lnTo>
                  <a:pt x="2298473" y="2201163"/>
                </a:lnTo>
                <a:lnTo>
                  <a:pt x="2298246" y="2206380"/>
                </a:lnTo>
                <a:lnTo>
                  <a:pt x="2297339" y="2211597"/>
                </a:lnTo>
                <a:lnTo>
                  <a:pt x="2296659" y="2216361"/>
                </a:lnTo>
                <a:lnTo>
                  <a:pt x="2295298" y="2221578"/>
                </a:lnTo>
                <a:lnTo>
                  <a:pt x="2294164" y="2226568"/>
                </a:lnTo>
                <a:lnTo>
                  <a:pt x="2292576" y="2231105"/>
                </a:lnTo>
                <a:lnTo>
                  <a:pt x="2290761" y="2235868"/>
                </a:lnTo>
                <a:lnTo>
                  <a:pt x="2288720" y="2240405"/>
                </a:lnTo>
                <a:lnTo>
                  <a:pt x="2286224" y="2244941"/>
                </a:lnTo>
                <a:lnTo>
                  <a:pt x="2283729" y="2249251"/>
                </a:lnTo>
                <a:lnTo>
                  <a:pt x="2281234" y="2253334"/>
                </a:lnTo>
                <a:lnTo>
                  <a:pt x="2278285" y="2257417"/>
                </a:lnTo>
                <a:lnTo>
                  <a:pt x="2275337" y="2261273"/>
                </a:lnTo>
                <a:lnTo>
                  <a:pt x="2271934" y="2264902"/>
                </a:lnTo>
                <a:lnTo>
                  <a:pt x="2268532" y="2268532"/>
                </a:lnTo>
                <a:lnTo>
                  <a:pt x="2264902" y="2271934"/>
                </a:lnTo>
                <a:lnTo>
                  <a:pt x="2261273" y="2275337"/>
                </a:lnTo>
                <a:lnTo>
                  <a:pt x="2257417" y="2278059"/>
                </a:lnTo>
                <a:lnTo>
                  <a:pt x="2253334" y="2281234"/>
                </a:lnTo>
                <a:lnTo>
                  <a:pt x="2249251" y="2283729"/>
                </a:lnTo>
                <a:lnTo>
                  <a:pt x="2244714" y="2286451"/>
                </a:lnTo>
                <a:lnTo>
                  <a:pt x="2240405" y="2288493"/>
                </a:lnTo>
                <a:lnTo>
                  <a:pt x="2235868" y="2290534"/>
                </a:lnTo>
                <a:lnTo>
                  <a:pt x="2231105" y="2292349"/>
                </a:lnTo>
                <a:lnTo>
                  <a:pt x="2226568" y="2294164"/>
                </a:lnTo>
                <a:lnTo>
                  <a:pt x="2221578" y="2295298"/>
                </a:lnTo>
                <a:lnTo>
                  <a:pt x="2216587" y="2296659"/>
                </a:lnTo>
                <a:lnTo>
                  <a:pt x="2211597" y="2297566"/>
                </a:lnTo>
                <a:lnTo>
                  <a:pt x="2206380" y="2298246"/>
                </a:lnTo>
                <a:lnTo>
                  <a:pt x="2201163" y="2298473"/>
                </a:lnTo>
                <a:lnTo>
                  <a:pt x="2195719" y="2298700"/>
                </a:lnTo>
                <a:lnTo>
                  <a:pt x="102528" y="2298700"/>
                </a:lnTo>
                <a:lnTo>
                  <a:pt x="97310" y="2298473"/>
                </a:lnTo>
                <a:lnTo>
                  <a:pt x="92093" y="2298246"/>
                </a:lnTo>
                <a:lnTo>
                  <a:pt x="86876" y="2297566"/>
                </a:lnTo>
                <a:lnTo>
                  <a:pt x="81886" y="2296659"/>
                </a:lnTo>
                <a:lnTo>
                  <a:pt x="77122" y="2295298"/>
                </a:lnTo>
                <a:lnTo>
                  <a:pt x="72132" y="2294164"/>
                </a:lnTo>
                <a:lnTo>
                  <a:pt x="67142" y="2292349"/>
                </a:lnTo>
                <a:lnTo>
                  <a:pt x="62605" y="2290534"/>
                </a:lnTo>
                <a:lnTo>
                  <a:pt x="57842" y="2288493"/>
                </a:lnTo>
                <a:lnTo>
                  <a:pt x="53532" y="2286451"/>
                </a:lnTo>
                <a:lnTo>
                  <a:pt x="49449" y="2283729"/>
                </a:lnTo>
                <a:lnTo>
                  <a:pt x="45139" y="2281234"/>
                </a:lnTo>
                <a:lnTo>
                  <a:pt x="41283" y="2278059"/>
                </a:lnTo>
                <a:lnTo>
                  <a:pt x="37200" y="2275337"/>
                </a:lnTo>
                <a:lnTo>
                  <a:pt x="33344" y="2271934"/>
                </a:lnTo>
                <a:lnTo>
                  <a:pt x="29715" y="2268532"/>
                </a:lnTo>
                <a:lnTo>
                  <a:pt x="26539" y="2264902"/>
                </a:lnTo>
                <a:lnTo>
                  <a:pt x="23364" y="2261273"/>
                </a:lnTo>
                <a:lnTo>
                  <a:pt x="20188" y="2257417"/>
                </a:lnTo>
                <a:lnTo>
                  <a:pt x="17466" y="2253334"/>
                </a:lnTo>
                <a:lnTo>
                  <a:pt x="14517" y="2249251"/>
                </a:lnTo>
                <a:lnTo>
                  <a:pt x="12249" y="2244941"/>
                </a:lnTo>
                <a:lnTo>
                  <a:pt x="9981" y="2240405"/>
                </a:lnTo>
                <a:lnTo>
                  <a:pt x="7939" y="2235868"/>
                </a:lnTo>
                <a:lnTo>
                  <a:pt x="6125" y="2231105"/>
                </a:lnTo>
                <a:lnTo>
                  <a:pt x="4537" y="2226568"/>
                </a:lnTo>
                <a:lnTo>
                  <a:pt x="2949" y="2221578"/>
                </a:lnTo>
                <a:lnTo>
                  <a:pt x="2042" y="2216361"/>
                </a:lnTo>
                <a:lnTo>
                  <a:pt x="907" y="2211597"/>
                </a:lnTo>
                <a:lnTo>
                  <a:pt x="454" y="2206380"/>
                </a:lnTo>
                <a:lnTo>
                  <a:pt x="0" y="2201163"/>
                </a:lnTo>
                <a:lnTo>
                  <a:pt x="0" y="2195946"/>
                </a:lnTo>
                <a:lnTo>
                  <a:pt x="0" y="102981"/>
                </a:lnTo>
                <a:lnTo>
                  <a:pt x="0" y="97537"/>
                </a:lnTo>
                <a:lnTo>
                  <a:pt x="454" y="92320"/>
                </a:lnTo>
                <a:lnTo>
                  <a:pt x="907" y="87330"/>
                </a:lnTo>
                <a:lnTo>
                  <a:pt x="2042" y="82340"/>
                </a:lnTo>
                <a:lnTo>
                  <a:pt x="2949" y="77122"/>
                </a:lnTo>
                <a:lnTo>
                  <a:pt x="4537" y="72359"/>
                </a:lnTo>
                <a:lnTo>
                  <a:pt x="6125" y="67596"/>
                </a:lnTo>
                <a:lnTo>
                  <a:pt x="7939" y="63059"/>
                </a:lnTo>
                <a:lnTo>
                  <a:pt x="9981" y="58296"/>
                </a:lnTo>
                <a:lnTo>
                  <a:pt x="12249" y="53986"/>
                </a:lnTo>
                <a:lnTo>
                  <a:pt x="14517" y="49676"/>
                </a:lnTo>
                <a:lnTo>
                  <a:pt x="17466" y="45593"/>
                </a:lnTo>
                <a:lnTo>
                  <a:pt x="20188" y="41510"/>
                </a:lnTo>
                <a:lnTo>
                  <a:pt x="23364" y="37427"/>
                </a:lnTo>
                <a:lnTo>
                  <a:pt x="26539" y="33798"/>
                </a:lnTo>
                <a:lnTo>
                  <a:pt x="29715" y="30169"/>
                </a:lnTo>
                <a:lnTo>
                  <a:pt x="33344" y="26993"/>
                </a:lnTo>
                <a:lnTo>
                  <a:pt x="37200" y="23590"/>
                </a:lnTo>
                <a:lnTo>
                  <a:pt x="41283" y="20642"/>
                </a:lnTo>
                <a:lnTo>
                  <a:pt x="45139" y="17693"/>
                </a:lnTo>
                <a:lnTo>
                  <a:pt x="49449" y="14971"/>
                </a:lnTo>
                <a:lnTo>
                  <a:pt x="53532" y="12476"/>
                </a:lnTo>
                <a:lnTo>
                  <a:pt x="57842" y="10434"/>
                </a:lnTo>
                <a:lnTo>
                  <a:pt x="62605" y="8393"/>
                </a:lnTo>
                <a:lnTo>
                  <a:pt x="67142" y="6578"/>
                </a:lnTo>
                <a:lnTo>
                  <a:pt x="72132" y="4764"/>
                </a:lnTo>
                <a:lnTo>
                  <a:pt x="77122" y="3403"/>
                </a:lnTo>
                <a:lnTo>
                  <a:pt x="81886" y="2268"/>
                </a:lnTo>
                <a:lnTo>
                  <a:pt x="86876" y="1361"/>
                </a:lnTo>
                <a:lnTo>
                  <a:pt x="92093" y="681"/>
                </a:lnTo>
                <a:lnTo>
                  <a:pt x="97310" y="454"/>
                </a:lnTo>
                <a:lnTo>
                  <a:pt x="10252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+mn-lt"/>
              <a:ea typeface="+mn-ea"/>
            </a:endParaRPr>
          </a:p>
        </p:txBody>
      </p:sp>
      <p:sp>
        <p:nvSpPr>
          <p:cNvPr id="24" name="MH_SubTitle_2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1532395" y="5268991"/>
            <a:ext cx="5108575" cy="5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级联缓冲</a:t>
            </a: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比较器</a:t>
            </a:r>
            <a:endParaRPr lang="zh-CN" altLang="en-US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5" name="MH_Text_2"/>
          <p:cNvSpPr txBox="1"/>
          <p:nvPr>
            <p:custDataLst>
              <p:tags r:id="rId14"/>
            </p:custDataLst>
          </p:nvPr>
        </p:nvSpPr>
        <p:spPr>
          <a:xfrm>
            <a:off x="1532396" y="5728649"/>
            <a:ext cx="7761729" cy="1371785"/>
          </a:xfrm>
          <a:prstGeom prst="rect">
            <a:avLst/>
          </a:prstGeom>
          <a:noFill/>
        </p:spPr>
        <p:txBody>
          <a:bodyPr lIns="0" tIns="0" rIns="0" bIns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若中断源多于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个，可用几个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级联。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主片的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CAS2~CAS0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输出，从片的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CAS2~CS0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输入，从片的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INT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接主片的</a:t>
            </a:r>
            <a:r>
              <a:rPr lang="en-US" altLang="zh-CN" sz="24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IRi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6" name="MH_Text_1"/>
          <p:cNvSpPr txBox="1"/>
          <p:nvPr>
            <p:custDataLst>
              <p:tags r:id="rId15"/>
            </p:custDataLst>
          </p:nvPr>
        </p:nvSpPr>
        <p:spPr>
          <a:xfrm>
            <a:off x="1513345" y="3693947"/>
            <a:ext cx="7378171" cy="1371785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实现对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的读写和端口译码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输入信号：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RD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WR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CS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A0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在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IBM-PC/XT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中只有一个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，地址为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20H-21H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在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386/486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等机器中有两个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，地址为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20H-21H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0A0H-0A1H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27" name="直接连接符 26"/>
          <p:cNvCxnSpPr/>
          <p:nvPr/>
        </p:nvCxnSpPr>
        <p:spPr>
          <a:xfrm>
            <a:off x="3242852" y="4099419"/>
            <a:ext cx="48883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3929829" y="4090866"/>
            <a:ext cx="48883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MH_SubTitle_2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1375542" y="1914412"/>
            <a:ext cx="5108575" cy="5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defPPr>
              <a:defRPr lang="en-US"/>
            </a:defPPr>
            <a:lvl1pPr>
              <a:defRPr sz="24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 marL="742950" indent="-285750"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/>
              <a:t>数据总线缓冲器</a:t>
            </a:r>
            <a:endParaRPr lang="zh-CN" altLang="en-US" dirty="0"/>
          </a:p>
        </p:txBody>
      </p:sp>
      <p:cxnSp>
        <p:nvCxnSpPr>
          <p:cNvPr id="33" name="直接连接符 32"/>
          <p:cNvCxnSpPr/>
          <p:nvPr/>
        </p:nvCxnSpPr>
        <p:spPr>
          <a:xfrm>
            <a:off x="4572000" y="4099419"/>
            <a:ext cx="48883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椭圆形标注 10"/>
          <p:cNvSpPr/>
          <p:nvPr/>
        </p:nvSpPr>
        <p:spPr>
          <a:xfrm>
            <a:off x="6146936" y="3328486"/>
            <a:ext cx="2134965" cy="720080"/>
          </a:xfrm>
          <a:prstGeom prst="wedgeEllipseCallout">
            <a:avLst>
              <a:gd name="adj1" fmla="val 22157"/>
              <a:gd name="adj2" fmla="val 97223"/>
            </a:avLst>
          </a:prstGeom>
          <a:solidFill>
            <a:srgbClr val="0099CC"/>
          </a:solidFill>
          <a:ln w="25400" cap="flat" cmpd="sng" algn="ctr">
            <a:solidFill>
              <a:srgbClr val="0099CC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solidFill>
                    <a:srgbClr val="FFFF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地址线如何接？</a:t>
            </a:r>
            <a:endParaRPr kumimoji="0" lang="zh-CN" altLang="en-US" sz="1800" b="0" i="0" u="none" strike="noStrike" kern="0" cap="none" spc="0" normalizeH="0" baseline="0" noProof="0" dirty="0">
              <a:ln>
                <a:solidFill>
                  <a:srgbClr val="FFFF00"/>
                </a:solidFill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/>
      <p:bldP spid="15" grpId="0" animBg="1"/>
      <p:bldP spid="16" grpId="0" animBg="1"/>
      <p:bldP spid="17" grpId="0"/>
      <p:bldP spid="18" grpId="0" animBg="1"/>
      <p:bldP spid="19" grpId="0" animBg="1"/>
      <p:bldP spid="21" grpId="0" animBg="1"/>
      <p:bldP spid="22" grpId="0" animBg="1"/>
      <p:bldP spid="23" grpId="0" animBg="1"/>
      <p:bldP spid="24" grpId="0"/>
      <p:bldP spid="25" grpId="0"/>
      <p:bldP spid="26" grpId="0"/>
      <p:bldP spid="3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9" name="ïšḻïdê"/>
          <p:cNvSpPr txBox="1"/>
          <p:nvPr/>
        </p:nvSpPr>
        <p:spPr bwMode="auto">
          <a:xfrm>
            <a:off x="-1" y="162085"/>
            <a:ext cx="828190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6.5 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可编程中断控制器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 </a:t>
            </a:r>
            <a:endParaRPr lang="zh-CN" altLang="en-US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63" name="right-arrowheads_44810"/>
          <p:cNvSpPr>
            <a:spLocks noChangeAspect="1"/>
          </p:cNvSpPr>
          <p:nvPr/>
        </p:nvSpPr>
        <p:spPr bwMode="auto">
          <a:xfrm>
            <a:off x="152015" y="929658"/>
            <a:ext cx="411251" cy="316320"/>
          </a:xfrm>
          <a:custGeom>
            <a:avLst/>
            <a:gdLst>
              <a:gd name="T0" fmla="*/ 59 w 415"/>
              <a:gd name="T1" fmla="*/ 406 h 406"/>
              <a:gd name="T2" fmla="*/ 25 w 415"/>
              <a:gd name="T3" fmla="*/ 394 h 406"/>
              <a:gd name="T4" fmla="*/ 19 w 415"/>
              <a:gd name="T5" fmla="*/ 318 h 406"/>
              <a:gd name="T6" fmla="*/ 114 w 415"/>
              <a:gd name="T7" fmla="*/ 206 h 406"/>
              <a:gd name="T8" fmla="*/ 19 w 415"/>
              <a:gd name="T9" fmla="*/ 94 h 406"/>
              <a:gd name="T10" fmla="*/ 25 w 415"/>
              <a:gd name="T11" fmla="*/ 19 h 406"/>
              <a:gd name="T12" fmla="*/ 100 w 415"/>
              <a:gd name="T13" fmla="*/ 25 h 406"/>
              <a:gd name="T14" fmla="*/ 225 w 415"/>
              <a:gd name="T15" fmla="*/ 172 h 406"/>
              <a:gd name="T16" fmla="*/ 225 w 415"/>
              <a:gd name="T17" fmla="*/ 241 h 406"/>
              <a:gd name="T18" fmla="*/ 100 w 415"/>
              <a:gd name="T19" fmla="*/ 388 h 406"/>
              <a:gd name="T20" fmla="*/ 59 w 415"/>
              <a:gd name="T21" fmla="*/ 406 h 406"/>
              <a:gd name="T22" fmla="*/ 273 w 415"/>
              <a:gd name="T23" fmla="*/ 388 h 406"/>
              <a:gd name="T24" fmla="*/ 398 w 415"/>
              <a:gd name="T25" fmla="*/ 241 h 406"/>
              <a:gd name="T26" fmla="*/ 398 w 415"/>
              <a:gd name="T27" fmla="*/ 172 h 406"/>
              <a:gd name="T28" fmla="*/ 273 w 415"/>
              <a:gd name="T29" fmla="*/ 25 h 406"/>
              <a:gd name="T30" fmla="*/ 198 w 415"/>
              <a:gd name="T31" fmla="*/ 19 h 406"/>
              <a:gd name="T32" fmla="*/ 192 w 415"/>
              <a:gd name="T33" fmla="*/ 94 h 406"/>
              <a:gd name="T34" fmla="*/ 287 w 415"/>
              <a:gd name="T35" fmla="*/ 206 h 406"/>
              <a:gd name="T36" fmla="*/ 192 w 415"/>
              <a:gd name="T37" fmla="*/ 318 h 406"/>
              <a:gd name="T38" fmla="*/ 198 w 415"/>
              <a:gd name="T39" fmla="*/ 394 h 406"/>
              <a:gd name="T40" fmla="*/ 232 w 415"/>
              <a:gd name="T41" fmla="*/ 406 h 406"/>
              <a:gd name="T42" fmla="*/ 273 w 415"/>
              <a:gd name="T43" fmla="*/ 388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5" h="406">
                <a:moveTo>
                  <a:pt x="59" y="406"/>
                </a:moveTo>
                <a:cubicBezTo>
                  <a:pt x="47" y="406"/>
                  <a:pt x="35" y="402"/>
                  <a:pt x="25" y="394"/>
                </a:cubicBezTo>
                <a:cubicBezTo>
                  <a:pt x="2" y="375"/>
                  <a:pt x="0" y="341"/>
                  <a:pt x="19" y="318"/>
                </a:cubicBezTo>
                <a:lnTo>
                  <a:pt x="114" y="206"/>
                </a:lnTo>
                <a:lnTo>
                  <a:pt x="19" y="94"/>
                </a:lnTo>
                <a:cubicBezTo>
                  <a:pt x="0" y="71"/>
                  <a:pt x="2" y="38"/>
                  <a:pt x="25" y="19"/>
                </a:cubicBezTo>
                <a:cubicBezTo>
                  <a:pt x="47" y="0"/>
                  <a:pt x="81" y="2"/>
                  <a:pt x="100" y="25"/>
                </a:cubicBezTo>
                <a:lnTo>
                  <a:pt x="225" y="172"/>
                </a:lnTo>
                <a:cubicBezTo>
                  <a:pt x="242" y="192"/>
                  <a:pt x="242" y="221"/>
                  <a:pt x="225" y="241"/>
                </a:cubicBezTo>
                <a:lnTo>
                  <a:pt x="100" y="388"/>
                </a:lnTo>
                <a:cubicBezTo>
                  <a:pt x="89" y="400"/>
                  <a:pt x="74" y="406"/>
                  <a:pt x="59" y="406"/>
                </a:cubicBezTo>
                <a:close/>
                <a:moveTo>
                  <a:pt x="273" y="388"/>
                </a:moveTo>
                <a:lnTo>
                  <a:pt x="398" y="241"/>
                </a:lnTo>
                <a:cubicBezTo>
                  <a:pt x="415" y="221"/>
                  <a:pt x="415" y="192"/>
                  <a:pt x="398" y="172"/>
                </a:cubicBezTo>
                <a:lnTo>
                  <a:pt x="273" y="25"/>
                </a:lnTo>
                <a:cubicBezTo>
                  <a:pt x="254" y="2"/>
                  <a:pt x="220" y="0"/>
                  <a:pt x="198" y="19"/>
                </a:cubicBezTo>
                <a:cubicBezTo>
                  <a:pt x="175" y="38"/>
                  <a:pt x="173" y="71"/>
                  <a:pt x="192" y="94"/>
                </a:cubicBezTo>
                <a:lnTo>
                  <a:pt x="287" y="206"/>
                </a:lnTo>
                <a:lnTo>
                  <a:pt x="192" y="318"/>
                </a:lnTo>
                <a:cubicBezTo>
                  <a:pt x="173" y="341"/>
                  <a:pt x="175" y="375"/>
                  <a:pt x="198" y="394"/>
                </a:cubicBezTo>
                <a:cubicBezTo>
                  <a:pt x="208" y="402"/>
                  <a:pt x="220" y="406"/>
                  <a:pt x="232" y="406"/>
                </a:cubicBezTo>
                <a:cubicBezTo>
                  <a:pt x="247" y="406"/>
                  <a:pt x="262" y="400"/>
                  <a:pt x="273" y="3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4" name="矩形 63"/>
          <p:cNvSpPr/>
          <p:nvPr/>
        </p:nvSpPr>
        <p:spPr>
          <a:xfrm>
            <a:off x="584781" y="858016"/>
            <a:ext cx="7429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8259A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的结构 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10011" y="1483619"/>
            <a:ext cx="7571890" cy="461665"/>
          </a:xfrm>
          <a:prstGeom prst="rect">
            <a:avLst/>
          </a:prstGeom>
          <a:noFill/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kern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400" b="1" kern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内部结构</a:t>
            </a:r>
            <a:endParaRPr lang="zh-CN" altLang="en-US" sz="2400" b="1" kern="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MH_Other_1"/>
          <p:cNvSpPr/>
          <p:nvPr>
            <p:custDataLst>
              <p:tags r:id="rId2"/>
            </p:custDataLst>
          </p:nvPr>
        </p:nvSpPr>
        <p:spPr>
          <a:xfrm>
            <a:off x="508459" y="2406706"/>
            <a:ext cx="704850" cy="8028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3" name="MH_Other_2"/>
          <p:cNvSpPr/>
          <p:nvPr>
            <p:custDataLst>
              <p:tags r:id="rId3"/>
            </p:custDataLst>
          </p:nvPr>
        </p:nvSpPr>
        <p:spPr>
          <a:xfrm>
            <a:off x="373521" y="2239238"/>
            <a:ext cx="974725" cy="1109994"/>
          </a:xfrm>
          <a:custGeom>
            <a:avLst/>
            <a:gdLst>
              <a:gd name="connsiteX0" fmla="*/ 743029 w 757237"/>
              <a:gd name="connsiteY0" fmla="*/ 463225 h 783577"/>
              <a:gd name="connsiteX1" fmla="*/ 757237 w 757237"/>
              <a:gd name="connsiteY1" fmla="*/ 463225 h 783577"/>
              <a:gd name="connsiteX2" fmla="*/ 757237 w 757237"/>
              <a:gd name="connsiteY2" fmla="*/ 783577 h 783577"/>
              <a:gd name="connsiteX3" fmla="*/ 450056 w 757237"/>
              <a:gd name="connsiteY3" fmla="*/ 783577 h 783577"/>
              <a:gd name="connsiteX4" fmla="*/ 450056 w 757237"/>
              <a:gd name="connsiteY4" fmla="*/ 768874 h 783577"/>
              <a:gd name="connsiteX5" fmla="*/ 743029 w 757237"/>
              <a:gd name="connsiteY5" fmla="*/ 768874 h 783577"/>
              <a:gd name="connsiteX6" fmla="*/ 0 w 757237"/>
              <a:gd name="connsiteY6" fmla="*/ 463225 h 783577"/>
              <a:gd name="connsiteX7" fmla="*/ 14207 w 757237"/>
              <a:gd name="connsiteY7" fmla="*/ 463225 h 783577"/>
              <a:gd name="connsiteX8" fmla="*/ 14207 w 757237"/>
              <a:gd name="connsiteY8" fmla="*/ 768874 h 783577"/>
              <a:gd name="connsiteX9" fmla="*/ 307181 w 757237"/>
              <a:gd name="connsiteY9" fmla="*/ 768874 h 783577"/>
              <a:gd name="connsiteX10" fmla="*/ 307181 w 757237"/>
              <a:gd name="connsiteY10" fmla="*/ 783577 h 783577"/>
              <a:gd name="connsiteX11" fmla="*/ 0 w 757237"/>
              <a:gd name="connsiteY11" fmla="*/ 783577 h 783577"/>
              <a:gd name="connsiteX12" fmla="*/ 450056 w 757237"/>
              <a:gd name="connsiteY12" fmla="*/ 0 h 783577"/>
              <a:gd name="connsiteX13" fmla="*/ 757237 w 757237"/>
              <a:gd name="connsiteY13" fmla="*/ 0 h 783577"/>
              <a:gd name="connsiteX14" fmla="*/ 757237 w 757237"/>
              <a:gd name="connsiteY14" fmla="*/ 320350 h 783577"/>
              <a:gd name="connsiteX15" fmla="*/ 743029 w 757237"/>
              <a:gd name="connsiteY15" fmla="*/ 320350 h 783577"/>
              <a:gd name="connsiteX16" fmla="*/ 743029 w 757237"/>
              <a:gd name="connsiteY16" fmla="*/ 14702 h 783577"/>
              <a:gd name="connsiteX17" fmla="*/ 450056 w 757237"/>
              <a:gd name="connsiteY17" fmla="*/ 14702 h 783577"/>
              <a:gd name="connsiteX18" fmla="*/ 0 w 757237"/>
              <a:gd name="connsiteY18" fmla="*/ 0 h 783577"/>
              <a:gd name="connsiteX19" fmla="*/ 307181 w 757237"/>
              <a:gd name="connsiteY19" fmla="*/ 0 h 783577"/>
              <a:gd name="connsiteX20" fmla="*/ 307181 w 757237"/>
              <a:gd name="connsiteY20" fmla="*/ 14702 h 783577"/>
              <a:gd name="connsiteX21" fmla="*/ 14207 w 757237"/>
              <a:gd name="connsiteY21" fmla="*/ 14702 h 783577"/>
              <a:gd name="connsiteX22" fmla="*/ 14207 w 757237"/>
              <a:gd name="connsiteY22" fmla="*/ 320350 h 783577"/>
              <a:gd name="connsiteX23" fmla="*/ 0 w 757237"/>
              <a:gd name="connsiteY23" fmla="*/ 320350 h 783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57237" h="783577">
                <a:moveTo>
                  <a:pt x="743029" y="463225"/>
                </a:moveTo>
                <a:lnTo>
                  <a:pt x="757237" y="463225"/>
                </a:lnTo>
                <a:lnTo>
                  <a:pt x="757237" y="783577"/>
                </a:lnTo>
                <a:lnTo>
                  <a:pt x="450056" y="783577"/>
                </a:lnTo>
                <a:lnTo>
                  <a:pt x="450056" y="768874"/>
                </a:lnTo>
                <a:lnTo>
                  <a:pt x="743029" y="768874"/>
                </a:lnTo>
                <a:close/>
                <a:moveTo>
                  <a:pt x="0" y="463225"/>
                </a:moveTo>
                <a:lnTo>
                  <a:pt x="14207" y="463225"/>
                </a:lnTo>
                <a:lnTo>
                  <a:pt x="14207" y="768874"/>
                </a:lnTo>
                <a:lnTo>
                  <a:pt x="307181" y="768874"/>
                </a:lnTo>
                <a:lnTo>
                  <a:pt x="307181" y="783577"/>
                </a:lnTo>
                <a:lnTo>
                  <a:pt x="0" y="783577"/>
                </a:lnTo>
                <a:close/>
                <a:moveTo>
                  <a:pt x="450056" y="0"/>
                </a:moveTo>
                <a:lnTo>
                  <a:pt x="757237" y="0"/>
                </a:lnTo>
                <a:lnTo>
                  <a:pt x="757237" y="320350"/>
                </a:lnTo>
                <a:lnTo>
                  <a:pt x="743029" y="320350"/>
                </a:lnTo>
                <a:lnTo>
                  <a:pt x="743029" y="14702"/>
                </a:lnTo>
                <a:lnTo>
                  <a:pt x="450056" y="14702"/>
                </a:lnTo>
                <a:close/>
                <a:moveTo>
                  <a:pt x="0" y="0"/>
                </a:moveTo>
                <a:lnTo>
                  <a:pt x="307181" y="0"/>
                </a:lnTo>
                <a:lnTo>
                  <a:pt x="307181" y="14702"/>
                </a:lnTo>
                <a:lnTo>
                  <a:pt x="14207" y="14702"/>
                </a:lnTo>
                <a:lnTo>
                  <a:pt x="14207" y="320350"/>
                </a:lnTo>
                <a:lnTo>
                  <a:pt x="0" y="3203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4" name="MH_Text_1"/>
          <p:cNvSpPr txBox="1"/>
          <p:nvPr>
            <p:custDataLst>
              <p:tags r:id="rId4"/>
            </p:custDataLst>
          </p:nvPr>
        </p:nvSpPr>
        <p:spPr>
          <a:xfrm>
            <a:off x="1532396" y="2515609"/>
            <a:ext cx="6669908" cy="86143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位寄存器，对应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IR7-IR0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，如某个外设有中断请求，则相应位置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，并通知控制逻辑</a:t>
            </a:r>
            <a:endParaRPr lang="en-US" altLang="zh-CN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如该中断被响应后，相应的请求位清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endParaRPr lang="en-US" altLang="zh-CN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允许多位同时被置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endParaRPr lang="en-US" altLang="zh-CN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MH_Other_3"/>
          <p:cNvSpPr/>
          <p:nvPr>
            <p:custDataLst>
              <p:tags r:id="rId5"/>
            </p:custDataLst>
          </p:nvPr>
        </p:nvSpPr>
        <p:spPr>
          <a:xfrm>
            <a:off x="508459" y="4092746"/>
            <a:ext cx="704850" cy="8028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6" name="MH_Other_4"/>
          <p:cNvSpPr/>
          <p:nvPr>
            <p:custDataLst>
              <p:tags r:id="rId6"/>
            </p:custDataLst>
          </p:nvPr>
        </p:nvSpPr>
        <p:spPr>
          <a:xfrm>
            <a:off x="373521" y="3925278"/>
            <a:ext cx="974725" cy="1109994"/>
          </a:xfrm>
          <a:custGeom>
            <a:avLst/>
            <a:gdLst>
              <a:gd name="connsiteX0" fmla="*/ 743029 w 757237"/>
              <a:gd name="connsiteY0" fmla="*/ 463225 h 783577"/>
              <a:gd name="connsiteX1" fmla="*/ 757237 w 757237"/>
              <a:gd name="connsiteY1" fmla="*/ 463225 h 783577"/>
              <a:gd name="connsiteX2" fmla="*/ 757237 w 757237"/>
              <a:gd name="connsiteY2" fmla="*/ 783577 h 783577"/>
              <a:gd name="connsiteX3" fmla="*/ 450056 w 757237"/>
              <a:gd name="connsiteY3" fmla="*/ 783577 h 783577"/>
              <a:gd name="connsiteX4" fmla="*/ 450056 w 757237"/>
              <a:gd name="connsiteY4" fmla="*/ 768874 h 783577"/>
              <a:gd name="connsiteX5" fmla="*/ 743029 w 757237"/>
              <a:gd name="connsiteY5" fmla="*/ 768874 h 783577"/>
              <a:gd name="connsiteX6" fmla="*/ 0 w 757237"/>
              <a:gd name="connsiteY6" fmla="*/ 463225 h 783577"/>
              <a:gd name="connsiteX7" fmla="*/ 14207 w 757237"/>
              <a:gd name="connsiteY7" fmla="*/ 463225 h 783577"/>
              <a:gd name="connsiteX8" fmla="*/ 14207 w 757237"/>
              <a:gd name="connsiteY8" fmla="*/ 768874 h 783577"/>
              <a:gd name="connsiteX9" fmla="*/ 307181 w 757237"/>
              <a:gd name="connsiteY9" fmla="*/ 768874 h 783577"/>
              <a:gd name="connsiteX10" fmla="*/ 307181 w 757237"/>
              <a:gd name="connsiteY10" fmla="*/ 783577 h 783577"/>
              <a:gd name="connsiteX11" fmla="*/ 0 w 757237"/>
              <a:gd name="connsiteY11" fmla="*/ 783577 h 783577"/>
              <a:gd name="connsiteX12" fmla="*/ 450056 w 757237"/>
              <a:gd name="connsiteY12" fmla="*/ 0 h 783577"/>
              <a:gd name="connsiteX13" fmla="*/ 757237 w 757237"/>
              <a:gd name="connsiteY13" fmla="*/ 0 h 783577"/>
              <a:gd name="connsiteX14" fmla="*/ 757237 w 757237"/>
              <a:gd name="connsiteY14" fmla="*/ 320350 h 783577"/>
              <a:gd name="connsiteX15" fmla="*/ 743029 w 757237"/>
              <a:gd name="connsiteY15" fmla="*/ 320350 h 783577"/>
              <a:gd name="connsiteX16" fmla="*/ 743029 w 757237"/>
              <a:gd name="connsiteY16" fmla="*/ 14702 h 783577"/>
              <a:gd name="connsiteX17" fmla="*/ 450056 w 757237"/>
              <a:gd name="connsiteY17" fmla="*/ 14702 h 783577"/>
              <a:gd name="connsiteX18" fmla="*/ 0 w 757237"/>
              <a:gd name="connsiteY18" fmla="*/ 0 h 783577"/>
              <a:gd name="connsiteX19" fmla="*/ 307181 w 757237"/>
              <a:gd name="connsiteY19" fmla="*/ 0 h 783577"/>
              <a:gd name="connsiteX20" fmla="*/ 307181 w 757237"/>
              <a:gd name="connsiteY20" fmla="*/ 14702 h 783577"/>
              <a:gd name="connsiteX21" fmla="*/ 14207 w 757237"/>
              <a:gd name="connsiteY21" fmla="*/ 14702 h 783577"/>
              <a:gd name="connsiteX22" fmla="*/ 14207 w 757237"/>
              <a:gd name="connsiteY22" fmla="*/ 320350 h 783577"/>
              <a:gd name="connsiteX23" fmla="*/ 0 w 757237"/>
              <a:gd name="connsiteY23" fmla="*/ 320350 h 783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57237" h="783577">
                <a:moveTo>
                  <a:pt x="743029" y="463225"/>
                </a:moveTo>
                <a:lnTo>
                  <a:pt x="757237" y="463225"/>
                </a:lnTo>
                <a:lnTo>
                  <a:pt x="757237" y="783577"/>
                </a:lnTo>
                <a:lnTo>
                  <a:pt x="450056" y="783577"/>
                </a:lnTo>
                <a:lnTo>
                  <a:pt x="450056" y="768874"/>
                </a:lnTo>
                <a:lnTo>
                  <a:pt x="743029" y="768874"/>
                </a:lnTo>
                <a:close/>
                <a:moveTo>
                  <a:pt x="0" y="463225"/>
                </a:moveTo>
                <a:lnTo>
                  <a:pt x="14207" y="463225"/>
                </a:lnTo>
                <a:lnTo>
                  <a:pt x="14207" y="768874"/>
                </a:lnTo>
                <a:lnTo>
                  <a:pt x="307181" y="768874"/>
                </a:lnTo>
                <a:lnTo>
                  <a:pt x="307181" y="783577"/>
                </a:lnTo>
                <a:lnTo>
                  <a:pt x="0" y="783577"/>
                </a:lnTo>
                <a:close/>
                <a:moveTo>
                  <a:pt x="450056" y="0"/>
                </a:moveTo>
                <a:lnTo>
                  <a:pt x="757237" y="0"/>
                </a:lnTo>
                <a:lnTo>
                  <a:pt x="757237" y="320350"/>
                </a:lnTo>
                <a:lnTo>
                  <a:pt x="743029" y="320350"/>
                </a:lnTo>
                <a:lnTo>
                  <a:pt x="743029" y="14702"/>
                </a:lnTo>
                <a:lnTo>
                  <a:pt x="450056" y="14702"/>
                </a:lnTo>
                <a:close/>
                <a:moveTo>
                  <a:pt x="0" y="0"/>
                </a:moveTo>
                <a:lnTo>
                  <a:pt x="307181" y="0"/>
                </a:lnTo>
                <a:lnTo>
                  <a:pt x="307181" y="14702"/>
                </a:lnTo>
                <a:lnTo>
                  <a:pt x="14207" y="14702"/>
                </a:lnTo>
                <a:lnTo>
                  <a:pt x="14207" y="320350"/>
                </a:lnTo>
                <a:lnTo>
                  <a:pt x="0" y="320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7" name="MH_SubTitle_2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513346" y="3596955"/>
            <a:ext cx="5108575" cy="5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defPPr>
              <a:defRPr lang="en-US"/>
            </a:defPPr>
            <a:lvl1pPr>
              <a:defRPr sz="24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 marL="742950" indent="-285750"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/>
              <a:t>中断屏蔽寄存器</a:t>
            </a:r>
            <a:r>
              <a:rPr lang="en-US" altLang="zh-CN" dirty="0"/>
              <a:t>IMR</a:t>
            </a:r>
            <a:endParaRPr lang="zh-CN" altLang="en-US" dirty="0"/>
          </a:p>
        </p:txBody>
      </p:sp>
      <p:sp>
        <p:nvSpPr>
          <p:cNvPr id="18" name="MH_Other_5"/>
          <p:cNvSpPr/>
          <p:nvPr>
            <p:custDataLst>
              <p:tags r:id="rId8"/>
            </p:custDataLst>
          </p:nvPr>
        </p:nvSpPr>
        <p:spPr bwMode="auto">
          <a:xfrm>
            <a:off x="656096" y="2609702"/>
            <a:ext cx="398463" cy="436318"/>
          </a:xfrm>
          <a:custGeom>
            <a:avLst/>
            <a:gdLst>
              <a:gd name="T0" fmla="*/ 984018 w 1589088"/>
              <a:gd name="T1" fmla="*/ 589506 h 1589088"/>
              <a:gd name="T2" fmla="*/ 955171 w 1589088"/>
              <a:gd name="T3" fmla="*/ 645802 h 1589088"/>
              <a:gd name="T4" fmla="*/ 898294 w 1589088"/>
              <a:gd name="T5" fmla="*/ 673272 h 1589088"/>
              <a:gd name="T6" fmla="*/ 881422 w 1589088"/>
              <a:gd name="T7" fmla="*/ 964824 h 1589088"/>
              <a:gd name="T8" fmla="*/ 873530 w 1589088"/>
              <a:gd name="T9" fmla="*/ 1040159 h 1589088"/>
              <a:gd name="T10" fmla="*/ 824817 w 1589088"/>
              <a:gd name="T11" fmla="*/ 1084490 h 1589088"/>
              <a:gd name="T12" fmla="*/ 756238 w 1589088"/>
              <a:gd name="T13" fmla="*/ 1088026 h 1589088"/>
              <a:gd name="T14" fmla="*/ 703444 w 1589088"/>
              <a:gd name="T15" fmla="*/ 1048590 h 1589088"/>
              <a:gd name="T16" fmla="*/ 686571 w 1589088"/>
              <a:gd name="T17" fmla="*/ 985493 h 1589088"/>
              <a:gd name="T18" fmla="*/ 486007 w 1589088"/>
              <a:gd name="T19" fmla="*/ 893024 h 1589088"/>
              <a:gd name="T20" fmla="*/ 398106 w 1589088"/>
              <a:gd name="T21" fmla="*/ 820680 h 1589088"/>
              <a:gd name="T22" fmla="*/ 402189 w 1589088"/>
              <a:gd name="T23" fmla="*/ 755134 h 1589088"/>
              <a:gd name="T24" fmla="*/ 446547 w 1589088"/>
              <a:gd name="T25" fmla="*/ 706452 h 1589088"/>
              <a:gd name="T26" fmla="*/ 514037 w 1589088"/>
              <a:gd name="T27" fmla="*/ 696389 h 1589088"/>
              <a:gd name="T28" fmla="*/ 570641 w 1589088"/>
              <a:gd name="T29" fmla="*/ 730385 h 1589088"/>
              <a:gd name="T30" fmla="*/ 593501 w 1589088"/>
              <a:gd name="T31" fmla="*/ 794027 h 1589088"/>
              <a:gd name="T32" fmla="*/ 818558 w 1589088"/>
              <a:gd name="T33" fmla="*/ 648522 h 1589088"/>
              <a:gd name="T34" fmla="*/ 785901 w 1589088"/>
              <a:gd name="T35" fmla="*/ 575091 h 1589088"/>
              <a:gd name="T36" fmla="*/ 808761 w 1589088"/>
              <a:gd name="T37" fmla="*/ 511721 h 1589088"/>
              <a:gd name="T38" fmla="*/ 865365 w 1589088"/>
              <a:gd name="T39" fmla="*/ 477726 h 1589088"/>
              <a:gd name="T40" fmla="*/ 728574 w 1589088"/>
              <a:gd name="T41" fmla="*/ 144010 h 1589088"/>
              <a:gd name="T42" fmla="*/ 531280 w 1589088"/>
              <a:gd name="T43" fmla="*/ 182593 h 1589088"/>
              <a:gd name="T44" fmla="*/ 353281 w 1589088"/>
              <a:gd name="T45" fmla="*/ 288291 h 1589088"/>
              <a:gd name="T46" fmla="*/ 219577 w 1589088"/>
              <a:gd name="T47" fmla="*/ 451592 h 1589088"/>
              <a:gd name="T48" fmla="*/ 152454 w 1589088"/>
              <a:gd name="T49" fmla="*/ 642880 h 1589088"/>
              <a:gd name="T50" fmla="*/ 152454 w 1589088"/>
              <a:gd name="T51" fmla="*/ 843135 h 1589088"/>
              <a:gd name="T52" fmla="*/ 219577 w 1589088"/>
              <a:gd name="T53" fmla="*/ 1034422 h 1589088"/>
              <a:gd name="T54" fmla="*/ 353281 w 1589088"/>
              <a:gd name="T55" fmla="*/ 1197724 h 1589088"/>
              <a:gd name="T56" fmla="*/ 531280 w 1589088"/>
              <a:gd name="T57" fmla="*/ 1303421 h 1589088"/>
              <a:gd name="T58" fmla="*/ 728574 w 1589088"/>
              <a:gd name="T59" fmla="*/ 1341734 h 1589088"/>
              <a:gd name="T60" fmla="*/ 927227 w 1589088"/>
              <a:gd name="T61" fmla="*/ 1312931 h 1589088"/>
              <a:gd name="T62" fmla="*/ 1109302 w 1589088"/>
              <a:gd name="T63" fmla="*/ 1217015 h 1589088"/>
              <a:gd name="T64" fmla="*/ 1251431 w 1589088"/>
              <a:gd name="T65" fmla="*/ 1059964 h 1589088"/>
              <a:gd name="T66" fmla="*/ 1328065 w 1589088"/>
              <a:gd name="T67" fmla="*/ 871393 h 1589088"/>
              <a:gd name="T68" fmla="*/ 1337576 w 1589088"/>
              <a:gd name="T69" fmla="*/ 671410 h 1589088"/>
              <a:gd name="T70" fmla="*/ 1280237 w 1589088"/>
              <a:gd name="T71" fmla="*/ 477677 h 1589088"/>
              <a:gd name="T72" fmla="*/ 1155500 w 1589088"/>
              <a:gd name="T73" fmla="*/ 308670 h 1589088"/>
              <a:gd name="T74" fmla="*/ 981849 w 1589088"/>
              <a:gd name="T75" fmla="*/ 193462 h 1589088"/>
              <a:gd name="T76" fmla="*/ 785915 w 1589088"/>
              <a:gd name="T77" fmla="*/ 145640 h 1589088"/>
              <a:gd name="T78" fmla="*/ 902226 w 1589088"/>
              <a:gd name="T79" fmla="*/ 17390 h 1589088"/>
              <a:gd name="T80" fmla="*/ 1136207 w 1589088"/>
              <a:gd name="T81" fmla="*/ 112491 h 1589088"/>
              <a:gd name="T82" fmla="*/ 1320999 w 1589088"/>
              <a:gd name="T83" fmla="*/ 276063 h 1589088"/>
              <a:gd name="T84" fmla="*/ 1429702 w 1589088"/>
              <a:gd name="T85" fmla="*/ 459201 h 1589088"/>
              <a:gd name="T86" fmla="*/ 1481334 w 1589088"/>
              <a:gd name="T87" fmla="*/ 660270 h 1589088"/>
              <a:gd name="T88" fmla="*/ 1475356 w 1589088"/>
              <a:gd name="T89" fmla="*/ 866502 h 1589088"/>
              <a:gd name="T90" fmla="*/ 1412581 w 1589088"/>
              <a:gd name="T91" fmla="*/ 1064855 h 1589088"/>
              <a:gd name="T92" fmla="*/ 1892771 w 1589088"/>
              <a:gd name="T93" fmla="*/ 1636001 h 1589088"/>
              <a:gd name="T94" fmla="*/ 1896304 w 1589088"/>
              <a:gd name="T95" fmla="*/ 1759632 h 1589088"/>
              <a:gd name="T96" fmla="*/ 1783798 w 1589088"/>
              <a:gd name="T97" fmla="*/ 1885980 h 1589088"/>
              <a:gd name="T98" fmla="*/ 1662866 w 1589088"/>
              <a:gd name="T99" fmla="*/ 1900381 h 1589088"/>
              <a:gd name="T100" fmla="*/ 1104954 w 1589088"/>
              <a:gd name="T101" fmla="*/ 1391458 h 1589088"/>
              <a:gd name="T102" fmla="*/ 909835 w 1589088"/>
              <a:gd name="T103" fmla="*/ 1466451 h 1589088"/>
              <a:gd name="T104" fmla="*/ 704388 w 1589088"/>
              <a:gd name="T105" fmla="*/ 1484656 h 1589088"/>
              <a:gd name="T106" fmla="*/ 501116 w 1589088"/>
              <a:gd name="T107" fmla="*/ 1445528 h 1589088"/>
              <a:gd name="T108" fmla="*/ 313061 w 1589088"/>
              <a:gd name="T109" fmla="*/ 1349069 h 1589088"/>
              <a:gd name="T110" fmla="*/ 143758 w 1589088"/>
              <a:gd name="T111" fmla="*/ 1181965 h 1589088"/>
              <a:gd name="T112" fmla="*/ 30708 w 1589088"/>
              <a:gd name="T113" fmla="*/ 954538 h 1589088"/>
              <a:gd name="T114" fmla="*/ 815 w 1589088"/>
              <a:gd name="T115" fmla="*/ 707277 h 1589088"/>
              <a:gd name="T116" fmla="*/ 54351 w 1589088"/>
              <a:gd name="T117" fmla="*/ 463275 h 1589088"/>
              <a:gd name="T118" fmla="*/ 191315 w 1589088"/>
              <a:gd name="T119" fmla="*/ 245360 h 1589088"/>
              <a:gd name="T120" fmla="*/ 397577 w 1589088"/>
              <a:gd name="T121" fmla="*/ 85319 h 1589088"/>
              <a:gd name="T122" fmla="*/ 636177 w 1589088"/>
              <a:gd name="T123" fmla="*/ 7880 h 1589088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1589088" h="1589088">
                <a:moveTo>
                  <a:pt x="916859" y="288925"/>
                </a:moveTo>
                <a:lnTo>
                  <a:pt x="954088" y="332030"/>
                </a:lnTo>
                <a:lnTo>
                  <a:pt x="816067" y="450682"/>
                </a:lnTo>
                <a:lnTo>
                  <a:pt x="817430" y="454085"/>
                </a:lnTo>
                <a:lnTo>
                  <a:pt x="818338" y="457488"/>
                </a:lnTo>
                <a:lnTo>
                  <a:pt x="819246" y="461118"/>
                </a:lnTo>
                <a:lnTo>
                  <a:pt x="820381" y="464748"/>
                </a:lnTo>
                <a:lnTo>
                  <a:pt x="820835" y="468378"/>
                </a:lnTo>
                <a:lnTo>
                  <a:pt x="821289" y="472008"/>
                </a:lnTo>
                <a:lnTo>
                  <a:pt x="821743" y="475865"/>
                </a:lnTo>
                <a:lnTo>
                  <a:pt x="821743" y="479722"/>
                </a:lnTo>
                <a:lnTo>
                  <a:pt x="821743" y="483805"/>
                </a:lnTo>
                <a:lnTo>
                  <a:pt x="821289" y="487662"/>
                </a:lnTo>
                <a:lnTo>
                  <a:pt x="820835" y="491746"/>
                </a:lnTo>
                <a:lnTo>
                  <a:pt x="820154" y="495602"/>
                </a:lnTo>
                <a:lnTo>
                  <a:pt x="819246" y="499459"/>
                </a:lnTo>
                <a:lnTo>
                  <a:pt x="818338" y="503089"/>
                </a:lnTo>
                <a:lnTo>
                  <a:pt x="816976" y="506946"/>
                </a:lnTo>
                <a:lnTo>
                  <a:pt x="815840" y="510349"/>
                </a:lnTo>
                <a:lnTo>
                  <a:pt x="814251" y="513979"/>
                </a:lnTo>
                <a:lnTo>
                  <a:pt x="812662" y="517382"/>
                </a:lnTo>
                <a:lnTo>
                  <a:pt x="810619" y="520785"/>
                </a:lnTo>
                <a:lnTo>
                  <a:pt x="808803" y="523961"/>
                </a:lnTo>
                <a:lnTo>
                  <a:pt x="806760" y="527137"/>
                </a:lnTo>
                <a:lnTo>
                  <a:pt x="804263" y="530313"/>
                </a:lnTo>
                <a:lnTo>
                  <a:pt x="801993" y="533036"/>
                </a:lnTo>
                <a:lnTo>
                  <a:pt x="799496" y="535985"/>
                </a:lnTo>
                <a:lnTo>
                  <a:pt x="796772" y="538707"/>
                </a:lnTo>
                <a:lnTo>
                  <a:pt x="794048" y="541203"/>
                </a:lnTo>
                <a:lnTo>
                  <a:pt x="791324" y="543698"/>
                </a:lnTo>
                <a:lnTo>
                  <a:pt x="788146" y="545967"/>
                </a:lnTo>
                <a:lnTo>
                  <a:pt x="785194" y="548009"/>
                </a:lnTo>
                <a:lnTo>
                  <a:pt x="781789" y="550051"/>
                </a:lnTo>
                <a:lnTo>
                  <a:pt x="778611" y="552093"/>
                </a:lnTo>
                <a:lnTo>
                  <a:pt x="775433" y="553908"/>
                </a:lnTo>
                <a:lnTo>
                  <a:pt x="771801" y="555496"/>
                </a:lnTo>
                <a:lnTo>
                  <a:pt x="768396" y="556857"/>
                </a:lnTo>
                <a:lnTo>
                  <a:pt x="764537" y="558218"/>
                </a:lnTo>
                <a:lnTo>
                  <a:pt x="760905" y="559352"/>
                </a:lnTo>
                <a:lnTo>
                  <a:pt x="757046" y="560260"/>
                </a:lnTo>
                <a:lnTo>
                  <a:pt x="753413" y="560940"/>
                </a:lnTo>
                <a:lnTo>
                  <a:pt x="749327" y="561621"/>
                </a:lnTo>
                <a:lnTo>
                  <a:pt x="745241" y="562075"/>
                </a:lnTo>
                <a:lnTo>
                  <a:pt x="692121" y="754005"/>
                </a:lnTo>
                <a:lnTo>
                  <a:pt x="697343" y="756728"/>
                </a:lnTo>
                <a:lnTo>
                  <a:pt x="702110" y="759904"/>
                </a:lnTo>
                <a:lnTo>
                  <a:pt x="706650" y="763080"/>
                </a:lnTo>
                <a:lnTo>
                  <a:pt x="710963" y="766937"/>
                </a:lnTo>
                <a:lnTo>
                  <a:pt x="715049" y="770794"/>
                </a:lnTo>
                <a:lnTo>
                  <a:pt x="718908" y="774877"/>
                </a:lnTo>
                <a:lnTo>
                  <a:pt x="722313" y="779188"/>
                </a:lnTo>
                <a:lnTo>
                  <a:pt x="725718" y="783952"/>
                </a:lnTo>
                <a:lnTo>
                  <a:pt x="728670" y="788943"/>
                </a:lnTo>
                <a:lnTo>
                  <a:pt x="731167" y="793934"/>
                </a:lnTo>
                <a:lnTo>
                  <a:pt x="733437" y="799379"/>
                </a:lnTo>
                <a:lnTo>
                  <a:pt x="735253" y="804824"/>
                </a:lnTo>
                <a:lnTo>
                  <a:pt x="736615" y="810496"/>
                </a:lnTo>
                <a:lnTo>
                  <a:pt x="737750" y="816167"/>
                </a:lnTo>
                <a:lnTo>
                  <a:pt x="738431" y="822066"/>
                </a:lnTo>
                <a:lnTo>
                  <a:pt x="738658" y="828191"/>
                </a:lnTo>
                <a:lnTo>
                  <a:pt x="738658" y="832729"/>
                </a:lnTo>
                <a:lnTo>
                  <a:pt x="738431" y="836812"/>
                </a:lnTo>
                <a:lnTo>
                  <a:pt x="737523" y="840896"/>
                </a:lnTo>
                <a:lnTo>
                  <a:pt x="736842" y="844980"/>
                </a:lnTo>
                <a:lnTo>
                  <a:pt x="735934" y="849063"/>
                </a:lnTo>
                <a:lnTo>
                  <a:pt x="734799" y="852920"/>
                </a:lnTo>
                <a:lnTo>
                  <a:pt x="733664" y="856777"/>
                </a:lnTo>
                <a:lnTo>
                  <a:pt x="732075" y="860407"/>
                </a:lnTo>
                <a:lnTo>
                  <a:pt x="730259" y="864263"/>
                </a:lnTo>
                <a:lnTo>
                  <a:pt x="728670" y="867666"/>
                </a:lnTo>
                <a:lnTo>
                  <a:pt x="726626" y="871296"/>
                </a:lnTo>
                <a:lnTo>
                  <a:pt x="724583" y="874699"/>
                </a:lnTo>
                <a:lnTo>
                  <a:pt x="722086" y="877876"/>
                </a:lnTo>
                <a:lnTo>
                  <a:pt x="719589" y="881052"/>
                </a:lnTo>
                <a:lnTo>
                  <a:pt x="717092" y="884228"/>
                </a:lnTo>
                <a:lnTo>
                  <a:pt x="714141" y="886950"/>
                </a:lnTo>
                <a:lnTo>
                  <a:pt x="711417" y="889673"/>
                </a:lnTo>
                <a:lnTo>
                  <a:pt x="708239" y="892395"/>
                </a:lnTo>
                <a:lnTo>
                  <a:pt x="705288" y="894891"/>
                </a:lnTo>
                <a:lnTo>
                  <a:pt x="702110" y="896933"/>
                </a:lnTo>
                <a:lnTo>
                  <a:pt x="698705" y="899428"/>
                </a:lnTo>
                <a:lnTo>
                  <a:pt x="695299" y="901243"/>
                </a:lnTo>
                <a:lnTo>
                  <a:pt x="691440" y="903058"/>
                </a:lnTo>
                <a:lnTo>
                  <a:pt x="688035" y="904646"/>
                </a:lnTo>
                <a:lnTo>
                  <a:pt x="684176" y="906234"/>
                </a:lnTo>
                <a:lnTo>
                  <a:pt x="680317" y="907595"/>
                </a:lnTo>
                <a:lnTo>
                  <a:pt x="676231" y="908730"/>
                </a:lnTo>
                <a:lnTo>
                  <a:pt x="672372" y="909637"/>
                </a:lnTo>
                <a:lnTo>
                  <a:pt x="668286" y="910318"/>
                </a:lnTo>
                <a:lnTo>
                  <a:pt x="664199" y="910771"/>
                </a:lnTo>
                <a:lnTo>
                  <a:pt x="659886" y="911225"/>
                </a:lnTo>
                <a:lnTo>
                  <a:pt x="655573" y="911225"/>
                </a:lnTo>
                <a:lnTo>
                  <a:pt x="651260" y="911225"/>
                </a:lnTo>
                <a:lnTo>
                  <a:pt x="646947" y="910771"/>
                </a:lnTo>
                <a:lnTo>
                  <a:pt x="643088" y="910318"/>
                </a:lnTo>
                <a:lnTo>
                  <a:pt x="638775" y="909637"/>
                </a:lnTo>
                <a:lnTo>
                  <a:pt x="634915" y="908730"/>
                </a:lnTo>
                <a:lnTo>
                  <a:pt x="630829" y="907595"/>
                </a:lnTo>
                <a:lnTo>
                  <a:pt x="627197" y="906234"/>
                </a:lnTo>
                <a:lnTo>
                  <a:pt x="623338" y="904646"/>
                </a:lnTo>
                <a:lnTo>
                  <a:pt x="619706" y="903058"/>
                </a:lnTo>
                <a:lnTo>
                  <a:pt x="616074" y="901243"/>
                </a:lnTo>
                <a:lnTo>
                  <a:pt x="612669" y="899428"/>
                </a:lnTo>
                <a:lnTo>
                  <a:pt x="609037" y="896933"/>
                </a:lnTo>
                <a:lnTo>
                  <a:pt x="605858" y="894891"/>
                </a:lnTo>
                <a:lnTo>
                  <a:pt x="602680" y="892395"/>
                </a:lnTo>
                <a:lnTo>
                  <a:pt x="599729" y="889673"/>
                </a:lnTo>
                <a:lnTo>
                  <a:pt x="596778" y="886950"/>
                </a:lnTo>
                <a:lnTo>
                  <a:pt x="594054" y="884228"/>
                </a:lnTo>
                <a:lnTo>
                  <a:pt x="591557" y="881052"/>
                </a:lnTo>
                <a:lnTo>
                  <a:pt x="588833" y="877876"/>
                </a:lnTo>
                <a:lnTo>
                  <a:pt x="586790" y="874699"/>
                </a:lnTo>
                <a:lnTo>
                  <a:pt x="584520" y="871296"/>
                </a:lnTo>
                <a:lnTo>
                  <a:pt x="582704" y="867666"/>
                </a:lnTo>
                <a:lnTo>
                  <a:pt x="580661" y="864263"/>
                </a:lnTo>
                <a:lnTo>
                  <a:pt x="579072" y="860407"/>
                </a:lnTo>
                <a:lnTo>
                  <a:pt x="577710" y="856777"/>
                </a:lnTo>
                <a:lnTo>
                  <a:pt x="576348" y="852920"/>
                </a:lnTo>
                <a:lnTo>
                  <a:pt x="575212" y="849063"/>
                </a:lnTo>
                <a:lnTo>
                  <a:pt x="574077" y="844980"/>
                </a:lnTo>
                <a:lnTo>
                  <a:pt x="573396" y="840896"/>
                </a:lnTo>
                <a:lnTo>
                  <a:pt x="572942" y="836812"/>
                </a:lnTo>
                <a:lnTo>
                  <a:pt x="572488" y="832729"/>
                </a:lnTo>
                <a:lnTo>
                  <a:pt x="572488" y="828191"/>
                </a:lnTo>
                <a:lnTo>
                  <a:pt x="572488" y="825242"/>
                </a:lnTo>
                <a:lnTo>
                  <a:pt x="572715" y="822066"/>
                </a:lnTo>
                <a:lnTo>
                  <a:pt x="573623" y="815940"/>
                </a:lnTo>
                <a:lnTo>
                  <a:pt x="574986" y="810042"/>
                </a:lnTo>
                <a:lnTo>
                  <a:pt x="576575" y="804370"/>
                </a:lnTo>
                <a:lnTo>
                  <a:pt x="454445" y="733134"/>
                </a:lnTo>
                <a:lnTo>
                  <a:pt x="449904" y="736083"/>
                </a:lnTo>
                <a:lnTo>
                  <a:pt x="444910" y="738352"/>
                </a:lnTo>
                <a:lnTo>
                  <a:pt x="439689" y="740166"/>
                </a:lnTo>
                <a:lnTo>
                  <a:pt x="434468" y="741981"/>
                </a:lnTo>
                <a:lnTo>
                  <a:pt x="429020" y="743569"/>
                </a:lnTo>
                <a:lnTo>
                  <a:pt x="423571" y="744477"/>
                </a:lnTo>
                <a:lnTo>
                  <a:pt x="417669" y="745158"/>
                </a:lnTo>
                <a:lnTo>
                  <a:pt x="412221" y="745384"/>
                </a:lnTo>
                <a:lnTo>
                  <a:pt x="408589" y="745158"/>
                </a:lnTo>
                <a:lnTo>
                  <a:pt x="405411" y="744931"/>
                </a:lnTo>
                <a:lnTo>
                  <a:pt x="398828" y="744023"/>
                </a:lnTo>
                <a:lnTo>
                  <a:pt x="305755" y="898294"/>
                </a:lnTo>
                <a:lnTo>
                  <a:pt x="257175" y="869255"/>
                </a:lnTo>
                <a:lnTo>
                  <a:pt x="349113" y="716118"/>
                </a:lnTo>
                <a:lnTo>
                  <a:pt x="347070" y="713396"/>
                </a:lnTo>
                <a:lnTo>
                  <a:pt x="344573" y="710220"/>
                </a:lnTo>
                <a:lnTo>
                  <a:pt x="342757" y="707497"/>
                </a:lnTo>
                <a:lnTo>
                  <a:pt x="340714" y="704321"/>
                </a:lnTo>
                <a:lnTo>
                  <a:pt x="339125" y="701145"/>
                </a:lnTo>
                <a:lnTo>
                  <a:pt x="337536" y="697969"/>
                </a:lnTo>
                <a:lnTo>
                  <a:pt x="335720" y="694793"/>
                </a:lnTo>
                <a:lnTo>
                  <a:pt x="334358" y="691390"/>
                </a:lnTo>
                <a:lnTo>
                  <a:pt x="333223" y="687987"/>
                </a:lnTo>
                <a:lnTo>
                  <a:pt x="332087" y="684584"/>
                </a:lnTo>
                <a:lnTo>
                  <a:pt x="331179" y="680954"/>
                </a:lnTo>
                <a:lnTo>
                  <a:pt x="330498" y="677324"/>
                </a:lnTo>
                <a:lnTo>
                  <a:pt x="329590" y="673467"/>
                </a:lnTo>
                <a:lnTo>
                  <a:pt x="329136" y="670064"/>
                </a:lnTo>
                <a:lnTo>
                  <a:pt x="328909" y="665981"/>
                </a:lnTo>
                <a:lnTo>
                  <a:pt x="328909" y="662351"/>
                </a:lnTo>
                <a:lnTo>
                  <a:pt x="328909" y="658040"/>
                </a:lnTo>
                <a:lnTo>
                  <a:pt x="329363" y="653730"/>
                </a:lnTo>
                <a:lnTo>
                  <a:pt x="330044" y="649646"/>
                </a:lnTo>
                <a:lnTo>
                  <a:pt x="330725" y="645335"/>
                </a:lnTo>
                <a:lnTo>
                  <a:pt x="331633" y="641479"/>
                </a:lnTo>
                <a:lnTo>
                  <a:pt x="332768" y="637395"/>
                </a:lnTo>
                <a:lnTo>
                  <a:pt x="333904" y="633765"/>
                </a:lnTo>
                <a:lnTo>
                  <a:pt x="335493" y="629908"/>
                </a:lnTo>
                <a:lnTo>
                  <a:pt x="337082" y="626279"/>
                </a:lnTo>
                <a:lnTo>
                  <a:pt x="339125" y="622649"/>
                </a:lnTo>
                <a:lnTo>
                  <a:pt x="340941" y="619246"/>
                </a:lnTo>
                <a:lnTo>
                  <a:pt x="342984" y="615843"/>
                </a:lnTo>
                <a:lnTo>
                  <a:pt x="345481" y="612666"/>
                </a:lnTo>
                <a:lnTo>
                  <a:pt x="347978" y="609263"/>
                </a:lnTo>
                <a:lnTo>
                  <a:pt x="350475" y="606314"/>
                </a:lnTo>
                <a:lnTo>
                  <a:pt x="353426" y="603592"/>
                </a:lnTo>
                <a:lnTo>
                  <a:pt x="356150" y="600642"/>
                </a:lnTo>
                <a:lnTo>
                  <a:pt x="359101" y="598147"/>
                </a:lnTo>
                <a:lnTo>
                  <a:pt x="362279" y="595878"/>
                </a:lnTo>
                <a:lnTo>
                  <a:pt x="365458" y="593383"/>
                </a:lnTo>
                <a:lnTo>
                  <a:pt x="369090" y="591341"/>
                </a:lnTo>
                <a:lnTo>
                  <a:pt x="372495" y="589299"/>
                </a:lnTo>
                <a:lnTo>
                  <a:pt x="376127" y="587484"/>
                </a:lnTo>
                <a:lnTo>
                  <a:pt x="379759" y="585669"/>
                </a:lnTo>
                <a:lnTo>
                  <a:pt x="383618" y="584308"/>
                </a:lnTo>
                <a:lnTo>
                  <a:pt x="387250" y="582947"/>
                </a:lnTo>
                <a:lnTo>
                  <a:pt x="391336" y="581812"/>
                </a:lnTo>
                <a:lnTo>
                  <a:pt x="395196" y="580905"/>
                </a:lnTo>
                <a:lnTo>
                  <a:pt x="399509" y="580224"/>
                </a:lnTo>
                <a:lnTo>
                  <a:pt x="403368" y="579544"/>
                </a:lnTo>
                <a:lnTo>
                  <a:pt x="407681" y="579317"/>
                </a:lnTo>
                <a:lnTo>
                  <a:pt x="412221" y="579090"/>
                </a:lnTo>
                <a:lnTo>
                  <a:pt x="416307" y="579317"/>
                </a:lnTo>
                <a:lnTo>
                  <a:pt x="420620" y="579544"/>
                </a:lnTo>
                <a:lnTo>
                  <a:pt x="424707" y="580224"/>
                </a:lnTo>
                <a:lnTo>
                  <a:pt x="428793" y="580905"/>
                </a:lnTo>
                <a:lnTo>
                  <a:pt x="432652" y="581812"/>
                </a:lnTo>
                <a:lnTo>
                  <a:pt x="436738" y="582947"/>
                </a:lnTo>
                <a:lnTo>
                  <a:pt x="440597" y="584308"/>
                </a:lnTo>
                <a:lnTo>
                  <a:pt x="444456" y="585669"/>
                </a:lnTo>
                <a:lnTo>
                  <a:pt x="447861" y="587484"/>
                </a:lnTo>
                <a:lnTo>
                  <a:pt x="451720" y="589299"/>
                </a:lnTo>
                <a:lnTo>
                  <a:pt x="454899" y="591341"/>
                </a:lnTo>
                <a:lnTo>
                  <a:pt x="458531" y="593383"/>
                </a:lnTo>
                <a:lnTo>
                  <a:pt x="461709" y="595878"/>
                </a:lnTo>
                <a:lnTo>
                  <a:pt x="464887" y="598147"/>
                </a:lnTo>
                <a:lnTo>
                  <a:pt x="467838" y="600642"/>
                </a:lnTo>
                <a:lnTo>
                  <a:pt x="470562" y="603592"/>
                </a:lnTo>
                <a:lnTo>
                  <a:pt x="473513" y="606314"/>
                </a:lnTo>
                <a:lnTo>
                  <a:pt x="476010" y="609263"/>
                </a:lnTo>
                <a:lnTo>
                  <a:pt x="478734" y="612666"/>
                </a:lnTo>
                <a:lnTo>
                  <a:pt x="481004" y="615843"/>
                </a:lnTo>
                <a:lnTo>
                  <a:pt x="483047" y="619246"/>
                </a:lnTo>
                <a:lnTo>
                  <a:pt x="484864" y="622649"/>
                </a:lnTo>
                <a:lnTo>
                  <a:pt x="486907" y="626279"/>
                </a:lnTo>
                <a:lnTo>
                  <a:pt x="488496" y="629908"/>
                </a:lnTo>
                <a:lnTo>
                  <a:pt x="490085" y="633765"/>
                </a:lnTo>
                <a:lnTo>
                  <a:pt x="491220" y="637395"/>
                </a:lnTo>
                <a:lnTo>
                  <a:pt x="492355" y="641479"/>
                </a:lnTo>
                <a:lnTo>
                  <a:pt x="493490" y="645335"/>
                </a:lnTo>
                <a:lnTo>
                  <a:pt x="494171" y="649646"/>
                </a:lnTo>
                <a:lnTo>
                  <a:pt x="494625" y="653730"/>
                </a:lnTo>
                <a:lnTo>
                  <a:pt x="495079" y="658040"/>
                </a:lnTo>
                <a:lnTo>
                  <a:pt x="495079" y="662351"/>
                </a:lnTo>
                <a:lnTo>
                  <a:pt x="495079" y="665527"/>
                </a:lnTo>
                <a:lnTo>
                  <a:pt x="494852" y="669157"/>
                </a:lnTo>
                <a:lnTo>
                  <a:pt x="494398" y="672333"/>
                </a:lnTo>
                <a:lnTo>
                  <a:pt x="493944" y="675509"/>
                </a:lnTo>
                <a:lnTo>
                  <a:pt x="492355" y="682088"/>
                </a:lnTo>
                <a:lnTo>
                  <a:pt x="490539" y="688214"/>
                </a:lnTo>
                <a:lnTo>
                  <a:pt x="610853" y="758543"/>
                </a:lnTo>
                <a:lnTo>
                  <a:pt x="616528" y="755140"/>
                </a:lnTo>
                <a:lnTo>
                  <a:pt x="622430" y="752417"/>
                </a:lnTo>
                <a:lnTo>
                  <a:pt x="628559" y="749922"/>
                </a:lnTo>
                <a:lnTo>
                  <a:pt x="634915" y="748107"/>
                </a:lnTo>
                <a:lnTo>
                  <a:pt x="690305" y="547101"/>
                </a:lnTo>
                <a:lnTo>
                  <a:pt x="686673" y="544152"/>
                </a:lnTo>
                <a:lnTo>
                  <a:pt x="682814" y="540976"/>
                </a:lnTo>
                <a:lnTo>
                  <a:pt x="679409" y="537800"/>
                </a:lnTo>
                <a:lnTo>
                  <a:pt x="676004" y="533943"/>
                </a:lnTo>
                <a:lnTo>
                  <a:pt x="673053" y="530540"/>
                </a:lnTo>
                <a:lnTo>
                  <a:pt x="670102" y="526456"/>
                </a:lnTo>
                <a:lnTo>
                  <a:pt x="667605" y="522373"/>
                </a:lnTo>
                <a:lnTo>
                  <a:pt x="665107" y="518062"/>
                </a:lnTo>
                <a:lnTo>
                  <a:pt x="662837" y="513979"/>
                </a:lnTo>
                <a:lnTo>
                  <a:pt x="661021" y="509214"/>
                </a:lnTo>
                <a:lnTo>
                  <a:pt x="659432" y="504450"/>
                </a:lnTo>
                <a:lnTo>
                  <a:pt x="658070" y="499913"/>
                </a:lnTo>
                <a:lnTo>
                  <a:pt x="657162" y="494922"/>
                </a:lnTo>
                <a:lnTo>
                  <a:pt x="656027" y="489931"/>
                </a:lnTo>
                <a:lnTo>
                  <a:pt x="655573" y="484940"/>
                </a:lnTo>
                <a:lnTo>
                  <a:pt x="655573" y="479722"/>
                </a:lnTo>
                <a:lnTo>
                  <a:pt x="655573" y="475411"/>
                </a:lnTo>
                <a:lnTo>
                  <a:pt x="655800" y="471327"/>
                </a:lnTo>
                <a:lnTo>
                  <a:pt x="656708" y="467017"/>
                </a:lnTo>
                <a:lnTo>
                  <a:pt x="657389" y="463160"/>
                </a:lnTo>
                <a:lnTo>
                  <a:pt x="658297" y="458850"/>
                </a:lnTo>
                <a:lnTo>
                  <a:pt x="659432" y="455220"/>
                </a:lnTo>
                <a:lnTo>
                  <a:pt x="660567" y="451136"/>
                </a:lnTo>
                <a:lnTo>
                  <a:pt x="661929" y="447506"/>
                </a:lnTo>
                <a:lnTo>
                  <a:pt x="663745" y="443649"/>
                </a:lnTo>
                <a:lnTo>
                  <a:pt x="665561" y="440246"/>
                </a:lnTo>
                <a:lnTo>
                  <a:pt x="667605" y="436617"/>
                </a:lnTo>
                <a:lnTo>
                  <a:pt x="669648" y="433440"/>
                </a:lnTo>
                <a:lnTo>
                  <a:pt x="672145" y="430037"/>
                </a:lnTo>
                <a:lnTo>
                  <a:pt x="674642" y="426861"/>
                </a:lnTo>
                <a:lnTo>
                  <a:pt x="677139" y="423912"/>
                </a:lnTo>
                <a:lnTo>
                  <a:pt x="679863" y="420963"/>
                </a:lnTo>
                <a:lnTo>
                  <a:pt x="682814" y="418240"/>
                </a:lnTo>
                <a:lnTo>
                  <a:pt x="685765" y="415518"/>
                </a:lnTo>
                <a:lnTo>
                  <a:pt x="688943" y="413249"/>
                </a:lnTo>
                <a:lnTo>
                  <a:pt x="692121" y="410980"/>
                </a:lnTo>
                <a:lnTo>
                  <a:pt x="695526" y="408712"/>
                </a:lnTo>
                <a:lnTo>
                  <a:pt x="698932" y="406670"/>
                </a:lnTo>
                <a:lnTo>
                  <a:pt x="702791" y="404855"/>
                </a:lnTo>
                <a:lnTo>
                  <a:pt x="706196" y="403267"/>
                </a:lnTo>
                <a:lnTo>
                  <a:pt x="710055" y="401679"/>
                </a:lnTo>
                <a:lnTo>
                  <a:pt x="713914" y="400318"/>
                </a:lnTo>
                <a:lnTo>
                  <a:pt x="718000" y="399410"/>
                </a:lnTo>
                <a:lnTo>
                  <a:pt x="721859" y="398503"/>
                </a:lnTo>
                <a:lnTo>
                  <a:pt x="725945" y="397595"/>
                </a:lnTo>
                <a:lnTo>
                  <a:pt x="730032" y="397141"/>
                </a:lnTo>
                <a:lnTo>
                  <a:pt x="734345" y="396915"/>
                </a:lnTo>
                <a:lnTo>
                  <a:pt x="738658" y="396688"/>
                </a:lnTo>
                <a:lnTo>
                  <a:pt x="744106" y="396915"/>
                </a:lnTo>
                <a:lnTo>
                  <a:pt x="749554" y="397595"/>
                </a:lnTo>
                <a:lnTo>
                  <a:pt x="754775" y="398276"/>
                </a:lnTo>
                <a:lnTo>
                  <a:pt x="759770" y="399637"/>
                </a:lnTo>
                <a:lnTo>
                  <a:pt x="764764" y="400998"/>
                </a:lnTo>
                <a:lnTo>
                  <a:pt x="769758" y="403040"/>
                </a:lnTo>
                <a:lnTo>
                  <a:pt x="774298" y="405082"/>
                </a:lnTo>
                <a:lnTo>
                  <a:pt x="778838" y="407577"/>
                </a:lnTo>
                <a:lnTo>
                  <a:pt x="916859" y="288925"/>
                </a:lnTo>
                <a:close/>
                <a:moveTo>
                  <a:pt x="607752" y="120128"/>
                </a:moveTo>
                <a:lnTo>
                  <a:pt x="595738" y="120581"/>
                </a:lnTo>
                <a:lnTo>
                  <a:pt x="583950" y="121488"/>
                </a:lnTo>
                <a:lnTo>
                  <a:pt x="571936" y="122621"/>
                </a:lnTo>
                <a:lnTo>
                  <a:pt x="559921" y="123755"/>
                </a:lnTo>
                <a:lnTo>
                  <a:pt x="548133" y="125341"/>
                </a:lnTo>
                <a:lnTo>
                  <a:pt x="536119" y="127154"/>
                </a:lnTo>
                <a:lnTo>
                  <a:pt x="524331" y="129421"/>
                </a:lnTo>
                <a:lnTo>
                  <a:pt x="512543" y="131688"/>
                </a:lnTo>
                <a:lnTo>
                  <a:pt x="500755" y="134407"/>
                </a:lnTo>
                <a:lnTo>
                  <a:pt x="489194" y="137581"/>
                </a:lnTo>
                <a:lnTo>
                  <a:pt x="477406" y="140754"/>
                </a:lnTo>
                <a:lnTo>
                  <a:pt x="466072" y="144380"/>
                </a:lnTo>
                <a:lnTo>
                  <a:pt x="454511" y="148234"/>
                </a:lnTo>
                <a:lnTo>
                  <a:pt x="443176" y="152313"/>
                </a:lnTo>
                <a:lnTo>
                  <a:pt x="431615" y="156620"/>
                </a:lnTo>
                <a:lnTo>
                  <a:pt x="420508" y="161380"/>
                </a:lnTo>
                <a:lnTo>
                  <a:pt x="409400" y="166593"/>
                </a:lnTo>
                <a:lnTo>
                  <a:pt x="398519" y="171579"/>
                </a:lnTo>
                <a:lnTo>
                  <a:pt x="387411" y="177246"/>
                </a:lnTo>
                <a:lnTo>
                  <a:pt x="376530" y="183139"/>
                </a:lnTo>
                <a:lnTo>
                  <a:pt x="365876" y="189485"/>
                </a:lnTo>
                <a:lnTo>
                  <a:pt x="355221" y="195831"/>
                </a:lnTo>
                <a:lnTo>
                  <a:pt x="344794" y="202631"/>
                </a:lnTo>
                <a:lnTo>
                  <a:pt x="334593" y="209431"/>
                </a:lnTo>
                <a:lnTo>
                  <a:pt x="324392" y="216684"/>
                </a:lnTo>
                <a:lnTo>
                  <a:pt x="314191" y="224163"/>
                </a:lnTo>
                <a:lnTo>
                  <a:pt x="304443" y="232323"/>
                </a:lnTo>
                <a:lnTo>
                  <a:pt x="294695" y="240483"/>
                </a:lnTo>
                <a:lnTo>
                  <a:pt x="284948" y="248869"/>
                </a:lnTo>
                <a:lnTo>
                  <a:pt x="275654" y="257482"/>
                </a:lnTo>
                <a:lnTo>
                  <a:pt x="266359" y="266548"/>
                </a:lnTo>
                <a:lnTo>
                  <a:pt x="257518" y="275614"/>
                </a:lnTo>
                <a:lnTo>
                  <a:pt x="248678" y="285134"/>
                </a:lnTo>
                <a:lnTo>
                  <a:pt x="240290" y="294654"/>
                </a:lnTo>
                <a:lnTo>
                  <a:pt x="232129" y="304400"/>
                </a:lnTo>
                <a:lnTo>
                  <a:pt x="224195" y="314373"/>
                </a:lnTo>
                <a:lnTo>
                  <a:pt x="216714" y="324346"/>
                </a:lnTo>
                <a:lnTo>
                  <a:pt x="209460" y="334545"/>
                </a:lnTo>
                <a:lnTo>
                  <a:pt x="202433" y="344971"/>
                </a:lnTo>
                <a:lnTo>
                  <a:pt x="195632" y="355397"/>
                </a:lnTo>
                <a:lnTo>
                  <a:pt x="189058" y="366050"/>
                </a:lnTo>
                <a:lnTo>
                  <a:pt x="183164" y="376703"/>
                </a:lnTo>
                <a:lnTo>
                  <a:pt x="177271" y="387583"/>
                </a:lnTo>
                <a:lnTo>
                  <a:pt x="171603" y="398462"/>
                </a:lnTo>
                <a:lnTo>
                  <a:pt x="166390" y="409342"/>
                </a:lnTo>
                <a:lnTo>
                  <a:pt x="161402" y="420448"/>
                </a:lnTo>
                <a:lnTo>
                  <a:pt x="156642" y="431554"/>
                </a:lnTo>
                <a:lnTo>
                  <a:pt x="152108" y="443114"/>
                </a:lnTo>
                <a:lnTo>
                  <a:pt x="148028" y="454673"/>
                </a:lnTo>
                <a:lnTo>
                  <a:pt x="144174" y="466006"/>
                </a:lnTo>
                <a:lnTo>
                  <a:pt x="140774" y="477565"/>
                </a:lnTo>
                <a:lnTo>
                  <a:pt x="137373" y="489125"/>
                </a:lnTo>
                <a:lnTo>
                  <a:pt x="134426" y="500911"/>
                </a:lnTo>
                <a:lnTo>
                  <a:pt x="131706" y="512470"/>
                </a:lnTo>
                <a:lnTo>
                  <a:pt x="129213" y="524256"/>
                </a:lnTo>
                <a:lnTo>
                  <a:pt x="127172" y="536269"/>
                </a:lnTo>
                <a:lnTo>
                  <a:pt x="125359" y="548055"/>
                </a:lnTo>
                <a:lnTo>
                  <a:pt x="123772" y="560068"/>
                </a:lnTo>
                <a:lnTo>
                  <a:pt x="122185" y="571854"/>
                </a:lnTo>
                <a:lnTo>
                  <a:pt x="121278" y="583867"/>
                </a:lnTo>
                <a:lnTo>
                  <a:pt x="120598" y="595880"/>
                </a:lnTo>
                <a:lnTo>
                  <a:pt x="120145" y="607666"/>
                </a:lnTo>
                <a:lnTo>
                  <a:pt x="120145" y="619905"/>
                </a:lnTo>
                <a:lnTo>
                  <a:pt x="120145" y="631918"/>
                </a:lnTo>
                <a:lnTo>
                  <a:pt x="120598" y="643704"/>
                </a:lnTo>
                <a:lnTo>
                  <a:pt x="121278" y="655717"/>
                </a:lnTo>
                <a:lnTo>
                  <a:pt x="122185" y="667503"/>
                </a:lnTo>
                <a:lnTo>
                  <a:pt x="123772" y="679516"/>
                </a:lnTo>
                <a:lnTo>
                  <a:pt x="125359" y="691529"/>
                </a:lnTo>
                <a:lnTo>
                  <a:pt x="127172" y="703315"/>
                </a:lnTo>
                <a:lnTo>
                  <a:pt x="129213" y="715328"/>
                </a:lnTo>
                <a:lnTo>
                  <a:pt x="131706" y="726887"/>
                </a:lnTo>
                <a:lnTo>
                  <a:pt x="134426" y="738673"/>
                </a:lnTo>
                <a:lnTo>
                  <a:pt x="137373" y="750460"/>
                </a:lnTo>
                <a:lnTo>
                  <a:pt x="140774" y="762019"/>
                </a:lnTo>
                <a:lnTo>
                  <a:pt x="144174" y="773579"/>
                </a:lnTo>
                <a:lnTo>
                  <a:pt x="148028" y="784911"/>
                </a:lnTo>
                <a:lnTo>
                  <a:pt x="152108" y="796471"/>
                </a:lnTo>
                <a:lnTo>
                  <a:pt x="156642" y="807804"/>
                </a:lnTo>
                <a:lnTo>
                  <a:pt x="161402" y="819136"/>
                </a:lnTo>
                <a:lnTo>
                  <a:pt x="166390" y="830016"/>
                </a:lnTo>
                <a:lnTo>
                  <a:pt x="171603" y="841122"/>
                </a:lnTo>
                <a:lnTo>
                  <a:pt x="177271" y="852002"/>
                </a:lnTo>
                <a:lnTo>
                  <a:pt x="183164" y="862881"/>
                </a:lnTo>
                <a:lnTo>
                  <a:pt x="189058" y="873534"/>
                </a:lnTo>
                <a:lnTo>
                  <a:pt x="195632" y="884187"/>
                </a:lnTo>
                <a:lnTo>
                  <a:pt x="202433" y="894613"/>
                </a:lnTo>
                <a:lnTo>
                  <a:pt x="209460" y="904813"/>
                </a:lnTo>
                <a:lnTo>
                  <a:pt x="216714" y="915239"/>
                </a:lnTo>
                <a:lnTo>
                  <a:pt x="224195" y="925212"/>
                </a:lnTo>
                <a:lnTo>
                  <a:pt x="232129" y="934958"/>
                </a:lnTo>
                <a:lnTo>
                  <a:pt x="240290" y="944931"/>
                </a:lnTo>
                <a:lnTo>
                  <a:pt x="248678" y="954450"/>
                </a:lnTo>
                <a:lnTo>
                  <a:pt x="257518" y="963743"/>
                </a:lnTo>
                <a:lnTo>
                  <a:pt x="266359" y="973036"/>
                </a:lnTo>
                <a:lnTo>
                  <a:pt x="275654" y="982102"/>
                </a:lnTo>
                <a:lnTo>
                  <a:pt x="284948" y="990715"/>
                </a:lnTo>
                <a:lnTo>
                  <a:pt x="294695" y="999102"/>
                </a:lnTo>
                <a:lnTo>
                  <a:pt x="304443" y="1007261"/>
                </a:lnTo>
                <a:lnTo>
                  <a:pt x="314191" y="1015194"/>
                </a:lnTo>
                <a:lnTo>
                  <a:pt x="324392" y="1022674"/>
                </a:lnTo>
                <a:lnTo>
                  <a:pt x="334593" y="1029927"/>
                </a:lnTo>
                <a:lnTo>
                  <a:pt x="344794" y="1036953"/>
                </a:lnTo>
                <a:lnTo>
                  <a:pt x="355221" y="1043753"/>
                </a:lnTo>
                <a:lnTo>
                  <a:pt x="365876" y="1050099"/>
                </a:lnTo>
                <a:lnTo>
                  <a:pt x="376530" y="1056446"/>
                </a:lnTo>
                <a:lnTo>
                  <a:pt x="387411" y="1062339"/>
                </a:lnTo>
                <a:lnTo>
                  <a:pt x="398292" y="1067779"/>
                </a:lnTo>
                <a:lnTo>
                  <a:pt x="409400" y="1072992"/>
                </a:lnTo>
                <a:lnTo>
                  <a:pt x="420508" y="1078205"/>
                </a:lnTo>
                <a:lnTo>
                  <a:pt x="431615" y="1082738"/>
                </a:lnTo>
                <a:lnTo>
                  <a:pt x="443176" y="1087271"/>
                </a:lnTo>
                <a:lnTo>
                  <a:pt x="454511" y="1091351"/>
                </a:lnTo>
                <a:lnTo>
                  <a:pt x="466072" y="1095204"/>
                </a:lnTo>
                <a:lnTo>
                  <a:pt x="477406" y="1098830"/>
                </a:lnTo>
                <a:lnTo>
                  <a:pt x="489194" y="1102004"/>
                </a:lnTo>
                <a:lnTo>
                  <a:pt x="500755" y="1104950"/>
                </a:lnTo>
                <a:lnTo>
                  <a:pt x="512543" y="1107897"/>
                </a:lnTo>
                <a:lnTo>
                  <a:pt x="524331" y="1110163"/>
                </a:lnTo>
                <a:lnTo>
                  <a:pt x="536119" y="1112203"/>
                </a:lnTo>
                <a:lnTo>
                  <a:pt x="548133" y="1114243"/>
                </a:lnTo>
                <a:lnTo>
                  <a:pt x="559921" y="1115830"/>
                </a:lnTo>
                <a:lnTo>
                  <a:pt x="571936" y="1116963"/>
                </a:lnTo>
                <a:lnTo>
                  <a:pt x="583950" y="1118096"/>
                </a:lnTo>
                <a:lnTo>
                  <a:pt x="595738" y="1118776"/>
                </a:lnTo>
                <a:lnTo>
                  <a:pt x="607752" y="1119230"/>
                </a:lnTo>
                <a:lnTo>
                  <a:pt x="619540" y="1119230"/>
                </a:lnTo>
                <a:lnTo>
                  <a:pt x="631782" y="1119230"/>
                </a:lnTo>
                <a:lnTo>
                  <a:pt x="643796" y="1118776"/>
                </a:lnTo>
                <a:lnTo>
                  <a:pt x="655584" y="1118096"/>
                </a:lnTo>
                <a:lnTo>
                  <a:pt x="667598" y="1116963"/>
                </a:lnTo>
                <a:lnTo>
                  <a:pt x="679613" y="1115830"/>
                </a:lnTo>
                <a:lnTo>
                  <a:pt x="691401" y="1114243"/>
                </a:lnTo>
                <a:lnTo>
                  <a:pt x="703415" y="1112203"/>
                </a:lnTo>
                <a:lnTo>
                  <a:pt x="715203" y="1110163"/>
                </a:lnTo>
                <a:lnTo>
                  <a:pt x="726991" y="1107897"/>
                </a:lnTo>
                <a:lnTo>
                  <a:pt x="738779" y="1104950"/>
                </a:lnTo>
                <a:lnTo>
                  <a:pt x="750340" y="1102004"/>
                </a:lnTo>
                <a:lnTo>
                  <a:pt x="762128" y="1098830"/>
                </a:lnTo>
                <a:lnTo>
                  <a:pt x="773462" y="1095204"/>
                </a:lnTo>
                <a:lnTo>
                  <a:pt x="785023" y="1091351"/>
                </a:lnTo>
                <a:lnTo>
                  <a:pt x="796358" y="1087271"/>
                </a:lnTo>
                <a:lnTo>
                  <a:pt x="807692" y="1082738"/>
                </a:lnTo>
                <a:lnTo>
                  <a:pt x="819026" y="1078205"/>
                </a:lnTo>
                <a:lnTo>
                  <a:pt x="830134" y="1072992"/>
                </a:lnTo>
                <a:lnTo>
                  <a:pt x="841015" y="1067779"/>
                </a:lnTo>
                <a:lnTo>
                  <a:pt x="852123" y="1062339"/>
                </a:lnTo>
                <a:lnTo>
                  <a:pt x="862777" y="1056446"/>
                </a:lnTo>
                <a:lnTo>
                  <a:pt x="873658" y="1050099"/>
                </a:lnTo>
                <a:lnTo>
                  <a:pt x="884086" y="1043753"/>
                </a:lnTo>
                <a:lnTo>
                  <a:pt x="894740" y="1036953"/>
                </a:lnTo>
                <a:lnTo>
                  <a:pt x="904941" y="1029927"/>
                </a:lnTo>
                <a:lnTo>
                  <a:pt x="915142" y="1022674"/>
                </a:lnTo>
                <a:lnTo>
                  <a:pt x="925343" y="1015194"/>
                </a:lnTo>
                <a:lnTo>
                  <a:pt x="935091" y="1007261"/>
                </a:lnTo>
                <a:lnTo>
                  <a:pt x="944839" y="999102"/>
                </a:lnTo>
                <a:lnTo>
                  <a:pt x="954586" y="990715"/>
                </a:lnTo>
                <a:lnTo>
                  <a:pt x="963880" y="982102"/>
                </a:lnTo>
                <a:lnTo>
                  <a:pt x="972948" y="973036"/>
                </a:lnTo>
                <a:lnTo>
                  <a:pt x="982016" y="963743"/>
                </a:lnTo>
                <a:lnTo>
                  <a:pt x="990856" y="954450"/>
                </a:lnTo>
                <a:lnTo>
                  <a:pt x="999244" y="944931"/>
                </a:lnTo>
                <a:lnTo>
                  <a:pt x="1007405" y="934958"/>
                </a:lnTo>
                <a:lnTo>
                  <a:pt x="1015339" y="925212"/>
                </a:lnTo>
                <a:lnTo>
                  <a:pt x="1022820" y="915239"/>
                </a:lnTo>
                <a:lnTo>
                  <a:pt x="1030074" y="904813"/>
                </a:lnTo>
                <a:lnTo>
                  <a:pt x="1037101" y="894613"/>
                </a:lnTo>
                <a:lnTo>
                  <a:pt x="1043902" y="884187"/>
                </a:lnTo>
                <a:lnTo>
                  <a:pt x="1050249" y="873534"/>
                </a:lnTo>
                <a:lnTo>
                  <a:pt x="1056370" y="862881"/>
                </a:lnTo>
                <a:lnTo>
                  <a:pt x="1062263" y="852002"/>
                </a:lnTo>
                <a:lnTo>
                  <a:pt x="1067931" y="841122"/>
                </a:lnTo>
                <a:lnTo>
                  <a:pt x="1073144" y="830016"/>
                </a:lnTo>
                <a:lnTo>
                  <a:pt x="1078132" y="819136"/>
                </a:lnTo>
                <a:lnTo>
                  <a:pt x="1082892" y="807804"/>
                </a:lnTo>
                <a:lnTo>
                  <a:pt x="1087426" y="796471"/>
                </a:lnTo>
                <a:lnTo>
                  <a:pt x="1091280" y="784911"/>
                </a:lnTo>
                <a:lnTo>
                  <a:pt x="1095360" y="773579"/>
                </a:lnTo>
                <a:lnTo>
                  <a:pt x="1098760" y="762019"/>
                </a:lnTo>
                <a:lnTo>
                  <a:pt x="1102161" y="750460"/>
                </a:lnTo>
                <a:lnTo>
                  <a:pt x="1105108" y="738673"/>
                </a:lnTo>
                <a:lnTo>
                  <a:pt x="1107828" y="726887"/>
                </a:lnTo>
                <a:lnTo>
                  <a:pt x="1110321" y="715328"/>
                </a:lnTo>
                <a:lnTo>
                  <a:pt x="1112362" y="703315"/>
                </a:lnTo>
                <a:lnTo>
                  <a:pt x="1114175" y="691529"/>
                </a:lnTo>
                <a:lnTo>
                  <a:pt x="1115762" y="679516"/>
                </a:lnTo>
                <a:lnTo>
                  <a:pt x="1117122" y="667503"/>
                </a:lnTo>
                <a:lnTo>
                  <a:pt x="1118256" y="655717"/>
                </a:lnTo>
                <a:lnTo>
                  <a:pt x="1118936" y="643704"/>
                </a:lnTo>
                <a:lnTo>
                  <a:pt x="1119389" y="631918"/>
                </a:lnTo>
                <a:lnTo>
                  <a:pt x="1119389" y="619905"/>
                </a:lnTo>
                <a:lnTo>
                  <a:pt x="1119389" y="607666"/>
                </a:lnTo>
                <a:lnTo>
                  <a:pt x="1118936" y="595880"/>
                </a:lnTo>
                <a:lnTo>
                  <a:pt x="1118256" y="583867"/>
                </a:lnTo>
                <a:lnTo>
                  <a:pt x="1117122" y="571854"/>
                </a:lnTo>
                <a:lnTo>
                  <a:pt x="1115762" y="560068"/>
                </a:lnTo>
                <a:lnTo>
                  <a:pt x="1114175" y="548055"/>
                </a:lnTo>
                <a:lnTo>
                  <a:pt x="1112362" y="536269"/>
                </a:lnTo>
                <a:lnTo>
                  <a:pt x="1110321" y="524256"/>
                </a:lnTo>
                <a:lnTo>
                  <a:pt x="1107828" y="512470"/>
                </a:lnTo>
                <a:lnTo>
                  <a:pt x="1105108" y="500911"/>
                </a:lnTo>
                <a:lnTo>
                  <a:pt x="1102161" y="489125"/>
                </a:lnTo>
                <a:lnTo>
                  <a:pt x="1098760" y="477565"/>
                </a:lnTo>
                <a:lnTo>
                  <a:pt x="1095360" y="466006"/>
                </a:lnTo>
                <a:lnTo>
                  <a:pt x="1091280" y="454673"/>
                </a:lnTo>
                <a:lnTo>
                  <a:pt x="1087426" y="443114"/>
                </a:lnTo>
                <a:lnTo>
                  <a:pt x="1082892" y="431554"/>
                </a:lnTo>
                <a:lnTo>
                  <a:pt x="1078132" y="420448"/>
                </a:lnTo>
                <a:lnTo>
                  <a:pt x="1073144" y="409342"/>
                </a:lnTo>
                <a:lnTo>
                  <a:pt x="1067931" y="398462"/>
                </a:lnTo>
                <a:lnTo>
                  <a:pt x="1062263" y="387583"/>
                </a:lnTo>
                <a:lnTo>
                  <a:pt x="1056370" y="376703"/>
                </a:lnTo>
                <a:lnTo>
                  <a:pt x="1050249" y="366050"/>
                </a:lnTo>
                <a:lnTo>
                  <a:pt x="1043902" y="355397"/>
                </a:lnTo>
                <a:lnTo>
                  <a:pt x="1037101" y="344971"/>
                </a:lnTo>
                <a:lnTo>
                  <a:pt x="1030074" y="334545"/>
                </a:lnTo>
                <a:lnTo>
                  <a:pt x="1022820" y="324346"/>
                </a:lnTo>
                <a:lnTo>
                  <a:pt x="1015339" y="314373"/>
                </a:lnTo>
                <a:lnTo>
                  <a:pt x="1007405" y="304400"/>
                </a:lnTo>
                <a:lnTo>
                  <a:pt x="999244" y="294654"/>
                </a:lnTo>
                <a:lnTo>
                  <a:pt x="990856" y="285134"/>
                </a:lnTo>
                <a:lnTo>
                  <a:pt x="982016" y="275614"/>
                </a:lnTo>
                <a:lnTo>
                  <a:pt x="972948" y="266548"/>
                </a:lnTo>
                <a:lnTo>
                  <a:pt x="963880" y="257482"/>
                </a:lnTo>
                <a:lnTo>
                  <a:pt x="954586" y="248869"/>
                </a:lnTo>
                <a:lnTo>
                  <a:pt x="944839" y="240483"/>
                </a:lnTo>
                <a:lnTo>
                  <a:pt x="935091" y="232323"/>
                </a:lnTo>
                <a:lnTo>
                  <a:pt x="925343" y="224163"/>
                </a:lnTo>
                <a:lnTo>
                  <a:pt x="915142" y="216684"/>
                </a:lnTo>
                <a:lnTo>
                  <a:pt x="904941" y="209431"/>
                </a:lnTo>
                <a:lnTo>
                  <a:pt x="894740" y="202631"/>
                </a:lnTo>
                <a:lnTo>
                  <a:pt x="884086" y="195831"/>
                </a:lnTo>
                <a:lnTo>
                  <a:pt x="873658" y="189485"/>
                </a:lnTo>
                <a:lnTo>
                  <a:pt x="862777" y="183139"/>
                </a:lnTo>
                <a:lnTo>
                  <a:pt x="852123" y="177246"/>
                </a:lnTo>
                <a:lnTo>
                  <a:pt x="841015" y="171579"/>
                </a:lnTo>
                <a:lnTo>
                  <a:pt x="830134" y="166593"/>
                </a:lnTo>
                <a:lnTo>
                  <a:pt x="819026" y="161380"/>
                </a:lnTo>
                <a:lnTo>
                  <a:pt x="807692" y="156620"/>
                </a:lnTo>
                <a:lnTo>
                  <a:pt x="796358" y="152313"/>
                </a:lnTo>
                <a:lnTo>
                  <a:pt x="785023" y="148234"/>
                </a:lnTo>
                <a:lnTo>
                  <a:pt x="773462" y="144380"/>
                </a:lnTo>
                <a:lnTo>
                  <a:pt x="762128" y="140754"/>
                </a:lnTo>
                <a:lnTo>
                  <a:pt x="750340" y="137581"/>
                </a:lnTo>
                <a:lnTo>
                  <a:pt x="738779" y="134407"/>
                </a:lnTo>
                <a:lnTo>
                  <a:pt x="726991" y="131688"/>
                </a:lnTo>
                <a:lnTo>
                  <a:pt x="715203" y="129421"/>
                </a:lnTo>
                <a:lnTo>
                  <a:pt x="703415" y="127154"/>
                </a:lnTo>
                <a:lnTo>
                  <a:pt x="691401" y="125341"/>
                </a:lnTo>
                <a:lnTo>
                  <a:pt x="679613" y="123755"/>
                </a:lnTo>
                <a:lnTo>
                  <a:pt x="667598" y="122621"/>
                </a:lnTo>
                <a:lnTo>
                  <a:pt x="655584" y="121488"/>
                </a:lnTo>
                <a:lnTo>
                  <a:pt x="643796" y="120581"/>
                </a:lnTo>
                <a:lnTo>
                  <a:pt x="631782" y="120128"/>
                </a:lnTo>
                <a:lnTo>
                  <a:pt x="619540" y="120128"/>
                </a:lnTo>
                <a:lnTo>
                  <a:pt x="607752" y="120128"/>
                </a:lnTo>
                <a:close/>
                <a:moveTo>
                  <a:pt x="619540" y="0"/>
                </a:moveTo>
                <a:lnTo>
                  <a:pt x="634502" y="227"/>
                </a:lnTo>
                <a:lnTo>
                  <a:pt x="649690" y="907"/>
                </a:lnTo>
                <a:lnTo>
                  <a:pt x="664198" y="1587"/>
                </a:lnTo>
                <a:lnTo>
                  <a:pt x="678933" y="3173"/>
                </a:lnTo>
                <a:lnTo>
                  <a:pt x="694121" y="4533"/>
                </a:lnTo>
                <a:lnTo>
                  <a:pt x="708629" y="6573"/>
                </a:lnTo>
                <a:lnTo>
                  <a:pt x="723364" y="8840"/>
                </a:lnTo>
                <a:lnTo>
                  <a:pt x="738098" y="11560"/>
                </a:lnTo>
                <a:lnTo>
                  <a:pt x="752607" y="14506"/>
                </a:lnTo>
                <a:lnTo>
                  <a:pt x="767115" y="17906"/>
                </a:lnTo>
                <a:lnTo>
                  <a:pt x="781623" y="21533"/>
                </a:lnTo>
                <a:lnTo>
                  <a:pt x="796131" y="25839"/>
                </a:lnTo>
                <a:lnTo>
                  <a:pt x="810412" y="30146"/>
                </a:lnTo>
                <a:lnTo>
                  <a:pt x="824694" y="34905"/>
                </a:lnTo>
                <a:lnTo>
                  <a:pt x="838975" y="40118"/>
                </a:lnTo>
                <a:lnTo>
                  <a:pt x="853030" y="45558"/>
                </a:lnTo>
                <a:lnTo>
                  <a:pt x="866858" y="51451"/>
                </a:lnTo>
                <a:lnTo>
                  <a:pt x="880686" y="57571"/>
                </a:lnTo>
                <a:lnTo>
                  <a:pt x="894514" y="64144"/>
                </a:lnTo>
                <a:lnTo>
                  <a:pt x="907888" y="71170"/>
                </a:lnTo>
                <a:lnTo>
                  <a:pt x="921263" y="78423"/>
                </a:lnTo>
                <a:lnTo>
                  <a:pt x="934638" y="85903"/>
                </a:lnTo>
                <a:lnTo>
                  <a:pt x="947786" y="93836"/>
                </a:lnTo>
                <a:lnTo>
                  <a:pt x="960934" y="102222"/>
                </a:lnTo>
                <a:lnTo>
                  <a:pt x="973401" y="110835"/>
                </a:lnTo>
                <a:lnTo>
                  <a:pt x="986096" y="119901"/>
                </a:lnTo>
                <a:lnTo>
                  <a:pt x="998791" y="129421"/>
                </a:lnTo>
                <a:lnTo>
                  <a:pt x="1010805" y="139167"/>
                </a:lnTo>
                <a:lnTo>
                  <a:pt x="1023046" y="149140"/>
                </a:lnTo>
                <a:lnTo>
                  <a:pt x="1034607" y="159793"/>
                </a:lnTo>
                <a:lnTo>
                  <a:pt x="1046395" y="170446"/>
                </a:lnTo>
                <a:lnTo>
                  <a:pt x="1057956" y="181779"/>
                </a:lnTo>
                <a:lnTo>
                  <a:pt x="1067251" y="191072"/>
                </a:lnTo>
                <a:lnTo>
                  <a:pt x="1076318" y="200591"/>
                </a:lnTo>
                <a:lnTo>
                  <a:pt x="1084932" y="210564"/>
                </a:lnTo>
                <a:lnTo>
                  <a:pt x="1093546" y="220310"/>
                </a:lnTo>
                <a:lnTo>
                  <a:pt x="1101934" y="230283"/>
                </a:lnTo>
                <a:lnTo>
                  <a:pt x="1110095" y="240709"/>
                </a:lnTo>
                <a:lnTo>
                  <a:pt x="1117802" y="250909"/>
                </a:lnTo>
                <a:lnTo>
                  <a:pt x="1125510" y="261108"/>
                </a:lnTo>
                <a:lnTo>
                  <a:pt x="1132764" y="271988"/>
                </a:lnTo>
                <a:lnTo>
                  <a:pt x="1139791" y="282414"/>
                </a:lnTo>
                <a:lnTo>
                  <a:pt x="1146592" y="293294"/>
                </a:lnTo>
                <a:lnTo>
                  <a:pt x="1153166" y="304173"/>
                </a:lnTo>
                <a:lnTo>
                  <a:pt x="1159513" y="315279"/>
                </a:lnTo>
                <a:lnTo>
                  <a:pt x="1165634" y="326159"/>
                </a:lnTo>
                <a:lnTo>
                  <a:pt x="1171527" y="337492"/>
                </a:lnTo>
                <a:lnTo>
                  <a:pt x="1177195" y="348598"/>
                </a:lnTo>
                <a:lnTo>
                  <a:pt x="1182408" y="360157"/>
                </a:lnTo>
                <a:lnTo>
                  <a:pt x="1187622" y="371490"/>
                </a:lnTo>
                <a:lnTo>
                  <a:pt x="1192610" y="383050"/>
                </a:lnTo>
                <a:lnTo>
                  <a:pt x="1197143" y="394609"/>
                </a:lnTo>
                <a:lnTo>
                  <a:pt x="1201677" y="406395"/>
                </a:lnTo>
                <a:lnTo>
                  <a:pt x="1205984" y="418181"/>
                </a:lnTo>
                <a:lnTo>
                  <a:pt x="1209611" y="429741"/>
                </a:lnTo>
                <a:lnTo>
                  <a:pt x="1213465" y="441754"/>
                </a:lnTo>
                <a:lnTo>
                  <a:pt x="1216865" y="453540"/>
                </a:lnTo>
                <a:lnTo>
                  <a:pt x="1219812" y="465552"/>
                </a:lnTo>
                <a:lnTo>
                  <a:pt x="1222986" y="477792"/>
                </a:lnTo>
                <a:lnTo>
                  <a:pt x="1225706" y="489578"/>
                </a:lnTo>
                <a:lnTo>
                  <a:pt x="1228200" y="501818"/>
                </a:lnTo>
                <a:lnTo>
                  <a:pt x="1230240" y="514057"/>
                </a:lnTo>
                <a:lnTo>
                  <a:pt x="1232280" y="526070"/>
                </a:lnTo>
                <a:lnTo>
                  <a:pt x="1233867" y="538536"/>
                </a:lnTo>
                <a:lnTo>
                  <a:pt x="1235680" y="550775"/>
                </a:lnTo>
                <a:lnTo>
                  <a:pt x="1236814" y="563015"/>
                </a:lnTo>
                <a:lnTo>
                  <a:pt x="1237720" y="575254"/>
                </a:lnTo>
                <a:lnTo>
                  <a:pt x="1238401" y="587720"/>
                </a:lnTo>
                <a:lnTo>
                  <a:pt x="1239081" y="599733"/>
                </a:lnTo>
                <a:lnTo>
                  <a:pt x="1239307" y="612199"/>
                </a:lnTo>
                <a:lnTo>
                  <a:pt x="1239307" y="624665"/>
                </a:lnTo>
                <a:lnTo>
                  <a:pt x="1239081" y="636678"/>
                </a:lnTo>
                <a:lnTo>
                  <a:pt x="1238627" y="649144"/>
                </a:lnTo>
                <a:lnTo>
                  <a:pt x="1237947" y="661610"/>
                </a:lnTo>
                <a:lnTo>
                  <a:pt x="1237040" y="673623"/>
                </a:lnTo>
                <a:lnTo>
                  <a:pt x="1235907" y="686089"/>
                </a:lnTo>
                <a:lnTo>
                  <a:pt x="1234320" y="698102"/>
                </a:lnTo>
                <a:lnTo>
                  <a:pt x="1232507" y="710341"/>
                </a:lnTo>
                <a:lnTo>
                  <a:pt x="1230693" y="722807"/>
                </a:lnTo>
                <a:lnTo>
                  <a:pt x="1228653" y="734820"/>
                </a:lnTo>
                <a:lnTo>
                  <a:pt x="1226159" y="746833"/>
                </a:lnTo>
                <a:lnTo>
                  <a:pt x="1223439" y="759073"/>
                </a:lnTo>
                <a:lnTo>
                  <a:pt x="1220719" y="771085"/>
                </a:lnTo>
                <a:lnTo>
                  <a:pt x="1217545" y="783098"/>
                </a:lnTo>
                <a:lnTo>
                  <a:pt x="1214145" y="795111"/>
                </a:lnTo>
                <a:lnTo>
                  <a:pt x="1210518" y="806897"/>
                </a:lnTo>
                <a:lnTo>
                  <a:pt x="1206664" y="818683"/>
                </a:lnTo>
                <a:lnTo>
                  <a:pt x="1202357" y="830469"/>
                </a:lnTo>
                <a:lnTo>
                  <a:pt x="1198277" y="842255"/>
                </a:lnTo>
                <a:lnTo>
                  <a:pt x="1193516" y="853588"/>
                </a:lnTo>
                <a:lnTo>
                  <a:pt x="1188529" y="865374"/>
                </a:lnTo>
                <a:lnTo>
                  <a:pt x="1183769" y="876934"/>
                </a:lnTo>
                <a:lnTo>
                  <a:pt x="1178328" y="888267"/>
                </a:lnTo>
                <a:lnTo>
                  <a:pt x="1172661" y="899599"/>
                </a:lnTo>
                <a:lnTo>
                  <a:pt x="1166767" y="910706"/>
                </a:lnTo>
                <a:lnTo>
                  <a:pt x="1160646" y="921812"/>
                </a:lnTo>
                <a:lnTo>
                  <a:pt x="1534229" y="1295115"/>
                </a:lnTo>
                <a:lnTo>
                  <a:pt x="1540350" y="1301461"/>
                </a:lnTo>
                <a:lnTo>
                  <a:pt x="1545790" y="1308034"/>
                </a:lnTo>
                <a:lnTo>
                  <a:pt x="1551231" y="1314607"/>
                </a:lnTo>
                <a:lnTo>
                  <a:pt x="1556445" y="1321407"/>
                </a:lnTo>
                <a:lnTo>
                  <a:pt x="1560752" y="1328433"/>
                </a:lnTo>
                <a:lnTo>
                  <a:pt x="1565286" y="1335460"/>
                </a:lnTo>
                <a:lnTo>
                  <a:pt x="1569366" y="1342713"/>
                </a:lnTo>
                <a:lnTo>
                  <a:pt x="1572766" y="1349966"/>
                </a:lnTo>
                <a:lnTo>
                  <a:pt x="1576167" y="1357219"/>
                </a:lnTo>
                <a:lnTo>
                  <a:pt x="1578887" y="1364698"/>
                </a:lnTo>
                <a:lnTo>
                  <a:pt x="1581381" y="1372178"/>
                </a:lnTo>
                <a:lnTo>
                  <a:pt x="1583648" y="1379658"/>
                </a:lnTo>
                <a:lnTo>
                  <a:pt x="1585461" y="1387137"/>
                </a:lnTo>
                <a:lnTo>
                  <a:pt x="1586821" y="1394617"/>
                </a:lnTo>
                <a:lnTo>
                  <a:pt x="1587955" y="1402323"/>
                </a:lnTo>
                <a:lnTo>
                  <a:pt x="1588635" y="1409803"/>
                </a:lnTo>
                <a:lnTo>
                  <a:pt x="1589088" y="1417283"/>
                </a:lnTo>
                <a:lnTo>
                  <a:pt x="1589088" y="1424762"/>
                </a:lnTo>
                <a:lnTo>
                  <a:pt x="1588861" y="1432242"/>
                </a:lnTo>
                <a:lnTo>
                  <a:pt x="1588181" y="1439495"/>
                </a:lnTo>
                <a:lnTo>
                  <a:pt x="1587274" y="1446748"/>
                </a:lnTo>
                <a:lnTo>
                  <a:pt x="1585914" y="1454001"/>
                </a:lnTo>
                <a:lnTo>
                  <a:pt x="1584101" y="1461027"/>
                </a:lnTo>
                <a:lnTo>
                  <a:pt x="1581834" y="1467827"/>
                </a:lnTo>
                <a:lnTo>
                  <a:pt x="1579340" y="1474627"/>
                </a:lnTo>
                <a:lnTo>
                  <a:pt x="1576620" y="1481200"/>
                </a:lnTo>
                <a:lnTo>
                  <a:pt x="1573220" y="1487773"/>
                </a:lnTo>
                <a:lnTo>
                  <a:pt x="1569593" y="1494119"/>
                </a:lnTo>
                <a:lnTo>
                  <a:pt x="1565512" y="1500239"/>
                </a:lnTo>
                <a:lnTo>
                  <a:pt x="1561432" y="1506132"/>
                </a:lnTo>
                <a:lnTo>
                  <a:pt x="1556445" y="1511572"/>
                </a:lnTo>
                <a:lnTo>
                  <a:pt x="1551231" y="1517011"/>
                </a:lnTo>
                <a:lnTo>
                  <a:pt x="1517228" y="1551237"/>
                </a:lnTo>
                <a:lnTo>
                  <a:pt x="1511787" y="1556223"/>
                </a:lnTo>
                <a:lnTo>
                  <a:pt x="1506120" y="1561209"/>
                </a:lnTo>
                <a:lnTo>
                  <a:pt x="1500226" y="1565516"/>
                </a:lnTo>
                <a:lnTo>
                  <a:pt x="1494106" y="1569369"/>
                </a:lnTo>
                <a:lnTo>
                  <a:pt x="1487985" y="1573222"/>
                </a:lnTo>
                <a:lnTo>
                  <a:pt x="1481411" y="1576395"/>
                </a:lnTo>
                <a:lnTo>
                  <a:pt x="1474837" y="1579342"/>
                </a:lnTo>
                <a:lnTo>
                  <a:pt x="1468036" y="1581835"/>
                </a:lnTo>
                <a:lnTo>
                  <a:pt x="1461009" y="1583875"/>
                </a:lnTo>
                <a:lnTo>
                  <a:pt x="1453982" y="1585688"/>
                </a:lnTo>
                <a:lnTo>
                  <a:pt x="1446728" y="1587275"/>
                </a:lnTo>
                <a:lnTo>
                  <a:pt x="1439474" y="1588182"/>
                </a:lnTo>
                <a:lnTo>
                  <a:pt x="1432219" y="1588862"/>
                </a:lnTo>
                <a:lnTo>
                  <a:pt x="1424739" y="1589088"/>
                </a:lnTo>
                <a:lnTo>
                  <a:pt x="1417258" y="1589088"/>
                </a:lnTo>
                <a:lnTo>
                  <a:pt x="1409777" y="1588862"/>
                </a:lnTo>
                <a:lnTo>
                  <a:pt x="1402296" y="1587955"/>
                </a:lnTo>
                <a:lnTo>
                  <a:pt x="1394589" y="1587048"/>
                </a:lnTo>
                <a:lnTo>
                  <a:pt x="1387108" y="1585235"/>
                </a:lnTo>
                <a:lnTo>
                  <a:pt x="1379628" y="1583422"/>
                </a:lnTo>
                <a:lnTo>
                  <a:pt x="1372147" y="1581382"/>
                </a:lnTo>
                <a:lnTo>
                  <a:pt x="1364666" y="1578662"/>
                </a:lnTo>
                <a:lnTo>
                  <a:pt x="1357186" y="1575942"/>
                </a:lnTo>
                <a:lnTo>
                  <a:pt x="1349931" y="1572769"/>
                </a:lnTo>
                <a:lnTo>
                  <a:pt x="1342677" y="1569142"/>
                </a:lnTo>
                <a:lnTo>
                  <a:pt x="1335423" y="1565289"/>
                </a:lnTo>
                <a:lnTo>
                  <a:pt x="1328396" y="1560756"/>
                </a:lnTo>
                <a:lnTo>
                  <a:pt x="1321369" y="1556223"/>
                </a:lnTo>
                <a:lnTo>
                  <a:pt x="1314568" y="1551237"/>
                </a:lnTo>
                <a:lnTo>
                  <a:pt x="1307994" y="1545797"/>
                </a:lnTo>
                <a:lnTo>
                  <a:pt x="1301420" y="1540130"/>
                </a:lnTo>
                <a:lnTo>
                  <a:pt x="1295299" y="1534011"/>
                </a:lnTo>
                <a:lnTo>
                  <a:pt x="921716" y="1160708"/>
                </a:lnTo>
                <a:lnTo>
                  <a:pt x="910835" y="1166827"/>
                </a:lnTo>
                <a:lnTo>
                  <a:pt x="899501" y="1172720"/>
                </a:lnTo>
                <a:lnTo>
                  <a:pt x="888166" y="1178160"/>
                </a:lnTo>
                <a:lnTo>
                  <a:pt x="876832" y="1183600"/>
                </a:lnTo>
                <a:lnTo>
                  <a:pt x="865498" y="1188586"/>
                </a:lnTo>
                <a:lnTo>
                  <a:pt x="853710" y="1193346"/>
                </a:lnTo>
                <a:lnTo>
                  <a:pt x="842375" y="1198106"/>
                </a:lnTo>
                <a:lnTo>
                  <a:pt x="830588" y="1202412"/>
                </a:lnTo>
                <a:lnTo>
                  <a:pt x="818573" y="1206492"/>
                </a:lnTo>
                <a:lnTo>
                  <a:pt x="807012" y="1210572"/>
                </a:lnTo>
                <a:lnTo>
                  <a:pt x="794997" y="1213972"/>
                </a:lnTo>
                <a:lnTo>
                  <a:pt x="783210" y="1217598"/>
                </a:lnTo>
                <a:lnTo>
                  <a:pt x="771195" y="1220545"/>
                </a:lnTo>
                <a:lnTo>
                  <a:pt x="758954" y="1223265"/>
                </a:lnTo>
                <a:lnTo>
                  <a:pt x="746939" y="1226211"/>
                </a:lnTo>
                <a:lnTo>
                  <a:pt x="734698" y="1228478"/>
                </a:lnTo>
                <a:lnTo>
                  <a:pt x="722457" y="1230518"/>
                </a:lnTo>
                <a:lnTo>
                  <a:pt x="710442" y="1232784"/>
                </a:lnTo>
                <a:lnTo>
                  <a:pt x="698201" y="1234371"/>
                </a:lnTo>
                <a:lnTo>
                  <a:pt x="685960" y="1235731"/>
                </a:lnTo>
                <a:lnTo>
                  <a:pt x="673719" y="1236864"/>
                </a:lnTo>
                <a:lnTo>
                  <a:pt x="661478" y="1237771"/>
                </a:lnTo>
                <a:lnTo>
                  <a:pt x="649010" y="1238451"/>
                </a:lnTo>
                <a:lnTo>
                  <a:pt x="636769" y="1239131"/>
                </a:lnTo>
                <a:lnTo>
                  <a:pt x="624527" y="1239357"/>
                </a:lnTo>
                <a:lnTo>
                  <a:pt x="612060" y="1239357"/>
                </a:lnTo>
                <a:lnTo>
                  <a:pt x="599818" y="1239131"/>
                </a:lnTo>
                <a:lnTo>
                  <a:pt x="587577" y="1238451"/>
                </a:lnTo>
                <a:lnTo>
                  <a:pt x="575109" y="1237544"/>
                </a:lnTo>
                <a:lnTo>
                  <a:pt x="562868" y="1236638"/>
                </a:lnTo>
                <a:lnTo>
                  <a:pt x="550627" y="1235504"/>
                </a:lnTo>
                <a:lnTo>
                  <a:pt x="538612" y="1233918"/>
                </a:lnTo>
                <a:lnTo>
                  <a:pt x="526145" y="1232331"/>
                </a:lnTo>
                <a:lnTo>
                  <a:pt x="513903" y="1230291"/>
                </a:lnTo>
                <a:lnTo>
                  <a:pt x="501889" y="1228025"/>
                </a:lnTo>
                <a:lnTo>
                  <a:pt x="489648" y="1225758"/>
                </a:lnTo>
                <a:lnTo>
                  <a:pt x="477633" y="1222811"/>
                </a:lnTo>
                <a:lnTo>
                  <a:pt x="465619" y="1219865"/>
                </a:lnTo>
                <a:lnTo>
                  <a:pt x="453604" y="1216918"/>
                </a:lnTo>
                <a:lnTo>
                  <a:pt x="441590" y="1213292"/>
                </a:lnTo>
                <a:lnTo>
                  <a:pt x="429802" y="1209665"/>
                </a:lnTo>
                <a:lnTo>
                  <a:pt x="418014" y="1205812"/>
                </a:lnTo>
                <a:lnTo>
                  <a:pt x="406453" y="1201506"/>
                </a:lnTo>
                <a:lnTo>
                  <a:pt x="394665" y="1197199"/>
                </a:lnTo>
                <a:lnTo>
                  <a:pt x="383104" y="1192440"/>
                </a:lnTo>
                <a:lnTo>
                  <a:pt x="371543" y="1187680"/>
                </a:lnTo>
                <a:lnTo>
                  <a:pt x="359982" y="1182467"/>
                </a:lnTo>
                <a:lnTo>
                  <a:pt x="348647" y="1177027"/>
                </a:lnTo>
                <a:lnTo>
                  <a:pt x="337313" y="1171360"/>
                </a:lnTo>
                <a:lnTo>
                  <a:pt x="326205" y="1165694"/>
                </a:lnTo>
                <a:lnTo>
                  <a:pt x="315097" y="1159574"/>
                </a:lnTo>
                <a:lnTo>
                  <a:pt x="304216" y="1153228"/>
                </a:lnTo>
                <a:lnTo>
                  <a:pt x="293109" y="1146655"/>
                </a:lnTo>
                <a:lnTo>
                  <a:pt x="282454" y="1139629"/>
                </a:lnTo>
                <a:lnTo>
                  <a:pt x="272026" y="1132602"/>
                </a:lnTo>
                <a:lnTo>
                  <a:pt x="261145" y="1125349"/>
                </a:lnTo>
                <a:lnTo>
                  <a:pt x="250944" y="1117643"/>
                </a:lnTo>
                <a:lnTo>
                  <a:pt x="240517" y="1109937"/>
                </a:lnTo>
                <a:lnTo>
                  <a:pt x="230316" y="1101777"/>
                </a:lnTo>
                <a:lnTo>
                  <a:pt x="220341" y="1093617"/>
                </a:lnTo>
                <a:lnTo>
                  <a:pt x="210367" y="1085004"/>
                </a:lnTo>
                <a:lnTo>
                  <a:pt x="200620" y="1076391"/>
                </a:lnTo>
                <a:lnTo>
                  <a:pt x="191099" y="1067099"/>
                </a:lnTo>
                <a:lnTo>
                  <a:pt x="181578" y="1057806"/>
                </a:lnTo>
                <a:lnTo>
                  <a:pt x="170470" y="1046473"/>
                </a:lnTo>
                <a:lnTo>
                  <a:pt x="159589" y="1034913"/>
                </a:lnTo>
                <a:lnTo>
                  <a:pt x="149161" y="1022901"/>
                </a:lnTo>
                <a:lnTo>
                  <a:pt x="139187" y="1010888"/>
                </a:lnTo>
                <a:lnTo>
                  <a:pt x="129213" y="998648"/>
                </a:lnTo>
                <a:lnTo>
                  <a:pt x="119918" y="985956"/>
                </a:lnTo>
                <a:lnTo>
                  <a:pt x="110851" y="973489"/>
                </a:lnTo>
                <a:lnTo>
                  <a:pt x="102237" y="960797"/>
                </a:lnTo>
                <a:lnTo>
                  <a:pt x="93849" y="947651"/>
                </a:lnTo>
                <a:lnTo>
                  <a:pt x="85688" y="934505"/>
                </a:lnTo>
                <a:lnTo>
                  <a:pt x="78208" y="921358"/>
                </a:lnTo>
                <a:lnTo>
                  <a:pt x="70954" y="907986"/>
                </a:lnTo>
                <a:lnTo>
                  <a:pt x="64153" y="894386"/>
                </a:lnTo>
                <a:lnTo>
                  <a:pt x="57579" y="880560"/>
                </a:lnTo>
                <a:lnTo>
                  <a:pt x="51232" y="866734"/>
                </a:lnTo>
                <a:lnTo>
                  <a:pt x="45338" y="852908"/>
                </a:lnTo>
                <a:lnTo>
                  <a:pt x="39897" y="838856"/>
                </a:lnTo>
                <a:lnTo>
                  <a:pt x="34910" y="824803"/>
                </a:lnTo>
                <a:lnTo>
                  <a:pt x="30150" y="810524"/>
                </a:lnTo>
                <a:lnTo>
                  <a:pt x="25616" y="796244"/>
                </a:lnTo>
                <a:lnTo>
                  <a:pt x="21535" y="781738"/>
                </a:lnTo>
                <a:lnTo>
                  <a:pt x="17682" y="767232"/>
                </a:lnTo>
                <a:lnTo>
                  <a:pt x="14508" y="752726"/>
                </a:lnTo>
                <a:lnTo>
                  <a:pt x="11334" y="738220"/>
                </a:lnTo>
                <a:lnTo>
                  <a:pt x="8841" y="723487"/>
                </a:lnTo>
                <a:lnTo>
                  <a:pt x="6574" y="708755"/>
                </a:lnTo>
                <a:lnTo>
                  <a:pt x="4307" y="694022"/>
                </a:lnTo>
                <a:lnTo>
                  <a:pt x="2947" y="679289"/>
                </a:lnTo>
                <a:lnTo>
                  <a:pt x="1587" y="664330"/>
                </a:lnTo>
                <a:lnTo>
                  <a:pt x="680" y="649597"/>
                </a:lnTo>
                <a:lnTo>
                  <a:pt x="227" y="634638"/>
                </a:lnTo>
                <a:lnTo>
                  <a:pt x="0" y="619905"/>
                </a:lnTo>
                <a:lnTo>
                  <a:pt x="227" y="604946"/>
                </a:lnTo>
                <a:lnTo>
                  <a:pt x="680" y="589987"/>
                </a:lnTo>
                <a:lnTo>
                  <a:pt x="1587" y="575254"/>
                </a:lnTo>
                <a:lnTo>
                  <a:pt x="2947" y="560295"/>
                </a:lnTo>
                <a:lnTo>
                  <a:pt x="4307" y="545562"/>
                </a:lnTo>
                <a:lnTo>
                  <a:pt x="6574" y="530830"/>
                </a:lnTo>
                <a:lnTo>
                  <a:pt x="8841" y="516097"/>
                </a:lnTo>
                <a:lnTo>
                  <a:pt x="11334" y="501364"/>
                </a:lnTo>
                <a:lnTo>
                  <a:pt x="14508" y="486858"/>
                </a:lnTo>
                <a:lnTo>
                  <a:pt x="17682" y="472352"/>
                </a:lnTo>
                <a:lnTo>
                  <a:pt x="21535" y="457846"/>
                </a:lnTo>
                <a:lnTo>
                  <a:pt x="25616" y="443340"/>
                </a:lnTo>
                <a:lnTo>
                  <a:pt x="30150" y="429061"/>
                </a:lnTo>
                <a:lnTo>
                  <a:pt x="34910" y="414781"/>
                </a:lnTo>
                <a:lnTo>
                  <a:pt x="39897" y="400502"/>
                </a:lnTo>
                <a:lnTo>
                  <a:pt x="45338" y="386449"/>
                </a:lnTo>
                <a:lnTo>
                  <a:pt x="51232" y="372850"/>
                </a:lnTo>
                <a:lnTo>
                  <a:pt x="57579" y="359024"/>
                </a:lnTo>
                <a:lnTo>
                  <a:pt x="64153" y="345198"/>
                </a:lnTo>
                <a:lnTo>
                  <a:pt x="70954" y="331599"/>
                </a:lnTo>
                <a:lnTo>
                  <a:pt x="78208" y="318226"/>
                </a:lnTo>
                <a:lnTo>
                  <a:pt x="85688" y="304853"/>
                </a:lnTo>
                <a:lnTo>
                  <a:pt x="93849" y="291934"/>
                </a:lnTo>
                <a:lnTo>
                  <a:pt x="102237" y="278788"/>
                </a:lnTo>
                <a:lnTo>
                  <a:pt x="110851" y="266095"/>
                </a:lnTo>
                <a:lnTo>
                  <a:pt x="119918" y="253402"/>
                </a:lnTo>
                <a:lnTo>
                  <a:pt x="129213" y="240936"/>
                </a:lnTo>
                <a:lnTo>
                  <a:pt x="139187" y="228697"/>
                </a:lnTo>
                <a:lnTo>
                  <a:pt x="149161" y="216457"/>
                </a:lnTo>
                <a:lnTo>
                  <a:pt x="159589" y="204671"/>
                </a:lnTo>
                <a:lnTo>
                  <a:pt x="170470" y="193111"/>
                </a:lnTo>
                <a:lnTo>
                  <a:pt x="181578" y="181779"/>
                </a:lnTo>
                <a:lnTo>
                  <a:pt x="193139" y="170446"/>
                </a:lnTo>
                <a:lnTo>
                  <a:pt x="204473" y="159793"/>
                </a:lnTo>
                <a:lnTo>
                  <a:pt x="216488" y="149140"/>
                </a:lnTo>
                <a:lnTo>
                  <a:pt x="228729" y="139167"/>
                </a:lnTo>
                <a:lnTo>
                  <a:pt x="240743" y="129421"/>
                </a:lnTo>
                <a:lnTo>
                  <a:pt x="253438" y="119901"/>
                </a:lnTo>
                <a:lnTo>
                  <a:pt x="266133" y="110835"/>
                </a:lnTo>
                <a:lnTo>
                  <a:pt x="278600" y="102222"/>
                </a:lnTo>
                <a:lnTo>
                  <a:pt x="291748" y="93836"/>
                </a:lnTo>
                <a:lnTo>
                  <a:pt x="304896" y="85903"/>
                </a:lnTo>
                <a:lnTo>
                  <a:pt x="318271" y="78423"/>
                </a:lnTo>
                <a:lnTo>
                  <a:pt x="331646" y="71170"/>
                </a:lnTo>
                <a:lnTo>
                  <a:pt x="345020" y="64144"/>
                </a:lnTo>
                <a:lnTo>
                  <a:pt x="358848" y="57571"/>
                </a:lnTo>
                <a:lnTo>
                  <a:pt x="372676" y="51451"/>
                </a:lnTo>
                <a:lnTo>
                  <a:pt x="386504" y="45558"/>
                </a:lnTo>
                <a:lnTo>
                  <a:pt x="400559" y="40118"/>
                </a:lnTo>
                <a:lnTo>
                  <a:pt x="414840" y="34905"/>
                </a:lnTo>
                <a:lnTo>
                  <a:pt x="429122" y="30146"/>
                </a:lnTo>
                <a:lnTo>
                  <a:pt x="443403" y="25839"/>
                </a:lnTo>
                <a:lnTo>
                  <a:pt x="457911" y="21533"/>
                </a:lnTo>
                <a:lnTo>
                  <a:pt x="472419" y="17906"/>
                </a:lnTo>
                <a:lnTo>
                  <a:pt x="486927" y="14506"/>
                </a:lnTo>
                <a:lnTo>
                  <a:pt x="501435" y="11560"/>
                </a:lnTo>
                <a:lnTo>
                  <a:pt x="515944" y="8840"/>
                </a:lnTo>
                <a:lnTo>
                  <a:pt x="530678" y="6573"/>
                </a:lnTo>
                <a:lnTo>
                  <a:pt x="545413" y="4533"/>
                </a:lnTo>
                <a:lnTo>
                  <a:pt x="560148" y="3173"/>
                </a:lnTo>
                <a:lnTo>
                  <a:pt x="575109" y="1587"/>
                </a:lnTo>
                <a:lnTo>
                  <a:pt x="589844" y="907"/>
                </a:lnTo>
                <a:lnTo>
                  <a:pt x="604806" y="227"/>
                </a:lnTo>
                <a:lnTo>
                  <a:pt x="61954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+mn-lt"/>
              <a:ea typeface="+mn-ea"/>
            </a:endParaRPr>
          </a:p>
        </p:txBody>
      </p:sp>
      <p:sp>
        <p:nvSpPr>
          <p:cNvPr id="19" name="MH_Other_6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673559" y="4294469"/>
            <a:ext cx="396875" cy="432828"/>
          </a:xfrm>
          <a:custGeom>
            <a:avLst/>
            <a:gdLst>
              <a:gd name="T0" fmla="*/ 615878 w 2390775"/>
              <a:gd name="T1" fmla="*/ 1467970 h 2365376"/>
              <a:gd name="T2" fmla="*/ 587250 w 2390775"/>
              <a:gd name="T3" fmla="*/ 1401697 h 2365376"/>
              <a:gd name="T4" fmla="*/ 1282649 w 2390775"/>
              <a:gd name="T5" fmla="*/ 1393474 h 2365376"/>
              <a:gd name="T6" fmla="*/ 1180915 w 2390775"/>
              <a:gd name="T7" fmla="*/ 1446870 h 2365376"/>
              <a:gd name="T8" fmla="*/ 1210073 w 2390775"/>
              <a:gd name="T9" fmla="*/ 1382167 h 2365376"/>
              <a:gd name="T10" fmla="*/ 653657 w 2390775"/>
              <a:gd name="T11" fmla="*/ 1314699 h 2365376"/>
              <a:gd name="T12" fmla="*/ 646041 w 2390775"/>
              <a:gd name="T13" fmla="*/ 1180275 h 2365376"/>
              <a:gd name="T14" fmla="*/ 589870 w 2390775"/>
              <a:gd name="T15" fmla="*/ 1105327 h 2365376"/>
              <a:gd name="T16" fmla="*/ 599516 w 2390775"/>
              <a:gd name="T17" fmla="*/ 1141280 h 2365376"/>
              <a:gd name="T18" fmla="*/ 579914 w 2390775"/>
              <a:gd name="T19" fmla="*/ 1158779 h 2365376"/>
              <a:gd name="T20" fmla="*/ 541333 w 2390775"/>
              <a:gd name="T21" fmla="*/ 1105965 h 2365376"/>
              <a:gd name="T22" fmla="*/ 1137260 w 2390775"/>
              <a:gd name="T23" fmla="*/ 1009231 h 2365376"/>
              <a:gd name="T24" fmla="*/ 1143562 w 2390775"/>
              <a:gd name="T25" fmla="*/ 1026145 h 2365376"/>
              <a:gd name="T26" fmla="*/ 1096615 w 2390775"/>
              <a:gd name="T27" fmla="*/ 1069549 h 2365376"/>
              <a:gd name="T28" fmla="*/ 1102602 w 2390775"/>
              <a:gd name="T29" fmla="*/ 1001572 h 2365376"/>
              <a:gd name="T30" fmla="*/ 972739 w 2390775"/>
              <a:gd name="T31" fmla="*/ 835988 h 2365376"/>
              <a:gd name="T32" fmla="*/ 989500 w 2390775"/>
              <a:gd name="T33" fmla="*/ 1138672 h 2365376"/>
              <a:gd name="T34" fmla="*/ 639427 w 2390775"/>
              <a:gd name="T35" fmla="*/ 1423644 h 2365376"/>
              <a:gd name="T36" fmla="*/ 599898 w 2390775"/>
              <a:gd name="T37" fmla="*/ 1003302 h 2365376"/>
              <a:gd name="T38" fmla="*/ 529694 w 2390775"/>
              <a:gd name="T39" fmla="*/ 1090596 h 2365376"/>
              <a:gd name="T40" fmla="*/ 602428 w 2390775"/>
              <a:gd name="T41" fmla="*/ 868249 h 2365376"/>
              <a:gd name="T42" fmla="*/ 861740 w 2390775"/>
              <a:gd name="T43" fmla="*/ 924231 h 2365376"/>
              <a:gd name="T44" fmla="*/ 755609 w 2390775"/>
              <a:gd name="T45" fmla="*/ 542052 h 2365376"/>
              <a:gd name="T46" fmla="*/ 929665 w 2390775"/>
              <a:gd name="T47" fmla="*/ 525915 h 2365376"/>
              <a:gd name="T48" fmla="*/ 909019 w 2390775"/>
              <a:gd name="T49" fmla="*/ 571798 h 2365376"/>
              <a:gd name="T50" fmla="*/ 936652 w 2390775"/>
              <a:gd name="T51" fmla="*/ 586353 h 2365376"/>
              <a:gd name="T52" fmla="*/ 928394 w 2390775"/>
              <a:gd name="T53" fmla="*/ 688879 h 2365376"/>
              <a:gd name="T54" fmla="*/ 840414 w 2390775"/>
              <a:gd name="T55" fmla="*/ 772101 h 2365376"/>
              <a:gd name="T56" fmla="*/ 742269 w 2390775"/>
              <a:gd name="T57" fmla="*/ 675588 h 2365376"/>
              <a:gd name="T58" fmla="*/ 738139 w 2390775"/>
              <a:gd name="T59" fmla="*/ 608504 h 2365376"/>
              <a:gd name="T60" fmla="*/ 761643 w 2390775"/>
              <a:gd name="T61" fmla="*/ 510093 h 2365376"/>
              <a:gd name="T62" fmla="*/ 617010 w 2390775"/>
              <a:gd name="T63" fmla="*/ 449064 h 2365376"/>
              <a:gd name="T64" fmla="*/ 350272 w 2390775"/>
              <a:gd name="T65" fmla="*/ 638327 h 2365376"/>
              <a:gd name="T66" fmla="*/ 215163 w 2390775"/>
              <a:gd name="T67" fmla="*/ 939947 h 2365376"/>
              <a:gd name="T68" fmla="*/ 256613 w 2390775"/>
              <a:gd name="T69" fmla="*/ 1277331 h 2365376"/>
              <a:gd name="T70" fmla="*/ 458486 w 2390775"/>
              <a:gd name="T71" fmla="*/ 1534008 h 2365376"/>
              <a:gd name="T72" fmla="*/ 767308 w 2390775"/>
              <a:gd name="T73" fmla="*/ 1655225 h 2365376"/>
              <a:gd name="T74" fmla="*/ 1101127 w 2390775"/>
              <a:gd name="T75" fmla="*/ 1596674 h 2365376"/>
              <a:gd name="T76" fmla="*/ 1347614 w 2390775"/>
              <a:gd name="T77" fmla="*/ 1383040 h 2365376"/>
              <a:gd name="T78" fmla="*/ 1453614 w 2390775"/>
              <a:gd name="T79" fmla="*/ 1066861 h 2365376"/>
              <a:gd name="T80" fmla="*/ 1378939 w 2390775"/>
              <a:gd name="T81" fmla="*/ 738024 h 2365376"/>
              <a:gd name="T82" fmla="*/ 1153652 w 2390775"/>
              <a:gd name="T83" fmla="*/ 501602 h 2365376"/>
              <a:gd name="T84" fmla="*/ 831224 w 2390775"/>
              <a:gd name="T85" fmla="*/ 411085 h 2365376"/>
              <a:gd name="T86" fmla="*/ 989432 w 2390775"/>
              <a:gd name="T87" fmla="*/ 315187 h 2365376"/>
              <a:gd name="T88" fmla="*/ 1471649 w 2390775"/>
              <a:gd name="T89" fmla="*/ 671876 h 2365376"/>
              <a:gd name="T90" fmla="*/ 1554866 w 2390775"/>
              <a:gd name="T91" fmla="*/ 1171938 h 2365376"/>
              <a:gd name="T92" fmla="*/ 1239716 w 2390775"/>
              <a:gd name="T93" fmla="*/ 1647313 h 2365376"/>
              <a:gd name="T94" fmla="*/ 646121 w 2390775"/>
              <a:gd name="T95" fmla="*/ 1748275 h 2365376"/>
              <a:gd name="T96" fmla="*/ 110112 w 2390775"/>
              <a:gd name="T97" fmla="*/ 1186813 h 2365376"/>
              <a:gd name="T98" fmla="*/ 251551 w 2390775"/>
              <a:gd name="T99" fmla="*/ 580725 h 2365376"/>
              <a:gd name="T100" fmla="*/ 1549044 w 2390775"/>
              <a:gd name="T101" fmla="*/ 160116 h 2365376"/>
              <a:gd name="T102" fmla="*/ 1461002 w 2390775"/>
              <a:gd name="T103" fmla="*/ 284475 h 2365376"/>
              <a:gd name="T104" fmla="*/ 1550307 w 2390775"/>
              <a:gd name="T105" fmla="*/ 426554 h 2365376"/>
              <a:gd name="T106" fmla="*/ 1719764 w 2390775"/>
              <a:gd name="T107" fmla="*/ 380038 h 2365376"/>
              <a:gd name="T108" fmla="*/ 1735543 w 2390775"/>
              <a:gd name="T109" fmla="*/ 232579 h 2365376"/>
              <a:gd name="T110" fmla="*/ 1705909 w 2390775"/>
              <a:gd name="T111" fmla="*/ 94508 h 2365376"/>
              <a:gd name="T112" fmla="*/ 1774050 w 2390775"/>
              <a:gd name="T113" fmla="*/ 148403 h 2365376"/>
              <a:gd name="T114" fmla="*/ 1781614 w 2390775"/>
              <a:gd name="T115" fmla="*/ 428769 h 2365376"/>
              <a:gd name="T116" fmla="*/ 1600166 w 2390775"/>
              <a:gd name="T117" fmla="*/ 516104 h 2365376"/>
              <a:gd name="T118" fmla="*/ 1452167 w 2390775"/>
              <a:gd name="T119" fmla="*/ 455349 h 2365376"/>
              <a:gd name="T120" fmla="*/ 1310478 w 2390775"/>
              <a:gd name="T121" fmla="*/ 259477 h 2365376"/>
              <a:gd name="T122" fmla="*/ 1562614 w 2390775"/>
              <a:gd name="T123" fmla="*/ 74046 h 236537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2390775" h="2365376">
                <a:moveTo>
                  <a:pt x="761351" y="1739900"/>
                </a:moveTo>
                <a:lnTo>
                  <a:pt x="791690" y="1805294"/>
                </a:lnTo>
                <a:lnTo>
                  <a:pt x="794883" y="1808051"/>
                </a:lnTo>
                <a:lnTo>
                  <a:pt x="797278" y="1811991"/>
                </a:lnTo>
                <a:lnTo>
                  <a:pt x="800871" y="1817112"/>
                </a:lnTo>
                <a:lnTo>
                  <a:pt x="803266" y="1822233"/>
                </a:lnTo>
                <a:lnTo>
                  <a:pt x="804065" y="1825384"/>
                </a:lnTo>
                <a:lnTo>
                  <a:pt x="804863" y="1828536"/>
                </a:lnTo>
                <a:lnTo>
                  <a:pt x="804863" y="1831687"/>
                </a:lnTo>
                <a:lnTo>
                  <a:pt x="804863" y="1834839"/>
                </a:lnTo>
                <a:lnTo>
                  <a:pt x="804065" y="1837990"/>
                </a:lnTo>
                <a:lnTo>
                  <a:pt x="802867" y="1841142"/>
                </a:lnTo>
                <a:lnTo>
                  <a:pt x="801670" y="1842718"/>
                </a:lnTo>
                <a:lnTo>
                  <a:pt x="799674" y="1844687"/>
                </a:lnTo>
                <a:lnTo>
                  <a:pt x="797278" y="1845475"/>
                </a:lnTo>
                <a:lnTo>
                  <a:pt x="794484" y="1845869"/>
                </a:lnTo>
                <a:lnTo>
                  <a:pt x="790891" y="1846263"/>
                </a:lnTo>
                <a:lnTo>
                  <a:pt x="787698" y="1845869"/>
                </a:lnTo>
                <a:lnTo>
                  <a:pt x="784105" y="1845475"/>
                </a:lnTo>
                <a:lnTo>
                  <a:pt x="780512" y="1844293"/>
                </a:lnTo>
                <a:lnTo>
                  <a:pt x="776520" y="1842718"/>
                </a:lnTo>
                <a:lnTo>
                  <a:pt x="772927" y="1841142"/>
                </a:lnTo>
                <a:lnTo>
                  <a:pt x="768935" y="1839172"/>
                </a:lnTo>
                <a:lnTo>
                  <a:pt x="765343" y="1836809"/>
                </a:lnTo>
                <a:lnTo>
                  <a:pt x="761750" y="1834051"/>
                </a:lnTo>
                <a:lnTo>
                  <a:pt x="758955" y="1831294"/>
                </a:lnTo>
                <a:lnTo>
                  <a:pt x="756161" y="1827748"/>
                </a:lnTo>
                <a:lnTo>
                  <a:pt x="754165" y="1824597"/>
                </a:lnTo>
                <a:lnTo>
                  <a:pt x="748975" y="1815536"/>
                </a:lnTo>
                <a:lnTo>
                  <a:pt x="745782" y="1808839"/>
                </a:lnTo>
                <a:lnTo>
                  <a:pt x="743387" y="1803718"/>
                </a:lnTo>
                <a:lnTo>
                  <a:pt x="742588" y="1799385"/>
                </a:lnTo>
                <a:lnTo>
                  <a:pt x="742588" y="1795051"/>
                </a:lnTo>
                <a:lnTo>
                  <a:pt x="743387" y="1790718"/>
                </a:lnTo>
                <a:lnTo>
                  <a:pt x="746181" y="1778112"/>
                </a:lnTo>
                <a:lnTo>
                  <a:pt x="746979" y="1774173"/>
                </a:lnTo>
                <a:lnTo>
                  <a:pt x="746979" y="1772203"/>
                </a:lnTo>
                <a:lnTo>
                  <a:pt x="746181" y="1771021"/>
                </a:lnTo>
                <a:lnTo>
                  <a:pt x="745383" y="1770627"/>
                </a:lnTo>
                <a:lnTo>
                  <a:pt x="742987" y="1770627"/>
                </a:lnTo>
                <a:lnTo>
                  <a:pt x="742189" y="1770233"/>
                </a:lnTo>
                <a:lnTo>
                  <a:pt x="741790" y="1769839"/>
                </a:lnTo>
                <a:lnTo>
                  <a:pt x="738596" y="1761961"/>
                </a:lnTo>
                <a:lnTo>
                  <a:pt x="736999" y="1758021"/>
                </a:lnTo>
                <a:lnTo>
                  <a:pt x="736600" y="1756052"/>
                </a:lnTo>
                <a:lnTo>
                  <a:pt x="736600" y="1754476"/>
                </a:lnTo>
                <a:lnTo>
                  <a:pt x="742189" y="1750536"/>
                </a:lnTo>
                <a:lnTo>
                  <a:pt x="747379" y="1747385"/>
                </a:lnTo>
                <a:lnTo>
                  <a:pt x="750971" y="1745021"/>
                </a:lnTo>
                <a:lnTo>
                  <a:pt x="754165" y="1743839"/>
                </a:lnTo>
                <a:lnTo>
                  <a:pt x="758556" y="1741870"/>
                </a:lnTo>
                <a:lnTo>
                  <a:pt x="759754" y="1741870"/>
                </a:lnTo>
                <a:lnTo>
                  <a:pt x="761351" y="1739900"/>
                </a:lnTo>
                <a:close/>
                <a:moveTo>
                  <a:pt x="1554438" y="1730375"/>
                </a:moveTo>
                <a:lnTo>
                  <a:pt x="1565575" y="1730375"/>
                </a:lnTo>
                <a:lnTo>
                  <a:pt x="1575916" y="1730375"/>
                </a:lnTo>
                <a:lnTo>
                  <a:pt x="1586258" y="1731163"/>
                </a:lnTo>
                <a:lnTo>
                  <a:pt x="1591031" y="1731951"/>
                </a:lnTo>
                <a:lnTo>
                  <a:pt x="1595008" y="1733133"/>
                </a:lnTo>
                <a:lnTo>
                  <a:pt x="1598986" y="1734314"/>
                </a:lnTo>
                <a:lnTo>
                  <a:pt x="1602168" y="1735890"/>
                </a:lnTo>
                <a:lnTo>
                  <a:pt x="1605350" y="1737860"/>
                </a:lnTo>
                <a:lnTo>
                  <a:pt x="1607339" y="1739830"/>
                </a:lnTo>
                <a:lnTo>
                  <a:pt x="1608929" y="1741799"/>
                </a:lnTo>
                <a:lnTo>
                  <a:pt x="1609725" y="1744951"/>
                </a:lnTo>
                <a:lnTo>
                  <a:pt x="1609725" y="1747708"/>
                </a:lnTo>
                <a:lnTo>
                  <a:pt x="1608929" y="1751648"/>
                </a:lnTo>
                <a:lnTo>
                  <a:pt x="1607339" y="1755193"/>
                </a:lnTo>
                <a:lnTo>
                  <a:pt x="1604554" y="1759920"/>
                </a:lnTo>
                <a:lnTo>
                  <a:pt x="1600577" y="1764648"/>
                </a:lnTo>
                <a:lnTo>
                  <a:pt x="1595804" y="1769769"/>
                </a:lnTo>
                <a:lnTo>
                  <a:pt x="1589042" y="1776072"/>
                </a:lnTo>
                <a:lnTo>
                  <a:pt x="1582678" y="1781193"/>
                </a:lnTo>
                <a:lnTo>
                  <a:pt x="1576314" y="1786314"/>
                </a:lnTo>
                <a:lnTo>
                  <a:pt x="1570348" y="1790647"/>
                </a:lnTo>
                <a:lnTo>
                  <a:pt x="1563586" y="1794193"/>
                </a:lnTo>
                <a:lnTo>
                  <a:pt x="1557222" y="1797738"/>
                </a:lnTo>
                <a:lnTo>
                  <a:pt x="1550461" y="1800496"/>
                </a:lnTo>
                <a:lnTo>
                  <a:pt x="1544097" y="1802466"/>
                </a:lnTo>
                <a:lnTo>
                  <a:pt x="1537733" y="1804829"/>
                </a:lnTo>
                <a:lnTo>
                  <a:pt x="1530971" y="1806799"/>
                </a:lnTo>
                <a:lnTo>
                  <a:pt x="1524607" y="1807981"/>
                </a:lnTo>
                <a:lnTo>
                  <a:pt x="1518243" y="1809163"/>
                </a:lnTo>
                <a:lnTo>
                  <a:pt x="1505117" y="1811132"/>
                </a:lnTo>
                <a:lnTo>
                  <a:pt x="1491992" y="1812314"/>
                </a:lnTo>
                <a:lnTo>
                  <a:pt x="1486026" y="1813102"/>
                </a:lnTo>
                <a:lnTo>
                  <a:pt x="1483241" y="1813890"/>
                </a:lnTo>
                <a:lnTo>
                  <a:pt x="1482048" y="1814678"/>
                </a:lnTo>
                <a:lnTo>
                  <a:pt x="1481253" y="1815072"/>
                </a:lnTo>
                <a:lnTo>
                  <a:pt x="1480855" y="1815859"/>
                </a:lnTo>
                <a:lnTo>
                  <a:pt x="1480855" y="1817041"/>
                </a:lnTo>
                <a:lnTo>
                  <a:pt x="1481253" y="1818617"/>
                </a:lnTo>
                <a:lnTo>
                  <a:pt x="1482048" y="1819799"/>
                </a:lnTo>
                <a:lnTo>
                  <a:pt x="1482048" y="1821375"/>
                </a:lnTo>
                <a:lnTo>
                  <a:pt x="1482048" y="1821769"/>
                </a:lnTo>
                <a:lnTo>
                  <a:pt x="1480855" y="1822556"/>
                </a:lnTo>
                <a:lnTo>
                  <a:pt x="1471309" y="1830829"/>
                </a:lnTo>
                <a:lnTo>
                  <a:pt x="1465343" y="1834375"/>
                </a:lnTo>
                <a:lnTo>
                  <a:pt x="1463354" y="1835556"/>
                </a:lnTo>
                <a:lnTo>
                  <a:pt x="1461365" y="1836738"/>
                </a:lnTo>
                <a:lnTo>
                  <a:pt x="1452615" y="1830041"/>
                </a:lnTo>
                <a:lnTo>
                  <a:pt x="1445853" y="1824132"/>
                </a:lnTo>
                <a:lnTo>
                  <a:pt x="1440285" y="1819405"/>
                </a:lnTo>
                <a:lnTo>
                  <a:pt x="1437103" y="1815072"/>
                </a:lnTo>
                <a:lnTo>
                  <a:pt x="1434716" y="1812314"/>
                </a:lnTo>
                <a:lnTo>
                  <a:pt x="1433125" y="1810344"/>
                </a:lnTo>
                <a:lnTo>
                  <a:pt x="1432330" y="1808375"/>
                </a:lnTo>
                <a:lnTo>
                  <a:pt x="1428750" y="1806799"/>
                </a:lnTo>
                <a:lnTo>
                  <a:pt x="1512675" y="1734314"/>
                </a:lnTo>
                <a:lnTo>
                  <a:pt x="1518641" y="1733527"/>
                </a:lnTo>
                <a:lnTo>
                  <a:pt x="1533755" y="1731951"/>
                </a:lnTo>
                <a:lnTo>
                  <a:pt x="1543699" y="1731163"/>
                </a:lnTo>
                <a:lnTo>
                  <a:pt x="1554438" y="1730375"/>
                </a:lnTo>
                <a:close/>
                <a:moveTo>
                  <a:pt x="588962" y="1535113"/>
                </a:moveTo>
                <a:lnTo>
                  <a:pt x="694496" y="1535113"/>
                </a:lnTo>
                <a:lnTo>
                  <a:pt x="694496" y="1557872"/>
                </a:lnTo>
                <a:lnTo>
                  <a:pt x="694894" y="1558271"/>
                </a:lnTo>
                <a:lnTo>
                  <a:pt x="696885" y="1560268"/>
                </a:lnTo>
                <a:lnTo>
                  <a:pt x="698478" y="1560667"/>
                </a:lnTo>
                <a:lnTo>
                  <a:pt x="700469" y="1561466"/>
                </a:lnTo>
                <a:lnTo>
                  <a:pt x="704053" y="1561865"/>
                </a:lnTo>
                <a:lnTo>
                  <a:pt x="707239" y="1561865"/>
                </a:lnTo>
                <a:lnTo>
                  <a:pt x="711222" y="1561865"/>
                </a:lnTo>
                <a:lnTo>
                  <a:pt x="714407" y="1561466"/>
                </a:lnTo>
                <a:lnTo>
                  <a:pt x="716797" y="1560667"/>
                </a:lnTo>
                <a:lnTo>
                  <a:pt x="718390" y="1560268"/>
                </a:lnTo>
                <a:lnTo>
                  <a:pt x="720381" y="1558271"/>
                </a:lnTo>
                <a:lnTo>
                  <a:pt x="720779" y="1557872"/>
                </a:lnTo>
                <a:lnTo>
                  <a:pt x="720779" y="1535113"/>
                </a:lnTo>
                <a:lnTo>
                  <a:pt x="820737" y="1535113"/>
                </a:lnTo>
                <a:lnTo>
                  <a:pt x="820737" y="1644117"/>
                </a:lnTo>
                <a:lnTo>
                  <a:pt x="820339" y="1648908"/>
                </a:lnTo>
                <a:lnTo>
                  <a:pt x="819144" y="1652901"/>
                </a:lnTo>
                <a:lnTo>
                  <a:pt x="816755" y="1656894"/>
                </a:lnTo>
                <a:lnTo>
                  <a:pt x="814365" y="1660088"/>
                </a:lnTo>
                <a:lnTo>
                  <a:pt x="810781" y="1663283"/>
                </a:lnTo>
                <a:lnTo>
                  <a:pt x="806799" y="1665279"/>
                </a:lnTo>
                <a:lnTo>
                  <a:pt x="802418" y="1666477"/>
                </a:lnTo>
                <a:lnTo>
                  <a:pt x="797639" y="1666876"/>
                </a:lnTo>
                <a:lnTo>
                  <a:pt x="612060" y="1666876"/>
                </a:lnTo>
                <a:lnTo>
                  <a:pt x="607281" y="1666477"/>
                </a:lnTo>
                <a:lnTo>
                  <a:pt x="602901" y="1665279"/>
                </a:lnTo>
                <a:lnTo>
                  <a:pt x="598918" y="1663283"/>
                </a:lnTo>
                <a:lnTo>
                  <a:pt x="595732" y="1660088"/>
                </a:lnTo>
                <a:lnTo>
                  <a:pt x="592546" y="1656894"/>
                </a:lnTo>
                <a:lnTo>
                  <a:pt x="590555" y="1652901"/>
                </a:lnTo>
                <a:lnTo>
                  <a:pt x="589360" y="1648908"/>
                </a:lnTo>
                <a:lnTo>
                  <a:pt x="588962" y="1644117"/>
                </a:lnTo>
                <a:lnTo>
                  <a:pt x="588962" y="1535113"/>
                </a:lnTo>
                <a:close/>
                <a:moveTo>
                  <a:pt x="612060" y="1476375"/>
                </a:moveTo>
                <a:lnTo>
                  <a:pt x="797639" y="1476375"/>
                </a:lnTo>
                <a:lnTo>
                  <a:pt x="802418" y="1476769"/>
                </a:lnTo>
                <a:lnTo>
                  <a:pt x="806799" y="1477950"/>
                </a:lnTo>
                <a:lnTo>
                  <a:pt x="810781" y="1480312"/>
                </a:lnTo>
                <a:lnTo>
                  <a:pt x="814365" y="1483068"/>
                </a:lnTo>
                <a:lnTo>
                  <a:pt x="816755" y="1486611"/>
                </a:lnTo>
                <a:lnTo>
                  <a:pt x="819144" y="1490155"/>
                </a:lnTo>
                <a:lnTo>
                  <a:pt x="820339" y="1494485"/>
                </a:lnTo>
                <a:lnTo>
                  <a:pt x="820737" y="1498816"/>
                </a:lnTo>
                <a:lnTo>
                  <a:pt x="820737" y="1525588"/>
                </a:lnTo>
                <a:lnTo>
                  <a:pt x="588962" y="1525588"/>
                </a:lnTo>
                <a:lnTo>
                  <a:pt x="588962" y="1498816"/>
                </a:lnTo>
                <a:lnTo>
                  <a:pt x="589360" y="1494485"/>
                </a:lnTo>
                <a:lnTo>
                  <a:pt x="590555" y="1490155"/>
                </a:lnTo>
                <a:lnTo>
                  <a:pt x="592546" y="1486611"/>
                </a:lnTo>
                <a:lnTo>
                  <a:pt x="595732" y="1483068"/>
                </a:lnTo>
                <a:lnTo>
                  <a:pt x="598918" y="1480312"/>
                </a:lnTo>
                <a:lnTo>
                  <a:pt x="602901" y="1477950"/>
                </a:lnTo>
                <a:lnTo>
                  <a:pt x="607281" y="1476769"/>
                </a:lnTo>
                <a:lnTo>
                  <a:pt x="612060" y="1476375"/>
                </a:lnTo>
                <a:close/>
                <a:moveTo>
                  <a:pt x="725449" y="1381125"/>
                </a:moveTo>
                <a:lnTo>
                  <a:pt x="730525" y="1381524"/>
                </a:lnTo>
                <a:lnTo>
                  <a:pt x="732087" y="1381524"/>
                </a:lnTo>
                <a:lnTo>
                  <a:pt x="734430" y="1382322"/>
                </a:lnTo>
                <a:lnTo>
                  <a:pt x="737554" y="1384317"/>
                </a:lnTo>
                <a:lnTo>
                  <a:pt x="740287" y="1386312"/>
                </a:lnTo>
                <a:lnTo>
                  <a:pt x="743411" y="1389505"/>
                </a:lnTo>
                <a:lnTo>
                  <a:pt x="746535" y="1393096"/>
                </a:lnTo>
                <a:lnTo>
                  <a:pt x="749659" y="1397486"/>
                </a:lnTo>
                <a:lnTo>
                  <a:pt x="755906" y="1407063"/>
                </a:lnTo>
                <a:lnTo>
                  <a:pt x="761373" y="1417837"/>
                </a:lnTo>
                <a:lnTo>
                  <a:pt x="766059" y="1427813"/>
                </a:lnTo>
                <a:lnTo>
                  <a:pt x="769182" y="1437390"/>
                </a:lnTo>
                <a:lnTo>
                  <a:pt x="770744" y="1441780"/>
                </a:lnTo>
                <a:lnTo>
                  <a:pt x="771525" y="1445770"/>
                </a:lnTo>
                <a:lnTo>
                  <a:pt x="771525" y="1448164"/>
                </a:lnTo>
                <a:lnTo>
                  <a:pt x="771525" y="1450159"/>
                </a:lnTo>
                <a:lnTo>
                  <a:pt x="770744" y="1451357"/>
                </a:lnTo>
                <a:lnTo>
                  <a:pt x="769182" y="1452155"/>
                </a:lnTo>
                <a:lnTo>
                  <a:pt x="768011" y="1452155"/>
                </a:lnTo>
                <a:lnTo>
                  <a:pt x="766449" y="1450958"/>
                </a:lnTo>
                <a:lnTo>
                  <a:pt x="764887" y="1449760"/>
                </a:lnTo>
                <a:lnTo>
                  <a:pt x="762544" y="1448563"/>
                </a:lnTo>
                <a:lnTo>
                  <a:pt x="759030" y="1444174"/>
                </a:lnTo>
                <a:lnTo>
                  <a:pt x="755516" y="1439784"/>
                </a:lnTo>
                <a:lnTo>
                  <a:pt x="753173" y="1434996"/>
                </a:lnTo>
                <a:lnTo>
                  <a:pt x="752392" y="1433400"/>
                </a:lnTo>
                <a:lnTo>
                  <a:pt x="752392" y="1431404"/>
                </a:lnTo>
                <a:lnTo>
                  <a:pt x="752001" y="1428611"/>
                </a:lnTo>
                <a:lnTo>
                  <a:pt x="750830" y="1426616"/>
                </a:lnTo>
                <a:lnTo>
                  <a:pt x="748878" y="1425419"/>
                </a:lnTo>
                <a:lnTo>
                  <a:pt x="746925" y="1425020"/>
                </a:lnTo>
                <a:lnTo>
                  <a:pt x="746144" y="1425419"/>
                </a:lnTo>
                <a:lnTo>
                  <a:pt x="745363" y="1425818"/>
                </a:lnTo>
                <a:lnTo>
                  <a:pt x="744582" y="1426616"/>
                </a:lnTo>
                <a:lnTo>
                  <a:pt x="743411" y="1427414"/>
                </a:lnTo>
                <a:lnTo>
                  <a:pt x="742630" y="1428611"/>
                </a:lnTo>
                <a:lnTo>
                  <a:pt x="742240" y="1430207"/>
                </a:lnTo>
                <a:lnTo>
                  <a:pt x="741849" y="1432602"/>
                </a:lnTo>
                <a:lnTo>
                  <a:pt x="741849" y="1434597"/>
                </a:lnTo>
                <a:lnTo>
                  <a:pt x="741459" y="1439385"/>
                </a:lnTo>
                <a:lnTo>
                  <a:pt x="740678" y="1443376"/>
                </a:lnTo>
                <a:lnTo>
                  <a:pt x="739897" y="1445371"/>
                </a:lnTo>
                <a:lnTo>
                  <a:pt x="739116" y="1446967"/>
                </a:lnTo>
                <a:lnTo>
                  <a:pt x="737944" y="1448164"/>
                </a:lnTo>
                <a:lnTo>
                  <a:pt x="735992" y="1449361"/>
                </a:lnTo>
                <a:lnTo>
                  <a:pt x="734430" y="1450558"/>
                </a:lnTo>
                <a:lnTo>
                  <a:pt x="732868" y="1452155"/>
                </a:lnTo>
                <a:lnTo>
                  <a:pt x="730525" y="1452953"/>
                </a:lnTo>
                <a:lnTo>
                  <a:pt x="727792" y="1453352"/>
                </a:lnTo>
                <a:lnTo>
                  <a:pt x="721935" y="1454150"/>
                </a:lnTo>
                <a:lnTo>
                  <a:pt x="715297" y="1454150"/>
                </a:lnTo>
                <a:lnTo>
                  <a:pt x="712173" y="1453751"/>
                </a:lnTo>
                <a:lnTo>
                  <a:pt x="709049" y="1452953"/>
                </a:lnTo>
                <a:lnTo>
                  <a:pt x="706706" y="1452155"/>
                </a:lnTo>
                <a:lnTo>
                  <a:pt x="703973" y="1450558"/>
                </a:lnTo>
                <a:lnTo>
                  <a:pt x="701240" y="1448962"/>
                </a:lnTo>
                <a:lnTo>
                  <a:pt x="699287" y="1447366"/>
                </a:lnTo>
                <a:lnTo>
                  <a:pt x="694992" y="1442977"/>
                </a:lnTo>
                <a:lnTo>
                  <a:pt x="691478" y="1438188"/>
                </a:lnTo>
                <a:lnTo>
                  <a:pt x="687963" y="1432602"/>
                </a:lnTo>
                <a:lnTo>
                  <a:pt x="685230" y="1427015"/>
                </a:lnTo>
                <a:lnTo>
                  <a:pt x="682497" y="1421029"/>
                </a:lnTo>
                <a:lnTo>
                  <a:pt x="680544" y="1415044"/>
                </a:lnTo>
                <a:lnTo>
                  <a:pt x="678982" y="1409058"/>
                </a:lnTo>
                <a:lnTo>
                  <a:pt x="676249" y="1399082"/>
                </a:lnTo>
                <a:lnTo>
                  <a:pt x="675078" y="1392298"/>
                </a:lnTo>
                <a:lnTo>
                  <a:pt x="674687" y="1389106"/>
                </a:lnTo>
                <a:lnTo>
                  <a:pt x="674687" y="1388707"/>
                </a:lnTo>
                <a:lnTo>
                  <a:pt x="675078" y="1388308"/>
                </a:lnTo>
                <a:lnTo>
                  <a:pt x="676249" y="1387909"/>
                </a:lnTo>
                <a:lnTo>
                  <a:pt x="679373" y="1387111"/>
                </a:lnTo>
                <a:lnTo>
                  <a:pt x="683278" y="1385913"/>
                </a:lnTo>
                <a:lnTo>
                  <a:pt x="689525" y="1384716"/>
                </a:lnTo>
                <a:lnTo>
                  <a:pt x="698897" y="1383120"/>
                </a:lnTo>
                <a:lnTo>
                  <a:pt x="715297" y="1381524"/>
                </a:lnTo>
                <a:lnTo>
                  <a:pt x="725449" y="1381125"/>
                </a:lnTo>
                <a:close/>
                <a:moveTo>
                  <a:pt x="1433588" y="1247775"/>
                </a:moveTo>
                <a:lnTo>
                  <a:pt x="1439124" y="1247775"/>
                </a:lnTo>
                <a:lnTo>
                  <a:pt x="1444264" y="1248175"/>
                </a:lnTo>
                <a:lnTo>
                  <a:pt x="1448614" y="1248976"/>
                </a:lnTo>
                <a:lnTo>
                  <a:pt x="1451382" y="1249776"/>
                </a:lnTo>
                <a:lnTo>
                  <a:pt x="1453359" y="1250977"/>
                </a:lnTo>
                <a:lnTo>
                  <a:pt x="1454150" y="1252178"/>
                </a:lnTo>
                <a:lnTo>
                  <a:pt x="1454150" y="1253779"/>
                </a:lnTo>
                <a:lnTo>
                  <a:pt x="1453359" y="1255380"/>
                </a:lnTo>
                <a:lnTo>
                  <a:pt x="1452173" y="1256981"/>
                </a:lnTo>
                <a:lnTo>
                  <a:pt x="1450196" y="1258582"/>
                </a:lnTo>
                <a:lnTo>
                  <a:pt x="1447428" y="1260183"/>
                </a:lnTo>
                <a:lnTo>
                  <a:pt x="1441892" y="1262985"/>
                </a:lnTo>
                <a:lnTo>
                  <a:pt x="1435565" y="1264986"/>
                </a:lnTo>
                <a:lnTo>
                  <a:pt x="1432402" y="1265387"/>
                </a:lnTo>
                <a:lnTo>
                  <a:pt x="1429634" y="1265787"/>
                </a:lnTo>
                <a:lnTo>
                  <a:pt x="1427261" y="1265787"/>
                </a:lnTo>
                <a:lnTo>
                  <a:pt x="1425284" y="1265387"/>
                </a:lnTo>
                <a:lnTo>
                  <a:pt x="1423703" y="1264986"/>
                </a:lnTo>
                <a:lnTo>
                  <a:pt x="1422516" y="1264586"/>
                </a:lnTo>
                <a:lnTo>
                  <a:pt x="1420539" y="1264586"/>
                </a:lnTo>
                <a:lnTo>
                  <a:pt x="1419353" y="1264986"/>
                </a:lnTo>
                <a:lnTo>
                  <a:pt x="1418562" y="1265787"/>
                </a:lnTo>
                <a:lnTo>
                  <a:pt x="1417376" y="1266588"/>
                </a:lnTo>
                <a:lnTo>
                  <a:pt x="1416980" y="1267388"/>
                </a:lnTo>
                <a:lnTo>
                  <a:pt x="1416585" y="1268589"/>
                </a:lnTo>
                <a:lnTo>
                  <a:pt x="1416190" y="1269790"/>
                </a:lnTo>
                <a:lnTo>
                  <a:pt x="1416585" y="1270990"/>
                </a:lnTo>
                <a:lnTo>
                  <a:pt x="1416585" y="1272191"/>
                </a:lnTo>
                <a:lnTo>
                  <a:pt x="1417376" y="1273392"/>
                </a:lnTo>
                <a:lnTo>
                  <a:pt x="1418562" y="1274993"/>
                </a:lnTo>
                <a:lnTo>
                  <a:pt x="1419748" y="1276194"/>
                </a:lnTo>
                <a:lnTo>
                  <a:pt x="1422121" y="1277395"/>
                </a:lnTo>
                <a:lnTo>
                  <a:pt x="1424098" y="1278596"/>
                </a:lnTo>
                <a:lnTo>
                  <a:pt x="1428843" y="1280597"/>
                </a:lnTo>
                <a:lnTo>
                  <a:pt x="1430820" y="1282198"/>
                </a:lnTo>
                <a:lnTo>
                  <a:pt x="1432402" y="1283799"/>
                </a:lnTo>
                <a:lnTo>
                  <a:pt x="1433588" y="1285000"/>
                </a:lnTo>
                <a:lnTo>
                  <a:pt x="1435170" y="1287001"/>
                </a:lnTo>
                <a:lnTo>
                  <a:pt x="1436356" y="1289003"/>
                </a:lnTo>
                <a:lnTo>
                  <a:pt x="1436751" y="1291404"/>
                </a:lnTo>
                <a:lnTo>
                  <a:pt x="1437542" y="1293406"/>
                </a:lnTo>
                <a:lnTo>
                  <a:pt x="1437542" y="1296608"/>
                </a:lnTo>
                <a:lnTo>
                  <a:pt x="1437542" y="1299009"/>
                </a:lnTo>
                <a:lnTo>
                  <a:pt x="1437147" y="1302612"/>
                </a:lnTo>
                <a:lnTo>
                  <a:pt x="1436356" y="1305414"/>
                </a:lnTo>
                <a:lnTo>
                  <a:pt x="1435170" y="1309416"/>
                </a:lnTo>
                <a:lnTo>
                  <a:pt x="1431611" y="1317422"/>
                </a:lnTo>
                <a:lnTo>
                  <a:pt x="1430029" y="1320624"/>
                </a:lnTo>
                <a:lnTo>
                  <a:pt x="1428052" y="1323826"/>
                </a:lnTo>
                <a:lnTo>
                  <a:pt x="1425680" y="1326628"/>
                </a:lnTo>
                <a:lnTo>
                  <a:pt x="1423307" y="1328629"/>
                </a:lnTo>
                <a:lnTo>
                  <a:pt x="1420539" y="1331431"/>
                </a:lnTo>
                <a:lnTo>
                  <a:pt x="1417771" y="1333032"/>
                </a:lnTo>
                <a:lnTo>
                  <a:pt x="1414608" y="1334633"/>
                </a:lnTo>
                <a:lnTo>
                  <a:pt x="1411445" y="1336635"/>
                </a:lnTo>
                <a:lnTo>
                  <a:pt x="1404722" y="1338636"/>
                </a:lnTo>
                <a:lnTo>
                  <a:pt x="1397605" y="1340237"/>
                </a:lnTo>
                <a:lnTo>
                  <a:pt x="1390487" y="1341038"/>
                </a:lnTo>
                <a:lnTo>
                  <a:pt x="1383370" y="1341438"/>
                </a:lnTo>
                <a:lnTo>
                  <a:pt x="1376252" y="1341438"/>
                </a:lnTo>
                <a:lnTo>
                  <a:pt x="1369530" y="1341038"/>
                </a:lnTo>
                <a:lnTo>
                  <a:pt x="1358063" y="1339437"/>
                </a:lnTo>
                <a:lnTo>
                  <a:pt x="1350154" y="1338236"/>
                </a:lnTo>
                <a:lnTo>
                  <a:pt x="1347386" y="1337435"/>
                </a:lnTo>
                <a:lnTo>
                  <a:pt x="1347386" y="1337835"/>
                </a:lnTo>
                <a:lnTo>
                  <a:pt x="1346991" y="1337435"/>
                </a:lnTo>
                <a:lnTo>
                  <a:pt x="1346200" y="1337035"/>
                </a:lnTo>
                <a:lnTo>
                  <a:pt x="1346200" y="1334633"/>
                </a:lnTo>
                <a:lnTo>
                  <a:pt x="1346991" y="1331831"/>
                </a:lnTo>
                <a:lnTo>
                  <a:pt x="1347782" y="1326228"/>
                </a:lnTo>
                <a:lnTo>
                  <a:pt x="1349363" y="1318623"/>
                </a:lnTo>
                <a:lnTo>
                  <a:pt x="1351736" y="1307415"/>
                </a:lnTo>
                <a:lnTo>
                  <a:pt x="1355295" y="1296608"/>
                </a:lnTo>
                <a:lnTo>
                  <a:pt x="1357667" y="1287402"/>
                </a:lnTo>
                <a:lnTo>
                  <a:pt x="1361621" y="1275794"/>
                </a:lnTo>
                <a:lnTo>
                  <a:pt x="1363994" y="1270190"/>
                </a:lnTo>
                <a:lnTo>
                  <a:pt x="1364785" y="1268589"/>
                </a:lnTo>
                <a:lnTo>
                  <a:pt x="1366762" y="1265787"/>
                </a:lnTo>
                <a:lnTo>
                  <a:pt x="1369925" y="1262985"/>
                </a:lnTo>
                <a:lnTo>
                  <a:pt x="1373484" y="1260183"/>
                </a:lnTo>
                <a:lnTo>
                  <a:pt x="1378229" y="1258182"/>
                </a:lnTo>
                <a:lnTo>
                  <a:pt x="1383765" y="1256181"/>
                </a:lnTo>
                <a:lnTo>
                  <a:pt x="1389301" y="1253779"/>
                </a:lnTo>
                <a:lnTo>
                  <a:pt x="1395628" y="1252578"/>
                </a:lnTo>
                <a:lnTo>
                  <a:pt x="1401954" y="1250977"/>
                </a:lnTo>
                <a:lnTo>
                  <a:pt x="1415399" y="1248976"/>
                </a:lnTo>
                <a:lnTo>
                  <a:pt x="1428052" y="1248175"/>
                </a:lnTo>
                <a:lnTo>
                  <a:pt x="1433588" y="1247775"/>
                </a:lnTo>
                <a:close/>
                <a:moveTo>
                  <a:pt x="1155700" y="965200"/>
                </a:moveTo>
                <a:lnTo>
                  <a:pt x="1161653" y="965597"/>
                </a:lnTo>
                <a:lnTo>
                  <a:pt x="1167209" y="966787"/>
                </a:lnTo>
                <a:lnTo>
                  <a:pt x="1172766" y="968770"/>
                </a:lnTo>
                <a:lnTo>
                  <a:pt x="1177925" y="971944"/>
                </a:lnTo>
                <a:lnTo>
                  <a:pt x="1182687" y="975514"/>
                </a:lnTo>
                <a:lnTo>
                  <a:pt x="1187450" y="980274"/>
                </a:lnTo>
                <a:lnTo>
                  <a:pt x="1192213" y="985431"/>
                </a:lnTo>
                <a:lnTo>
                  <a:pt x="1196181" y="991381"/>
                </a:lnTo>
                <a:lnTo>
                  <a:pt x="1200150" y="998125"/>
                </a:lnTo>
                <a:lnTo>
                  <a:pt x="1204119" y="1005265"/>
                </a:lnTo>
                <a:lnTo>
                  <a:pt x="1207691" y="1012802"/>
                </a:lnTo>
                <a:lnTo>
                  <a:pt x="1211659" y="1021133"/>
                </a:lnTo>
                <a:lnTo>
                  <a:pt x="1214437" y="1029860"/>
                </a:lnTo>
                <a:lnTo>
                  <a:pt x="1217613" y="1038984"/>
                </a:lnTo>
                <a:lnTo>
                  <a:pt x="1220787" y="1048504"/>
                </a:lnTo>
                <a:lnTo>
                  <a:pt x="1225947" y="1068338"/>
                </a:lnTo>
                <a:lnTo>
                  <a:pt x="1230313" y="1089363"/>
                </a:lnTo>
                <a:lnTo>
                  <a:pt x="1234678" y="1111180"/>
                </a:lnTo>
                <a:lnTo>
                  <a:pt x="1237853" y="1133792"/>
                </a:lnTo>
                <a:lnTo>
                  <a:pt x="1241028" y="1155609"/>
                </a:lnTo>
                <a:lnTo>
                  <a:pt x="1243013" y="1177824"/>
                </a:lnTo>
                <a:lnTo>
                  <a:pt x="1245394" y="1198848"/>
                </a:lnTo>
                <a:lnTo>
                  <a:pt x="1246981" y="1219476"/>
                </a:lnTo>
                <a:lnTo>
                  <a:pt x="1246187" y="1186551"/>
                </a:lnTo>
                <a:lnTo>
                  <a:pt x="1342231" y="1244467"/>
                </a:lnTo>
                <a:lnTo>
                  <a:pt x="1323181" y="1340465"/>
                </a:lnTo>
                <a:lnTo>
                  <a:pt x="1248966" y="1309524"/>
                </a:lnTo>
                <a:lnTo>
                  <a:pt x="1245394" y="1284929"/>
                </a:lnTo>
                <a:lnTo>
                  <a:pt x="1239441" y="1242087"/>
                </a:lnTo>
                <a:lnTo>
                  <a:pt x="1231106" y="1373787"/>
                </a:lnTo>
                <a:lnTo>
                  <a:pt x="1230709" y="1379737"/>
                </a:lnTo>
                <a:lnTo>
                  <a:pt x="1230313" y="1386084"/>
                </a:lnTo>
                <a:lnTo>
                  <a:pt x="1230709" y="1392431"/>
                </a:lnTo>
                <a:lnTo>
                  <a:pt x="1232297" y="1399968"/>
                </a:lnTo>
                <a:lnTo>
                  <a:pt x="1234281" y="1407902"/>
                </a:lnTo>
                <a:lnTo>
                  <a:pt x="1237059" y="1417422"/>
                </a:lnTo>
                <a:lnTo>
                  <a:pt x="1241822" y="1428133"/>
                </a:lnTo>
                <a:lnTo>
                  <a:pt x="1247775" y="1440430"/>
                </a:lnTo>
                <a:lnTo>
                  <a:pt x="1231106" y="1440430"/>
                </a:lnTo>
                <a:lnTo>
                  <a:pt x="1242219" y="1446380"/>
                </a:lnTo>
                <a:lnTo>
                  <a:pt x="1256109" y="1453124"/>
                </a:lnTo>
                <a:lnTo>
                  <a:pt x="1287066" y="1467405"/>
                </a:lnTo>
                <a:lnTo>
                  <a:pt x="1313259" y="1479305"/>
                </a:lnTo>
                <a:lnTo>
                  <a:pt x="1323975" y="1483669"/>
                </a:lnTo>
                <a:lnTo>
                  <a:pt x="1501775" y="1720491"/>
                </a:lnTo>
                <a:lnTo>
                  <a:pt x="1401763" y="1798638"/>
                </a:lnTo>
                <a:lnTo>
                  <a:pt x="1210469" y="1576494"/>
                </a:lnTo>
                <a:lnTo>
                  <a:pt x="1080294" y="1561816"/>
                </a:lnTo>
                <a:lnTo>
                  <a:pt x="1080294" y="1563800"/>
                </a:lnTo>
                <a:lnTo>
                  <a:pt x="1080294" y="1567370"/>
                </a:lnTo>
                <a:lnTo>
                  <a:pt x="1079500" y="1575700"/>
                </a:lnTo>
                <a:lnTo>
                  <a:pt x="1077516" y="1587601"/>
                </a:lnTo>
                <a:lnTo>
                  <a:pt x="1074341" y="1601088"/>
                </a:lnTo>
                <a:lnTo>
                  <a:pt x="1066403" y="1633220"/>
                </a:lnTo>
                <a:lnTo>
                  <a:pt x="1056878" y="1669318"/>
                </a:lnTo>
                <a:lnTo>
                  <a:pt x="1046956" y="1703830"/>
                </a:lnTo>
                <a:lnTo>
                  <a:pt x="1038622" y="1733582"/>
                </a:lnTo>
                <a:lnTo>
                  <a:pt x="1030288" y="1762540"/>
                </a:lnTo>
                <a:lnTo>
                  <a:pt x="802481" y="1785548"/>
                </a:lnTo>
                <a:lnTo>
                  <a:pt x="770731" y="1731201"/>
                </a:lnTo>
                <a:lnTo>
                  <a:pt x="904081" y="1706210"/>
                </a:lnTo>
                <a:lnTo>
                  <a:pt x="903685" y="1489619"/>
                </a:lnTo>
                <a:lnTo>
                  <a:pt x="871935" y="1482479"/>
                </a:lnTo>
                <a:lnTo>
                  <a:pt x="869950" y="1471768"/>
                </a:lnTo>
                <a:lnTo>
                  <a:pt x="867966" y="1461851"/>
                </a:lnTo>
                <a:lnTo>
                  <a:pt x="866378" y="1453124"/>
                </a:lnTo>
                <a:lnTo>
                  <a:pt x="864791" y="1445190"/>
                </a:lnTo>
                <a:lnTo>
                  <a:pt x="863600" y="1428926"/>
                </a:lnTo>
                <a:lnTo>
                  <a:pt x="862806" y="1413455"/>
                </a:lnTo>
                <a:lnTo>
                  <a:pt x="862013" y="1373787"/>
                </a:lnTo>
                <a:lnTo>
                  <a:pt x="860822" y="1346812"/>
                </a:lnTo>
                <a:lnTo>
                  <a:pt x="858044" y="1312697"/>
                </a:lnTo>
                <a:lnTo>
                  <a:pt x="854472" y="1175444"/>
                </a:lnTo>
                <a:lnTo>
                  <a:pt x="843756" y="1181791"/>
                </a:lnTo>
                <a:lnTo>
                  <a:pt x="818753" y="1197658"/>
                </a:lnTo>
                <a:lnTo>
                  <a:pt x="802878" y="1208369"/>
                </a:lnTo>
                <a:lnTo>
                  <a:pt x="786606" y="1219476"/>
                </a:lnTo>
                <a:lnTo>
                  <a:pt x="770731" y="1230980"/>
                </a:lnTo>
                <a:lnTo>
                  <a:pt x="756841" y="1242087"/>
                </a:lnTo>
                <a:lnTo>
                  <a:pt x="754460" y="1250021"/>
                </a:lnTo>
                <a:lnTo>
                  <a:pt x="752872" y="1258351"/>
                </a:lnTo>
                <a:lnTo>
                  <a:pt x="752078" y="1266681"/>
                </a:lnTo>
                <a:lnTo>
                  <a:pt x="751285" y="1275805"/>
                </a:lnTo>
                <a:lnTo>
                  <a:pt x="751285" y="1284532"/>
                </a:lnTo>
                <a:lnTo>
                  <a:pt x="751681" y="1292863"/>
                </a:lnTo>
                <a:lnTo>
                  <a:pt x="752078" y="1301590"/>
                </a:lnTo>
                <a:lnTo>
                  <a:pt x="752872" y="1310317"/>
                </a:lnTo>
                <a:lnTo>
                  <a:pt x="754856" y="1325788"/>
                </a:lnTo>
                <a:lnTo>
                  <a:pt x="756444" y="1339275"/>
                </a:lnTo>
                <a:lnTo>
                  <a:pt x="758031" y="1350382"/>
                </a:lnTo>
                <a:lnTo>
                  <a:pt x="758031" y="1354349"/>
                </a:lnTo>
                <a:lnTo>
                  <a:pt x="756841" y="1357523"/>
                </a:lnTo>
                <a:lnTo>
                  <a:pt x="727869" y="1355539"/>
                </a:lnTo>
                <a:lnTo>
                  <a:pt x="715566" y="1354746"/>
                </a:lnTo>
                <a:lnTo>
                  <a:pt x="709613" y="1354746"/>
                </a:lnTo>
                <a:lnTo>
                  <a:pt x="704453" y="1355143"/>
                </a:lnTo>
                <a:lnTo>
                  <a:pt x="698897" y="1355539"/>
                </a:lnTo>
                <a:lnTo>
                  <a:pt x="693341" y="1356729"/>
                </a:lnTo>
                <a:lnTo>
                  <a:pt x="687785" y="1357919"/>
                </a:lnTo>
                <a:lnTo>
                  <a:pt x="682228" y="1359903"/>
                </a:lnTo>
                <a:lnTo>
                  <a:pt x="677069" y="1361886"/>
                </a:lnTo>
                <a:lnTo>
                  <a:pt x="671116" y="1364663"/>
                </a:lnTo>
                <a:lnTo>
                  <a:pt x="664766" y="1367836"/>
                </a:lnTo>
                <a:lnTo>
                  <a:pt x="658416" y="1372200"/>
                </a:lnTo>
                <a:lnTo>
                  <a:pt x="657225" y="1367043"/>
                </a:lnTo>
                <a:lnTo>
                  <a:pt x="655241" y="1361093"/>
                </a:lnTo>
                <a:lnTo>
                  <a:pt x="654050" y="1355143"/>
                </a:lnTo>
                <a:lnTo>
                  <a:pt x="653256" y="1348399"/>
                </a:lnTo>
                <a:lnTo>
                  <a:pt x="651669" y="1333325"/>
                </a:lnTo>
                <a:lnTo>
                  <a:pt x="650875" y="1316267"/>
                </a:lnTo>
                <a:lnTo>
                  <a:pt x="650875" y="1296830"/>
                </a:lnTo>
                <a:lnTo>
                  <a:pt x="651272" y="1274615"/>
                </a:lnTo>
                <a:lnTo>
                  <a:pt x="652066" y="1251211"/>
                </a:lnTo>
                <a:lnTo>
                  <a:pt x="653653" y="1225029"/>
                </a:lnTo>
                <a:lnTo>
                  <a:pt x="660797" y="1208369"/>
                </a:lnTo>
                <a:lnTo>
                  <a:pt x="667147" y="1194881"/>
                </a:lnTo>
                <a:lnTo>
                  <a:pt x="670322" y="1188931"/>
                </a:lnTo>
                <a:lnTo>
                  <a:pt x="673497" y="1183774"/>
                </a:lnTo>
                <a:lnTo>
                  <a:pt x="680244" y="1174254"/>
                </a:lnTo>
                <a:lnTo>
                  <a:pt x="687388" y="1164733"/>
                </a:lnTo>
                <a:lnTo>
                  <a:pt x="696119" y="1155213"/>
                </a:lnTo>
                <a:lnTo>
                  <a:pt x="706438" y="1143312"/>
                </a:lnTo>
                <a:lnTo>
                  <a:pt x="718741" y="1129031"/>
                </a:lnTo>
                <a:lnTo>
                  <a:pt x="738585" y="1108007"/>
                </a:lnTo>
                <a:lnTo>
                  <a:pt x="756047" y="1088966"/>
                </a:lnTo>
                <a:lnTo>
                  <a:pt x="785416" y="1057231"/>
                </a:lnTo>
                <a:lnTo>
                  <a:pt x="797719" y="1043744"/>
                </a:lnTo>
                <a:lnTo>
                  <a:pt x="809228" y="1032240"/>
                </a:lnTo>
                <a:lnTo>
                  <a:pt x="820738" y="1021926"/>
                </a:lnTo>
                <a:lnTo>
                  <a:pt x="831056" y="1012802"/>
                </a:lnTo>
                <a:lnTo>
                  <a:pt x="836613" y="1008439"/>
                </a:lnTo>
                <a:lnTo>
                  <a:pt x="842169" y="1004869"/>
                </a:lnTo>
                <a:lnTo>
                  <a:pt x="848122" y="1000902"/>
                </a:lnTo>
                <a:lnTo>
                  <a:pt x="854075" y="997331"/>
                </a:lnTo>
                <a:lnTo>
                  <a:pt x="860028" y="994555"/>
                </a:lnTo>
                <a:lnTo>
                  <a:pt x="866378" y="991381"/>
                </a:lnTo>
                <a:lnTo>
                  <a:pt x="873125" y="988208"/>
                </a:lnTo>
                <a:lnTo>
                  <a:pt x="880269" y="985828"/>
                </a:lnTo>
                <a:lnTo>
                  <a:pt x="895350" y="980274"/>
                </a:lnTo>
                <a:lnTo>
                  <a:pt x="912416" y="975117"/>
                </a:lnTo>
                <a:lnTo>
                  <a:pt x="932260" y="970753"/>
                </a:lnTo>
                <a:lnTo>
                  <a:pt x="954881" y="965597"/>
                </a:lnTo>
                <a:lnTo>
                  <a:pt x="963613" y="965993"/>
                </a:lnTo>
                <a:lnTo>
                  <a:pt x="979488" y="966787"/>
                </a:lnTo>
                <a:lnTo>
                  <a:pt x="1004491" y="968373"/>
                </a:lnTo>
                <a:lnTo>
                  <a:pt x="1089819" y="1240103"/>
                </a:lnTo>
                <a:lnTo>
                  <a:pt x="1081484" y="1159179"/>
                </a:lnTo>
                <a:lnTo>
                  <a:pt x="1077516" y="1013199"/>
                </a:lnTo>
                <a:lnTo>
                  <a:pt x="1071959" y="999315"/>
                </a:lnTo>
                <a:lnTo>
                  <a:pt x="1083072" y="980671"/>
                </a:lnTo>
                <a:lnTo>
                  <a:pt x="1107281" y="980671"/>
                </a:lnTo>
                <a:lnTo>
                  <a:pt x="1117600" y="999315"/>
                </a:lnTo>
                <a:lnTo>
                  <a:pt x="1112837" y="1015579"/>
                </a:lnTo>
                <a:lnTo>
                  <a:pt x="1142206" y="1228203"/>
                </a:lnTo>
                <a:lnTo>
                  <a:pt x="1137841" y="971944"/>
                </a:lnTo>
                <a:lnTo>
                  <a:pt x="1146572" y="967580"/>
                </a:lnTo>
                <a:lnTo>
                  <a:pt x="1148953" y="966390"/>
                </a:lnTo>
                <a:lnTo>
                  <a:pt x="1149350" y="965597"/>
                </a:lnTo>
                <a:lnTo>
                  <a:pt x="1155700" y="965200"/>
                </a:lnTo>
                <a:close/>
                <a:moveTo>
                  <a:pt x="931148" y="736601"/>
                </a:moveTo>
                <a:lnTo>
                  <a:pt x="929554" y="751285"/>
                </a:lnTo>
                <a:lnTo>
                  <a:pt x="928757" y="762794"/>
                </a:lnTo>
                <a:lnTo>
                  <a:pt x="929155" y="762794"/>
                </a:lnTo>
                <a:lnTo>
                  <a:pt x="929554" y="751285"/>
                </a:lnTo>
                <a:lnTo>
                  <a:pt x="930351" y="746126"/>
                </a:lnTo>
                <a:lnTo>
                  <a:pt x="931148" y="741363"/>
                </a:lnTo>
                <a:lnTo>
                  <a:pt x="931148" y="736601"/>
                </a:lnTo>
                <a:close/>
                <a:moveTo>
                  <a:pt x="949086" y="679054"/>
                </a:moveTo>
                <a:lnTo>
                  <a:pt x="948289" y="679847"/>
                </a:lnTo>
                <a:lnTo>
                  <a:pt x="945499" y="681435"/>
                </a:lnTo>
                <a:lnTo>
                  <a:pt x="943904" y="683419"/>
                </a:lnTo>
                <a:lnTo>
                  <a:pt x="941911" y="686991"/>
                </a:lnTo>
                <a:lnTo>
                  <a:pt x="945897" y="682625"/>
                </a:lnTo>
                <a:lnTo>
                  <a:pt x="948289" y="681038"/>
                </a:lnTo>
                <a:lnTo>
                  <a:pt x="950282" y="679054"/>
                </a:lnTo>
                <a:lnTo>
                  <a:pt x="949086" y="679054"/>
                </a:lnTo>
                <a:close/>
                <a:moveTo>
                  <a:pt x="1038375" y="620713"/>
                </a:moveTo>
                <a:lnTo>
                  <a:pt x="1049138" y="620713"/>
                </a:lnTo>
                <a:lnTo>
                  <a:pt x="1059502" y="621110"/>
                </a:lnTo>
                <a:lnTo>
                  <a:pt x="1069866" y="622300"/>
                </a:lnTo>
                <a:lnTo>
                  <a:pt x="1079432" y="623491"/>
                </a:lnTo>
                <a:lnTo>
                  <a:pt x="1088999" y="625872"/>
                </a:lnTo>
                <a:lnTo>
                  <a:pt x="1098167" y="627857"/>
                </a:lnTo>
                <a:lnTo>
                  <a:pt x="1106937" y="630238"/>
                </a:lnTo>
                <a:lnTo>
                  <a:pt x="1115307" y="633413"/>
                </a:lnTo>
                <a:lnTo>
                  <a:pt x="1123678" y="636191"/>
                </a:lnTo>
                <a:lnTo>
                  <a:pt x="1130853" y="639763"/>
                </a:lnTo>
                <a:lnTo>
                  <a:pt x="1138028" y="642938"/>
                </a:lnTo>
                <a:lnTo>
                  <a:pt x="1144805" y="646510"/>
                </a:lnTo>
                <a:lnTo>
                  <a:pt x="1156365" y="652860"/>
                </a:lnTo>
                <a:lnTo>
                  <a:pt x="1166729" y="659607"/>
                </a:lnTo>
                <a:lnTo>
                  <a:pt x="1174701" y="664766"/>
                </a:lnTo>
                <a:lnTo>
                  <a:pt x="1180680" y="669529"/>
                </a:lnTo>
                <a:lnTo>
                  <a:pt x="1185862" y="673497"/>
                </a:lnTo>
                <a:lnTo>
                  <a:pt x="1185862" y="676275"/>
                </a:lnTo>
                <a:lnTo>
                  <a:pt x="1185862" y="684213"/>
                </a:lnTo>
                <a:lnTo>
                  <a:pt x="1185065" y="688975"/>
                </a:lnTo>
                <a:lnTo>
                  <a:pt x="1183869" y="694532"/>
                </a:lnTo>
                <a:lnTo>
                  <a:pt x="1182274" y="700088"/>
                </a:lnTo>
                <a:lnTo>
                  <a:pt x="1180281" y="704850"/>
                </a:lnTo>
                <a:lnTo>
                  <a:pt x="1179086" y="707629"/>
                </a:lnTo>
                <a:lnTo>
                  <a:pt x="1177093" y="710010"/>
                </a:lnTo>
                <a:lnTo>
                  <a:pt x="1175498" y="711994"/>
                </a:lnTo>
                <a:lnTo>
                  <a:pt x="1173505" y="713979"/>
                </a:lnTo>
                <a:lnTo>
                  <a:pt x="1170715" y="715963"/>
                </a:lnTo>
                <a:lnTo>
                  <a:pt x="1168323" y="717154"/>
                </a:lnTo>
                <a:lnTo>
                  <a:pt x="1165533" y="718344"/>
                </a:lnTo>
                <a:lnTo>
                  <a:pt x="1161945" y="719138"/>
                </a:lnTo>
                <a:lnTo>
                  <a:pt x="1158756" y="719535"/>
                </a:lnTo>
                <a:lnTo>
                  <a:pt x="1154770" y="719535"/>
                </a:lnTo>
                <a:lnTo>
                  <a:pt x="1150784" y="719138"/>
                </a:lnTo>
                <a:lnTo>
                  <a:pt x="1146001" y="718344"/>
                </a:lnTo>
                <a:lnTo>
                  <a:pt x="1140819" y="717154"/>
                </a:lnTo>
                <a:lnTo>
                  <a:pt x="1135238" y="715566"/>
                </a:lnTo>
                <a:lnTo>
                  <a:pt x="1129259" y="712788"/>
                </a:lnTo>
                <a:lnTo>
                  <a:pt x="1123678" y="710010"/>
                </a:lnTo>
                <a:lnTo>
                  <a:pt x="1120091" y="708819"/>
                </a:lnTo>
                <a:lnTo>
                  <a:pt x="1114112" y="707629"/>
                </a:lnTo>
                <a:lnTo>
                  <a:pt x="1098964" y="704850"/>
                </a:lnTo>
                <a:lnTo>
                  <a:pt x="1083418" y="702072"/>
                </a:lnTo>
                <a:lnTo>
                  <a:pt x="1077439" y="700882"/>
                </a:lnTo>
                <a:lnTo>
                  <a:pt x="1073852" y="700088"/>
                </a:lnTo>
                <a:lnTo>
                  <a:pt x="1104545" y="714772"/>
                </a:lnTo>
                <a:lnTo>
                  <a:pt x="1118895" y="721122"/>
                </a:lnTo>
                <a:lnTo>
                  <a:pt x="1125671" y="723504"/>
                </a:lnTo>
                <a:lnTo>
                  <a:pt x="1132448" y="725885"/>
                </a:lnTo>
                <a:lnTo>
                  <a:pt x="1138826" y="728266"/>
                </a:lnTo>
                <a:lnTo>
                  <a:pt x="1144805" y="729457"/>
                </a:lnTo>
                <a:lnTo>
                  <a:pt x="1150784" y="730647"/>
                </a:lnTo>
                <a:lnTo>
                  <a:pt x="1155966" y="731044"/>
                </a:lnTo>
                <a:lnTo>
                  <a:pt x="1161148" y="730647"/>
                </a:lnTo>
                <a:lnTo>
                  <a:pt x="1165931" y="729457"/>
                </a:lnTo>
                <a:lnTo>
                  <a:pt x="1170316" y="727869"/>
                </a:lnTo>
                <a:lnTo>
                  <a:pt x="1174302" y="725091"/>
                </a:lnTo>
                <a:lnTo>
                  <a:pt x="1175498" y="735410"/>
                </a:lnTo>
                <a:lnTo>
                  <a:pt x="1175897" y="744935"/>
                </a:lnTo>
                <a:lnTo>
                  <a:pt x="1175498" y="753666"/>
                </a:lnTo>
                <a:lnTo>
                  <a:pt x="1175099" y="762397"/>
                </a:lnTo>
                <a:lnTo>
                  <a:pt x="1176694" y="761207"/>
                </a:lnTo>
                <a:lnTo>
                  <a:pt x="1177491" y="760413"/>
                </a:lnTo>
                <a:lnTo>
                  <a:pt x="1178687" y="760016"/>
                </a:lnTo>
                <a:lnTo>
                  <a:pt x="1179086" y="760413"/>
                </a:lnTo>
                <a:lnTo>
                  <a:pt x="1179484" y="761207"/>
                </a:lnTo>
                <a:lnTo>
                  <a:pt x="1179883" y="763985"/>
                </a:lnTo>
                <a:lnTo>
                  <a:pt x="1180281" y="767954"/>
                </a:lnTo>
                <a:lnTo>
                  <a:pt x="1180281" y="773113"/>
                </a:lnTo>
                <a:lnTo>
                  <a:pt x="1179086" y="785813"/>
                </a:lnTo>
                <a:lnTo>
                  <a:pt x="1177491" y="800498"/>
                </a:lnTo>
                <a:lnTo>
                  <a:pt x="1175498" y="814388"/>
                </a:lnTo>
                <a:lnTo>
                  <a:pt x="1173505" y="826294"/>
                </a:lnTo>
                <a:lnTo>
                  <a:pt x="1171911" y="833438"/>
                </a:lnTo>
                <a:lnTo>
                  <a:pt x="1170715" y="834629"/>
                </a:lnTo>
                <a:lnTo>
                  <a:pt x="1170316" y="834232"/>
                </a:lnTo>
                <a:lnTo>
                  <a:pt x="1169519" y="842169"/>
                </a:lnTo>
                <a:lnTo>
                  <a:pt x="1168323" y="849710"/>
                </a:lnTo>
                <a:lnTo>
                  <a:pt x="1166729" y="856854"/>
                </a:lnTo>
                <a:lnTo>
                  <a:pt x="1165134" y="863998"/>
                </a:lnTo>
                <a:lnTo>
                  <a:pt x="1162742" y="870744"/>
                </a:lnTo>
                <a:lnTo>
                  <a:pt x="1160351" y="877491"/>
                </a:lnTo>
                <a:lnTo>
                  <a:pt x="1157959" y="883841"/>
                </a:lnTo>
                <a:lnTo>
                  <a:pt x="1154770" y="890191"/>
                </a:lnTo>
                <a:lnTo>
                  <a:pt x="1151980" y="896541"/>
                </a:lnTo>
                <a:lnTo>
                  <a:pt x="1148791" y="902098"/>
                </a:lnTo>
                <a:lnTo>
                  <a:pt x="1145602" y="907654"/>
                </a:lnTo>
                <a:lnTo>
                  <a:pt x="1141616" y="913210"/>
                </a:lnTo>
                <a:lnTo>
                  <a:pt x="1138028" y="918370"/>
                </a:lnTo>
                <a:lnTo>
                  <a:pt x="1134042" y="923529"/>
                </a:lnTo>
                <a:lnTo>
                  <a:pt x="1126070" y="932260"/>
                </a:lnTo>
                <a:lnTo>
                  <a:pt x="1117699" y="940595"/>
                </a:lnTo>
                <a:lnTo>
                  <a:pt x="1108531" y="947738"/>
                </a:lnTo>
                <a:lnTo>
                  <a:pt x="1099762" y="954088"/>
                </a:lnTo>
                <a:lnTo>
                  <a:pt x="1090593" y="959248"/>
                </a:lnTo>
                <a:lnTo>
                  <a:pt x="1081027" y="963216"/>
                </a:lnTo>
                <a:lnTo>
                  <a:pt x="1077041" y="964804"/>
                </a:lnTo>
                <a:lnTo>
                  <a:pt x="1072257" y="966391"/>
                </a:lnTo>
                <a:lnTo>
                  <a:pt x="1067474" y="967185"/>
                </a:lnTo>
                <a:lnTo>
                  <a:pt x="1063488" y="967979"/>
                </a:lnTo>
                <a:lnTo>
                  <a:pt x="1059103" y="968376"/>
                </a:lnTo>
                <a:lnTo>
                  <a:pt x="1054719" y="968376"/>
                </a:lnTo>
                <a:lnTo>
                  <a:pt x="1051530" y="968376"/>
                </a:lnTo>
                <a:lnTo>
                  <a:pt x="1047543" y="967979"/>
                </a:lnTo>
                <a:lnTo>
                  <a:pt x="1043956" y="967185"/>
                </a:lnTo>
                <a:lnTo>
                  <a:pt x="1039970" y="965995"/>
                </a:lnTo>
                <a:lnTo>
                  <a:pt x="1031998" y="962820"/>
                </a:lnTo>
                <a:lnTo>
                  <a:pt x="1023627" y="958851"/>
                </a:lnTo>
                <a:lnTo>
                  <a:pt x="1014857" y="953295"/>
                </a:lnTo>
                <a:lnTo>
                  <a:pt x="1006088" y="947341"/>
                </a:lnTo>
                <a:lnTo>
                  <a:pt x="997318" y="939801"/>
                </a:lnTo>
                <a:lnTo>
                  <a:pt x="988549" y="931863"/>
                </a:lnTo>
                <a:lnTo>
                  <a:pt x="979779" y="922338"/>
                </a:lnTo>
                <a:lnTo>
                  <a:pt x="971807" y="912813"/>
                </a:lnTo>
                <a:lnTo>
                  <a:pt x="963835" y="902098"/>
                </a:lnTo>
                <a:lnTo>
                  <a:pt x="956660" y="890985"/>
                </a:lnTo>
                <a:lnTo>
                  <a:pt x="949883" y="878682"/>
                </a:lnTo>
                <a:lnTo>
                  <a:pt x="943904" y="865982"/>
                </a:lnTo>
                <a:lnTo>
                  <a:pt x="941512" y="859632"/>
                </a:lnTo>
                <a:lnTo>
                  <a:pt x="938722" y="852885"/>
                </a:lnTo>
                <a:lnTo>
                  <a:pt x="936729" y="846138"/>
                </a:lnTo>
                <a:lnTo>
                  <a:pt x="934736" y="839391"/>
                </a:lnTo>
                <a:lnTo>
                  <a:pt x="933540" y="843757"/>
                </a:lnTo>
                <a:lnTo>
                  <a:pt x="931547" y="847329"/>
                </a:lnTo>
                <a:lnTo>
                  <a:pt x="929554" y="849710"/>
                </a:lnTo>
                <a:lnTo>
                  <a:pt x="928757" y="850107"/>
                </a:lnTo>
                <a:lnTo>
                  <a:pt x="927960" y="850504"/>
                </a:lnTo>
                <a:lnTo>
                  <a:pt x="926764" y="850107"/>
                </a:lnTo>
                <a:lnTo>
                  <a:pt x="925568" y="849710"/>
                </a:lnTo>
                <a:lnTo>
                  <a:pt x="924372" y="848123"/>
                </a:lnTo>
                <a:lnTo>
                  <a:pt x="923575" y="846535"/>
                </a:lnTo>
                <a:lnTo>
                  <a:pt x="921582" y="842963"/>
                </a:lnTo>
                <a:lnTo>
                  <a:pt x="920386" y="837407"/>
                </a:lnTo>
                <a:lnTo>
                  <a:pt x="918791" y="831057"/>
                </a:lnTo>
                <a:lnTo>
                  <a:pt x="917596" y="823516"/>
                </a:lnTo>
                <a:lnTo>
                  <a:pt x="917197" y="815182"/>
                </a:lnTo>
                <a:lnTo>
                  <a:pt x="916798" y="806054"/>
                </a:lnTo>
                <a:lnTo>
                  <a:pt x="917197" y="798116"/>
                </a:lnTo>
                <a:lnTo>
                  <a:pt x="917596" y="790576"/>
                </a:lnTo>
                <a:lnTo>
                  <a:pt x="918393" y="783829"/>
                </a:lnTo>
                <a:lnTo>
                  <a:pt x="919987" y="777479"/>
                </a:lnTo>
                <a:lnTo>
                  <a:pt x="921183" y="772319"/>
                </a:lnTo>
                <a:lnTo>
                  <a:pt x="922379" y="767954"/>
                </a:lnTo>
                <a:lnTo>
                  <a:pt x="924372" y="764779"/>
                </a:lnTo>
                <a:lnTo>
                  <a:pt x="925169" y="763588"/>
                </a:lnTo>
                <a:lnTo>
                  <a:pt x="926365" y="763191"/>
                </a:lnTo>
                <a:lnTo>
                  <a:pt x="923176" y="759619"/>
                </a:lnTo>
                <a:lnTo>
                  <a:pt x="920785" y="756444"/>
                </a:lnTo>
                <a:lnTo>
                  <a:pt x="918393" y="752476"/>
                </a:lnTo>
                <a:lnTo>
                  <a:pt x="916798" y="748507"/>
                </a:lnTo>
                <a:lnTo>
                  <a:pt x="915204" y="744538"/>
                </a:lnTo>
                <a:lnTo>
                  <a:pt x="914407" y="739776"/>
                </a:lnTo>
                <a:lnTo>
                  <a:pt x="913609" y="735807"/>
                </a:lnTo>
                <a:lnTo>
                  <a:pt x="913211" y="731044"/>
                </a:lnTo>
                <a:lnTo>
                  <a:pt x="912812" y="727076"/>
                </a:lnTo>
                <a:lnTo>
                  <a:pt x="912812" y="721916"/>
                </a:lnTo>
                <a:lnTo>
                  <a:pt x="913609" y="712391"/>
                </a:lnTo>
                <a:lnTo>
                  <a:pt x="915204" y="703263"/>
                </a:lnTo>
                <a:lnTo>
                  <a:pt x="917197" y="694135"/>
                </a:lnTo>
                <a:lnTo>
                  <a:pt x="920386" y="685007"/>
                </a:lnTo>
                <a:lnTo>
                  <a:pt x="923575" y="676672"/>
                </a:lnTo>
                <a:lnTo>
                  <a:pt x="927162" y="668735"/>
                </a:lnTo>
                <a:lnTo>
                  <a:pt x="930750" y="661988"/>
                </a:lnTo>
                <a:lnTo>
                  <a:pt x="934337" y="656035"/>
                </a:lnTo>
                <a:lnTo>
                  <a:pt x="937526" y="651272"/>
                </a:lnTo>
                <a:lnTo>
                  <a:pt x="940715" y="647700"/>
                </a:lnTo>
                <a:lnTo>
                  <a:pt x="943107" y="646113"/>
                </a:lnTo>
                <a:lnTo>
                  <a:pt x="955862" y="639763"/>
                </a:lnTo>
                <a:lnTo>
                  <a:pt x="968219" y="634604"/>
                </a:lnTo>
                <a:lnTo>
                  <a:pt x="980178" y="630238"/>
                </a:lnTo>
                <a:lnTo>
                  <a:pt x="992535" y="627063"/>
                </a:lnTo>
                <a:lnTo>
                  <a:pt x="1004493" y="624285"/>
                </a:lnTo>
                <a:lnTo>
                  <a:pt x="1016053" y="622300"/>
                </a:lnTo>
                <a:lnTo>
                  <a:pt x="1027214" y="621110"/>
                </a:lnTo>
                <a:lnTo>
                  <a:pt x="1038375" y="620713"/>
                </a:lnTo>
                <a:close/>
                <a:moveTo>
                  <a:pt x="1043186" y="515586"/>
                </a:moveTo>
                <a:lnTo>
                  <a:pt x="1022934" y="515983"/>
                </a:lnTo>
                <a:lnTo>
                  <a:pt x="1002682" y="516777"/>
                </a:lnTo>
                <a:lnTo>
                  <a:pt x="982827" y="518364"/>
                </a:lnTo>
                <a:lnTo>
                  <a:pt x="962972" y="519952"/>
                </a:lnTo>
                <a:lnTo>
                  <a:pt x="943514" y="521937"/>
                </a:lnTo>
                <a:lnTo>
                  <a:pt x="924056" y="525113"/>
                </a:lnTo>
                <a:lnTo>
                  <a:pt x="904598" y="527891"/>
                </a:lnTo>
                <a:lnTo>
                  <a:pt x="885140" y="531861"/>
                </a:lnTo>
                <a:lnTo>
                  <a:pt x="866476" y="535830"/>
                </a:lnTo>
                <a:lnTo>
                  <a:pt x="847812" y="540594"/>
                </a:lnTo>
                <a:lnTo>
                  <a:pt x="829148" y="545754"/>
                </a:lnTo>
                <a:lnTo>
                  <a:pt x="810485" y="550914"/>
                </a:lnTo>
                <a:lnTo>
                  <a:pt x="792218" y="556869"/>
                </a:lnTo>
                <a:lnTo>
                  <a:pt x="774348" y="563220"/>
                </a:lnTo>
                <a:lnTo>
                  <a:pt x="756082" y="569968"/>
                </a:lnTo>
                <a:lnTo>
                  <a:pt x="738609" y="577113"/>
                </a:lnTo>
                <a:lnTo>
                  <a:pt x="721137" y="585449"/>
                </a:lnTo>
                <a:lnTo>
                  <a:pt x="704061" y="593388"/>
                </a:lnTo>
                <a:lnTo>
                  <a:pt x="686986" y="601724"/>
                </a:lnTo>
                <a:lnTo>
                  <a:pt x="670308" y="610457"/>
                </a:lnTo>
                <a:lnTo>
                  <a:pt x="653630" y="619587"/>
                </a:lnTo>
                <a:lnTo>
                  <a:pt x="637745" y="629114"/>
                </a:lnTo>
                <a:lnTo>
                  <a:pt x="621861" y="639037"/>
                </a:lnTo>
                <a:lnTo>
                  <a:pt x="605977" y="649755"/>
                </a:lnTo>
                <a:lnTo>
                  <a:pt x="590490" y="660473"/>
                </a:lnTo>
                <a:lnTo>
                  <a:pt x="575400" y="671190"/>
                </a:lnTo>
                <a:lnTo>
                  <a:pt x="559913" y="682702"/>
                </a:lnTo>
                <a:lnTo>
                  <a:pt x="545617" y="694610"/>
                </a:lnTo>
                <a:lnTo>
                  <a:pt x="531322" y="706519"/>
                </a:lnTo>
                <a:lnTo>
                  <a:pt x="517026" y="719221"/>
                </a:lnTo>
                <a:lnTo>
                  <a:pt x="503525" y="731924"/>
                </a:lnTo>
                <a:lnTo>
                  <a:pt x="490023" y="745023"/>
                </a:lnTo>
                <a:lnTo>
                  <a:pt x="476919" y="758520"/>
                </a:lnTo>
                <a:lnTo>
                  <a:pt x="464212" y="772413"/>
                </a:lnTo>
                <a:lnTo>
                  <a:pt x="451504" y="786306"/>
                </a:lnTo>
                <a:lnTo>
                  <a:pt x="439591" y="800596"/>
                </a:lnTo>
                <a:lnTo>
                  <a:pt x="427678" y="815680"/>
                </a:lnTo>
                <a:lnTo>
                  <a:pt x="416162" y="830368"/>
                </a:lnTo>
                <a:lnTo>
                  <a:pt x="405441" y="845452"/>
                </a:lnTo>
                <a:lnTo>
                  <a:pt x="394322" y="860933"/>
                </a:lnTo>
                <a:lnTo>
                  <a:pt x="383997" y="876811"/>
                </a:lnTo>
                <a:lnTo>
                  <a:pt x="374070" y="892689"/>
                </a:lnTo>
                <a:lnTo>
                  <a:pt x="364539" y="908964"/>
                </a:lnTo>
                <a:lnTo>
                  <a:pt x="355009" y="925636"/>
                </a:lnTo>
                <a:lnTo>
                  <a:pt x="346272" y="941911"/>
                </a:lnTo>
                <a:lnTo>
                  <a:pt x="337933" y="959377"/>
                </a:lnTo>
                <a:lnTo>
                  <a:pt x="329594" y="976048"/>
                </a:lnTo>
                <a:lnTo>
                  <a:pt x="322049" y="993911"/>
                </a:lnTo>
                <a:lnTo>
                  <a:pt x="314901" y="1011377"/>
                </a:lnTo>
                <a:lnTo>
                  <a:pt x="308151" y="1029240"/>
                </a:lnTo>
                <a:lnTo>
                  <a:pt x="301797" y="1047500"/>
                </a:lnTo>
                <a:lnTo>
                  <a:pt x="295840" y="1065362"/>
                </a:lnTo>
                <a:lnTo>
                  <a:pt x="290678" y="1084019"/>
                </a:lnTo>
                <a:lnTo>
                  <a:pt x="285516" y="1102676"/>
                </a:lnTo>
                <a:lnTo>
                  <a:pt x="280751" y="1121729"/>
                </a:lnTo>
                <a:lnTo>
                  <a:pt x="276780" y="1140783"/>
                </a:lnTo>
                <a:lnTo>
                  <a:pt x="272809" y="1159440"/>
                </a:lnTo>
                <a:lnTo>
                  <a:pt x="270029" y="1178890"/>
                </a:lnTo>
                <a:lnTo>
                  <a:pt x="266852" y="1198341"/>
                </a:lnTo>
                <a:lnTo>
                  <a:pt x="264867" y="1218188"/>
                </a:lnTo>
                <a:lnTo>
                  <a:pt x="263278" y="1237639"/>
                </a:lnTo>
                <a:lnTo>
                  <a:pt x="261690" y="1257883"/>
                </a:lnTo>
                <a:lnTo>
                  <a:pt x="260896" y="1277731"/>
                </a:lnTo>
                <a:lnTo>
                  <a:pt x="260498" y="1297975"/>
                </a:lnTo>
                <a:lnTo>
                  <a:pt x="260896" y="1318220"/>
                </a:lnTo>
                <a:lnTo>
                  <a:pt x="261690" y="1338067"/>
                </a:lnTo>
                <a:lnTo>
                  <a:pt x="263278" y="1357915"/>
                </a:lnTo>
                <a:lnTo>
                  <a:pt x="264867" y="1377763"/>
                </a:lnTo>
                <a:lnTo>
                  <a:pt x="266852" y="1397213"/>
                </a:lnTo>
                <a:lnTo>
                  <a:pt x="270029" y="1416664"/>
                </a:lnTo>
                <a:lnTo>
                  <a:pt x="272809" y="1436114"/>
                </a:lnTo>
                <a:lnTo>
                  <a:pt x="276780" y="1455168"/>
                </a:lnTo>
                <a:lnTo>
                  <a:pt x="280751" y="1474222"/>
                </a:lnTo>
                <a:lnTo>
                  <a:pt x="285516" y="1493275"/>
                </a:lnTo>
                <a:lnTo>
                  <a:pt x="290678" y="1511535"/>
                </a:lnTo>
                <a:lnTo>
                  <a:pt x="295840" y="1530192"/>
                </a:lnTo>
                <a:lnTo>
                  <a:pt x="301797" y="1548452"/>
                </a:lnTo>
                <a:lnTo>
                  <a:pt x="308151" y="1566314"/>
                </a:lnTo>
                <a:lnTo>
                  <a:pt x="314901" y="1584177"/>
                </a:lnTo>
                <a:lnTo>
                  <a:pt x="322049" y="1602040"/>
                </a:lnTo>
                <a:lnTo>
                  <a:pt x="329594" y="1619109"/>
                </a:lnTo>
                <a:lnTo>
                  <a:pt x="337933" y="1636575"/>
                </a:lnTo>
                <a:lnTo>
                  <a:pt x="346272" y="1653247"/>
                </a:lnTo>
                <a:lnTo>
                  <a:pt x="355009" y="1670316"/>
                </a:lnTo>
                <a:lnTo>
                  <a:pt x="364539" y="1686591"/>
                </a:lnTo>
                <a:lnTo>
                  <a:pt x="374070" y="1703262"/>
                </a:lnTo>
                <a:lnTo>
                  <a:pt x="383997" y="1719140"/>
                </a:lnTo>
                <a:lnTo>
                  <a:pt x="394322" y="1734622"/>
                </a:lnTo>
                <a:lnTo>
                  <a:pt x="405441" y="1750500"/>
                </a:lnTo>
                <a:lnTo>
                  <a:pt x="416162" y="1765584"/>
                </a:lnTo>
                <a:lnTo>
                  <a:pt x="427678" y="1780271"/>
                </a:lnTo>
                <a:lnTo>
                  <a:pt x="439591" y="1794958"/>
                </a:lnTo>
                <a:lnTo>
                  <a:pt x="451504" y="1809248"/>
                </a:lnTo>
                <a:lnTo>
                  <a:pt x="464212" y="1823142"/>
                </a:lnTo>
                <a:lnTo>
                  <a:pt x="476919" y="1837035"/>
                </a:lnTo>
                <a:lnTo>
                  <a:pt x="490023" y="1850531"/>
                </a:lnTo>
                <a:lnTo>
                  <a:pt x="503525" y="1863631"/>
                </a:lnTo>
                <a:lnTo>
                  <a:pt x="517026" y="1876333"/>
                </a:lnTo>
                <a:lnTo>
                  <a:pt x="531322" y="1889035"/>
                </a:lnTo>
                <a:lnTo>
                  <a:pt x="545617" y="1900944"/>
                </a:lnTo>
                <a:lnTo>
                  <a:pt x="559913" y="1912852"/>
                </a:lnTo>
                <a:lnTo>
                  <a:pt x="575400" y="1923967"/>
                </a:lnTo>
                <a:lnTo>
                  <a:pt x="590490" y="1935479"/>
                </a:lnTo>
                <a:lnTo>
                  <a:pt x="605977" y="1945799"/>
                </a:lnTo>
                <a:lnTo>
                  <a:pt x="621861" y="1956517"/>
                </a:lnTo>
                <a:lnTo>
                  <a:pt x="637745" y="1966044"/>
                </a:lnTo>
                <a:lnTo>
                  <a:pt x="653630" y="1975968"/>
                </a:lnTo>
                <a:lnTo>
                  <a:pt x="670308" y="1985097"/>
                </a:lnTo>
                <a:lnTo>
                  <a:pt x="686986" y="1994227"/>
                </a:lnTo>
                <a:lnTo>
                  <a:pt x="704061" y="2002563"/>
                </a:lnTo>
                <a:lnTo>
                  <a:pt x="721137" y="2010502"/>
                </a:lnTo>
                <a:lnTo>
                  <a:pt x="738609" y="2018044"/>
                </a:lnTo>
                <a:lnTo>
                  <a:pt x="756082" y="2025189"/>
                </a:lnTo>
                <a:lnTo>
                  <a:pt x="774348" y="2032335"/>
                </a:lnTo>
                <a:lnTo>
                  <a:pt x="792218" y="2038686"/>
                </a:lnTo>
                <a:lnTo>
                  <a:pt x="810485" y="2044640"/>
                </a:lnTo>
                <a:lnTo>
                  <a:pt x="829148" y="2050197"/>
                </a:lnTo>
                <a:lnTo>
                  <a:pt x="847812" y="2055358"/>
                </a:lnTo>
                <a:lnTo>
                  <a:pt x="866476" y="2059724"/>
                </a:lnTo>
                <a:lnTo>
                  <a:pt x="885140" y="2064091"/>
                </a:lnTo>
                <a:lnTo>
                  <a:pt x="904598" y="2067266"/>
                </a:lnTo>
                <a:lnTo>
                  <a:pt x="924056" y="2070839"/>
                </a:lnTo>
                <a:lnTo>
                  <a:pt x="943514" y="2073220"/>
                </a:lnTo>
                <a:lnTo>
                  <a:pt x="962972" y="2075999"/>
                </a:lnTo>
                <a:lnTo>
                  <a:pt x="982827" y="2077587"/>
                </a:lnTo>
                <a:lnTo>
                  <a:pt x="1002682" y="2078778"/>
                </a:lnTo>
                <a:lnTo>
                  <a:pt x="1022934" y="2079572"/>
                </a:lnTo>
                <a:lnTo>
                  <a:pt x="1043186" y="2079572"/>
                </a:lnTo>
                <a:lnTo>
                  <a:pt x="1063041" y="2079572"/>
                </a:lnTo>
                <a:lnTo>
                  <a:pt x="1083293" y="2078778"/>
                </a:lnTo>
                <a:lnTo>
                  <a:pt x="1103148" y="2077587"/>
                </a:lnTo>
                <a:lnTo>
                  <a:pt x="1122606" y="2075999"/>
                </a:lnTo>
                <a:lnTo>
                  <a:pt x="1142064" y="2073220"/>
                </a:lnTo>
                <a:lnTo>
                  <a:pt x="1161919" y="2070839"/>
                </a:lnTo>
                <a:lnTo>
                  <a:pt x="1180980" y="2067266"/>
                </a:lnTo>
                <a:lnTo>
                  <a:pt x="1200438" y="2064091"/>
                </a:lnTo>
                <a:lnTo>
                  <a:pt x="1219499" y="2059724"/>
                </a:lnTo>
                <a:lnTo>
                  <a:pt x="1237766" y="2055358"/>
                </a:lnTo>
                <a:lnTo>
                  <a:pt x="1256827" y="2050197"/>
                </a:lnTo>
                <a:lnTo>
                  <a:pt x="1275093" y="2044640"/>
                </a:lnTo>
                <a:lnTo>
                  <a:pt x="1293757" y="2038686"/>
                </a:lnTo>
                <a:lnTo>
                  <a:pt x="1311627" y="2032335"/>
                </a:lnTo>
                <a:lnTo>
                  <a:pt x="1329496" y="2025189"/>
                </a:lnTo>
                <a:lnTo>
                  <a:pt x="1347366" y="2018044"/>
                </a:lnTo>
                <a:lnTo>
                  <a:pt x="1364441" y="2010502"/>
                </a:lnTo>
                <a:lnTo>
                  <a:pt x="1381914" y="2002563"/>
                </a:lnTo>
                <a:lnTo>
                  <a:pt x="1398592" y="1994227"/>
                </a:lnTo>
                <a:lnTo>
                  <a:pt x="1415667" y="1985097"/>
                </a:lnTo>
                <a:lnTo>
                  <a:pt x="1431949" y="1975968"/>
                </a:lnTo>
                <a:lnTo>
                  <a:pt x="1447833" y="1966044"/>
                </a:lnTo>
                <a:lnTo>
                  <a:pt x="1464114" y="1956517"/>
                </a:lnTo>
                <a:lnTo>
                  <a:pt x="1479998" y="1945799"/>
                </a:lnTo>
                <a:lnTo>
                  <a:pt x="1495088" y="1935479"/>
                </a:lnTo>
                <a:lnTo>
                  <a:pt x="1510575" y="1923967"/>
                </a:lnTo>
                <a:lnTo>
                  <a:pt x="1525665" y="1912852"/>
                </a:lnTo>
                <a:lnTo>
                  <a:pt x="1539960" y="1900944"/>
                </a:lnTo>
                <a:lnTo>
                  <a:pt x="1554256" y="1889035"/>
                </a:lnTo>
                <a:lnTo>
                  <a:pt x="1568551" y="1876333"/>
                </a:lnTo>
                <a:lnTo>
                  <a:pt x="1582053" y="1863631"/>
                </a:lnTo>
                <a:lnTo>
                  <a:pt x="1595555" y="1850531"/>
                </a:lnTo>
                <a:lnTo>
                  <a:pt x="1608659" y="1837035"/>
                </a:lnTo>
                <a:lnTo>
                  <a:pt x="1621763" y="1823142"/>
                </a:lnTo>
                <a:lnTo>
                  <a:pt x="1634073" y="1809248"/>
                </a:lnTo>
                <a:lnTo>
                  <a:pt x="1646383" y="1794958"/>
                </a:lnTo>
                <a:lnTo>
                  <a:pt x="1657899" y="1780271"/>
                </a:lnTo>
                <a:lnTo>
                  <a:pt x="1669415" y="1765584"/>
                </a:lnTo>
                <a:lnTo>
                  <a:pt x="1680534" y="1750500"/>
                </a:lnTo>
                <a:lnTo>
                  <a:pt x="1691256" y="1734622"/>
                </a:lnTo>
                <a:lnTo>
                  <a:pt x="1701581" y="1719140"/>
                </a:lnTo>
                <a:lnTo>
                  <a:pt x="1711508" y="1703262"/>
                </a:lnTo>
                <a:lnTo>
                  <a:pt x="1721436" y="1686591"/>
                </a:lnTo>
                <a:lnTo>
                  <a:pt x="1730569" y="1670316"/>
                </a:lnTo>
                <a:lnTo>
                  <a:pt x="1739305" y="1653247"/>
                </a:lnTo>
                <a:lnTo>
                  <a:pt x="1748041" y="1636575"/>
                </a:lnTo>
                <a:lnTo>
                  <a:pt x="1755983" y="1619109"/>
                </a:lnTo>
                <a:lnTo>
                  <a:pt x="1763529" y="1602040"/>
                </a:lnTo>
                <a:lnTo>
                  <a:pt x="1770676" y="1584177"/>
                </a:lnTo>
                <a:lnTo>
                  <a:pt x="1777427" y="1566314"/>
                </a:lnTo>
                <a:lnTo>
                  <a:pt x="1783781" y="1548452"/>
                </a:lnTo>
                <a:lnTo>
                  <a:pt x="1789737" y="1530192"/>
                </a:lnTo>
                <a:lnTo>
                  <a:pt x="1795694" y="1511535"/>
                </a:lnTo>
                <a:lnTo>
                  <a:pt x="1800459" y="1493275"/>
                </a:lnTo>
                <a:lnTo>
                  <a:pt x="1804827" y="1474222"/>
                </a:lnTo>
                <a:lnTo>
                  <a:pt x="1809195" y="1455168"/>
                </a:lnTo>
                <a:lnTo>
                  <a:pt x="1812769" y="1436114"/>
                </a:lnTo>
                <a:lnTo>
                  <a:pt x="1816343" y="1416664"/>
                </a:lnTo>
                <a:lnTo>
                  <a:pt x="1818726" y="1397213"/>
                </a:lnTo>
                <a:lnTo>
                  <a:pt x="1820711" y="1377763"/>
                </a:lnTo>
                <a:lnTo>
                  <a:pt x="1823094" y="1357915"/>
                </a:lnTo>
                <a:lnTo>
                  <a:pt x="1824285" y="1338067"/>
                </a:lnTo>
                <a:lnTo>
                  <a:pt x="1824682" y="1318220"/>
                </a:lnTo>
                <a:lnTo>
                  <a:pt x="1825079" y="1297975"/>
                </a:lnTo>
                <a:lnTo>
                  <a:pt x="1824682" y="1277731"/>
                </a:lnTo>
                <a:lnTo>
                  <a:pt x="1824285" y="1257883"/>
                </a:lnTo>
                <a:lnTo>
                  <a:pt x="1823094" y="1237639"/>
                </a:lnTo>
                <a:lnTo>
                  <a:pt x="1820711" y="1218188"/>
                </a:lnTo>
                <a:lnTo>
                  <a:pt x="1818726" y="1198341"/>
                </a:lnTo>
                <a:lnTo>
                  <a:pt x="1816343" y="1178890"/>
                </a:lnTo>
                <a:lnTo>
                  <a:pt x="1812769" y="1159440"/>
                </a:lnTo>
                <a:lnTo>
                  <a:pt x="1809195" y="1140783"/>
                </a:lnTo>
                <a:lnTo>
                  <a:pt x="1804827" y="1121729"/>
                </a:lnTo>
                <a:lnTo>
                  <a:pt x="1800459" y="1102676"/>
                </a:lnTo>
                <a:lnTo>
                  <a:pt x="1795694" y="1084019"/>
                </a:lnTo>
                <a:lnTo>
                  <a:pt x="1789737" y="1065362"/>
                </a:lnTo>
                <a:lnTo>
                  <a:pt x="1783781" y="1047500"/>
                </a:lnTo>
                <a:lnTo>
                  <a:pt x="1777427" y="1029240"/>
                </a:lnTo>
                <a:lnTo>
                  <a:pt x="1770676" y="1011377"/>
                </a:lnTo>
                <a:lnTo>
                  <a:pt x="1763529" y="993911"/>
                </a:lnTo>
                <a:lnTo>
                  <a:pt x="1755983" y="976048"/>
                </a:lnTo>
                <a:lnTo>
                  <a:pt x="1748041" y="959377"/>
                </a:lnTo>
                <a:lnTo>
                  <a:pt x="1739305" y="941911"/>
                </a:lnTo>
                <a:lnTo>
                  <a:pt x="1730569" y="925636"/>
                </a:lnTo>
                <a:lnTo>
                  <a:pt x="1721436" y="908964"/>
                </a:lnTo>
                <a:lnTo>
                  <a:pt x="1711508" y="892689"/>
                </a:lnTo>
                <a:lnTo>
                  <a:pt x="1701581" y="876811"/>
                </a:lnTo>
                <a:lnTo>
                  <a:pt x="1691256" y="860933"/>
                </a:lnTo>
                <a:lnTo>
                  <a:pt x="1680534" y="845452"/>
                </a:lnTo>
                <a:lnTo>
                  <a:pt x="1669415" y="830368"/>
                </a:lnTo>
                <a:lnTo>
                  <a:pt x="1657899" y="815680"/>
                </a:lnTo>
                <a:lnTo>
                  <a:pt x="1646383" y="800596"/>
                </a:lnTo>
                <a:lnTo>
                  <a:pt x="1634073" y="786306"/>
                </a:lnTo>
                <a:lnTo>
                  <a:pt x="1621763" y="772413"/>
                </a:lnTo>
                <a:lnTo>
                  <a:pt x="1608659" y="758520"/>
                </a:lnTo>
                <a:lnTo>
                  <a:pt x="1595555" y="745023"/>
                </a:lnTo>
                <a:lnTo>
                  <a:pt x="1582053" y="731924"/>
                </a:lnTo>
                <a:lnTo>
                  <a:pt x="1568551" y="719221"/>
                </a:lnTo>
                <a:lnTo>
                  <a:pt x="1554256" y="706519"/>
                </a:lnTo>
                <a:lnTo>
                  <a:pt x="1539960" y="694610"/>
                </a:lnTo>
                <a:lnTo>
                  <a:pt x="1525665" y="682702"/>
                </a:lnTo>
                <a:lnTo>
                  <a:pt x="1510575" y="671190"/>
                </a:lnTo>
                <a:lnTo>
                  <a:pt x="1495088" y="660473"/>
                </a:lnTo>
                <a:lnTo>
                  <a:pt x="1479998" y="649755"/>
                </a:lnTo>
                <a:lnTo>
                  <a:pt x="1464114" y="639037"/>
                </a:lnTo>
                <a:lnTo>
                  <a:pt x="1447833" y="629114"/>
                </a:lnTo>
                <a:lnTo>
                  <a:pt x="1431949" y="619587"/>
                </a:lnTo>
                <a:lnTo>
                  <a:pt x="1415667" y="610457"/>
                </a:lnTo>
                <a:lnTo>
                  <a:pt x="1398592" y="601724"/>
                </a:lnTo>
                <a:lnTo>
                  <a:pt x="1381914" y="593388"/>
                </a:lnTo>
                <a:lnTo>
                  <a:pt x="1364441" y="585449"/>
                </a:lnTo>
                <a:lnTo>
                  <a:pt x="1347366" y="577113"/>
                </a:lnTo>
                <a:lnTo>
                  <a:pt x="1329496" y="569968"/>
                </a:lnTo>
                <a:lnTo>
                  <a:pt x="1311627" y="563220"/>
                </a:lnTo>
                <a:lnTo>
                  <a:pt x="1293757" y="556869"/>
                </a:lnTo>
                <a:lnTo>
                  <a:pt x="1275093" y="550914"/>
                </a:lnTo>
                <a:lnTo>
                  <a:pt x="1256827" y="545754"/>
                </a:lnTo>
                <a:lnTo>
                  <a:pt x="1237766" y="540594"/>
                </a:lnTo>
                <a:lnTo>
                  <a:pt x="1219499" y="535830"/>
                </a:lnTo>
                <a:lnTo>
                  <a:pt x="1200438" y="531861"/>
                </a:lnTo>
                <a:lnTo>
                  <a:pt x="1180980" y="527891"/>
                </a:lnTo>
                <a:lnTo>
                  <a:pt x="1161919" y="525113"/>
                </a:lnTo>
                <a:lnTo>
                  <a:pt x="1142064" y="521937"/>
                </a:lnTo>
                <a:lnTo>
                  <a:pt x="1122606" y="519952"/>
                </a:lnTo>
                <a:lnTo>
                  <a:pt x="1103148" y="518364"/>
                </a:lnTo>
                <a:lnTo>
                  <a:pt x="1083293" y="516777"/>
                </a:lnTo>
                <a:lnTo>
                  <a:pt x="1063041" y="515983"/>
                </a:lnTo>
                <a:lnTo>
                  <a:pt x="1043186" y="515586"/>
                </a:lnTo>
                <a:close/>
                <a:moveTo>
                  <a:pt x="803734" y="280988"/>
                </a:moveTo>
                <a:lnTo>
                  <a:pt x="862902" y="391340"/>
                </a:lnTo>
                <a:lnTo>
                  <a:pt x="884743" y="387371"/>
                </a:lnTo>
                <a:lnTo>
                  <a:pt x="906980" y="383798"/>
                </a:lnTo>
                <a:lnTo>
                  <a:pt x="929218" y="380622"/>
                </a:lnTo>
                <a:lnTo>
                  <a:pt x="951456" y="378241"/>
                </a:lnTo>
                <a:lnTo>
                  <a:pt x="974488" y="376256"/>
                </a:lnTo>
                <a:lnTo>
                  <a:pt x="997122" y="374668"/>
                </a:lnTo>
                <a:lnTo>
                  <a:pt x="1019757" y="373874"/>
                </a:lnTo>
                <a:lnTo>
                  <a:pt x="1043186" y="373477"/>
                </a:lnTo>
                <a:lnTo>
                  <a:pt x="1059865" y="373874"/>
                </a:lnTo>
                <a:lnTo>
                  <a:pt x="1076940" y="374271"/>
                </a:lnTo>
                <a:lnTo>
                  <a:pt x="1093618" y="375462"/>
                </a:lnTo>
                <a:lnTo>
                  <a:pt x="1110693" y="376256"/>
                </a:lnTo>
                <a:lnTo>
                  <a:pt x="1127372" y="377844"/>
                </a:lnTo>
                <a:lnTo>
                  <a:pt x="1144050" y="379432"/>
                </a:lnTo>
                <a:lnTo>
                  <a:pt x="1160331" y="381019"/>
                </a:lnTo>
                <a:lnTo>
                  <a:pt x="1176612" y="383798"/>
                </a:lnTo>
                <a:lnTo>
                  <a:pt x="1193291" y="386180"/>
                </a:lnTo>
                <a:lnTo>
                  <a:pt x="1209572" y="388958"/>
                </a:lnTo>
                <a:lnTo>
                  <a:pt x="1225853" y="392134"/>
                </a:lnTo>
                <a:lnTo>
                  <a:pt x="1241737" y="395310"/>
                </a:lnTo>
                <a:lnTo>
                  <a:pt x="1257621" y="399279"/>
                </a:lnTo>
                <a:lnTo>
                  <a:pt x="1273505" y="403249"/>
                </a:lnTo>
                <a:lnTo>
                  <a:pt x="1289389" y="407218"/>
                </a:lnTo>
                <a:lnTo>
                  <a:pt x="1304876" y="411982"/>
                </a:lnTo>
                <a:lnTo>
                  <a:pt x="1370398" y="304805"/>
                </a:lnTo>
                <a:lnTo>
                  <a:pt x="1611439" y="417142"/>
                </a:lnTo>
                <a:lnTo>
                  <a:pt x="1570140" y="539800"/>
                </a:lnTo>
                <a:lnTo>
                  <a:pt x="1592775" y="555678"/>
                </a:lnTo>
                <a:lnTo>
                  <a:pt x="1614615" y="572747"/>
                </a:lnTo>
                <a:lnTo>
                  <a:pt x="1636059" y="589815"/>
                </a:lnTo>
                <a:lnTo>
                  <a:pt x="1656708" y="608075"/>
                </a:lnTo>
                <a:lnTo>
                  <a:pt x="1676960" y="626732"/>
                </a:lnTo>
                <a:lnTo>
                  <a:pt x="1696815" y="645389"/>
                </a:lnTo>
                <a:lnTo>
                  <a:pt x="1715876" y="665236"/>
                </a:lnTo>
                <a:lnTo>
                  <a:pt x="1734540" y="685481"/>
                </a:lnTo>
                <a:lnTo>
                  <a:pt x="1752410" y="706519"/>
                </a:lnTo>
                <a:lnTo>
                  <a:pt x="1769882" y="728351"/>
                </a:lnTo>
                <a:lnTo>
                  <a:pt x="1786560" y="750184"/>
                </a:lnTo>
                <a:lnTo>
                  <a:pt x="1802841" y="772413"/>
                </a:lnTo>
                <a:lnTo>
                  <a:pt x="1818329" y="795436"/>
                </a:lnTo>
                <a:lnTo>
                  <a:pt x="1832624" y="818856"/>
                </a:lnTo>
                <a:lnTo>
                  <a:pt x="1846920" y="842673"/>
                </a:lnTo>
                <a:lnTo>
                  <a:pt x="1860024" y="866887"/>
                </a:lnTo>
                <a:lnTo>
                  <a:pt x="1994642" y="834337"/>
                </a:lnTo>
                <a:lnTo>
                  <a:pt x="2085975" y="1084019"/>
                </a:lnTo>
                <a:lnTo>
                  <a:pt x="1954931" y="1149516"/>
                </a:lnTo>
                <a:lnTo>
                  <a:pt x="1958108" y="1167776"/>
                </a:lnTo>
                <a:lnTo>
                  <a:pt x="1960491" y="1185638"/>
                </a:lnTo>
                <a:lnTo>
                  <a:pt x="1962476" y="1204295"/>
                </a:lnTo>
                <a:lnTo>
                  <a:pt x="1964462" y="1222952"/>
                </a:lnTo>
                <a:lnTo>
                  <a:pt x="1965653" y="1241212"/>
                </a:lnTo>
                <a:lnTo>
                  <a:pt x="1966447" y="1259868"/>
                </a:lnTo>
                <a:lnTo>
                  <a:pt x="1967242" y="1278922"/>
                </a:lnTo>
                <a:lnTo>
                  <a:pt x="1967242" y="1297975"/>
                </a:lnTo>
                <a:lnTo>
                  <a:pt x="1967242" y="1315441"/>
                </a:lnTo>
                <a:lnTo>
                  <a:pt x="1966845" y="1332907"/>
                </a:lnTo>
                <a:lnTo>
                  <a:pt x="1966050" y="1349976"/>
                </a:lnTo>
                <a:lnTo>
                  <a:pt x="1964859" y="1367839"/>
                </a:lnTo>
                <a:lnTo>
                  <a:pt x="1962873" y="1385305"/>
                </a:lnTo>
                <a:lnTo>
                  <a:pt x="1961285" y="1401977"/>
                </a:lnTo>
                <a:lnTo>
                  <a:pt x="1959300" y="1419442"/>
                </a:lnTo>
                <a:lnTo>
                  <a:pt x="1957314" y="1436114"/>
                </a:lnTo>
                <a:lnTo>
                  <a:pt x="1954137" y="1453183"/>
                </a:lnTo>
                <a:lnTo>
                  <a:pt x="1951357" y="1469855"/>
                </a:lnTo>
                <a:lnTo>
                  <a:pt x="1947784" y="1486527"/>
                </a:lnTo>
                <a:lnTo>
                  <a:pt x="1944210" y="1503199"/>
                </a:lnTo>
                <a:lnTo>
                  <a:pt x="1940239" y="1519871"/>
                </a:lnTo>
                <a:lnTo>
                  <a:pt x="1935871" y="1535749"/>
                </a:lnTo>
                <a:lnTo>
                  <a:pt x="1931899" y="1552024"/>
                </a:lnTo>
                <a:lnTo>
                  <a:pt x="1926737" y="1568299"/>
                </a:lnTo>
                <a:lnTo>
                  <a:pt x="2061355" y="1650468"/>
                </a:lnTo>
                <a:lnTo>
                  <a:pt x="1949372" y="1891020"/>
                </a:lnTo>
                <a:lnTo>
                  <a:pt x="1791723" y="1838623"/>
                </a:lnTo>
                <a:lnTo>
                  <a:pt x="1776633" y="1859264"/>
                </a:lnTo>
                <a:lnTo>
                  <a:pt x="1761146" y="1879112"/>
                </a:lnTo>
                <a:lnTo>
                  <a:pt x="1744468" y="1898165"/>
                </a:lnTo>
                <a:lnTo>
                  <a:pt x="1728186" y="1917219"/>
                </a:lnTo>
                <a:lnTo>
                  <a:pt x="1710714" y="1935876"/>
                </a:lnTo>
                <a:lnTo>
                  <a:pt x="1693241" y="1954135"/>
                </a:lnTo>
                <a:lnTo>
                  <a:pt x="1674975" y="1971204"/>
                </a:lnTo>
                <a:lnTo>
                  <a:pt x="1655914" y="1988670"/>
                </a:lnTo>
                <a:lnTo>
                  <a:pt x="1636853" y="2004945"/>
                </a:lnTo>
                <a:lnTo>
                  <a:pt x="1616998" y="2021220"/>
                </a:lnTo>
                <a:lnTo>
                  <a:pt x="1597143" y="2036701"/>
                </a:lnTo>
                <a:lnTo>
                  <a:pt x="1576494" y="2051388"/>
                </a:lnTo>
                <a:lnTo>
                  <a:pt x="1555844" y="2066075"/>
                </a:lnTo>
                <a:lnTo>
                  <a:pt x="1534401" y="2079572"/>
                </a:lnTo>
                <a:lnTo>
                  <a:pt x="1512957" y="2093068"/>
                </a:lnTo>
                <a:lnTo>
                  <a:pt x="1491117" y="2105770"/>
                </a:lnTo>
                <a:lnTo>
                  <a:pt x="1531621" y="2274474"/>
                </a:lnTo>
                <a:lnTo>
                  <a:pt x="1281844" y="2365376"/>
                </a:lnTo>
                <a:lnTo>
                  <a:pt x="1202821" y="2207787"/>
                </a:lnTo>
                <a:lnTo>
                  <a:pt x="1183363" y="2210962"/>
                </a:lnTo>
                <a:lnTo>
                  <a:pt x="1163508" y="2213741"/>
                </a:lnTo>
                <a:lnTo>
                  <a:pt x="1144050" y="2216123"/>
                </a:lnTo>
                <a:lnTo>
                  <a:pt x="1124195" y="2218504"/>
                </a:lnTo>
                <a:lnTo>
                  <a:pt x="1103943" y="2219695"/>
                </a:lnTo>
                <a:lnTo>
                  <a:pt x="1083690" y="2220886"/>
                </a:lnTo>
                <a:lnTo>
                  <a:pt x="1063438" y="2221680"/>
                </a:lnTo>
                <a:lnTo>
                  <a:pt x="1043186" y="2221680"/>
                </a:lnTo>
                <a:lnTo>
                  <a:pt x="1013007" y="2221283"/>
                </a:lnTo>
                <a:lnTo>
                  <a:pt x="983224" y="2220092"/>
                </a:lnTo>
                <a:lnTo>
                  <a:pt x="954235" y="2217711"/>
                </a:lnTo>
                <a:lnTo>
                  <a:pt x="924850" y="2214535"/>
                </a:lnTo>
                <a:lnTo>
                  <a:pt x="895862" y="2210565"/>
                </a:lnTo>
                <a:lnTo>
                  <a:pt x="867270" y="2205405"/>
                </a:lnTo>
                <a:lnTo>
                  <a:pt x="839076" y="2199451"/>
                </a:lnTo>
                <a:lnTo>
                  <a:pt x="810882" y="2192703"/>
                </a:lnTo>
                <a:lnTo>
                  <a:pt x="715180" y="2341162"/>
                </a:lnTo>
                <a:lnTo>
                  <a:pt x="474536" y="2229222"/>
                </a:lnTo>
                <a:lnTo>
                  <a:pt x="524968" y="2062900"/>
                </a:lnTo>
                <a:lnTo>
                  <a:pt x="504716" y="2049006"/>
                </a:lnTo>
                <a:lnTo>
                  <a:pt x="484464" y="2033525"/>
                </a:lnTo>
                <a:lnTo>
                  <a:pt x="465006" y="2018441"/>
                </a:lnTo>
                <a:lnTo>
                  <a:pt x="445945" y="2002960"/>
                </a:lnTo>
                <a:lnTo>
                  <a:pt x="427281" y="1986288"/>
                </a:lnTo>
                <a:lnTo>
                  <a:pt x="408617" y="1969616"/>
                </a:lnTo>
                <a:lnTo>
                  <a:pt x="390748" y="1952151"/>
                </a:lnTo>
                <a:lnTo>
                  <a:pt x="373672" y="1934685"/>
                </a:lnTo>
                <a:lnTo>
                  <a:pt x="356597" y="1916028"/>
                </a:lnTo>
                <a:lnTo>
                  <a:pt x="340316" y="1897371"/>
                </a:lnTo>
                <a:lnTo>
                  <a:pt x="324432" y="1878715"/>
                </a:lnTo>
                <a:lnTo>
                  <a:pt x="308548" y="1858867"/>
                </a:lnTo>
                <a:lnTo>
                  <a:pt x="293855" y="1839020"/>
                </a:lnTo>
                <a:lnTo>
                  <a:pt x="279559" y="1818775"/>
                </a:lnTo>
                <a:lnTo>
                  <a:pt x="265661" y="1797737"/>
                </a:lnTo>
                <a:lnTo>
                  <a:pt x="252556" y="1776301"/>
                </a:lnTo>
                <a:lnTo>
                  <a:pt x="91333" y="1811630"/>
                </a:lnTo>
                <a:lnTo>
                  <a:pt x="0" y="1562345"/>
                </a:lnTo>
                <a:lnTo>
                  <a:pt x="138191" y="1488512"/>
                </a:lnTo>
                <a:lnTo>
                  <a:pt x="133426" y="1465092"/>
                </a:lnTo>
                <a:lnTo>
                  <a:pt x="129852" y="1441672"/>
                </a:lnTo>
                <a:lnTo>
                  <a:pt x="126278" y="1418251"/>
                </a:lnTo>
                <a:lnTo>
                  <a:pt x="123498" y="1394434"/>
                </a:lnTo>
                <a:lnTo>
                  <a:pt x="121513" y="1370220"/>
                </a:lnTo>
                <a:lnTo>
                  <a:pt x="119527" y="1346403"/>
                </a:lnTo>
                <a:lnTo>
                  <a:pt x="118733" y="1322189"/>
                </a:lnTo>
                <a:lnTo>
                  <a:pt x="118336" y="1297975"/>
                </a:lnTo>
                <a:lnTo>
                  <a:pt x="118733" y="1269395"/>
                </a:lnTo>
                <a:lnTo>
                  <a:pt x="119924" y="1240418"/>
                </a:lnTo>
                <a:lnTo>
                  <a:pt x="122704" y="1211837"/>
                </a:lnTo>
                <a:lnTo>
                  <a:pt x="125484" y="1184051"/>
                </a:lnTo>
                <a:lnTo>
                  <a:pt x="129455" y="1155867"/>
                </a:lnTo>
                <a:lnTo>
                  <a:pt x="134220" y="1128478"/>
                </a:lnTo>
                <a:lnTo>
                  <a:pt x="139780" y="1101088"/>
                </a:lnTo>
                <a:lnTo>
                  <a:pt x="146133" y="1074095"/>
                </a:lnTo>
                <a:lnTo>
                  <a:pt x="24223" y="995896"/>
                </a:lnTo>
                <a:lnTo>
                  <a:pt x="136603" y="755344"/>
                </a:lnTo>
                <a:lnTo>
                  <a:pt x="268043" y="794642"/>
                </a:lnTo>
                <a:lnTo>
                  <a:pt x="283530" y="772016"/>
                </a:lnTo>
                <a:lnTo>
                  <a:pt x="299017" y="750184"/>
                </a:lnTo>
                <a:lnTo>
                  <a:pt x="315696" y="728351"/>
                </a:lnTo>
                <a:lnTo>
                  <a:pt x="332771" y="707313"/>
                </a:lnTo>
                <a:lnTo>
                  <a:pt x="350243" y="686274"/>
                </a:lnTo>
                <a:lnTo>
                  <a:pt x="368907" y="666824"/>
                </a:lnTo>
                <a:lnTo>
                  <a:pt x="387571" y="646976"/>
                </a:lnTo>
                <a:lnTo>
                  <a:pt x="407426" y="627923"/>
                </a:lnTo>
                <a:lnTo>
                  <a:pt x="427281" y="609266"/>
                </a:lnTo>
                <a:lnTo>
                  <a:pt x="447930" y="591403"/>
                </a:lnTo>
                <a:lnTo>
                  <a:pt x="468977" y="574334"/>
                </a:lnTo>
                <a:lnTo>
                  <a:pt x="490420" y="557662"/>
                </a:lnTo>
                <a:lnTo>
                  <a:pt x="512261" y="541784"/>
                </a:lnTo>
                <a:lnTo>
                  <a:pt x="535293" y="526303"/>
                </a:lnTo>
                <a:lnTo>
                  <a:pt x="557928" y="511616"/>
                </a:lnTo>
                <a:lnTo>
                  <a:pt x="581754" y="497723"/>
                </a:lnTo>
                <a:lnTo>
                  <a:pt x="554354" y="371890"/>
                </a:lnTo>
                <a:lnTo>
                  <a:pt x="803734" y="280988"/>
                </a:lnTo>
                <a:close/>
                <a:moveTo>
                  <a:pt x="2013752" y="186531"/>
                </a:moveTo>
                <a:lnTo>
                  <a:pt x="2001871" y="186928"/>
                </a:lnTo>
                <a:lnTo>
                  <a:pt x="1989594" y="188119"/>
                </a:lnTo>
                <a:lnTo>
                  <a:pt x="1978109" y="190103"/>
                </a:lnTo>
                <a:lnTo>
                  <a:pt x="1966624" y="192881"/>
                </a:lnTo>
                <a:lnTo>
                  <a:pt x="1955139" y="196453"/>
                </a:lnTo>
                <a:lnTo>
                  <a:pt x="1944050" y="200819"/>
                </a:lnTo>
                <a:lnTo>
                  <a:pt x="1932962" y="205978"/>
                </a:lnTo>
                <a:lnTo>
                  <a:pt x="1922269" y="211534"/>
                </a:lnTo>
                <a:lnTo>
                  <a:pt x="1914348" y="216297"/>
                </a:lnTo>
                <a:lnTo>
                  <a:pt x="1906823" y="221853"/>
                </a:lnTo>
                <a:lnTo>
                  <a:pt x="1899695" y="227409"/>
                </a:lnTo>
                <a:lnTo>
                  <a:pt x="1892962" y="233363"/>
                </a:lnTo>
                <a:lnTo>
                  <a:pt x="1886230" y="239713"/>
                </a:lnTo>
                <a:lnTo>
                  <a:pt x="1880289" y="246063"/>
                </a:lnTo>
                <a:lnTo>
                  <a:pt x="1874349" y="252809"/>
                </a:lnTo>
                <a:lnTo>
                  <a:pt x="1869200" y="259953"/>
                </a:lnTo>
                <a:lnTo>
                  <a:pt x="1864052" y="267097"/>
                </a:lnTo>
                <a:lnTo>
                  <a:pt x="1859300" y="274241"/>
                </a:lnTo>
                <a:lnTo>
                  <a:pt x="1855339" y="281781"/>
                </a:lnTo>
                <a:lnTo>
                  <a:pt x="1850983" y="289719"/>
                </a:lnTo>
                <a:lnTo>
                  <a:pt x="1847419" y="297656"/>
                </a:lnTo>
                <a:lnTo>
                  <a:pt x="1844646" y="305594"/>
                </a:lnTo>
                <a:lnTo>
                  <a:pt x="1841874" y="313928"/>
                </a:lnTo>
                <a:lnTo>
                  <a:pt x="1839102" y="322263"/>
                </a:lnTo>
                <a:lnTo>
                  <a:pt x="1837518" y="330597"/>
                </a:lnTo>
                <a:lnTo>
                  <a:pt x="1835934" y="339328"/>
                </a:lnTo>
                <a:lnTo>
                  <a:pt x="1834350" y="348059"/>
                </a:lnTo>
                <a:lnTo>
                  <a:pt x="1833557" y="356791"/>
                </a:lnTo>
                <a:lnTo>
                  <a:pt x="1833557" y="365125"/>
                </a:lnTo>
                <a:lnTo>
                  <a:pt x="1833557" y="373856"/>
                </a:lnTo>
                <a:lnTo>
                  <a:pt x="1833953" y="382984"/>
                </a:lnTo>
                <a:lnTo>
                  <a:pt x="1835142" y="391716"/>
                </a:lnTo>
                <a:lnTo>
                  <a:pt x="1836726" y="400050"/>
                </a:lnTo>
                <a:lnTo>
                  <a:pt x="1838310" y="409178"/>
                </a:lnTo>
                <a:lnTo>
                  <a:pt x="1840290" y="417513"/>
                </a:lnTo>
                <a:lnTo>
                  <a:pt x="1843458" y="426244"/>
                </a:lnTo>
                <a:lnTo>
                  <a:pt x="1846230" y="434578"/>
                </a:lnTo>
                <a:lnTo>
                  <a:pt x="1850191" y="443310"/>
                </a:lnTo>
                <a:lnTo>
                  <a:pt x="1853755" y="451247"/>
                </a:lnTo>
                <a:lnTo>
                  <a:pt x="1858507" y="459581"/>
                </a:lnTo>
                <a:lnTo>
                  <a:pt x="1864844" y="469503"/>
                </a:lnTo>
                <a:lnTo>
                  <a:pt x="1871973" y="479028"/>
                </a:lnTo>
                <a:lnTo>
                  <a:pt x="1879497" y="488156"/>
                </a:lnTo>
                <a:lnTo>
                  <a:pt x="1887418" y="496888"/>
                </a:lnTo>
                <a:lnTo>
                  <a:pt x="1896527" y="504428"/>
                </a:lnTo>
                <a:lnTo>
                  <a:pt x="1905239" y="511969"/>
                </a:lnTo>
                <a:lnTo>
                  <a:pt x="1914744" y="518716"/>
                </a:lnTo>
                <a:lnTo>
                  <a:pt x="1924645" y="524669"/>
                </a:lnTo>
                <a:lnTo>
                  <a:pt x="1934942" y="529828"/>
                </a:lnTo>
                <a:lnTo>
                  <a:pt x="1945635" y="534988"/>
                </a:lnTo>
                <a:lnTo>
                  <a:pt x="1956723" y="538956"/>
                </a:lnTo>
                <a:lnTo>
                  <a:pt x="1967812" y="542131"/>
                </a:lnTo>
                <a:lnTo>
                  <a:pt x="1979297" y="545306"/>
                </a:lnTo>
                <a:lnTo>
                  <a:pt x="1990782" y="546894"/>
                </a:lnTo>
                <a:lnTo>
                  <a:pt x="2002267" y="548085"/>
                </a:lnTo>
                <a:lnTo>
                  <a:pt x="2014544" y="548481"/>
                </a:lnTo>
                <a:lnTo>
                  <a:pt x="2026425" y="548085"/>
                </a:lnTo>
                <a:lnTo>
                  <a:pt x="2038306" y="546894"/>
                </a:lnTo>
                <a:lnTo>
                  <a:pt x="2049791" y="544910"/>
                </a:lnTo>
                <a:lnTo>
                  <a:pt x="2061672" y="542131"/>
                </a:lnTo>
                <a:lnTo>
                  <a:pt x="2073157" y="538560"/>
                </a:lnTo>
                <a:lnTo>
                  <a:pt x="2084246" y="534194"/>
                </a:lnTo>
                <a:lnTo>
                  <a:pt x="2095335" y="529035"/>
                </a:lnTo>
                <a:lnTo>
                  <a:pt x="2106028" y="523081"/>
                </a:lnTo>
                <a:lnTo>
                  <a:pt x="2113552" y="518716"/>
                </a:lnTo>
                <a:lnTo>
                  <a:pt x="2121077" y="513556"/>
                </a:lnTo>
                <a:lnTo>
                  <a:pt x="2128206" y="508000"/>
                </a:lnTo>
                <a:lnTo>
                  <a:pt x="2134938" y="502047"/>
                </a:lnTo>
                <a:lnTo>
                  <a:pt x="2141275" y="496491"/>
                </a:lnTo>
                <a:lnTo>
                  <a:pt x="2147215" y="490141"/>
                </a:lnTo>
                <a:lnTo>
                  <a:pt x="2153156" y="483394"/>
                </a:lnTo>
                <a:lnTo>
                  <a:pt x="2158304" y="476647"/>
                </a:lnTo>
                <a:lnTo>
                  <a:pt x="2163452" y="469503"/>
                </a:lnTo>
                <a:lnTo>
                  <a:pt x="2168601" y="461566"/>
                </a:lnTo>
                <a:lnTo>
                  <a:pt x="2172957" y="454025"/>
                </a:lnTo>
                <a:lnTo>
                  <a:pt x="2176917" y="446485"/>
                </a:lnTo>
                <a:lnTo>
                  <a:pt x="2180482" y="438150"/>
                </a:lnTo>
                <a:lnTo>
                  <a:pt x="2183650" y="430213"/>
                </a:lnTo>
                <a:lnTo>
                  <a:pt x="2186818" y="421481"/>
                </a:lnTo>
                <a:lnTo>
                  <a:pt x="2189195" y="412750"/>
                </a:lnTo>
                <a:lnTo>
                  <a:pt x="2191175" y="404019"/>
                </a:lnTo>
                <a:lnTo>
                  <a:pt x="2192363" y="395288"/>
                </a:lnTo>
                <a:lnTo>
                  <a:pt x="2193947" y="386159"/>
                </a:lnTo>
                <a:lnTo>
                  <a:pt x="2194739" y="377428"/>
                </a:lnTo>
                <a:lnTo>
                  <a:pt x="2194739" y="368697"/>
                </a:lnTo>
                <a:lnTo>
                  <a:pt x="2194739" y="359569"/>
                </a:lnTo>
                <a:lnTo>
                  <a:pt x="2194343" y="351234"/>
                </a:lnTo>
                <a:lnTo>
                  <a:pt x="2192759" y="342503"/>
                </a:lnTo>
                <a:lnTo>
                  <a:pt x="2191571" y="333375"/>
                </a:lnTo>
                <a:lnTo>
                  <a:pt x="2189591" y="325041"/>
                </a:lnTo>
                <a:lnTo>
                  <a:pt x="2187610" y="316706"/>
                </a:lnTo>
                <a:lnTo>
                  <a:pt x="2184838" y="308372"/>
                </a:lnTo>
                <a:lnTo>
                  <a:pt x="2181670" y="299641"/>
                </a:lnTo>
                <a:lnTo>
                  <a:pt x="2178106" y="291703"/>
                </a:lnTo>
                <a:lnTo>
                  <a:pt x="2174145" y="283766"/>
                </a:lnTo>
                <a:lnTo>
                  <a:pt x="2169789" y="275828"/>
                </a:lnTo>
                <a:lnTo>
                  <a:pt x="2163452" y="265509"/>
                </a:lnTo>
                <a:lnTo>
                  <a:pt x="2156324" y="255984"/>
                </a:lnTo>
                <a:lnTo>
                  <a:pt x="2148799" y="247253"/>
                </a:lnTo>
                <a:lnTo>
                  <a:pt x="2140879" y="238522"/>
                </a:lnTo>
                <a:lnTo>
                  <a:pt x="2131770" y="230584"/>
                </a:lnTo>
                <a:lnTo>
                  <a:pt x="2123057" y="223441"/>
                </a:lnTo>
                <a:lnTo>
                  <a:pt x="2113552" y="216694"/>
                </a:lnTo>
                <a:lnTo>
                  <a:pt x="2103255" y="210344"/>
                </a:lnTo>
                <a:lnTo>
                  <a:pt x="2093355" y="204788"/>
                </a:lnTo>
                <a:lnTo>
                  <a:pt x="2082662" y="200422"/>
                </a:lnTo>
                <a:lnTo>
                  <a:pt x="2071969" y="196056"/>
                </a:lnTo>
                <a:lnTo>
                  <a:pt x="2060484" y="192881"/>
                </a:lnTo>
                <a:lnTo>
                  <a:pt x="2048999" y="190103"/>
                </a:lnTo>
                <a:lnTo>
                  <a:pt x="2037118" y="188119"/>
                </a:lnTo>
                <a:lnTo>
                  <a:pt x="2025633" y="186928"/>
                </a:lnTo>
                <a:lnTo>
                  <a:pt x="2013752" y="186531"/>
                </a:lnTo>
                <a:close/>
                <a:moveTo>
                  <a:pt x="2066028" y="0"/>
                </a:moveTo>
                <a:lnTo>
                  <a:pt x="2156324" y="23812"/>
                </a:lnTo>
                <a:lnTo>
                  <a:pt x="2146027" y="100013"/>
                </a:lnTo>
                <a:lnTo>
                  <a:pt x="2140916" y="118533"/>
                </a:lnTo>
                <a:lnTo>
                  <a:pt x="2134542" y="115094"/>
                </a:lnTo>
                <a:lnTo>
                  <a:pt x="2132671" y="114357"/>
                </a:lnTo>
                <a:lnTo>
                  <a:pt x="2132562" y="114300"/>
                </a:lnTo>
                <a:lnTo>
                  <a:pt x="2123453" y="110728"/>
                </a:lnTo>
                <a:lnTo>
                  <a:pt x="2132671" y="114357"/>
                </a:lnTo>
                <a:lnTo>
                  <a:pt x="2140879" y="118666"/>
                </a:lnTo>
                <a:lnTo>
                  <a:pt x="2140916" y="118533"/>
                </a:lnTo>
                <a:lnTo>
                  <a:pt x="2144839" y="120650"/>
                </a:lnTo>
                <a:lnTo>
                  <a:pt x="2153552" y="125413"/>
                </a:lnTo>
                <a:lnTo>
                  <a:pt x="2167413" y="133747"/>
                </a:lnTo>
                <a:lnTo>
                  <a:pt x="2174145" y="138113"/>
                </a:lnTo>
                <a:lnTo>
                  <a:pt x="2180878" y="142875"/>
                </a:lnTo>
                <a:lnTo>
                  <a:pt x="2181274" y="143272"/>
                </a:lnTo>
                <a:lnTo>
                  <a:pt x="2187610" y="148034"/>
                </a:lnTo>
                <a:lnTo>
                  <a:pt x="2193947" y="153194"/>
                </a:lnTo>
                <a:lnTo>
                  <a:pt x="2205432" y="163909"/>
                </a:lnTo>
                <a:lnTo>
                  <a:pt x="2212560" y="170656"/>
                </a:lnTo>
                <a:lnTo>
                  <a:pt x="2221273" y="180181"/>
                </a:lnTo>
                <a:lnTo>
                  <a:pt x="2226433" y="186128"/>
                </a:lnTo>
                <a:lnTo>
                  <a:pt x="2226422" y="186134"/>
                </a:lnTo>
                <a:lnTo>
                  <a:pt x="2229194" y="189309"/>
                </a:lnTo>
                <a:lnTo>
                  <a:pt x="2226433" y="186128"/>
                </a:lnTo>
                <a:lnTo>
                  <a:pt x="2244639" y="175419"/>
                </a:lnTo>
                <a:lnTo>
                  <a:pt x="2315925" y="143669"/>
                </a:lnTo>
                <a:lnTo>
                  <a:pt x="2363053" y="224234"/>
                </a:lnTo>
                <a:lnTo>
                  <a:pt x="2302064" y="270669"/>
                </a:lnTo>
                <a:lnTo>
                  <a:pt x="2280282" y="283369"/>
                </a:lnTo>
                <a:lnTo>
                  <a:pt x="2284242" y="296466"/>
                </a:lnTo>
                <a:lnTo>
                  <a:pt x="2287015" y="309166"/>
                </a:lnTo>
                <a:lnTo>
                  <a:pt x="2289787" y="322263"/>
                </a:lnTo>
                <a:lnTo>
                  <a:pt x="2291371" y="335359"/>
                </a:lnTo>
                <a:lnTo>
                  <a:pt x="2292559" y="348456"/>
                </a:lnTo>
                <a:lnTo>
                  <a:pt x="2293351" y="361553"/>
                </a:lnTo>
                <a:lnTo>
                  <a:pt x="2293351" y="374650"/>
                </a:lnTo>
                <a:lnTo>
                  <a:pt x="2292559" y="387350"/>
                </a:lnTo>
                <a:lnTo>
                  <a:pt x="2318301" y="394097"/>
                </a:lnTo>
                <a:lnTo>
                  <a:pt x="2390775" y="422275"/>
                </a:lnTo>
                <a:lnTo>
                  <a:pt x="2367409" y="512763"/>
                </a:lnTo>
                <a:lnTo>
                  <a:pt x="2291371" y="502047"/>
                </a:lnTo>
                <a:lnTo>
                  <a:pt x="2262857" y="494506"/>
                </a:lnTo>
                <a:lnTo>
                  <a:pt x="2256916" y="506016"/>
                </a:lnTo>
                <a:lnTo>
                  <a:pt x="2250183" y="517128"/>
                </a:lnTo>
                <a:lnTo>
                  <a:pt x="2243451" y="527447"/>
                </a:lnTo>
                <a:lnTo>
                  <a:pt x="2235926" y="537766"/>
                </a:lnTo>
                <a:lnTo>
                  <a:pt x="2228006" y="547688"/>
                </a:lnTo>
                <a:lnTo>
                  <a:pt x="2219293" y="557610"/>
                </a:lnTo>
                <a:lnTo>
                  <a:pt x="2210580" y="566738"/>
                </a:lnTo>
                <a:lnTo>
                  <a:pt x="2201075" y="575469"/>
                </a:lnTo>
                <a:lnTo>
                  <a:pt x="2216125" y="601266"/>
                </a:lnTo>
                <a:lnTo>
                  <a:pt x="2247807" y="671910"/>
                </a:lnTo>
                <a:lnTo>
                  <a:pt x="2167413" y="719932"/>
                </a:lnTo>
                <a:lnTo>
                  <a:pt x="2121077" y="658416"/>
                </a:lnTo>
                <a:lnTo>
                  <a:pt x="2105632" y="632222"/>
                </a:lnTo>
                <a:lnTo>
                  <a:pt x="2110780" y="629841"/>
                </a:lnTo>
                <a:lnTo>
                  <a:pt x="2115929" y="627857"/>
                </a:lnTo>
                <a:lnTo>
                  <a:pt x="2104048" y="632222"/>
                </a:lnTo>
                <a:lnTo>
                  <a:pt x="2092563" y="635794"/>
                </a:lnTo>
                <a:lnTo>
                  <a:pt x="2083058" y="638969"/>
                </a:lnTo>
                <a:lnTo>
                  <a:pt x="2067217" y="642541"/>
                </a:lnTo>
                <a:lnTo>
                  <a:pt x="2059296" y="643732"/>
                </a:lnTo>
                <a:lnTo>
                  <a:pt x="2050583" y="644922"/>
                </a:lnTo>
                <a:lnTo>
                  <a:pt x="2048999" y="644922"/>
                </a:lnTo>
                <a:lnTo>
                  <a:pt x="2033554" y="646907"/>
                </a:lnTo>
                <a:lnTo>
                  <a:pt x="2018505" y="647303"/>
                </a:lnTo>
                <a:lnTo>
                  <a:pt x="2014544" y="647700"/>
                </a:lnTo>
                <a:lnTo>
                  <a:pt x="2008208" y="647303"/>
                </a:lnTo>
                <a:lnTo>
                  <a:pt x="2002617" y="647117"/>
                </a:lnTo>
                <a:lnTo>
                  <a:pt x="1994743" y="646510"/>
                </a:lnTo>
                <a:lnTo>
                  <a:pt x="1984842" y="645716"/>
                </a:lnTo>
                <a:lnTo>
                  <a:pt x="1996327" y="646907"/>
                </a:lnTo>
                <a:lnTo>
                  <a:pt x="2002617" y="647117"/>
                </a:lnTo>
                <a:lnTo>
                  <a:pt x="2005039" y="647303"/>
                </a:lnTo>
                <a:lnTo>
                  <a:pt x="1994347" y="687785"/>
                </a:lnTo>
                <a:lnTo>
                  <a:pt x="1970189" y="747713"/>
                </a:lnTo>
                <a:lnTo>
                  <a:pt x="1879497" y="724297"/>
                </a:lnTo>
                <a:lnTo>
                  <a:pt x="1886230" y="662385"/>
                </a:lnTo>
                <a:lnTo>
                  <a:pt x="1896923" y="621507"/>
                </a:lnTo>
                <a:lnTo>
                  <a:pt x="1904447" y="625078"/>
                </a:lnTo>
                <a:lnTo>
                  <a:pt x="1893754" y="619919"/>
                </a:lnTo>
                <a:lnTo>
                  <a:pt x="1883061" y="614363"/>
                </a:lnTo>
                <a:lnTo>
                  <a:pt x="1874745" y="609997"/>
                </a:lnTo>
                <a:lnTo>
                  <a:pt x="1860884" y="601663"/>
                </a:lnTo>
                <a:lnTo>
                  <a:pt x="1854151" y="596900"/>
                </a:lnTo>
                <a:lnTo>
                  <a:pt x="1847419" y="592535"/>
                </a:lnTo>
                <a:lnTo>
                  <a:pt x="1846627" y="592138"/>
                </a:lnTo>
                <a:lnTo>
                  <a:pt x="1840290" y="586978"/>
                </a:lnTo>
                <a:lnTo>
                  <a:pt x="1834350" y="581819"/>
                </a:lnTo>
                <a:lnTo>
                  <a:pt x="1822469" y="571103"/>
                </a:lnTo>
                <a:lnTo>
                  <a:pt x="1815736" y="564356"/>
                </a:lnTo>
                <a:lnTo>
                  <a:pt x="1809516" y="557841"/>
                </a:lnTo>
                <a:lnTo>
                  <a:pt x="1805439" y="553244"/>
                </a:lnTo>
                <a:lnTo>
                  <a:pt x="1799103" y="545703"/>
                </a:lnTo>
                <a:lnTo>
                  <a:pt x="1807023" y="555228"/>
                </a:lnTo>
                <a:lnTo>
                  <a:pt x="1809516" y="557841"/>
                </a:lnTo>
                <a:lnTo>
                  <a:pt x="1811776" y="560388"/>
                </a:lnTo>
                <a:lnTo>
                  <a:pt x="1779697" y="579438"/>
                </a:lnTo>
                <a:lnTo>
                  <a:pt x="1720292" y="604044"/>
                </a:lnTo>
                <a:lnTo>
                  <a:pt x="1673164" y="523875"/>
                </a:lnTo>
                <a:lnTo>
                  <a:pt x="1721480" y="484585"/>
                </a:lnTo>
                <a:lnTo>
                  <a:pt x="1752767" y="465931"/>
                </a:lnTo>
                <a:lnTo>
                  <a:pt x="1748410" y="452835"/>
                </a:lnTo>
                <a:lnTo>
                  <a:pt x="1744450" y="439341"/>
                </a:lnTo>
                <a:lnTo>
                  <a:pt x="1741282" y="425847"/>
                </a:lnTo>
                <a:lnTo>
                  <a:pt x="1738510" y="412353"/>
                </a:lnTo>
                <a:lnTo>
                  <a:pt x="1736530" y="398860"/>
                </a:lnTo>
                <a:lnTo>
                  <a:pt x="1735737" y="385366"/>
                </a:lnTo>
                <a:lnTo>
                  <a:pt x="1734945" y="371475"/>
                </a:lnTo>
                <a:lnTo>
                  <a:pt x="1735341" y="357981"/>
                </a:lnTo>
                <a:lnTo>
                  <a:pt x="1704451" y="350441"/>
                </a:lnTo>
                <a:lnTo>
                  <a:pt x="1644650" y="325438"/>
                </a:lnTo>
                <a:lnTo>
                  <a:pt x="1668412" y="235347"/>
                </a:lnTo>
                <a:lnTo>
                  <a:pt x="1730193" y="242094"/>
                </a:lnTo>
                <a:lnTo>
                  <a:pt x="1760687" y="250031"/>
                </a:lnTo>
                <a:lnTo>
                  <a:pt x="1766628" y="237331"/>
                </a:lnTo>
                <a:lnTo>
                  <a:pt x="1773361" y="225028"/>
                </a:lnTo>
                <a:lnTo>
                  <a:pt x="1781281" y="213519"/>
                </a:lnTo>
                <a:lnTo>
                  <a:pt x="1789202" y="201613"/>
                </a:lnTo>
                <a:lnTo>
                  <a:pt x="1797915" y="190500"/>
                </a:lnTo>
                <a:lnTo>
                  <a:pt x="1807023" y="179784"/>
                </a:lnTo>
                <a:lnTo>
                  <a:pt x="1816924" y="169069"/>
                </a:lnTo>
                <a:lnTo>
                  <a:pt x="1827221" y="159544"/>
                </a:lnTo>
                <a:lnTo>
                  <a:pt x="1812964" y="135334"/>
                </a:lnTo>
                <a:lnTo>
                  <a:pt x="1788410" y="75406"/>
                </a:lnTo>
                <a:lnTo>
                  <a:pt x="1868804" y="27781"/>
                </a:lnTo>
                <a:lnTo>
                  <a:pt x="1907219" y="76994"/>
                </a:lnTo>
                <a:lnTo>
                  <a:pt x="1923061" y="102791"/>
                </a:lnTo>
                <a:lnTo>
                  <a:pt x="1917516" y="105172"/>
                </a:lnTo>
                <a:lnTo>
                  <a:pt x="1912368" y="107156"/>
                </a:lnTo>
                <a:lnTo>
                  <a:pt x="1924249" y="102791"/>
                </a:lnTo>
                <a:lnTo>
                  <a:pt x="1935734" y="99219"/>
                </a:lnTo>
                <a:lnTo>
                  <a:pt x="1945239" y="96044"/>
                </a:lnTo>
                <a:lnTo>
                  <a:pt x="1961080" y="92869"/>
                </a:lnTo>
                <a:lnTo>
                  <a:pt x="1969001" y="91281"/>
                </a:lnTo>
                <a:lnTo>
                  <a:pt x="1977317" y="89694"/>
                </a:lnTo>
                <a:lnTo>
                  <a:pt x="1979297" y="89694"/>
                </a:lnTo>
                <a:lnTo>
                  <a:pt x="1994347" y="88106"/>
                </a:lnTo>
                <a:lnTo>
                  <a:pt x="2009792" y="87709"/>
                </a:lnTo>
                <a:lnTo>
                  <a:pt x="2013752" y="87709"/>
                </a:lnTo>
                <a:lnTo>
                  <a:pt x="2019693" y="87709"/>
                </a:lnTo>
                <a:lnTo>
                  <a:pt x="2031970" y="88503"/>
                </a:lnTo>
                <a:lnTo>
                  <a:pt x="2043455" y="89297"/>
                </a:lnTo>
                <a:lnTo>
                  <a:pt x="2034346" y="88503"/>
                </a:lnTo>
                <a:lnTo>
                  <a:pt x="2038306" y="72628"/>
                </a:lnTo>
                <a:lnTo>
                  <a:pt x="206602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+mn-lt"/>
              <a:ea typeface="+mn-ea"/>
            </a:endParaRPr>
          </a:p>
        </p:txBody>
      </p:sp>
      <p:sp>
        <p:nvSpPr>
          <p:cNvPr id="21" name="MH_Other_5"/>
          <p:cNvSpPr/>
          <p:nvPr>
            <p:custDataLst>
              <p:tags r:id="rId10"/>
            </p:custDataLst>
          </p:nvPr>
        </p:nvSpPr>
        <p:spPr>
          <a:xfrm>
            <a:off x="508459" y="5489393"/>
            <a:ext cx="704850" cy="80282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2" name="MH_Other_6"/>
          <p:cNvSpPr/>
          <p:nvPr>
            <p:custDataLst>
              <p:tags r:id="rId11"/>
            </p:custDataLst>
          </p:nvPr>
        </p:nvSpPr>
        <p:spPr>
          <a:xfrm>
            <a:off x="373521" y="5322083"/>
            <a:ext cx="974725" cy="1108248"/>
          </a:xfrm>
          <a:custGeom>
            <a:avLst/>
            <a:gdLst>
              <a:gd name="connsiteX0" fmla="*/ 743029 w 757237"/>
              <a:gd name="connsiteY0" fmla="*/ 463225 h 783577"/>
              <a:gd name="connsiteX1" fmla="*/ 757237 w 757237"/>
              <a:gd name="connsiteY1" fmla="*/ 463225 h 783577"/>
              <a:gd name="connsiteX2" fmla="*/ 757237 w 757237"/>
              <a:gd name="connsiteY2" fmla="*/ 783577 h 783577"/>
              <a:gd name="connsiteX3" fmla="*/ 450056 w 757237"/>
              <a:gd name="connsiteY3" fmla="*/ 783577 h 783577"/>
              <a:gd name="connsiteX4" fmla="*/ 450056 w 757237"/>
              <a:gd name="connsiteY4" fmla="*/ 768874 h 783577"/>
              <a:gd name="connsiteX5" fmla="*/ 743029 w 757237"/>
              <a:gd name="connsiteY5" fmla="*/ 768874 h 783577"/>
              <a:gd name="connsiteX6" fmla="*/ 0 w 757237"/>
              <a:gd name="connsiteY6" fmla="*/ 463225 h 783577"/>
              <a:gd name="connsiteX7" fmla="*/ 14207 w 757237"/>
              <a:gd name="connsiteY7" fmla="*/ 463225 h 783577"/>
              <a:gd name="connsiteX8" fmla="*/ 14207 w 757237"/>
              <a:gd name="connsiteY8" fmla="*/ 768874 h 783577"/>
              <a:gd name="connsiteX9" fmla="*/ 307181 w 757237"/>
              <a:gd name="connsiteY9" fmla="*/ 768874 h 783577"/>
              <a:gd name="connsiteX10" fmla="*/ 307181 w 757237"/>
              <a:gd name="connsiteY10" fmla="*/ 783577 h 783577"/>
              <a:gd name="connsiteX11" fmla="*/ 0 w 757237"/>
              <a:gd name="connsiteY11" fmla="*/ 783577 h 783577"/>
              <a:gd name="connsiteX12" fmla="*/ 450056 w 757237"/>
              <a:gd name="connsiteY12" fmla="*/ 0 h 783577"/>
              <a:gd name="connsiteX13" fmla="*/ 757237 w 757237"/>
              <a:gd name="connsiteY13" fmla="*/ 0 h 783577"/>
              <a:gd name="connsiteX14" fmla="*/ 757237 w 757237"/>
              <a:gd name="connsiteY14" fmla="*/ 320350 h 783577"/>
              <a:gd name="connsiteX15" fmla="*/ 743029 w 757237"/>
              <a:gd name="connsiteY15" fmla="*/ 320350 h 783577"/>
              <a:gd name="connsiteX16" fmla="*/ 743029 w 757237"/>
              <a:gd name="connsiteY16" fmla="*/ 14702 h 783577"/>
              <a:gd name="connsiteX17" fmla="*/ 450056 w 757237"/>
              <a:gd name="connsiteY17" fmla="*/ 14702 h 783577"/>
              <a:gd name="connsiteX18" fmla="*/ 0 w 757237"/>
              <a:gd name="connsiteY18" fmla="*/ 0 h 783577"/>
              <a:gd name="connsiteX19" fmla="*/ 307181 w 757237"/>
              <a:gd name="connsiteY19" fmla="*/ 0 h 783577"/>
              <a:gd name="connsiteX20" fmla="*/ 307181 w 757237"/>
              <a:gd name="connsiteY20" fmla="*/ 14702 h 783577"/>
              <a:gd name="connsiteX21" fmla="*/ 14207 w 757237"/>
              <a:gd name="connsiteY21" fmla="*/ 14702 h 783577"/>
              <a:gd name="connsiteX22" fmla="*/ 14207 w 757237"/>
              <a:gd name="connsiteY22" fmla="*/ 320350 h 783577"/>
              <a:gd name="connsiteX23" fmla="*/ 0 w 757237"/>
              <a:gd name="connsiteY23" fmla="*/ 320350 h 783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57237" h="783577">
                <a:moveTo>
                  <a:pt x="743029" y="463225"/>
                </a:moveTo>
                <a:lnTo>
                  <a:pt x="757237" y="463225"/>
                </a:lnTo>
                <a:lnTo>
                  <a:pt x="757237" y="783577"/>
                </a:lnTo>
                <a:lnTo>
                  <a:pt x="450056" y="783577"/>
                </a:lnTo>
                <a:lnTo>
                  <a:pt x="450056" y="768874"/>
                </a:lnTo>
                <a:lnTo>
                  <a:pt x="743029" y="768874"/>
                </a:lnTo>
                <a:close/>
                <a:moveTo>
                  <a:pt x="0" y="463225"/>
                </a:moveTo>
                <a:lnTo>
                  <a:pt x="14207" y="463225"/>
                </a:lnTo>
                <a:lnTo>
                  <a:pt x="14207" y="768874"/>
                </a:lnTo>
                <a:lnTo>
                  <a:pt x="307181" y="768874"/>
                </a:lnTo>
                <a:lnTo>
                  <a:pt x="307181" y="783577"/>
                </a:lnTo>
                <a:lnTo>
                  <a:pt x="0" y="783577"/>
                </a:lnTo>
                <a:close/>
                <a:moveTo>
                  <a:pt x="450056" y="0"/>
                </a:moveTo>
                <a:lnTo>
                  <a:pt x="757237" y="0"/>
                </a:lnTo>
                <a:lnTo>
                  <a:pt x="757237" y="320350"/>
                </a:lnTo>
                <a:lnTo>
                  <a:pt x="743029" y="320350"/>
                </a:lnTo>
                <a:lnTo>
                  <a:pt x="743029" y="14702"/>
                </a:lnTo>
                <a:lnTo>
                  <a:pt x="450056" y="14702"/>
                </a:lnTo>
                <a:close/>
                <a:moveTo>
                  <a:pt x="0" y="0"/>
                </a:moveTo>
                <a:lnTo>
                  <a:pt x="307181" y="0"/>
                </a:lnTo>
                <a:lnTo>
                  <a:pt x="307181" y="14702"/>
                </a:lnTo>
                <a:lnTo>
                  <a:pt x="14207" y="14702"/>
                </a:lnTo>
                <a:lnTo>
                  <a:pt x="14207" y="320350"/>
                </a:lnTo>
                <a:lnTo>
                  <a:pt x="0" y="32035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3" name="MH_Other_9"/>
          <p:cNvSpPr>
            <a:spLocks noChangeAspect="1"/>
          </p:cNvSpPr>
          <p:nvPr>
            <p:custDataLst>
              <p:tags r:id="rId12"/>
            </p:custDataLst>
          </p:nvPr>
        </p:nvSpPr>
        <p:spPr bwMode="auto">
          <a:xfrm>
            <a:off x="656096" y="5684293"/>
            <a:ext cx="398463" cy="438063"/>
          </a:xfrm>
          <a:custGeom>
            <a:avLst/>
            <a:gdLst>
              <a:gd name="T0" fmla="*/ 883582 w 2298700"/>
              <a:gd name="T1" fmla="*/ 1295872 h 2298700"/>
              <a:gd name="T2" fmla="*/ 899660 w 2298700"/>
              <a:gd name="T3" fmla="*/ 1824434 h 2298700"/>
              <a:gd name="T4" fmla="*/ 870674 w 2298700"/>
              <a:gd name="T5" fmla="*/ 1867800 h 2298700"/>
              <a:gd name="T6" fmla="*/ 472571 w 2298700"/>
              <a:gd name="T7" fmla="*/ 1870524 h 2298700"/>
              <a:gd name="T8" fmla="*/ 439282 w 2298700"/>
              <a:gd name="T9" fmla="*/ 1829883 h 2298700"/>
              <a:gd name="T10" fmla="*/ 450831 w 2298700"/>
              <a:gd name="T11" fmla="*/ 1299959 h 2298700"/>
              <a:gd name="T12" fmla="*/ 1168971 w 2298700"/>
              <a:gd name="T13" fmla="*/ 903287 h 2298700"/>
              <a:gd name="T14" fmla="*/ 1561900 w 2298700"/>
              <a:gd name="T15" fmla="*/ 923717 h 2298700"/>
              <a:gd name="T16" fmla="*/ 1573443 w 2298700"/>
              <a:gd name="T17" fmla="*/ 1829892 h 2298700"/>
              <a:gd name="T18" fmla="*/ 1540624 w 2298700"/>
              <a:gd name="T19" fmla="*/ 1870524 h 2298700"/>
              <a:gd name="T20" fmla="*/ 1142262 w 2298700"/>
              <a:gd name="T21" fmla="*/ 1867800 h 2298700"/>
              <a:gd name="T22" fmla="*/ 1113291 w 2298700"/>
              <a:gd name="T23" fmla="*/ 1824444 h 2298700"/>
              <a:gd name="T24" fmla="*/ 1129361 w 2298700"/>
              <a:gd name="T25" fmla="*/ 919404 h 2298700"/>
              <a:gd name="T26" fmla="*/ 2191940 w 2298700"/>
              <a:gd name="T27" fmla="*/ 450850 h 2298700"/>
              <a:gd name="T28" fmla="*/ 2238385 w 2298700"/>
              <a:gd name="T29" fmla="*/ 475582 h 2298700"/>
              <a:gd name="T30" fmla="*/ 2245636 w 2298700"/>
              <a:gd name="T31" fmla="*/ 1835358 h 2298700"/>
              <a:gd name="T32" fmla="*/ 2208706 w 2298700"/>
              <a:gd name="T33" fmla="*/ 1872115 h 2298700"/>
              <a:gd name="T34" fmla="*/ 1810633 w 2298700"/>
              <a:gd name="T35" fmla="*/ 1865309 h 2298700"/>
              <a:gd name="T36" fmla="*/ 1785938 w 2298700"/>
              <a:gd name="T37" fmla="*/ 1818568 h 2298700"/>
              <a:gd name="T38" fmla="*/ 1806329 w 2298700"/>
              <a:gd name="T39" fmla="*/ 463556 h 2298700"/>
              <a:gd name="T40" fmla="*/ 1464870 w 2298700"/>
              <a:gd name="T41" fmla="*/ 38100 h 2298700"/>
              <a:gd name="T42" fmla="*/ 1493876 w 2298700"/>
              <a:gd name="T43" fmla="*/ 48317 h 2298700"/>
              <a:gd name="T44" fmla="*/ 1512005 w 2298700"/>
              <a:gd name="T45" fmla="*/ 72609 h 2298700"/>
              <a:gd name="T46" fmla="*/ 1540105 w 2298700"/>
              <a:gd name="T47" fmla="*/ 509198 h 2298700"/>
              <a:gd name="T48" fmla="*/ 1503847 w 2298700"/>
              <a:gd name="T49" fmla="*/ 543253 h 2298700"/>
              <a:gd name="T50" fmla="*/ 1459205 w 2298700"/>
              <a:gd name="T51" fmla="*/ 535761 h 2298700"/>
              <a:gd name="T52" fmla="*/ 1437677 w 2298700"/>
              <a:gd name="T53" fmla="*/ 503749 h 2298700"/>
              <a:gd name="T54" fmla="*/ 1348845 w 2298700"/>
              <a:gd name="T55" fmla="*/ 357311 h 2298700"/>
              <a:gd name="T56" fmla="*/ 1214465 w 2298700"/>
              <a:gd name="T57" fmla="*/ 507608 h 2298700"/>
              <a:gd name="T58" fmla="*/ 1010062 w 2298700"/>
              <a:gd name="T59" fmla="*/ 669711 h 2298700"/>
              <a:gd name="T60" fmla="*/ 834212 w 2298700"/>
              <a:gd name="T61" fmla="*/ 763477 h 2298700"/>
              <a:gd name="T62" fmla="*/ 682609 w 2298700"/>
              <a:gd name="T63" fmla="*/ 817965 h 2298700"/>
              <a:gd name="T64" fmla="*/ 523528 w 2298700"/>
              <a:gd name="T65" fmla="*/ 852928 h 2298700"/>
              <a:gd name="T66" fmla="*/ 404104 w 2298700"/>
              <a:gd name="T67" fmla="*/ 862464 h 2298700"/>
              <a:gd name="T68" fmla="*/ 374191 w 2298700"/>
              <a:gd name="T69" fmla="*/ 838852 h 2298700"/>
              <a:gd name="T70" fmla="*/ 369206 w 2298700"/>
              <a:gd name="T71" fmla="*/ 795034 h 2298700"/>
              <a:gd name="T72" fmla="*/ 405237 w 2298700"/>
              <a:gd name="T73" fmla="*/ 760071 h 2298700"/>
              <a:gd name="T74" fmla="*/ 535765 w 2298700"/>
              <a:gd name="T75" fmla="*/ 742589 h 2298700"/>
              <a:gd name="T76" fmla="*/ 679890 w 2298700"/>
              <a:gd name="T77" fmla="*/ 706945 h 2298700"/>
              <a:gd name="T78" fmla="*/ 816536 w 2298700"/>
              <a:gd name="T79" fmla="*/ 654273 h 2298700"/>
              <a:gd name="T80" fmla="*/ 989667 w 2298700"/>
              <a:gd name="T81" fmla="*/ 554832 h 2298700"/>
              <a:gd name="T82" fmla="*/ 1171862 w 2298700"/>
              <a:gd name="T83" fmla="*/ 398859 h 2298700"/>
              <a:gd name="T84" fmla="*/ 1282675 w 2298700"/>
              <a:gd name="T85" fmla="*/ 267178 h 2298700"/>
              <a:gd name="T86" fmla="*/ 1087110 w 2298700"/>
              <a:gd name="T87" fmla="*/ 283979 h 2298700"/>
              <a:gd name="T88" fmla="*/ 1044054 w 2298700"/>
              <a:gd name="T89" fmla="*/ 259005 h 2298700"/>
              <a:gd name="T90" fmla="*/ 1040654 w 2298700"/>
              <a:gd name="T91" fmla="*/ 208376 h 2298700"/>
              <a:gd name="T92" fmla="*/ 1446288 w 2298700"/>
              <a:gd name="T93" fmla="*/ 40370 h 2298700"/>
              <a:gd name="T94" fmla="*/ 128386 w 2298700"/>
              <a:gd name="T95" fmla="*/ 3403 h 2298700"/>
              <a:gd name="T96" fmla="*/ 171711 w 2298700"/>
              <a:gd name="T97" fmla="*/ 26993 h 2298700"/>
              <a:gd name="T98" fmla="*/ 199157 w 2298700"/>
              <a:gd name="T99" fmla="*/ 67596 h 2298700"/>
              <a:gd name="T100" fmla="*/ 2201163 w 2298700"/>
              <a:gd name="T101" fmla="*/ 2093192 h 2298700"/>
              <a:gd name="T102" fmla="*/ 2249251 w 2298700"/>
              <a:gd name="T103" fmla="*/ 2107936 h 2298700"/>
              <a:gd name="T104" fmla="*/ 2283729 w 2298700"/>
              <a:gd name="T105" fmla="*/ 2142414 h 2298700"/>
              <a:gd name="T106" fmla="*/ 2298473 w 2298700"/>
              <a:gd name="T107" fmla="*/ 2190729 h 2298700"/>
              <a:gd name="T108" fmla="*/ 2288720 w 2298700"/>
              <a:gd name="T109" fmla="*/ 2240405 h 2298700"/>
              <a:gd name="T110" fmla="*/ 2257417 w 2298700"/>
              <a:gd name="T111" fmla="*/ 2278059 h 2298700"/>
              <a:gd name="T112" fmla="*/ 2211597 w 2298700"/>
              <a:gd name="T113" fmla="*/ 2297566 h 2298700"/>
              <a:gd name="T114" fmla="*/ 72132 w 2298700"/>
              <a:gd name="T115" fmla="*/ 2294164 h 2298700"/>
              <a:gd name="T116" fmla="*/ 29715 w 2298700"/>
              <a:gd name="T117" fmla="*/ 2268532 h 2298700"/>
              <a:gd name="T118" fmla="*/ 4537 w 2298700"/>
              <a:gd name="T119" fmla="*/ 2226568 h 2298700"/>
              <a:gd name="T120" fmla="*/ 907 w 2298700"/>
              <a:gd name="T121" fmla="*/ 87330 h 2298700"/>
              <a:gd name="T122" fmla="*/ 20188 w 2298700"/>
              <a:gd name="T123" fmla="*/ 41510 h 2298700"/>
              <a:gd name="T124" fmla="*/ 57842 w 2298700"/>
              <a:gd name="T125" fmla="*/ 10434 h 2298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298700" h="2298700">
                <a:moveTo>
                  <a:pt x="494084" y="1279525"/>
                </a:moveTo>
                <a:lnTo>
                  <a:pt x="844179" y="1279525"/>
                </a:lnTo>
                <a:lnTo>
                  <a:pt x="849841" y="1279752"/>
                </a:lnTo>
                <a:lnTo>
                  <a:pt x="855502" y="1280660"/>
                </a:lnTo>
                <a:lnTo>
                  <a:pt x="860710" y="1282023"/>
                </a:lnTo>
                <a:lnTo>
                  <a:pt x="865692" y="1283839"/>
                </a:lnTo>
                <a:lnTo>
                  <a:pt x="870674" y="1286109"/>
                </a:lnTo>
                <a:lnTo>
                  <a:pt x="875203" y="1289061"/>
                </a:lnTo>
                <a:lnTo>
                  <a:pt x="879732" y="1292467"/>
                </a:lnTo>
                <a:lnTo>
                  <a:pt x="883582" y="1295872"/>
                </a:lnTo>
                <a:lnTo>
                  <a:pt x="887205" y="1299959"/>
                </a:lnTo>
                <a:lnTo>
                  <a:pt x="890602" y="1304273"/>
                </a:lnTo>
                <a:lnTo>
                  <a:pt x="893320" y="1308814"/>
                </a:lnTo>
                <a:lnTo>
                  <a:pt x="895584" y="1313809"/>
                </a:lnTo>
                <a:lnTo>
                  <a:pt x="897396" y="1319031"/>
                </a:lnTo>
                <a:lnTo>
                  <a:pt x="898981" y="1324480"/>
                </a:lnTo>
                <a:lnTo>
                  <a:pt x="899660" y="1329702"/>
                </a:lnTo>
                <a:lnTo>
                  <a:pt x="900113" y="1335378"/>
                </a:lnTo>
                <a:lnTo>
                  <a:pt x="900113" y="1818531"/>
                </a:lnTo>
                <a:lnTo>
                  <a:pt x="899660" y="1824434"/>
                </a:lnTo>
                <a:lnTo>
                  <a:pt x="898981" y="1829883"/>
                </a:lnTo>
                <a:lnTo>
                  <a:pt x="897396" y="1835332"/>
                </a:lnTo>
                <a:lnTo>
                  <a:pt x="895584" y="1840554"/>
                </a:lnTo>
                <a:lnTo>
                  <a:pt x="893320" y="1845322"/>
                </a:lnTo>
                <a:lnTo>
                  <a:pt x="890602" y="1850090"/>
                </a:lnTo>
                <a:lnTo>
                  <a:pt x="887205" y="1854404"/>
                </a:lnTo>
                <a:lnTo>
                  <a:pt x="883582" y="1858264"/>
                </a:lnTo>
                <a:lnTo>
                  <a:pt x="879732" y="1861897"/>
                </a:lnTo>
                <a:lnTo>
                  <a:pt x="875203" y="1865302"/>
                </a:lnTo>
                <a:lnTo>
                  <a:pt x="870674" y="1867800"/>
                </a:lnTo>
                <a:lnTo>
                  <a:pt x="865692" y="1870524"/>
                </a:lnTo>
                <a:lnTo>
                  <a:pt x="860710" y="1872114"/>
                </a:lnTo>
                <a:lnTo>
                  <a:pt x="855502" y="1873476"/>
                </a:lnTo>
                <a:lnTo>
                  <a:pt x="849841" y="1874611"/>
                </a:lnTo>
                <a:lnTo>
                  <a:pt x="844179" y="1874838"/>
                </a:lnTo>
                <a:lnTo>
                  <a:pt x="494084" y="1874838"/>
                </a:lnTo>
                <a:lnTo>
                  <a:pt x="488423" y="1874611"/>
                </a:lnTo>
                <a:lnTo>
                  <a:pt x="482761" y="1873476"/>
                </a:lnTo>
                <a:lnTo>
                  <a:pt x="477326" y="1872114"/>
                </a:lnTo>
                <a:lnTo>
                  <a:pt x="472571" y="1870524"/>
                </a:lnTo>
                <a:lnTo>
                  <a:pt x="467589" y="1867800"/>
                </a:lnTo>
                <a:lnTo>
                  <a:pt x="463060" y="1865302"/>
                </a:lnTo>
                <a:lnTo>
                  <a:pt x="458531" y="1861897"/>
                </a:lnTo>
                <a:lnTo>
                  <a:pt x="454455" y="1858264"/>
                </a:lnTo>
                <a:lnTo>
                  <a:pt x="450831" y="1854404"/>
                </a:lnTo>
                <a:lnTo>
                  <a:pt x="447661" y="1850090"/>
                </a:lnTo>
                <a:lnTo>
                  <a:pt x="444944" y="1845322"/>
                </a:lnTo>
                <a:lnTo>
                  <a:pt x="442679" y="1840554"/>
                </a:lnTo>
                <a:lnTo>
                  <a:pt x="440868" y="1835332"/>
                </a:lnTo>
                <a:lnTo>
                  <a:pt x="439282" y="1829883"/>
                </a:lnTo>
                <a:lnTo>
                  <a:pt x="438603" y="1824434"/>
                </a:lnTo>
                <a:lnTo>
                  <a:pt x="438150" y="1818531"/>
                </a:lnTo>
                <a:lnTo>
                  <a:pt x="438150" y="1335378"/>
                </a:lnTo>
                <a:lnTo>
                  <a:pt x="438603" y="1329702"/>
                </a:lnTo>
                <a:lnTo>
                  <a:pt x="439282" y="1324480"/>
                </a:lnTo>
                <a:lnTo>
                  <a:pt x="440868" y="1319031"/>
                </a:lnTo>
                <a:lnTo>
                  <a:pt x="442679" y="1313809"/>
                </a:lnTo>
                <a:lnTo>
                  <a:pt x="444944" y="1308814"/>
                </a:lnTo>
                <a:lnTo>
                  <a:pt x="447661" y="1304273"/>
                </a:lnTo>
                <a:lnTo>
                  <a:pt x="450831" y="1299959"/>
                </a:lnTo>
                <a:lnTo>
                  <a:pt x="454455" y="1295872"/>
                </a:lnTo>
                <a:lnTo>
                  <a:pt x="458531" y="1292467"/>
                </a:lnTo>
                <a:lnTo>
                  <a:pt x="463060" y="1289061"/>
                </a:lnTo>
                <a:lnTo>
                  <a:pt x="467589" y="1286109"/>
                </a:lnTo>
                <a:lnTo>
                  <a:pt x="472571" y="1283839"/>
                </a:lnTo>
                <a:lnTo>
                  <a:pt x="477326" y="1282023"/>
                </a:lnTo>
                <a:lnTo>
                  <a:pt x="482761" y="1280660"/>
                </a:lnTo>
                <a:lnTo>
                  <a:pt x="488423" y="1279752"/>
                </a:lnTo>
                <a:lnTo>
                  <a:pt x="494084" y="1279525"/>
                </a:lnTo>
                <a:close/>
                <a:moveTo>
                  <a:pt x="1168971" y="903287"/>
                </a:moveTo>
                <a:lnTo>
                  <a:pt x="1518668" y="903287"/>
                </a:lnTo>
                <a:lnTo>
                  <a:pt x="1524553" y="903514"/>
                </a:lnTo>
                <a:lnTo>
                  <a:pt x="1529985" y="904195"/>
                </a:lnTo>
                <a:lnTo>
                  <a:pt x="1535418" y="905557"/>
                </a:lnTo>
                <a:lnTo>
                  <a:pt x="1540624" y="907600"/>
                </a:lnTo>
                <a:lnTo>
                  <a:pt x="1545377" y="909870"/>
                </a:lnTo>
                <a:lnTo>
                  <a:pt x="1550130" y="912821"/>
                </a:lnTo>
                <a:lnTo>
                  <a:pt x="1554430" y="915999"/>
                </a:lnTo>
                <a:lnTo>
                  <a:pt x="1558278" y="919404"/>
                </a:lnTo>
                <a:lnTo>
                  <a:pt x="1561900" y="923717"/>
                </a:lnTo>
                <a:lnTo>
                  <a:pt x="1565295" y="927803"/>
                </a:lnTo>
                <a:lnTo>
                  <a:pt x="1567784" y="932343"/>
                </a:lnTo>
                <a:lnTo>
                  <a:pt x="1570274" y="937337"/>
                </a:lnTo>
                <a:lnTo>
                  <a:pt x="1572085" y="942558"/>
                </a:lnTo>
                <a:lnTo>
                  <a:pt x="1573443" y="948006"/>
                </a:lnTo>
                <a:lnTo>
                  <a:pt x="1574575" y="953681"/>
                </a:lnTo>
                <a:lnTo>
                  <a:pt x="1574801" y="959355"/>
                </a:lnTo>
                <a:lnTo>
                  <a:pt x="1574801" y="1818542"/>
                </a:lnTo>
                <a:lnTo>
                  <a:pt x="1574575" y="1824444"/>
                </a:lnTo>
                <a:lnTo>
                  <a:pt x="1573443" y="1829892"/>
                </a:lnTo>
                <a:lnTo>
                  <a:pt x="1572085" y="1835340"/>
                </a:lnTo>
                <a:lnTo>
                  <a:pt x="1570274" y="1840560"/>
                </a:lnTo>
                <a:lnTo>
                  <a:pt x="1567784" y="1845327"/>
                </a:lnTo>
                <a:lnTo>
                  <a:pt x="1565295" y="1850094"/>
                </a:lnTo>
                <a:lnTo>
                  <a:pt x="1561900" y="1854407"/>
                </a:lnTo>
                <a:lnTo>
                  <a:pt x="1558278" y="1858266"/>
                </a:lnTo>
                <a:lnTo>
                  <a:pt x="1554430" y="1861898"/>
                </a:lnTo>
                <a:lnTo>
                  <a:pt x="1550130" y="1865303"/>
                </a:lnTo>
                <a:lnTo>
                  <a:pt x="1545377" y="1867800"/>
                </a:lnTo>
                <a:lnTo>
                  <a:pt x="1540624" y="1870524"/>
                </a:lnTo>
                <a:lnTo>
                  <a:pt x="1535418" y="1872113"/>
                </a:lnTo>
                <a:lnTo>
                  <a:pt x="1529985" y="1873475"/>
                </a:lnTo>
                <a:lnTo>
                  <a:pt x="1524553" y="1874610"/>
                </a:lnTo>
                <a:lnTo>
                  <a:pt x="1518668" y="1874837"/>
                </a:lnTo>
                <a:lnTo>
                  <a:pt x="1168971" y="1874837"/>
                </a:lnTo>
                <a:lnTo>
                  <a:pt x="1163312" y="1874610"/>
                </a:lnTo>
                <a:lnTo>
                  <a:pt x="1157654" y="1873475"/>
                </a:lnTo>
                <a:lnTo>
                  <a:pt x="1152221" y="1872113"/>
                </a:lnTo>
                <a:lnTo>
                  <a:pt x="1147242" y="1870524"/>
                </a:lnTo>
                <a:lnTo>
                  <a:pt x="1142262" y="1867800"/>
                </a:lnTo>
                <a:lnTo>
                  <a:pt x="1137736" y="1865303"/>
                </a:lnTo>
                <a:lnTo>
                  <a:pt x="1133435" y="1861898"/>
                </a:lnTo>
                <a:lnTo>
                  <a:pt x="1129361" y="1858266"/>
                </a:lnTo>
                <a:lnTo>
                  <a:pt x="1125740" y="1854407"/>
                </a:lnTo>
                <a:lnTo>
                  <a:pt x="1122797" y="1850094"/>
                </a:lnTo>
                <a:lnTo>
                  <a:pt x="1119855" y="1845327"/>
                </a:lnTo>
                <a:lnTo>
                  <a:pt x="1117365" y="1840560"/>
                </a:lnTo>
                <a:lnTo>
                  <a:pt x="1115554" y="1835340"/>
                </a:lnTo>
                <a:lnTo>
                  <a:pt x="1114196" y="1829892"/>
                </a:lnTo>
                <a:lnTo>
                  <a:pt x="1113291" y="1824444"/>
                </a:lnTo>
                <a:lnTo>
                  <a:pt x="1112838" y="1818542"/>
                </a:lnTo>
                <a:lnTo>
                  <a:pt x="1112838" y="959355"/>
                </a:lnTo>
                <a:lnTo>
                  <a:pt x="1113291" y="953681"/>
                </a:lnTo>
                <a:lnTo>
                  <a:pt x="1114196" y="948006"/>
                </a:lnTo>
                <a:lnTo>
                  <a:pt x="1115554" y="942558"/>
                </a:lnTo>
                <a:lnTo>
                  <a:pt x="1117365" y="937337"/>
                </a:lnTo>
                <a:lnTo>
                  <a:pt x="1119855" y="932343"/>
                </a:lnTo>
                <a:lnTo>
                  <a:pt x="1122797" y="927803"/>
                </a:lnTo>
                <a:lnTo>
                  <a:pt x="1125740" y="923717"/>
                </a:lnTo>
                <a:lnTo>
                  <a:pt x="1129361" y="919404"/>
                </a:lnTo>
                <a:lnTo>
                  <a:pt x="1133435" y="915999"/>
                </a:lnTo>
                <a:lnTo>
                  <a:pt x="1137736" y="912821"/>
                </a:lnTo>
                <a:lnTo>
                  <a:pt x="1142262" y="909870"/>
                </a:lnTo>
                <a:lnTo>
                  <a:pt x="1147242" y="907600"/>
                </a:lnTo>
                <a:lnTo>
                  <a:pt x="1152221" y="905557"/>
                </a:lnTo>
                <a:lnTo>
                  <a:pt x="1157654" y="904195"/>
                </a:lnTo>
                <a:lnTo>
                  <a:pt x="1163312" y="903514"/>
                </a:lnTo>
                <a:lnTo>
                  <a:pt x="1168971" y="903287"/>
                </a:lnTo>
                <a:close/>
                <a:moveTo>
                  <a:pt x="1841899" y="450850"/>
                </a:moveTo>
                <a:lnTo>
                  <a:pt x="2191940" y="450850"/>
                </a:lnTo>
                <a:lnTo>
                  <a:pt x="2197604" y="451077"/>
                </a:lnTo>
                <a:lnTo>
                  <a:pt x="2203268" y="451985"/>
                </a:lnTo>
                <a:lnTo>
                  <a:pt x="2208706" y="453573"/>
                </a:lnTo>
                <a:lnTo>
                  <a:pt x="2213917" y="455388"/>
                </a:lnTo>
                <a:lnTo>
                  <a:pt x="2218674" y="457657"/>
                </a:lnTo>
                <a:lnTo>
                  <a:pt x="2223206" y="460380"/>
                </a:lnTo>
                <a:lnTo>
                  <a:pt x="2227510" y="463556"/>
                </a:lnTo>
                <a:lnTo>
                  <a:pt x="2231589" y="467186"/>
                </a:lnTo>
                <a:lnTo>
                  <a:pt x="2235214" y="471271"/>
                </a:lnTo>
                <a:lnTo>
                  <a:pt x="2238385" y="475582"/>
                </a:lnTo>
                <a:lnTo>
                  <a:pt x="2241104" y="480119"/>
                </a:lnTo>
                <a:lnTo>
                  <a:pt x="2243596" y="484884"/>
                </a:lnTo>
                <a:lnTo>
                  <a:pt x="2245636" y="490103"/>
                </a:lnTo>
                <a:lnTo>
                  <a:pt x="2246768" y="495548"/>
                </a:lnTo>
                <a:lnTo>
                  <a:pt x="2247675" y="501221"/>
                </a:lnTo>
                <a:lnTo>
                  <a:pt x="2247901" y="506893"/>
                </a:lnTo>
                <a:lnTo>
                  <a:pt x="2247901" y="1818568"/>
                </a:lnTo>
                <a:lnTo>
                  <a:pt x="2247675" y="1824468"/>
                </a:lnTo>
                <a:lnTo>
                  <a:pt x="2246768" y="1829913"/>
                </a:lnTo>
                <a:lnTo>
                  <a:pt x="2245636" y="1835358"/>
                </a:lnTo>
                <a:lnTo>
                  <a:pt x="2243596" y="1840577"/>
                </a:lnTo>
                <a:lnTo>
                  <a:pt x="2241104" y="1845342"/>
                </a:lnTo>
                <a:lnTo>
                  <a:pt x="2238385" y="1850107"/>
                </a:lnTo>
                <a:lnTo>
                  <a:pt x="2235214" y="1854418"/>
                </a:lnTo>
                <a:lnTo>
                  <a:pt x="2231589" y="1858275"/>
                </a:lnTo>
                <a:lnTo>
                  <a:pt x="2227510" y="1861905"/>
                </a:lnTo>
                <a:lnTo>
                  <a:pt x="2223206" y="1865309"/>
                </a:lnTo>
                <a:lnTo>
                  <a:pt x="2218674" y="1867804"/>
                </a:lnTo>
                <a:lnTo>
                  <a:pt x="2213917" y="1870527"/>
                </a:lnTo>
                <a:lnTo>
                  <a:pt x="2208706" y="1872115"/>
                </a:lnTo>
                <a:lnTo>
                  <a:pt x="2203268" y="1873477"/>
                </a:lnTo>
                <a:lnTo>
                  <a:pt x="2197604" y="1874611"/>
                </a:lnTo>
                <a:lnTo>
                  <a:pt x="2191940" y="1874838"/>
                </a:lnTo>
                <a:lnTo>
                  <a:pt x="1841899" y="1874838"/>
                </a:lnTo>
                <a:lnTo>
                  <a:pt x="1836235" y="1874611"/>
                </a:lnTo>
                <a:lnTo>
                  <a:pt x="1830798" y="1873477"/>
                </a:lnTo>
                <a:lnTo>
                  <a:pt x="1825360" y="1872115"/>
                </a:lnTo>
                <a:lnTo>
                  <a:pt x="1820149" y="1870527"/>
                </a:lnTo>
                <a:lnTo>
                  <a:pt x="1815165" y="1867804"/>
                </a:lnTo>
                <a:lnTo>
                  <a:pt x="1810633" y="1865309"/>
                </a:lnTo>
                <a:lnTo>
                  <a:pt x="1806329" y="1861905"/>
                </a:lnTo>
                <a:lnTo>
                  <a:pt x="1802477" y="1858275"/>
                </a:lnTo>
                <a:lnTo>
                  <a:pt x="1798852" y="1854418"/>
                </a:lnTo>
                <a:lnTo>
                  <a:pt x="1795454" y="1850107"/>
                </a:lnTo>
                <a:lnTo>
                  <a:pt x="1792508" y="1845342"/>
                </a:lnTo>
                <a:lnTo>
                  <a:pt x="1790243" y="1840577"/>
                </a:lnTo>
                <a:lnTo>
                  <a:pt x="1788430" y="1835358"/>
                </a:lnTo>
                <a:lnTo>
                  <a:pt x="1786844" y="1829913"/>
                </a:lnTo>
                <a:lnTo>
                  <a:pt x="1786165" y="1824468"/>
                </a:lnTo>
                <a:lnTo>
                  <a:pt x="1785938" y="1818568"/>
                </a:lnTo>
                <a:lnTo>
                  <a:pt x="1785938" y="506893"/>
                </a:lnTo>
                <a:lnTo>
                  <a:pt x="1786165" y="501221"/>
                </a:lnTo>
                <a:lnTo>
                  <a:pt x="1786844" y="495548"/>
                </a:lnTo>
                <a:lnTo>
                  <a:pt x="1788430" y="490103"/>
                </a:lnTo>
                <a:lnTo>
                  <a:pt x="1790243" y="484884"/>
                </a:lnTo>
                <a:lnTo>
                  <a:pt x="1792508" y="480119"/>
                </a:lnTo>
                <a:lnTo>
                  <a:pt x="1795454" y="475582"/>
                </a:lnTo>
                <a:lnTo>
                  <a:pt x="1798852" y="471271"/>
                </a:lnTo>
                <a:lnTo>
                  <a:pt x="1802477" y="467186"/>
                </a:lnTo>
                <a:lnTo>
                  <a:pt x="1806329" y="463556"/>
                </a:lnTo>
                <a:lnTo>
                  <a:pt x="1810633" y="460380"/>
                </a:lnTo>
                <a:lnTo>
                  <a:pt x="1815165" y="457657"/>
                </a:lnTo>
                <a:lnTo>
                  <a:pt x="1820149" y="455388"/>
                </a:lnTo>
                <a:lnTo>
                  <a:pt x="1825360" y="453573"/>
                </a:lnTo>
                <a:lnTo>
                  <a:pt x="1830798" y="451985"/>
                </a:lnTo>
                <a:lnTo>
                  <a:pt x="1836235" y="451077"/>
                </a:lnTo>
                <a:lnTo>
                  <a:pt x="1841899" y="450850"/>
                </a:lnTo>
                <a:close/>
                <a:moveTo>
                  <a:pt x="1458752" y="38100"/>
                </a:moveTo>
                <a:lnTo>
                  <a:pt x="1461698" y="38100"/>
                </a:lnTo>
                <a:lnTo>
                  <a:pt x="1464870" y="38100"/>
                </a:lnTo>
                <a:lnTo>
                  <a:pt x="1468043" y="38327"/>
                </a:lnTo>
                <a:lnTo>
                  <a:pt x="1470989" y="38554"/>
                </a:lnTo>
                <a:lnTo>
                  <a:pt x="1473935" y="39235"/>
                </a:lnTo>
                <a:lnTo>
                  <a:pt x="1477107" y="40143"/>
                </a:lnTo>
                <a:lnTo>
                  <a:pt x="1479827" y="40825"/>
                </a:lnTo>
                <a:lnTo>
                  <a:pt x="1482773" y="42187"/>
                </a:lnTo>
                <a:lnTo>
                  <a:pt x="1485718" y="43322"/>
                </a:lnTo>
                <a:lnTo>
                  <a:pt x="1488438" y="44684"/>
                </a:lnTo>
                <a:lnTo>
                  <a:pt x="1491157" y="46500"/>
                </a:lnTo>
                <a:lnTo>
                  <a:pt x="1493876" y="48317"/>
                </a:lnTo>
                <a:lnTo>
                  <a:pt x="1496143" y="50133"/>
                </a:lnTo>
                <a:lnTo>
                  <a:pt x="1498409" y="52176"/>
                </a:lnTo>
                <a:lnTo>
                  <a:pt x="1500675" y="54447"/>
                </a:lnTo>
                <a:lnTo>
                  <a:pt x="1502714" y="56490"/>
                </a:lnTo>
                <a:lnTo>
                  <a:pt x="1504754" y="59214"/>
                </a:lnTo>
                <a:lnTo>
                  <a:pt x="1506567" y="61485"/>
                </a:lnTo>
                <a:lnTo>
                  <a:pt x="1508153" y="64436"/>
                </a:lnTo>
                <a:lnTo>
                  <a:pt x="1509739" y="66934"/>
                </a:lnTo>
                <a:lnTo>
                  <a:pt x="1511099" y="69658"/>
                </a:lnTo>
                <a:lnTo>
                  <a:pt x="1512005" y="72609"/>
                </a:lnTo>
                <a:lnTo>
                  <a:pt x="1513138" y="75334"/>
                </a:lnTo>
                <a:lnTo>
                  <a:pt x="1514045" y="78512"/>
                </a:lnTo>
                <a:lnTo>
                  <a:pt x="1514725" y="81691"/>
                </a:lnTo>
                <a:lnTo>
                  <a:pt x="1515178" y="84642"/>
                </a:lnTo>
                <a:lnTo>
                  <a:pt x="1515405" y="87821"/>
                </a:lnTo>
                <a:lnTo>
                  <a:pt x="1543051" y="488083"/>
                </a:lnTo>
                <a:lnTo>
                  <a:pt x="1543051" y="493305"/>
                </a:lnTo>
                <a:lnTo>
                  <a:pt x="1542371" y="498754"/>
                </a:lnTo>
                <a:lnTo>
                  <a:pt x="1541691" y="503976"/>
                </a:lnTo>
                <a:lnTo>
                  <a:pt x="1540105" y="509198"/>
                </a:lnTo>
                <a:lnTo>
                  <a:pt x="1538066" y="513965"/>
                </a:lnTo>
                <a:lnTo>
                  <a:pt x="1535800" y="518506"/>
                </a:lnTo>
                <a:lnTo>
                  <a:pt x="1532854" y="522820"/>
                </a:lnTo>
                <a:lnTo>
                  <a:pt x="1529908" y="526906"/>
                </a:lnTo>
                <a:lnTo>
                  <a:pt x="1526282" y="530539"/>
                </a:lnTo>
                <a:lnTo>
                  <a:pt x="1522429" y="533944"/>
                </a:lnTo>
                <a:lnTo>
                  <a:pt x="1518350" y="537123"/>
                </a:lnTo>
                <a:lnTo>
                  <a:pt x="1513592" y="539620"/>
                </a:lnTo>
                <a:lnTo>
                  <a:pt x="1509059" y="541663"/>
                </a:lnTo>
                <a:lnTo>
                  <a:pt x="1503847" y="543253"/>
                </a:lnTo>
                <a:lnTo>
                  <a:pt x="1498635" y="544615"/>
                </a:lnTo>
                <a:lnTo>
                  <a:pt x="1493197" y="545069"/>
                </a:lnTo>
                <a:lnTo>
                  <a:pt x="1488211" y="545296"/>
                </a:lnTo>
                <a:lnTo>
                  <a:pt x="1482999" y="544842"/>
                </a:lnTo>
                <a:lnTo>
                  <a:pt x="1478014" y="543934"/>
                </a:lnTo>
                <a:lnTo>
                  <a:pt x="1473481" y="542799"/>
                </a:lnTo>
                <a:lnTo>
                  <a:pt x="1469629" y="541437"/>
                </a:lnTo>
                <a:lnTo>
                  <a:pt x="1466003" y="539847"/>
                </a:lnTo>
                <a:lnTo>
                  <a:pt x="1462604" y="537804"/>
                </a:lnTo>
                <a:lnTo>
                  <a:pt x="1459205" y="535761"/>
                </a:lnTo>
                <a:lnTo>
                  <a:pt x="1456032" y="533490"/>
                </a:lnTo>
                <a:lnTo>
                  <a:pt x="1453086" y="530766"/>
                </a:lnTo>
                <a:lnTo>
                  <a:pt x="1450367" y="528041"/>
                </a:lnTo>
                <a:lnTo>
                  <a:pt x="1447874" y="525090"/>
                </a:lnTo>
                <a:lnTo>
                  <a:pt x="1445382" y="522139"/>
                </a:lnTo>
                <a:lnTo>
                  <a:pt x="1443342" y="518733"/>
                </a:lnTo>
                <a:lnTo>
                  <a:pt x="1441529" y="515100"/>
                </a:lnTo>
                <a:lnTo>
                  <a:pt x="1439943" y="511468"/>
                </a:lnTo>
                <a:lnTo>
                  <a:pt x="1438583" y="507608"/>
                </a:lnTo>
                <a:lnTo>
                  <a:pt x="1437677" y="503749"/>
                </a:lnTo>
                <a:lnTo>
                  <a:pt x="1436770" y="499662"/>
                </a:lnTo>
                <a:lnTo>
                  <a:pt x="1436317" y="495348"/>
                </a:lnTo>
                <a:lnTo>
                  <a:pt x="1419775" y="256735"/>
                </a:lnTo>
                <a:lnTo>
                  <a:pt x="1404592" y="280119"/>
                </a:lnTo>
                <a:lnTo>
                  <a:pt x="1396434" y="292606"/>
                </a:lnTo>
                <a:lnTo>
                  <a:pt x="1387596" y="304866"/>
                </a:lnTo>
                <a:lnTo>
                  <a:pt x="1378531" y="317580"/>
                </a:lnTo>
                <a:lnTo>
                  <a:pt x="1369014" y="330748"/>
                </a:lnTo>
                <a:lnTo>
                  <a:pt x="1359270" y="343916"/>
                </a:lnTo>
                <a:lnTo>
                  <a:pt x="1348845" y="357311"/>
                </a:lnTo>
                <a:lnTo>
                  <a:pt x="1338421" y="370933"/>
                </a:lnTo>
                <a:lnTo>
                  <a:pt x="1327317" y="384782"/>
                </a:lnTo>
                <a:lnTo>
                  <a:pt x="1315760" y="398632"/>
                </a:lnTo>
                <a:lnTo>
                  <a:pt x="1303750" y="412935"/>
                </a:lnTo>
                <a:lnTo>
                  <a:pt x="1291513" y="426784"/>
                </a:lnTo>
                <a:lnTo>
                  <a:pt x="1278823" y="441314"/>
                </a:lnTo>
                <a:lnTo>
                  <a:pt x="1265679" y="455390"/>
                </a:lnTo>
                <a:lnTo>
                  <a:pt x="1252082" y="469920"/>
                </a:lnTo>
                <a:lnTo>
                  <a:pt x="1233500" y="488991"/>
                </a:lnTo>
                <a:lnTo>
                  <a:pt x="1214465" y="507608"/>
                </a:lnTo>
                <a:lnTo>
                  <a:pt x="1195430" y="525998"/>
                </a:lnTo>
                <a:lnTo>
                  <a:pt x="1175715" y="543707"/>
                </a:lnTo>
                <a:lnTo>
                  <a:pt x="1156226" y="560961"/>
                </a:lnTo>
                <a:lnTo>
                  <a:pt x="1136058" y="577762"/>
                </a:lnTo>
                <a:lnTo>
                  <a:pt x="1115663" y="594336"/>
                </a:lnTo>
                <a:lnTo>
                  <a:pt x="1095041" y="610455"/>
                </a:lnTo>
                <a:lnTo>
                  <a:pt x="1074193" y="625893"/>
                </a:lnTo>
                <a:lnTo>
                  <a:pt x="1053118" y="641105"/>
                </a:lnTo>
                <a:lnTo>
                  <a:pt x="1031590" y="655408"/>
                </a:lnTo>
                <a:lnTo>
                  <a:pt x="1010062" y="669711"/>
                </a:lnTo>
                <a:lnTo>
                  <a:pt x="988081" y="683333"/>
                </a:lnTo>
                <a:lnTo>
                  <a:pt x="966099" y="696501"/>
                </a:lnTo>
                <a:lnTo>
                  <a:pt x="943891" y="709442"/>
                </a:lnTo>
                <a:lnTo>
                  <a:pt x="921004" y="721702"/>
                </a:lnTo>
                <a:lnTo>
                  <a:pt x="906954" y="729194"/>
                </a:lnTo>
                <a:lnTo>
                  <a:pt x="892451" y="736232"/>
                </a:lnTo>
                <a:lnTo>
                  <a:pt x="878174" y="743497"/>
                </a:lnTo>
                <a:lnTo>
                  <a:pt x="863671" y="750309"/>
                </a:lnTo>
                <a:lnTo>
                  <a:pt x="848941" y="756893"/>
                </a:lnTo>
                <a:lnTo>
                  <a:pt x="834212" y="763477"/>
                </a:lnTo>
                <a:lnTo>
                  <a:pt x="819482" y="769834"/>
                </a:lnTo>
                <a:lnTo>
                  <a:pt x="804526" y="775736"/>
                </a:lnTo>
                <a:lnTo>
                  <a:pt x="789569" y="781866"/>
                </a:lnTo>
                <a:lnTo>
                  <a:pt x="774613" y="787542"/>
                </a:lnTo>
                <a:lnTo>
                  <a:pt x="759430" y="793218"/>
                </a:lnTo>
                <a:lnTo>
                  <a:pt x="744247" y="798440"/>
                </a:lnTo>
                <a:lnTo>
                  <a:pt x="729064" y="803435"/>
                </a:lnTo>
                <a:lnTo>
                  <a:pt x="713655" y="808657"/>
                </a:lnTo>
                <a:lnTo>
                  <a:pt x="698472" y="813197"/>
                </a:lnTo>
                <a:lnTo>
                  <a:pt x="682609" y="817965"/>
                </a:lnTo>
                <a:lnTo>
                  <a:pt x="667199" y="822279"/>
                </a:lnTo>
                <a:lnTo>
                  <a:pt x="651563" y="826365"/>
                </a:lnTo>
                <a:lnTo>
                  <a:pt x="635701" y="830452"/>
                </a:lnTo>
                <a:lnTo>
                  <a:pt x="620064" y="834084"/>
                </a:lnTo>
                <a:lnTo>
                  <a:pt x="604202" y="837717"/>
                </a:lnTo>
                <a:lnTo>
                  <a:pt x="588112" y="841350"/>
                </a:lnTo>
                <a:lnTo>
                  <a:pt x="572249" y="844528"/>
                </a:lnTo>
                <a:lnTo>
                  <a:pt x="555933" y="847479"/>
                </a:lnTo>
                <a:lnTo>
                  <a:pt x="539618" y="850431"/>
                </a:lnTo>
                <a:lnTo>
                  <a:pt x="523528" y="852928"/>
                </a:lnTo>
                <a:lnTo>
                  <a:pt x="507212" y="855653"/>
                </a:lnTo>
                <a:lnTo>
                  <a:pt x="490896" y="857923"/>
                </a:lnTo>
                <a:lnTo>
                  <a:pt x="474353" y="859966"/>
                </a:lnTo>
                <a:lnTo>
                  <a:pt x="458037" y="861783"/>
                </a:lnTo>
                <a:lnTo>
                  <a:pt x="441268" y="863372"/>
                </a:lnTo>
                <a:lnTo>
                  <a:pt x="424726" y="864961"/>
                </a:lnTo>
                <a:lnTo>
                  <a:pt x="419287" y="865188"/>
                </a:lnTo>
                <a:lnTo>
                  <a:pt x="414075" y="864734"/>
                </a:lnTo>
                <a:lnTo>
                  <a:pt x="409089" y="863826"/>
                </a:lnTo>
                <a:lnTo>
                  <a:pt x="404104" y="862464"/>
                </a:lnTo>
                <a:lnTo>
                  <a:pt x="400252" y="861329"/>
                </a:lnTo>
                <a:lnTo>
                  <a:pt x="396626" y="859739"/>
                </a:lnTo>
                <a:lnTo>
                  <a:pt x="393227" y="857923"/>
                </a:lnTo>
                <a:lnTo>
                  <a:pt x="389827" y="855880"/>
                </a:lnTo>
                <a:lnTo>
                  <a:pt x="386882" y="853609"/>
                </a:lnTo>
                <a:lnTo>
                  <a:pt x="383936" y="850885"/>
                </a:lnTo>
                <a:lnTo>
                  <a:pt x="381216" y="848161"/>
                </a:lnTo>
                <a:lnTo>
                  <a:pt x="378497" y="845209"/>
                </a:lnTo>
                <a:lnTo>
                  <a:pt x="376231" y="842258"/>
                </a:lnTo>
                <a:lnTo>
                  <a:pt x="374191" y="838852"/>
                </a:lnTo>
                <a:lnTo>
                  <a:pt x="372378" y="835447"/>
                </a:lnTo>
                <a:lnTo>
                  <a:pt x="370566" y="831814"/>
                </a:lnTo>
                <a:lnTo>
                  <a:pt x="369206" y="827955"/>
                </a:lnTo>
                <a:lnTo>
                  <a:pt x="368299" y="824095"/>
                </a:lnTo>
                <a:lnTo>
                  <a:pt x="367620" y="820008"/>
                </a:lnTo>
                <a:lnTo>
                  <a:pt x="366940" y="815922"/>
                </a:lnTo>
                <a:lnTo>
                  <a:pt x="366713" y="810473"/>
                </a:lnTo>
                <a:lnTo>
                  <a:pt x="367167" y="805024"/>
                </a:lnTo>
                <a:lnTo>
                  <a:pt x="368073" y="799802"/>
                </a:lnTo>
                <a:lnTo>
                  <a:pt x="369206" y="795034"/>
                </a:lnTo>
                <a:lnTo>
                  <a:pt x="371472" y="790040"/>
                </a:lnTo>
                <a:lnTo>
                  <a:pt x="373738" y="785272"/>
                </a:lnTo>
                <a:lnTo>
                  <a:pt x="376231" y="780958"/>
                </a:lnTo>
                <a:lnTo>
                  <a:pt x="379403" y="776872"/>
                </a:lnTo>
                <a:lnTo>
                  <a:pt x="383029" y="773239"/>
                </a:lnTo>
                <a:lnTo>
                  <a:pt x="386882" y="769607"/>
                </a:lnTo>
                <a:lnTo>
                  <a:pt x="390961" y="766882"/>
                </a:lnTo>
                <a:lnTo>
                  <a:pt x="395266" y="763931"/>
                </a:lnTo>
                <a:lnTo>
                  <a:pt x="400252" y="761887"/>
                </a:lnTo>
                <a:lnTo>
                  <a:pt x="405237" y="760071"/>
                </a:lnTo>
                <a:lnTo>
                  <a:pt x="410222" y="758709"/>
                </a:lnTo>
                <a:lnTo>
                  <a:pt x="415661" y="758255"/>
                </a:lnTo>
                <a:lnTo>
                  <a:pt x="431071" y="756666"/>
                </a:lnTo>
                <a:lnTo>
                  <a:pt x="446027" y="755076"/>
                </a:lnTo>
                <a:lnTo>
                  <a:pt x="461210" y="753714"/>
                </a:lnTo>
                <a:lnTo>
                  <a:pt x="476166" y="751898"/>
                </a:lnTo>
                <a:lnTo>
                  <a:pt x="491123" y="749854"/>
                </a:lnTo>
                <a:lnTo>
                  <a:pt x="506079" y="747357"/>
                </a:lnTo>
                <a:lnTo>
                  <a:pt x="521035" y="745087"/>
                </a:lnTo>
                <a:lnTo>
                  <a:pt x="535765" y="742589"/>
                </a:lnTo>
                <a:lnTo>
                  <a:pt x="550495" y="739638"/>
                </a:lnTo>
                <a:lnTo>
                  <a:pt x="565224" y="736913"/>
                </a:lnTo>
                <a:lnTo>
                  <a:pt x="579728" y="733735"/>
                </a:lnTo>
                <a:lnTo>
                  <a:pt x="594231" y="730329"/>
                </a:lnTo>
                <a:lnTo>
                  <a:pt x="608734" y="726697"/>
                </a:lnTo>
                <a:lnTo>
                  <a:pt x="623010" y="723064"/>
                </a:lnTo>
                <a:lnTo>
                  <a:pt x="637287" y="719432"/>
                </a:lnTo>
                <a:lnTo>
                  <a:pt x="651563" y="715345"/>
                </a:lnTo>
                <a:lnTo>
                  <a:pt x="665613" y="711259"/>
                </a:lnTo>
                <a:lnTo>
                  <a:pt x="679890" y="706945"/>
                </a:lnTo>
                <a:lnTo>
                  <a:pt x="693713" y="702404"/>
                </a:lnTo>
                <a:lnTo>
                  <a:pt x="707763" y="697864"/>
                </a:lnTo>
                <a:lnTo>
                  <a:pt x="721586" y="692869"/>
                </a:lnTo>
                <a:lnTo>
                  <a:pt x="735183" y="687874"/>
                </a:lnTo>
                <a:lnTo>
                  <a:pt x="749233" y="682652"/>
                </a:lnTo>
                <a:lnTo>
                  <a:pt x="762603" y="677430"/>
                </a:lnTo>
                <a:lnTo>
                  <a:pt x="776199" y="671755"/>
                </a:lnTo>
                <a:lnTo>
                  <a:pt x="789569" y="666079"/>
                </a:lnTo>
                <a:lnTo>
                  <a:pt x="803166" y="660176"/>
                </a:lnTo>
                <a:lnTo>
                  <a:pt x="816536" y="654273"/>
                </a:lnTo>
                <a:lnTo>
                  <a:pt x="829679" y="648143"/>
                </a:lnTo>
                <a:lnTo>
                  <a:pt x="842823" y="641559"/>
                </a:lnTo>
                <a:lnTo>
                  <a:pt x="855966" y="634975"/>
                </a:lnTo>
                <a:lnTo>
                  <a:pt x="868883" y="628164"/>
                </a:lnTo>
                <a:lnTo>
                  <a:pt x="889505" y="617039"/>
                </a:lnTo>
                <a:lnTo>
                  <a:pt x="910126" y="605460"/>
                </a:lnTo>
                <a:lnTo>
                  <a:pt x="930068" y="593655"/>
                </a:lnTo>
                <a:lnTo>
                  <a:pt x="950237" y="580941"/>
                </a:lnTo>
                <a:lnTo>
                  <a:pt x="970178" y="568000"/>
                </a:lnTo>
                <a:lnTo>
                  <a:pt x="989667" y="554832"/>
                </a:lnTo>
                <a:lnTo>
                  <a:pt x="1008929" y="540982"/>
                </a:lnTo>
                <a:lnTo>
                  <a:pt x="1027964" y="526906"/>
                </a:lnTo>
                <a:lnTo>
                  <a:pt x="1046773" y="512149"/>
                </a:lnTo>
                <a:lnTo>
                  <a:pt x="1065355" y="497165"/>
                </a:lnTo>
                <a:lnTo>
                  <a:pt x="1083937" y="481726"/>
                </a:lnTo>
                <a:lnTo>
                  <a:pt x="1102066" y="466061"/>
                </a:lnTo>
                <a:lnTo>
                  <a:pt x="1119742" y="449714"/>
                </a:lnTo>
                <a:lnTo>
                  <a:pt x="1137644" y="433141"/>
                </a:lnTo>
                <a:lnTo>
                  <a:pt x="1154866" y="416113"/>
                </a:lnTo>
                <a:lnTo>
                  <a:pt x="1171862" y="398859"/>
                </a:lnTo>
                <a:lnTo>
                  <a:pt x="1184779" y="385236"/>
                </a:lnTo>
                <a:lnTo>
                  <a:pt x="1197469" y="371841"/>
                </a:lnTo>
                <a:lnTo>
                  <a:pt x="1209480" y="358219"/>
                </a:lnTo>
                <a:lnTo>
                  <a:pt x="1221037" y="344597"/>
                </a:lnTo>
                <a:lnTo>
                  <a:pt x="1232367" y="331429"/>
                </a:lnTo>
                <a:lnTo>
                  <a:pt x="1243245" y="318261"/>
                </a:lnTo>
                <a:lnTo>
                  <a:pt x="1253895" y="305093"/>
                </a:lnTo>
                <a:lnTo>
                  <a:pt x="1263866" y="292606"/>
                </a:lnTo>
                <a:lnTo>
                  <a:pt x="1273384" y="279665"/>
                </a:lnTo>
                <a:lnTo>
                  <a:pt x="1282675" y="267178"/>
                </a:lnTo>
                <a:lnTo>
                  <a:pt x="1291739" y="255145"/>
                </a:lnTo>
                <a:lnTo>
                  <a:pt x="1300124" y="242886"/>
                </a:lnTo>
                <a:lnTo>
                  <a:pt x="1308282" y="231307"/>
                </a:lnTo>
                <a:lnTo>
                  <a:pt x="1316213" y="219728"/>
                </a:lnTo>
                <a:lnTo>
                  <a:pt x="1330263" y="197706"/>
                </a:lnTo>
                <a:lnTo>
                  <a:pt x="1107958" y="281027"/>
                </a:lnTo>
                <a:lnTo>
                  <a:pt x="1102746" y="282390"/>
                </a:lnTo>
                <a:lnTo>
                  <a:pt x="1097534" y="283525"/>
                </a:lnTo>
                <a:lnTo>
                  <a:pt x="1092322" y="283979"/>
                </a:lnTo>
                <a:lnTo>
                  <a:pt x="1087110" y="283979"/>
                </a:lnTo>
                <a:lnTo>
                  <a:pt x="1081898" y="283752"/>
                </a:lnTo>
                <a:lnTo>
                  <a:pt x="1076686" y="282844"/>
                </a:lnTo>
                <a:lnTo>
                  <a:pt x="1071927" y="281255"/>
                </a:lnTo>
                <a:lnTo>
                  <a:pt x="1067168" y="279438"/>
                </a:lnTo>
                <a:lnTo>
                  <a:pt x="1062636" y="277168"/>
                </a:lnTo>
                <a:lnTo>
                  <a:pt x="1058103" y="274216"/>
                </a:lnTo>
                <a:lnTo>
                  <a:pt x="1054251" y="270811"/>
                </a:lnTo>
                <a:lnTo>
                  <a:pt x="1050399" y="267178"/>
                </a:lnTo>
                <a:lnTo>
                  <a:pt x="1047226" y="263319"/>
                </a:lnTo>
                <a:lnTo>
                  <a:pt x="1044054" y="259005"/>
                </a:lnTo>
                <a:lnTo>
                  <a:pt x="1041561" y="254237"/>
                </a:lnTo>
                <a:lnTo>
                  <a:pt x="1039295" y="249470"/>
                </a:lnTo>
                <a:lnTo>
                  <a:pt x="1037482" y="244021"/>
                </a:lnTo>
                <a:lnTo>
                  <a:pt x="1036575" y="238799"/>
                </a:lnTo>
                <a:lnTo>
                  <a:pt x="1036122" y="233350"/>
                </a:lnTo>
                <a:lnTo>
                  <a:pt x="1036122" y="228355"/>
                </a:lnTo>
                <a:lnTo>
                  <a:pt x="1036349" y="223134"/>
                </a:lnTo>
                <a:lnTo>
                  <a:pt x="1037255" y="218139"/>
                </a:lnTo>
                <a:lnTo>
                  <a:pt x="1038841" y="213144"/>
                </a:lnTo>
                <a:lnTo>
                  <a:pt x="1040654" y="208376"/>
                </a:lnTo>
                <a:lnTo>
                  <a:pt x="1042920" y="203836"/>
                </a:lnTo>
                <a:lnTo>
                  <a:pt x="1045866" y="199295"/>
                </a:lnTo>
                <a:lnTo>
                  <a:pt x="1049266" y="195435"/>
                </a:lnTo>
                <a:lnTo>
                  <a:pt x="1052891" y="191576"/>
                </a:lnTo>
                <a:lnTo>
                  <a:pt x="1056744" y="188170"/>
                </a:lnTo>
                <a:lnTo>
                  <a:pt x="1061049" y="185219"/>
                </a:lnTo>
                <a:lnTo>
                  <a:pt x="1065582" y="182494"/>
                </a:lnTo>
                <a:lnTo>
                  <a:pt x="1070567" y="180451"/>
                </a:lnTo>
                <a:lnTo>
                  <a:pt x="1443569" y="41279"/>
                </a:lnTo>
                <a:lnTo>
                  <a:pt x="1446288" y="40370"/>
                </a:lnTo>
                <a:lnTo>
                  <a:pt x="1449461" y="39462"/>
                </a:lnTo>
                <a:lnTo>
                  <a:pt x="1452633" y="38781"/>
                </a:lnTo>
                <a:lnTo>
                  <a:pt x="1455579" y="38327"/>
                </a:lnTo>
                <a:lnTo>
                  <a:pt x="1458752" y="38100"/>
                </a:lnTo>
                <a:close/>
                <a:moveTo>
                  <a:pt x="102528" y="0"/>
                </a:moveTo>
                <a:lnTo>
                  <a:pt x="107971" y="454"/>
                </a:lnTo>
                <a:lnTo>
                  <a:pt x="113189" y="681"/>
                </a:lnTo>
                <a:lnTo>
                  <a:pt x="118406" y="1361"/>
                </a:lnTo>
                <a:lnTo>
                  <a:pt x="123169" y="2268"/>
                </a:lnTo>
                <a:lnTo>
                  <a:pt x="128386" y="3403"/>
                </a:lnTo>
                <a:lnTo>
                  <a:pt x="133376" y="4764"/>
                </a:lnTo>
                <a:lnTo>
                  <a:pt x="137913" y="6578"/>
                </a:lnTo>
                <a:lnTo>
                  <a:pt x="142450" y="8393"/>
                </a:lnTo>
                <a:lnTo>
                  <a:pt x="147213" y="10434"/>
                </a:lnTo>
                <a:lnTo>
                  <a:pt x="151523" y="12476"/>
                </a:lnTo>
                <a:lnTo>
                  <a:pt x="156059" y="14971"/>
                </a:lnTo>
                <a:lnTo>
                  <a:pt x="160143" y="17693"/>
                </a:lnTo>
                <a:lnTo>
                  <a:pt x="164225" y="20642"/>
                </a:lnTo>
                <a:lnTo>
                  <a:pt x="168082" y="23590"/>
                </a:lnTo>
                <a:lnTo>
                  <a:pt x="171711" y="26993"/>
                </a:lnTo>
                <a:lnTo>
                  <a:pt x="175340" y="30169"/>
                </a:lnTo>
                <a:lnTo>
                  <a:pt x="178743" y="33798"/>
                </a:lnTo>
                <a:lnTo>
                  <a:pt x="181918" y="37427"/>
                </a:lnTo>
                <a:lnTo>
                  <a:pt x="185094" y="41510"/>
                </a:lnTo>
                <a:lnTo>
                  <a:pt x="188043" y="45593"/>
                </a:lnTo>
                <a:lnTo>
                  <a:pt x="190538" y="49676"/>
                </a:lnTo>
                <a:lnTo>
                  <a:pt x="193033" y="53986"/>
                </a:lnTo>
                <a:lnTo>
                  <a:pt x="195074" y="58296"/>
                </a:lnTo>
                <a:lnTo>
                  <a:pt x="197343" y="63059"/>
                </a:lnTo>
                <a:lnTo>
                  <a:pt x="199157" y="67596"/>
                </a:lnTo>
                <a:lnTo>
                  <a:pt x="200745" y="72359"/>
                </a:lnTo>
                <a:lnTo>
                  <a:pt x="202106" y="77122"/>
                </a:lnTo>
                <a:lnTo>
                  <a:pt x="203467" y="82340"/>
                </a:lnTo>
                <a:lnTo>
                  <a:pt x="204148" y="87330"/>
                </a:lnTo>
                <a:lnTo>
                  <a:pt x="205055" y="92320"/>
                </a:lnTo>
                <a:lnTo>
                  <a:pt x="205282" y="97537"/>
                </a:lnTo>
                <a:lnTo>
                  <a:pt x="205509" y="102981"/>
                </a:lnTo>
                <a:lnTo>
                  <a:pt x="205509" y="2092965"/>
                </a:lnTo>
                <a:lnTo>
                  <a:pt x="2195719" y="2092965"/>
                </a:lnTo>
                <a:lnTo>
                  <a:pt x="2201163" y="2093192"/>
                </a:lnTo>
                <a:lnTo>
                  <a:pt x="2206380" y="2093419"/>
                </a:lnTo>
                <a:lnTo>
                  <a:pt x="2211597" y="2094326"/>
                </a:lnTo>
                <a:lnTo>
                  <a:pt x="2216587" y="2095233"/>
                </a:lnTo>
                <a:lnTo>
                  <a:pt x="2221578" y="2096367"/>
                </a:lnTo>
                <a:lnTo>
                  <a:pt x="2226568" y="2097501"/>
                </a:lnTo>
                <a:lnTo>
                  <a:pt x="2231105" y="2099316"/>
                </a:lnTo>
                <a:lnTo>
                  <a:pt x="2235868" y="2101131"/>
                </a:lnTo>
                <a:lnTo>
                  <a:pt x="2240405" y="2103172"/>
                </a:lnTo>
                <a:lnTo>
                  <a:pt x="2244714" y="2105667"/>
                </a:lnTo>
                <a:lnTo>
                  <a:pt x="2249251" y="2107936"/>
                </a:lnTo>
                <a:lnTo>
                  <a:pt x="2253334" y="2110658"/>
                </a:lnTo>
                <a:lnTo>
                  <a:pt x="2257417" y="2113606"/>
                </a:lnTo>
                <a:lnTo>
                  <a:pt x="2261273" y="2116328"/>
                </a:lnTo>
                <a:lnTo>
                  <a:pt x="2264902" y="2119731"/>
                </a:lnTo>
                <a:lnTo>
                  <a:pt x="2268532" y="2123133"/>
                </a:lnTo>
                <a:lnTo>
                  <a:pt x="2271934" y="2126763"/>
                </a:lnTo>
                <a:lnTo>
                  <a:pt x="2275337" y="2130619"/>
                </a:lnTo>
                <a:lnTo>
                  <a:pt x="2278285" y="2134475"/>
                </a:lnTo>
                <a:lnTo>
                  <a:pt x="2281234" y="2138331"/>
                </a:lnTo>
                <a:lnTo>
                  <a:pt x="2283729" y="2142414"/>
                </a:lnTo>
                <a:lnTo>
                  <a:pt x="2286224" y="2146724"/>
                </a:lnTo>
                <a:lnTo>
                  <a:pt x="2288720" y="2151260"/>
                </a:lnTo>
                <a:lnTo>
                  <a:pt x="2290761" y="2155797"/>
                </a:lnTo>
                <a:lnTo>
                  <a:pt x="2292576" y="2160560"/>
                </a:lnTo>
                <a:lnTo>
                  <a:pt x="2294164" y="2165324"/>
                </a:lnTo>
                <a:lnTo>
                  <a:pt x="2295298" y="2170087"/>
                </a:lnTo>
                <a:lnTo>
                  <a:pt x="2296659" y="2175304"/>
                </a:lnTo>
                <a:lnTo>
                  <a:pt x="2297339" y="2180068"/>
                </a:lnTo>
                <a:lnTo>
                  <a:pt x="2298246" y="2185285"/>
                </a:lnTo>
                <a:lnTo>
                  <a:pt x="2298473" y="2190729"/>
                </a:lnTo>
                <a:lnTo>
                  <a:pt x="2298700" y="2195946"/>
                </a:lnTo>
                <a:lnTo>
                  <a:pt x="2298473" y="2201163"/>
                </a:lnTo>
                <a:lnTo>
                  <a:pt x="2298246" y="2206380"/>
                </a:lnTo>
                <a:lnTo>
                  <a:pt x="2297339" y="2211597"/>
                </a:lnTo>
                <a:lnTo>
                  <a:pt x="2296659" y="2216361"/>
                </a:lnTo>
                <a:lnTo>
                  <a:pt x="2295298" y="2221578"/>
                </a:lnTo>
                <a:lnTo>
                  <a:pt x="2294164" y="2226568"/>
                </a:lnTo>
                <a:lnTo>
                  <a:pt x="2292576" y="2231105"/>
                </a:lnTo>
                <a:lnTo>
                  <a:pt x="2290761" y="2235868"/>
                </a:lnTo>
                <a:lnTo>
                  <a:pt x="2288720" y="2240405"/>
                </a:lnTo>
                <a:lnTo>
                  <a:pt x="2286224" y="2244941"/>
                </a:lnTo>
                <a:lnTo>
                  <a:pt x="2283729" y="2249251"/>
                </a:lnTo>
                <a:lnTo>
                  <a:pt x="2281234" y="2253334"/>
                </a:lnTo>
                <a:lnTo>
                  <a:pt x="2278285" y="2257417"/>
                </a:lnTo>
                <a:lnTo>
                  <a:pt x="2275337" y="2261273"/>
                </a:lnTo>
                <a:lnTo>
                  <a:pt x="2271934" y="2264902"/>
                </a:lnTo>
                <a:lnTo>
                  <a:pt x="2268532" y="2268532"/>
                </a:lnTo>
                <a:lnTo>
                  <a:pt x="2264902" y="2271934"/>
                </a:lnTo>
                <a:lnTo>
                  <a:pt x="2261273" y="2275337"/>
                </a:lnTo>
                <a:lnTo>
                  <a:pt x="2257417" y="2278059"/>
                </a:lnTo>
                <a:lnTo>
                  <a:pt x="2253334" y="2281234"/>
                </a:lnTo>
                <a:lnTo>
                  <a:pt x="2249251" y="2283729"/>
                </a:lnTo>
                <a:lnTo>
                  <a:pt x="2244714" y="2286451"/>
                </a:lnTo>
                <a:lnTo>
                  <a:pt x="2240405" y="2288493"/>
                </a:lnTo>
                <a:lnTo>
                  <a:pt x="2235868" y="2290534"/>
                </a:lnTo>
                <a:lnTo>
                  <a:pt x="2231105" y="2292349"/>
                </a:lnTo>
                <a:lnTo>
                  <a:pt x="2226568" y="2294164"/>
                </a:lnTo>
                <a:lnTo>
                  <a:pt x="2221578" y="2295298"/>
                </a:lnTo>
                <a:lnTo>
                  <a:pt x="2216587" y="2296659"/>
                </a:lnTo>
                <a:lnTo>
                  <a:pt x="2211597" y="2297566"/>
                </a:lnTo>
                <a:lnTo>
                  <a:pt x="2206380" y="2298246"/>
                </a:lnTo>
                <a:lnTo>
                  <a:pt x="2201163" y="2298473"/>
                </a:lnTo>
                <a:lnTo>
                  <a:pt x="2195719" y="2298700"/>
                </a:lnTo>
                <a:lnTo>
                  <a:pt x="102528" y="2298700"/>
                </a:lnTo>
                <a:lnTo>
                  <a:pt x="97310" y="2298473"/>
                </a:lnTo>
                <a:lnTo>
                  <a:pt x="92093" y="2298246"/>
                </a:lnTo>
                <a:lnTo>
                  <a:pt x="86876" y="2297566"/>
                </a:lnTo>
                <a:lnTo>
                  <a:pt x="81886" y="2296659"/>
                </a:lnTo>
                <a:lnTo>
                  <a:pt x="77122" y="2295298"/>
                </a:lnTo>
                <a:lnTo>
                  <a:pt x="72132" y="2294164"/>
                </a:lnTo>
                <a:lnTo>
                  <a:pt x="67142" y="2292349"/>
                </a:lnTo>
                <a:lnTo>
                  <a:pt x="62605" y="2290534"/>
                </a:lnTo>
                <a:lnTo>
                  <a:pt x="57842" y="2288493"/>
                </a:lnTo>
                <a:lnTo>
                  <a:pt x="53532" y="2286451"/>
                </a:lnTo>
                <a:lnTo>
                  <a:pt x="49449" y="2283729"/>
                </a:lnTo>
                <a:lnTo>
                  <a:pt x="45139" y="2281234"/>
                </a:lnTo>
                <a:lnTo>
                  <a:pt x="41283" y="2278059"/>
                </a:lnTo>
                <a:lnTo>
                  <a:pt x="37200" y="2275337"/>
                </a:lnTo>
                <a:lnTo>
                  <a:pt x="33344" y="2271934"/>
                </a:lnTo>
                <a:lnTo>
                  <a:pt x="29715" y="2268532"/>
                </a:lnTo>
                <a:lnTo>
                  <a:pt x="26539" y="2264902"/>
                </a:lnTo>
                <a:lnTo>
                  <a:pt x="23364" y="2261273"/>
                </a:lnTo>
                <a:lnTo>
                  <a:pt x="20188" y="2257417"/>
                </a:lnTo>
                <a:lnTo>
                  <a:pt x="17466" y="2253334"/>
                </a:lnTo>
                <a:lnTo>
                  <a:pt x="14517" y="2249251"/>
                </a:lnTo>
                <a:lnTo>
                  <a:pt x="12249" y="2244941"/>
                </a:lnTo>
                <a:lnTo>
                  <a:pt x="9981" y="2240405"/>
                </a:lnTo>
                <a:lnTo>
                  <a:pt x="7939" y="2235868"/>
                </a:lnTo>
                <a:lnTo>
                  <a:pt x="6125" y="2231105"/>
                </a:lnTo>
                <a:lnTo>
                  <a:pt x="4537" y="2226568"/>
                </a:lnTo>
                <a:lnTo>
                  <a:pt x="2949" y="2221578"/>
                </a:lnTo>
                <a:lnTo>
                  <a:pt x="2042" y="2216361"/>
                </a:lnTo>
                <a:lnTo>
                  <a:pt x="907" y="2211597"/>
                </a:lnTo>
                <a:lnTo>
                  <a:pt x="454" y="2206380"/>
                </a:lnTo>
                <a:lnTo>
                  <a:pt x="0" y="2201163"/>
                </a:lnTo>
                <a:lnTo>
                  <a:pt x="0" y="2195946"/>
                </a:lnTo>
                <a:lnTo>
                  <a:pt x="0" y="102981"/>
                </a:lnTo>
                <a:lnTo>
                  <a:pt x="0" y="97537"/>
                </a:lnTo>
                <a:lnTo>
                  <a:pt x="454" y="92320"/>
                </a:lnTo>
                <a:lnTo>
                  <a:pt x="907" y="87330"/>
                </a:lnTo>
                <a:lnTo>
                  <a:pt x="2042" y="82340"/>
                </a:lnTo>
                <a:lnTo>
                  <a:pt x="2949" y="77122"/>
                </a:lnTo>
                <a:lnTo>
                  <a:pt x="4537" y="72359"/>
                </a:lnTo>
                <a:lnTo>
                  <a:pt x="6125" y="67596"/>
                </a:lnTo>
                <a:lnTo>
                  <a:pt x="7939" y="63059"/>
                </a:lnTo>
                <a:lnTo>
                  <a:pt x="9981" y="58296"/>
                </a:lnTo>
                <a:lnTo>
                  <a:pt x="12249" y="53986"/>
                </a:lnTo>
                <a:lnTo>
                  <a:pt x="14517" y="49676"/>
                </a:lnTo>
                <a:lnTo>
                  <a:pt x="17466" y="45593"/>
                </a:lnTo>
                <a:lnTo>
                  <a:pt x="20188" y="41510"/>
                </a:lnTo>
                <a:lnTo>
                  <a:pt x="23364" y="37427"/>
                </a:lnTo>
                <a:lnTo>
                  <a:pt x="26539" y="33798"/>
                </a:lnTo>
                <a:lnTo>
                  <a:pt x="29715" y="30169"/>
                </a:lnTo>
                <a:lnTo>
                  <a:pt x="33344" y="26993"/>
                </a:lnTo>
                <a:lnTo>
                  <a:pt x="37200" y="23590"/>
                </a:lnTo>
                <a:lnTo>
                  <a:pt x="41283" y="20642"/>
                </a:lnTo>
                <a:lnTo>
                  <a:pt x="45139" y="17693"/>
                </a:lnTo>
                <a:lnTo>
                  <a:pt x="49449" y="14971"/>
                </a:lnTo>
                <a:lnTo>
                  <a:pt x="53532" y="12476"/>
                </a:lnTo>
                <a:lnTo>
                  <a:pt x="57842" y="10434"/>
                </a:lnTo>
                <a:lnTo>
                  <a:pt x="62605" y="8393"/>
                </a:lnTo>
                <a:lnTo>
                  <a:pt x="67142" y="6578"/>
                </a:lnTo>
                <a:lnTo>
                  <a:pt x="72132" y="4764"/>
                </a:lnTo>
                <a:lnTo>
                  <a:pt x="77122" y="3403"/>
                </a:lnTo>
                <a:lnTo>
                  <a:pt x="81886" y="2268"/>
                </a:lnTo>
                <a:lnTo>
                  <a:pt x="86876" y="1361"/>
                </a:lnTo>
                <a:lnTo>
                  <a:pt x="92093" y="681"/>
                </a:lnTo>
                <a:lnTo>
                  <a:pt x="97310" y="454"/>
                </a:lnTo>
                <a:lnTo>
                  <a:pt x="10252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+mn-lt"/>
              <a:ea typeface="+mn-ea"/>
            </a:endParaRPr>
          </a:p>
        </p:txBody>
      </p:sp>
      <p:sp>
        <p:nvSpPr>
          <p:cNvPr id="24" name="MH_SubTitle_2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1532395" y="4989209"/>
            <a:ext cx="5108575" cy="5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优先判别器</a:t>
            </a: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PR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Priority Resolver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zh-CN" altLang="en-US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5" name="MH_Text_2"/>
          <p:cNvSpPr txBox="1"/>
          <p:nvPr>
            <p:custDataLst>
              <p:tags r:id="rId14"/>
            </p:custDataLst>
          </p:nvPr>
        </p:nvSpPr>
        <p:spPr>
          <a:xfrm>
            <a:off x="1513345" y="5606326"/>
            <a:ext cx="7761729" cy="1371785"/>
          </a:xfrm>
          <a:prstGeom prst="rect">
            <a:avLst/>
          </a:prstGeom>
          <a:noFill/>
        </p:spPr>
        <p:txBody>
          <a:bodyPr lIns="0" tIns="0" rIns="0" bIns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对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IRR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中置‘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’的中断请求，根据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IMR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中的情况判别其优先级，对于优先级最高的，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发出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INTR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信号，在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发出第一个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INTA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后置相应的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ISR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为‘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’并清相应的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IRR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为‘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’</a:t>
            </a:r>
            <a:endParaRPr lang="zh-CN" altLang="en-US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6" name="MH_Text_1"/>
          <p:cNvSpPr txBox="1"/>
          <p:nvPr>
            <p:custDataLst>
              <p:tags r:id="rId15"/>
            </p:custDataLst>
          </p:nvPr>
        </p:nvSpPr>
        <p:spPr>
          <a:xfrm>
            <a:off x="1513345" y="4178446"/>
            <a:ext cx="7378171" cy="1007703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位寄存器，可有软件设定某位或某几位为‘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’，即相应的中断被屏蔽，即使该位的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IRR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已置位，也不会进入中断优先级判别器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PR</a:t>
            </a:r>
            <a:endParaRPr lang="zh-CN" altLang="en-US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2" name="MH_SubTitle_2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1375542" y="1914412"/>
            <a:ext cx="5108575" cy="5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defPPr>
              <a:defRPr lang="en-US"/>
            </a:defPPr>
            <a:lvl1pPr>
              <a:defRPr sz="24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 marL="742950" indent="-285750"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/>
              <a:t>中断请求寄存器</a:t>
            </a:r>
            <a:r>
              <a:rPr lang="en-US" altLang="zh-CN" dirty="0"/>
              <a:t>IRR</a:t>
            </a:r>
            <a:endParaRPr lang="zh-CN" altLang="en-US" dirty="0"/>
          </a:p>
        </p:txBody>
      </p:sp>
      <p:cxnSp>
        <p:nvCxnSpPr>
          <p:cNvPr id="29" name="直接连接符 28"/>
          <p:cNvCxnSpPr/>
          <p:nvPr/>
        </p:nvCxnSpPr>
        <p:spPr>
          <a:xfrm>
            <a:off x="8281901" y="5955515"/>
            <a:ext cx="48883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/>
      <p:bldP spid="15" grpId="0" animBg="1"/>
      <p:bldP spid="16" grpId="0" animBg="1"/>
      <p:bldP spid="17" grpId="0"/>
      <p:bldP spid="18" grpId="0" animBg="1"/>
      <p:bldP spid="19" grpId="0" animBg="1"/>
      <p:bldP spid="21" grpId="0" animBg="1"/>
      <p:bldP spid="22" grpId="0" animBg="1"/>
      <p:bldP spid="23" grpId="0" animBg="1"/>
      <p:bldP spid="24" grpId="0"/>
      <p:bldP spid="25" grpId="0"/>
      <p:bldP spid="26" grpId="0"/>
      <p:bldP spid="3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9" name="ïšḻïdê"/>
          <p:cNvSpPr txBox="1"/>
          <p:nvPr/>
        </p:nvSpPr>
        <p:spPr bwMode="auto">
          <a:xfrm>
            <a:off x="-1" y="162085"/>
            <a:ext cx="828190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6.5 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可编程中断控制器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 </a:t>
            </a:r>
            <a:endParaRPr lang="zh-CN" altLang="en-US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63" name="right-arrowheads_44810"/>
          <p:cNvSpPr>
            <a:spLocks noChangeAspect="1"/>
          </p:cNvSpPr>
          <p:nvPr/>
        </p:nvSpPr>
        <p:spPr bwMode="auto">
          <a:xfrm>
            <a:off x="152015" y="929658"/>
            <a:ext cx="411251" cy="316320"/>
          </a:xfrm>
          <a:custGeom>
            <a:avLst/>
            <a:gdLst>
              <a:gd name="T0" fmla="*/ 59 w 415"/>
              <a:gd name="T1" fmla="*/ 406 h 406"/>
              <a:gd name="T2" fmla="*/ 25 w 415"/>
              <a:gd name="T3" fmla="*/ 394 h 406"/>
              <a:gd name="T4" fmla="*/ 19 w 415"/>
              <a:gd name="T5" fmla="*/ 318 h 406"/>
              <a:gd name="T6" fmla="*/ 114 w 415"/>
              <a:gd name="T7" fmla="*/ 206 h 406"/>
              <a:gd name="T8" fmla="*/ 19 w 415"/>
              <a:gd name="T9" fmla="*/ 94 h 406"/>
              <a:gd name="T10" fmla="*/ 25 w 415"/>
              <a:gd name="T11" fmla="*/ 19 h 406"/>
              <a:gd name="T12" fmla="*/ 100 w 415"/>
              <a:gd name="T13" fmla="*/ 25 h 406"/>
              <a:gd name="T14" fmla="*/ 225 w 415"/>
              <a:gd name="T15" fmla="*/ 172 h 406"/>
              <a:gd name="T16" fmla="*/ 225 w 415"/>
              <a:gd name="T17" fmla="*/ 241 h 406"/>
              <a:gd name="T18" fmla="*/ 100 w 415"/>
              <a:gd name="T19" fmla="*/ 388 h 406"/>
              <a:gd name="T20" fmla="*/ 59 w 415"/>
              <a:gd name="T21" fmla="*/ 406 h 406"/>
              <a:gd name="T22" fmla="*/ 273 w 415"/>
              <a:gd name="T23" fmla="*/ 388 h 406"/>
              <a:gd name="T24" fmla="*/ 398 w 415"/>
              <a:gd name="T25" fmla="*/ 241 h 406"/>
              <a:gd name="T26" fmla="*/ 398 w 415"/>
              <a:gd name="T27" fmla="*/ 172 h 406"/>
              <a:gd name="T28" fmla="*/ 273 w 415"/>
              <a:gd name="T29" fmla="*/ 25 h 406"/>
              <a:gd name="T30" fmla="*/ 198 w 415"/>
              <a:gd name="T31" fmla="*/ 19 h 406"/>
              <a:gd name="T32" fmla="*/ 192 w 415"/>
              <a:gd name="T33" fmla="*/ 94 h 406"/>
              <a:gd name="T34" fmla="*/ 287 w 415"/>
              <a:gd name="T35" fmla="*/ 206 h 406"/>
              <a:gd name="T36" fmla="*/ 192 w 415"/>
              <a:gd name="T37" fmla="*/ 318 h 406"/>
              <a:gd name="T38" fmla="*/ 198 w 415"/>
              <a:gd name="T39" fmla="*/ 394 h 406"/>
              <a:gd name="T40" fmla="*/ 232 w 415"/>
              <a:gd name="T41" fmla="*/ 406 h 406"/>
              <a:gd name="T42" fmla="*/ 273 w 415"/>
              <a:gd name="T43" fmla="*/ 388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5" h="406">
                <a:moveTo>
                  <a:pt x="59" y="406"/>
                </a:moveTo>
                <a:cubicBezTo>
                  <a:pt x="47" y="406"/>
                  <a:pt x="35" y="402"/>
                  <a:pt x="25" y="394"/>
                </a:cubicBezTo>
                <a:cubicBezTo>
                  <a:pt x="2" y="375"/>
                  <a:pt x="0" y="341"/>
                  <a:pt x="19" y="318"/>
                </a:cubicBezTo>
                <a:lnTo>
                  <a:pt x="114" y="206"/>
                </a:lnTo>
                <a:lnTo>
                  <a:pt x="19" y="94"/>
                </a:lnTo>
                <a:cubicBezTo>
                  <a:pt x="0" y="71"/>
                  <a:pt x="2" y="38"/>
                  <a:pt x="25" y="19"/>
                </a:cubicBezTo>
                <a:cubicBezTo>
                  <a:pt x="47" y="0"/>
                  <a:pt x="81" y="2"/>
                  <a:pt x="100" y="25"/>
                </a:cubicBezTo>
                <a:lnTo>
                  <a:pt x="225" y="172"/>
                </a:lnTo>
                <a:cubicBezTo>
                  <a:pt x="242" y="192"/>
                  <a:pt x="242" y="221"/>
                  <a:pt x="225" y="241"/>
                </a:cubicBezTo>
                <a:lnTo>
                  <a:pt x="100" y="388"/>
                </a:lnTo>
                <a:cubicBezTo>
                  <a:pt x="89" y="400"/>
                  <a:pt x="74" y="406"/>
                  <a:pt x="59" y="406"/>
                </a:cubicBezTo>
                <a:close/>
                <a:moveTo>
                  <a:pt x="273" y="388"/>
                </a:moveTo>
                <a:lnTo>
                  <a:pt x="398" y="241"/>
                </a:lnTo>
                <a:cubicBezTo>
                  <a:pt x="415" y="221"/>
                  <a:pt x="415" y="192"/>
                  <a:pt x="398" y="172"/>
                </a:cubicBezTo>
                <a:lnTo>
                  <a:pt x="273" y="25"/>
                </a:lnTo>
                <a:cubicBezTo>
                  <a:pt x="254" y="2"/>
                  <a:pt x="220" y="0"/>
                  <a:pt x="198" y="19"/>
                </a:cubicBezTo>
                <a:cubicBezTo>
                  <a:pt x="175" y="38"/>
                  <a:pt x="173" y="71"/>
                  <a:pt x="192" y="94"/>
                </a:cubicBezTo>
                <a:lnTo>
                  <a:pt x="287" y="206"/>
                </a:lnTo>
                <a:lnTo>
                  <a:pt x="192" y="318"/>
                </a:lnTo>
                <a:cubicBezTo>
                  <a:pt x="173" y="341"/>
                  <a:pt x="175" y="375"/>
                  <a:pt x="198" y="394"/>
                </a:cubicBezTo>
                <a:cubicBezTo>
                  <a:pt x="208" y="402"/>
                  <a:pt x="220" y="406"/>
                  <a:pt x="232" y="406"/>
                </a:cubicBezTo>
                <a:cubicBezTo>
                  <a:pt x="247" y="406"/>
                  <a:pt x="262" y="400"/>
                  <a:pt x="273" y="3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4" name="矩形 63"/>
          <p:cNvSpPr/>
          <p:nvPr/>
        </p:nvSpPr>
        <p:spPr>
          <a:xfrm>
            <a:off x="584781" y="858016"/>
            <a:ext cx="7429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8259A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的结构 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10011" y="1483619"/>
            <a:ext cx="7571890" cy="461665"/>
          </a:xfrm>
          <a:prstGeom prst="rect">
            <a:avLst/>
          </a:prstGeom>
          <a:noFill/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kern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400" b="1" kern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内部结构</a:t>
            </a:r>
            <a:endParaRPr lang="zh-CN" altLang="en-US" sz="2400" b="1" kern="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MH_Other_1"/>
          <p:cNvSpPr/>
          <p:nvPr>
            <p:custDataLst>
              <p:tags r:id="rId2"/>
            </p:custDataLst>
          </p:nvPr>
        </p:nvSpPr>
        <p:spPr>
          <a:xfrm>
            <a:off x="508459" y="2406706"/>
            <a:ext cx="704850" cy="8028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3" name="MH_Other_2"/>
          <p:cNvSpPr/>
          <p:nvPr>
            <p:custDataLst>
              <p:tags r:id="rId3"/>
            </p:custDataLst>
          </p:nvPr>
        </p:nvSpPr>
        <p:spPr>
          <a:xfrm>
            <a:off x="373521" y="2239238"/>
            <a:ext cx="974725" cy="1109994"/>
          </a:xfrm>
          <a:custGeom>
            <a:avLst/>
            <a:gdLst>
              <a:gd name="connsiteX0" fmla="*/ 743029 w 757237"/>
              <a:gd name="connsiteY0" fmla="*/ 463225 h 783577"/>
              <a:gd name="connsiteX1" fmla="*/ 757237 w 757237"/>
              <a:gd name="connsiteY1" fmla="*/ 463225 h 783577"/>
              <a:gd name="connsiteX2" fmla="*/ 757237 w 757237"/>
              <a:gd name="connsiteY2" fmla="*/ 783577 h 783577"/>
              <a:gd name="connsiteX3" fmla="*/ 450056 w 757237"/>
              <a:gd name="connsiteY3" fmla="*/ 783577 h 783577"/>
              <a:gd name="connsiteX4" fmla="*/ 450056 w 757237"/>
              <a:gd name="connsiteY4" fmla="*/ 768874 h 783577"/>
              <a:gd name="connsiteX5" fmla="*/ 743029 w 757237"/>
              <a:gd name="connsiteY5" fmla="*/ 768874 h 783577"/>
              <a:gd name="connsiteX6" fmla="*/ 0 w 757237"/>
              <a:gd name="connsiteY6" fmla="*/ 463225 h 783577"/>
              <a:gd name="connsiteX7" fmla="*/ 14207 w 757237"/>
              <a:gd name="connsiteY7" fmla="*/ 463225 h 783577"/>
              <a:gd name="connsiteX8" fmla="*/ 14207 w 757237"/>
              <a:gd name="connsiteY8" fmla="*/ 768874 h 783577"/>
              <a:gd name="connsiteX9" fmla="*/ 307181 w 757237"/>
              <a:gd name="connsiteY9" fmla="*/ 768874 h 783577"/>
              <a:gd name="connsiteX10" fmla="*/ 307181 w 757237"/>
              <a:gd name="connsiteY10" fmla="*/ 783577 h 783577"/>
              <a:gd name="connsiteX11" fmla="*/ 0 w 757237"/>
              <a:gd name="connsiteY11" fmla="*/ 783577 h 783577"/>
              <a:gd name="connsiteX12" fmla="*/ 450056 w 757237"/>
              <a:gd name="connsiteY12" fmla="*/ 0 h 783577"/>
              <a:gd name="connsiteX13" fmla="*/ 757237 w 757237"/>
              <a:gd name="connsiteY13" fmla="*/ 0 h 783577"/>
              <a:gd name="connsiteX14" fmla="*/ 757237 w 757237"/>
              <a:gd name="connsiteY14" fmla="*/ 320350 h 783577"/>
              <a:gd name="connsiteX15" fmla="*/ 743029 w 757237"/>
              <a:gd name="connsiteY15" fmla="*/ 320350 h 783577"/>
              <a:gd name="connsiteX16" fmla="*/ 743029 w 757237"/>
              <a:gd name="connsiteY16" fmla="*/ 14702 h 783577"/>
              <a:gd name="connsiteX17" fmla="*/ 450056 w 757237"/>
              <a:gd name="connsiteY17" fmla="*/ 14702 h 783577"/>
              <a:gd name="connsiteX18" fmla="*/ 0 w 757237"/>
              <a:gd name="connsiteY18" fmla="*/ 0 h 783577"/>
              <a:gd name="connsiteX19" fmla="*/ 307181 w 757237"/>
              <a:gd name="connsiteY19" fmla="*/ 0 h 783577"/>
              <a:gd name="connsiteX20" fmla="*/ 307181 w 757237"/>
              <a:gd name="connsiteY20" fmla="*/ 14702 h 783577"/>
              <a:gd name="connsiteX21" fmla="*/ 14207 w 757237"/>
              <a:gd name="connsiteY21" fmla="*/ 14702 h 783577"/>
              <a:gd name="connsiteX22" fmla="*/ 14207 w 757237"/>
              <a:gd name="connsiteY22" fmla="*/ 320350 h 783577"/>
              <a:gd name="connsiteX23" fmla="*/ 0 w 757237"/>
              <a:gd name="connsiteY23" fmla="*/ 320350 h 783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57237" h="783577">
                <a:moveTo>
                  <a:pt x="743029" y="463225"/>
                </a:moveTo>
                <a:lnTo>
                  <a:pt x="757237" y="463225"/>
                </a:lnTo>
                <a:lnTo>
                  <a:pt x="757237" y="783577"/>
                </a:lnTo>
                <a:lnTo>
                  <a:pt x="450056" y="783577"/>
                </a:lnTo>
                <a:lnTo>
                  <a:pt x="450056" y="768874"/>
                </a:lnTo>
                <a:lnTo>
                  <a:pt x="743029" y="768874"/>
                </a:lnTo>
                <a:close/>
                <a:moveTo>
                  <a:pt x="0" y="463225"/>
                </a:moveTo>
                <a:lnTo>
                  <a:pt x="14207" y="463225"/>
                </a:lnTo>
                <a:lnTo>
                  <a:pt x="14207" y="768874"/>
                </a:lnTo>
                <a:lnTo>
                  <a:pt x="307181" y="768874"/>
                </a:lnTo>
                <a:lnTo>
                  <a:pt x="307181" y="783577"/>
                </a:lnTo>
                <a:lnTo>
                  <a:pt x="0" y="783577"/>
                </a:lnTo>
                <a:close/>
                <a:moveTo>
                  <a:pt x="450056" y="0"/>
                </a:moveTo>
                <a:lnTo>
                  <a:pt x="757237" y="0"/>
                </a:lnTo>
                <a:lnTo>
                  <a:pt x="757237" y="320350"/>
                </a:lnTo>
                <a:lnTo>
                  <a:pt x="743029" y="320350"/>
                </a:lnTo>
                <a:lnTo>
                  <a:pt x="743029" y="14702"/>
                </a:lnTo>
                <a:lnTo>
                  <a:pt x="450056" y="14702"/>
                </a:lnTo>
                <a:close/>
                <a:moveTo>
                  <a:pt x="0" y="0"/>
                </a:moveTo>
                <a:lnTo>
                  <a:pt x="307181" y="0"/>
                </a:lnTo>
                <a:lnTo>
                  <a:pt x="307181" y="14702"/>
                </a:lnTo>
                <a:lnTo>
                  <a:pt x="14207" y="14702"/>
                </a:lnTo>
                <a:lnTo>
                  <a:pt x="14207" y="320350"/>
                </a:lnTo>
                <a:lnTo>
                  <a:pt x="0" y="3203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4" name="MH_Text_1"/>
          <p:cNvSpPr txBox="1"/>
          <p:nvPr>
            <p:custDataLst>
              <p:tags r:id="rId4"/>
            </p:custDataLst>
          </p:nvPr>
        </p:nvSpPr>
        <p:spPr>
          <a:xfrm>
            <a:off x="1532396" y="2515609"/>
            <a:ext cx="6669908" cy="861439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位寄存器，如某中断被执行，则相应的位置‘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’，直至该中断服务结束，即执行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EOI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操作后将被清‘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’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在中断嵌套时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ISR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中有多位被置‘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’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MH_Other_3"/>
          <p:cNvSpPr/>
          <p:nvPr>
            <p:custDataLst>
              <p:tags r:id="rId5"/>
            </p:custDataLst>
          </p:nvPr>
        </p:nvSpPr>
        <p:spPr>
          <a:xfrm>
            <a:off x="508459" y="4577243"/>
            <a:ext cx="704850" cy="8028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6" name="MH_Other_4"/>
          <p:cNvSpPr/>
          <p:nvPr>
            <p:custDataLst>
              <p:tags r:id="rId6"/>
            </p:custDataLst>
          </p:nvPr>
        </p:nvSpPr>
        <p:spPr>
          <a:xfrm>
            <a:off x="373521" y="4409775"/>
            <a:ext cx="974725" cy="1109994"/>
          </a:xfrm>
          <a:custGeom>
            <a:avLst/>
            <a:gdLst>
              <a:gd name="connsiteX0" fmla="*/ 743029 w 757237"/>
              <a:gd name="connsiteY0" fmla="*/ 463225 h 783577"/>
              <a:gd name="connsiteX1" fmla="*/ 757237 w 757237"/>
              <a:gd name="connsiteY1" fmla="*/ 463225 h 783577"/>
              <a:gd name="connsiteX2" fmla="*/ 757237 w 757237"/>
              <a:gd name="connsiteY2" fmla="*/ 783577 h 783577"/>
              <a:gd name="connsiteX3" fmla="*/ 450056 w 757237"/>
              <a:gd name="connsiteY3" fmla="*/ 783577 h 783577"/>
              <a:gd name="connsiteX4" fmla="*/ 450056 w 757237"/>
              <a:gd name="connsiteY4" fmla="*/ 768874 h 783577"/>
              <a:gd name="connsiteX5" fmla="*/ 743029 w 757237"/>
              <a:gd name="connsiteY5" fmla="*/ 768874 h 783577"/>
              <a:gd name="connsiteX6" fmla="*/ 0 w 757237"/>
              <a:gd name="connsiteY6" fmla="*/ 463225 h 783577"/>
              <a:gd name="connsiteX7" fmla="*/ 14207 w 757237"/>
              <a:gd name="connsiteY7" fmla="*/ 463225 h 783577"/>
              <a:gd name="connsiteX8" fmla="*/ 14207 w 757237"/>
              <a:gd name="connsiteY8" fmla="*/ 768874 h 783577"/>
              <a:gd name="connsiteX9" fmla="*/ 307181 w 757237"/>
              <a:gd name="connsiteY9" fmla="*/ 768874 h 783577"/>
              <a:gd name="connsiteX10" fmla="*/ 307181 w 757237"/>
              <a:gd name="connsiteY10" fmla="*/ 783577 h 783577"/>
              <a:gd name="connsiteX11" fmla="*/ 0 w 757237"/>
              <a:gd name="connsiteY11" fmla="*/ 783577 h 783577"/>
              <a:gd name="connsiteX12" fmla="*/ 450056 w 757237"/>
              <a:gd name="connsiteY12" fmla="*/ 0 h 783577"/>
              <a:gd name="connsiteX13" fmla="*/ 757237 w 757237"/>
              <a:gd name="connsiteY13" fmla="*/ 0 h 783577"/>
              <a:gd name="connsiteX14" fmla="*/ 757237 w 757237"/>
              <a:gd name="connsiteY14" fmla="*/ 320350 h 783577"/>
              <a:gd name="connsiteX15" fmla="*/ 743029 w 757237"/>
              <a:gd name="connsiteY15" fmla="*/ 320350 h 783577"/>
              <a:gd name="connsiteX16" fmla="*/ 743029 w 757237"/>
              <a:gd name="connsiteY16" fmla="*/ 14702 h 783577"/>
              <a:gd name="connsiteX17" fmla="*/ 450056 w 757237"/>
              <a:gd name="connsiteY17" fmla="*/ 14702 h 783577"/>
              <a:gd name="connsiteX18" fmla="*/ 0 w 757237"/>
              <a:gd name="connsiteY18" fmla="*/ 0 h 783577"/>
              <a:gd name="connsiteX19" fmla="*/ 307181 w 757237"/>
              <a:gd name="connsiteY19" fmla="*/ 0 h 783577"/>
              <a:gd name="connsiteX20" fmla="*/ 307181 w 757237"/>
              <a:gd name="connsiteY20" fmla="*/ 14702 h 783577"/>
              <a:gd name="connsiteX21" fmla="*/ 14207 w 757237"/>
              <a:gd name="connsiteY21" fmla="*/ 14702 h 783577"/>
              <a:gd name="connsiteX22" fmla="*/ 14207 w 757237"/>
              <a:gd name="connsiteY22" fmla="*/ 320350 h 783577"/>
              <a:gd name="connsiteX23" fmla="*/ 0 w 757237"/>
              <a:gd name="connsiteY23" fmla="*/ 320350 h 783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57237" h="783577">
                <a:moveTo>
                  <a:pt x="743029" y="463225"/>
                </a:moveTo>
                <a:lnTo>
                  <a:pt x="757237" y="463225"/>
                </a:lnTo>
                <a:lnTo>
                  <a:pt x="757237" y="783577"/>
                </a:lnTo>
                <a:lnTo>
                  <a:pt x="450056" y="783577"/>
                </a:lnTo>
                <a:lnTo>
                  <a:pt x="450056" y="768874"/>
                </a:lnTo>
                <a:lnTo>
                  <a:pt x="743029" y="768874"/>
                </a:lnTo>
                <a:close/>
                <a:moveTo>
                  <a:pt x="0" y="463225"/>
                </a:moveTo>
                <a:lnTo>
                  <a:pt x="14207" y="463225"/>
                </a:lnTo>
                <a:lnTo>
                  <a:pt x="14207" y="768874"/>
                </a:lnTo>
                <a:lnTo>
                  <a:pt x="307181" y="768874"/>
                </a:lnTo>
                <a:lnTo>
                  <a:pt x="307181" y="783577"/>
                </a:lnTo>
                <a:lnTo>
                  <a:pt x="0" y="783577"/>
                </a:lnTo>
                <a:close/>
                <a:moveTo>
                  <a:pt x="450056" y="0"/>
                </a:moveTo>
                <a:lnTo>
                  <a:pt x="757237" y="0"/>
                </a:lnTo>
                <a:lnTo>
                  <a:pt x="757237" y="320350"/>
                </a:lnTo>
                <a:lnTo>
                  <a:pt x="743029" y="320350"/>
                </a:lnTo>
                <a:lnTo>
                  <a:pt x="743029" y="14702"/>
                </a:lnTo>
                <a:lnTo>
                  <a:pt x="450056" y="14702"/>
                </a:lnTo>
                <a:close/>
                <a:moveTo>
                  <a:pt x="0" y="0"/>
                </a:moveTo>
                <a:lnTo>
                  <a:pt x="307181" y="0"/>
                </a:lnTo>
                <a:lnTo>
                  <a:pt x="307181" y="14702"/>
                </a:lnTo>
                <a:lnTo>
                  <a:pt x="14207" y="14702"/>
                </a:lnTo>
                <a:lnTo>
                  <a:pt x="14207" y="320350"/>
                </a:lnTo>
                <a:lnTo>
                  <a:pt x="0" y="320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7" name="MH_SubTitle_2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513346" y="4081452"/>
            <a:ext cx="5108575" cy="5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defPPr>
              <a:defRPr lang="en-US"/>
            </a:defPPr>
            <a:lvl1pPr>
              <a:defRPr sz="24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 marL="742950" indent="-285750"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/>
              <a:t>控制电路</a:t>
            </a:r>
            <a:endParaRPr lang="zh-CN" altLang="en-US" dirty="0"/>
          </a:p>
        </p:txBody>
      </p:sp>
      <p:sp>
        <p:nvSpPr>
          <p:cNvPr id="18" name="MH_Other_5"/>
          <p:cNvSpPr/>
          <p:nvPr>
            <p:custDataLst>
              <p:tags r:id="rId8"/>
            </p:custDataLst>
          </p:nvPr>
        </p:nvSpPr>
        <p:spPr bwMode="auto">
          <a:xfrm>
            <a:off x="656096" y="2609702"/>
            <a:ext cx="398463" cy="436318"/>
          </a:xfrm>
          <a:custGeom>
            <a:avLst/>
            <a:gdLst>
              <a:gd name="T0" fmla="*/ 984018 w 1589088"/>
              <a:gd name="T1" fmla="*/ 589506 h 1589088"/>
              <a:gd name="T2" fmla="*/ 955171 w 1589088"/>
              <a:gd name="T3" fmla="*/ 645802 h 1589088"/>
              <a:gd name="T4" fmla="*/ 898294 w 1589088"/>
              <a:gd name="T5" fmla="*/ 673272 h 1589088"/>
              <a:gd name="T6" fmla="*/ 881422 w 1589088"/>
              <a:gd name="T7" fmla="*/ 964824 h 1589088"/>
              <a:gd name="T8" fmla="*/ 873530 w 1589088"/>
              <a:gd name="T9" fmla="*/ 1040159 h 1589088"/>
              <a:gd name="T10" fmla="*/ 824817 w 1589088"/>
              <a:gd name="T11" fmla="*/ 1084490 h 1589088"/>
              <a:gd name="T12" fmla="*/ 756238 w 1589088"/>
              <a:gd name="T13" fmla="*/ 1088026 h 1589088"/>
              <a:gd name="T14" fmla="*/ 703444 w 1589088"/>
              <a:gd name="T15" fmla="*/ 1048590 h 1589088"/>
              <a:gd name="T16" fmla="*/ 686571 w 1589088"/>
              <a:gd name="T17" fmla="*/ 985493 h 1589088"/>
              <a:gd name="T18" fmla="*/ 486007 w 1589088"/>
              <a:gd name="T19" fmla="*/ 893024 h 1589088"/>
              <a:gd name="T20" fmla="*/ 398106 w 1589088"/>
              <a:gd name="T21" fmla="*/ 820680 h 1589088"/>
              <a:gd name="T22" fmla="*/ 402189 w 1589088"/>
              <a:gd name="T23" fmla="*/ 755134 h 1589088"/>
              <a:gd name="T24" fmla="*/ 446547 w 1589088"/>
              <a:gd name="T25" fmla="*/ 706452 h 1589088"/>
              <a:gd name="T26" fmla="*/ 514037 w 1589088"/>
              <a:gd name="T27" fmla="*/ 696389 h 1589088"/>
              <a:gd name="T28" fmla="*/ 570641 w 1589088"/>
              <a:gd name="T29" fmla="*/ 730385 h 1589088"/>
              <a:gd name="T30" fmla="*/ 593501 w 1589088"/>
              <a:gd name="T31" fmla="*/ 794027 h 1589088"/>
              <a:gd name="T32" fmla="*/ 818558 w 1589088"/>
              <a:gd name="T33" fmla="*/ 648522 h 1589088"/>
              <a:gd name="T34" fmla="*/ 785901 w 1589088"/>
              <a:gd name="T35" fmla="*/ 575091 h 1589088"/>
              <a:gd name="T36" fmla="*/ 808761 w 1589088"/>
              <a:gd name="T37" fmla="*/ 511721 h 1589088"/>
              <a:gd name="T38" fmla="*/ 865365 w 1589088"/>
              <a:gd name="T39" fmla="*/ 477726 h 1589088"/>
              <a:gd name="T40" fmla="*/ 728574 w 1589088"/>
              <a:gd name="T41" fmla="*/ 144010 h 1589088"/>
              <a:gd name="T42" fmla="*/ 531280 w 1589088"/>
              <a:gd name="T43" fmla="*/ 182593 h 1589088"/>
              <a:gd name="T44" fmla="*/ 353281 w 1589088"/>
              <a:gd name="T45" fmla="*/ 288291 h 1589088"/>
              <a:gd name="T46" fmla="*/ 219577 w 1589088"/>
              <a:gd name="T47" fmla="*/ 451592 h 1589088"/>
              <a:gd name="T48" fmla="*/ 152454 w 1589088"/>
              <a:gd name="T49" fmla="*/ 642880 h 1589088"/>
              <a:gd name="T50" fmla="*/ 152454 w 1589088"/>
              <a:gd name="T51" fmla="*/ 843135 h 1589088"/>
              <a:gd name="T52" fmla="*/ 219577 w 1589088"/>
              <a:gd name="T53" fmla="*/ 1034422 h 1589088"/>
              <a:gd name="T54" fmla="*/ 353281 w 1589088"/>
              <a:gd name="T55" fmla="*/ 1197724 h 1589088"/>
              <a:gd name="T56" fmla="*/ 531280 w 1589088"/>
              <a:gd name="T57" fmla="*/ 1303421 h 1589088"/>
              <a:gd name="T58" fmla="*/ 728574 w 1589088"/>
              <a:gd name="T59" fmla="*/ 1341734 h 1589088"/>
              <a:gd name="T60" fmla="*/ 927227 w 1589088"/>
              <a:gd name="T61" fmla="*/ 1312931 h 1589088"/>
              <a:gd name="T62" fmla="*/ 1109302 w 1589088"/>
              <a:gd name="T63" fmla="*/ 1217015 h 1589088"/>
              <a:gd name="T64" fmla="*/ 1251431 w 1589088"/>
              <a:gd name="T65" fmla="*/ 1059964 h 1589088"/>
              <a:gd name="T66" fmla="*/ 1328065 w 1589088"/>
              <a:gd name="T67" fmla="*/ 871393 h 1589088"/>
              <a:gd name="T68" fmla="*/ 1337576 w 1589088"/>
              <a:gd name="T69" fmla="*/ 671410 h 1589088"/>
              <a:gd name="T70" fmla="*/ 1280237 w 1589088"/>
              <a:gd name="T71" fmla="*/ 477677 h 1589088"/>
              <a:gd name="T72" fmla="*/ 1155500 w 1589088"/>
              <a:gd name="T73" fmla="*/ 308670 h 1589088"/>
              <a:gd name="T74" fmla="*/ 981849 w 1589088"/>
              <a:gd name="T75" fmla="*/ 193462 h 1589088"/>
              <a:gd name="T76" fmla="*/ 785915 w 1589088"/>
              <a:gd name="T77" fmla="*/ 145640 h 1589088"/>
              <a:gd name="T78" fmla="*/ 902226 w 1589088"/>
              <a:gd name="T79" fmla="*/ 17390 h 1589088"/>
              <a:gd name="T80" fmla="*/ 1136207 w 1589088"/>
              <a:gd name="T81" fmla="*/ 112491 h 1589088"/>
              <a:gd name="T82" fmla="*/ 1320999 w 1589088"/>
              <a:gd name="T83" fmla="*/ 276063 h 1589088"/>
              <a:gd name="T84" fmla="*/ 1429702 w 1589088"/>
              <a:gd name="T85" fmla="*/ 459201 h 1589088"/>
              <a:gd name="T86" fmla="*/ 1481334 w 1589088"/>
              <a:gd name="T87" fmla="*/ 660270 h 1589088"/>
              <a:gd name="T88" fmla="*/ 1475356 w 1589088"/>
              <a:gd name="T89" fmla="*/ 866502 h 1589088"/>
              <a:gd name="T90" fmla="*/ 1412581 w 1589088"/>
              <a:gd name="T91" fmla="*/ 1064855 h 1589088"/>
              <a:gd name="T92" fmla="*/ 1892771 w 1589088"/>
              <a:gd name="T93" fmla="*/ 1636001 h 1589088"/>
              <a:gd name="T94" fmla="*/ 1896304 w 1589088"/>
              <a:gd name="T95" fmla="*/ 1759632 h 1589088"/>
              <a:gd name="T96" fmla="*/ 1783798 w 1589088"/>
              <a:gd name="T97" fmla="*/ 1885980 h 1589088"/>
              <a:gd name="T98" fmla="*/ 1662866 w 1589088"/>
              <a:gd name="T99" fmla="*/ 1900381 h 1589088"/>
              <a:gd name="T100" fmla="*/ 1104954 w 1589088"/>
              <a:gd name="T101" fmla="*/ 1391458 h 1589088"/>
              <a:gd name="T102" fmla="*/ 909835 w 1589088"/>
              <a:gd name="T103" fmla="*/ 1466451 h 1589088"/>
              <a:gd name="T104" fmla="*/ 704388 w 1589088"/>
              <a:gd name="T105" fmla="*/ 1484656 h 1589088"/>
              <a:gd name="T106" fmla="*/ 501116 w 1589088"/>
              <a:gd name="T107" fmla="*/ 1445528 h 1589088"/>
              <a:gd name="T108" fmla="*/ 313061 w 1589088"/>
              <a:gd name="T109" fmla="*/ 1349069 h 1589088"/>
              <a:gd name="T110" fmla="*/ 143758 w 1589088"/>
              <a:gd name="T111" fmla="*/ 1181965 h 1589088"/>
              <a:gd name="T112" fmla="*/ 30708 w 1589088"/>
              <a:gd name="T113" fmla="*/ 954538 h 1589088"/>
              <a:gd name="T114" fmla="*/ 815 w 1589088"/>
              <a:gd name="T115" fmla="*/ 707277 h 1589088"/>
              <a:gd name="T116" fmla="*/ 54351 w 1589088"/>
              <a:gd name="T117" fmla="*/ 463275 h 1589088"/>
              <a:gd name="T118" fmla="*/ 191315 w 1589088"/>
              <a:gd name="T119" fmla="*/ 245360 h 1589088"/>
              <a:gd name="T120" fmla="*/ 397577 w 1589088"/>
              <a:gd name="T121" fmla="*/ 85319 h 1589088"/>
              <a:gd name="T122" fmla="*/ 636177 w 1589088"/>
              <a:gd name="T123" fmla="*/ 7880 h 1589088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1589088" h="1589088">
                <a:moveTo>
                  <a:pt x="916859" y="288925"/>
                </a:moveTo>
                <a:lnTo>
                  <a:pt x="954088" y="332030"/>
                </a:lnTo>
                <a:lnTo>
                  <a:pt x="816067" y="450682"/>
                </a:lnTo>
                <a:lnTo>
                  <a:pt x="817430" y="454085"/>
                </a:lnTo>
                <a:lnTo>
                  <a:pt x="818338" y="457488"/>
                </a:lnTo>
                <a:lnTo>
                  <a:pt x="819246" y="461118"/>
                </a:lnTo>
                <a:lnTo>
                  <a:pt x="820381" y="464748"/>
                </a:lnTo>
                <a:lnTo>
                  <a:pt x="820835" y="468378"/>
                </a:lnTo>
                <a:lnTo>
                  <a:pt x="821289" y="472008"/>
                </a:lnTo>
                <a:lnTo>
                  <a:pt x="821743" y="475865"/>
                </a:lnTo>
                <a:lnTo>
                  <a:pt x="821743" y="479722"/>
                </a:lnTo>
                <a:lnTo>
                  <a:pt x="821743" y="483805"/>
                </a:lnTo>
                <a:lnTo>
                  <a:pt x="821289" y="487662"/>
                </a:lnTo>
                <a:lnTo>
                  <a:pt x="820835" y="491746"/>
                </a:lnTo>
                <a:lnTo>
                  <a:pt x="820154" y="495602"/>
                </a:lnTo>
                <a:lnTo>
                  <a:pt x="819246" y="499459"/>
                </a:lnTo>
                <a:lnTo>
                  <a:pt x="818338" y="503089"/>
                </a:lnTo>
                <a:lnTo>
                  <a:pt x="816976" y="506946"/>
                </a:lnTo>
                <a:lnTo>
                  <a:pt x="815840" y="510349"/>
                </a:lnTo>
                <a:lnTo>
                  <a:pt x="814251" y="513979"/>
                </a:lnTo>
                <a:lnTo>
                  <a:pt x="812662" y="517382"/>
                </a:lnTo>
                <a:lnTo>
                  <a:pt x="810619" y="520785"/>
                </a:lnTo>
                <a:lnTo>
                  <a:pt x="808803" y="523961"/>
                </a:lnTo>
                <a:lnTo>
                  <a:pt x="806760" y="527137"/>
                </a:lnTo>
                <a:lnTo>
                  <a:pt x="804263" y="530313"/>
                </a:lnTo>
                <a:lnTo>
                  <a:pt x="801993" y="533036"/>
                </a:lnTo>
                <a:lnTo>
                  <a:pt x="799496" y="535985"/>
                </a:lnTo>
                <a:lnTo>
                  <a:pt x="796772" y="538707"/>
                </a:lnTo>
                <a:lnTo>
                  <a:pt x="794048" y="541203"/>
                </a:lnTo>
                <a:lnTo>
                  <a:pt x="791324" y="543698"/>
                </a:lnTo>
                <a:lnTo>
                  <a:pt x="788146" y="545967"/>
                </a:lnTo>
                <a:lnTo>
                  <a:pt x="785194" y="548009"/>
                </a:lnTo>
                <a:lnTo>
                  <a:pt x="781789" y="550051"/>
                </a:lnTo>
                <a:lnTo>
                  <a:pt x="778611" y="552093"/>
                </a:lnTo>
                <a:lnTo>
                  <a:pt x="775433" y="553908"/>
                </a:lnTo>
                <a:lnTo>
                  <a:pt x="771801" y="555496"/>
                </a:lnTo>
                <a:lnTo>
                  <a:pt x="768396" y="556857"/>
                </a:lnTo>
                <a:lnTo>
                  <a:pt x="764537" y="558218"/>
                </a:lnTo>
                <a:lnTo>
                  <a:pt x="760905" y="559352"/>
                </a:lnTo>
                <a:lnTo>
                  <a:pt x="757046" y="560260"/>
                </a:lnTo>
                <a:lnTo>
                  <a:pt x="753413" y="560940"/>
                </a:lnTo>
                <a:lnTo>
                  <a:pt x="749327" y="561621"/>
                </a:lnTo>
                <a:lnTo>
                  <a:pt x="745241" y="562075"/>
                </a:lnTo>
                <a:lnTo>
                  <a:pt x="692121" y="754005"/>
                </a:lnTo>
                <a:lnTo>
                  <a:pt x="697343" y="756728"/>
                </a:lnTo>
                <a:lnTo>
                  <a:pt x="702110" y="759904"/>
                </a:lnTo>
                <a:lnTo>
                  <a:pt x="706650" y="763080"/>
                </a:lnTo>
                <a:lnTo>
                  <a:pt x="710963" y="766937"/>
                </a:lnTo>
                <a:lnTo>
                  <a:pt x="715049" y="770794"/>
                </a:lnTo>
                <a:lnTo>
                  <a:pt x="718908" y="774877"/>
                </a:lnTo>
                <a:lnTo>
                  <a:pt x="722313" y="779188"/>
                </a:lnTo>
                <a:lnTo>
                  <a:pt x="725718" y="783952"/>
                </a:lnTo>
                <a:lnTo>
                  <a:pt x="728670" y="788943"/>
                </a:lnTo>
                <a:lnTo>
                  <a:pt x="731167" y="793934"/>
                </a:lnTo>
                <a:lnTo>
                  <a:pt x="733437" y="799379"/>
                </a:lnTo>
                <a:lnTo>
                  <a:pt x="735253" y="804824"/>
                </a:lnTo>
                <a:lnTo>
                  <a:pt x="736615" y="810496"/>
                </a:lnTo>
                <a:lnTo>
                  <a:pt x="737750" y="816167"/>
                </a:lnTo>
                <a:lnTo>
                  <a:pt x="738431" y="822066"/>
                </a:lnTo>
                <a:lnTo>
                  <a:pt x="738658" y="828191"/>
                </a:lnTo>
                <a:lnTo>
                  <a:pt x="738658" y="832729"/>
                </a:lnTo>
                <a:lnTo>
                  <a:pt x="738431" y="836812"/>
                </a:lnTo>
                <a:lnTo>
                  <a:pt x="737523" y="840896"/>
                </a:lnTo>
                <a:lnTo>
                  <a:pt x="736842" y="844980"/>
                </a:lnTo>
                <a:lnTo>
                  <a:pt x="735934" y="849063"/>
                </a:lnTo>
                <a:lnTo>
                  <a:pt x="734799" y="852920"/>
                </a:lnTo>
                <a:lnTo>
                  <a:pt x="733664" y="856777"/>
                </a:lnTo>
                <a:lnTo>
                  <a:pt x="732075" y="860407"/>
                </a:lnTo>
                <a:lnTo>
                  <a:pt x="730259" y="864263"/>
                </a:lnTo>
                <a:lnTo>
                  <a:pt x="728670" y="867666"/>
                </a:lnTo>
                <a:lnTo>
                  <a:pt x="726626" y="871296"/>
                </a:lnTo>
                <a:lnTo>
                  <a:pt x="724583" y="874699"/>
                </a:lnTo>
                <a:lnTo>
                  <a:pt x="722086" y="877876"/>
                </a:lnTo>
                <a:lnTo>
                  <a:pt x="719589" y="881052"/>
                </a:lnTo>
                <a:lnTo>
                  <a:pt x="717092" y="884228"/>
                </a:lnTo>
                <a:lnTo>
                  <a:pt x="714141" y="886950"/>
                </a:lnTo>
                <a:lnTo>
                  <a:pt x="711417" y="889673"/>
                </a:lnTo>
                <a:lnTo>
                  <a:pt x="708239" y="892395"/>
                </a:lnTo>
                <a:lnTo>
                  <a:pt x="705288" y="894891"/>
                </a:lnTo>
                <a:lnTo>
                  <a:pt x="702110" y="896933"/>
                </a:lnTo>
                <a:lnTo>
                  <a:pt x="698705" y="899428"/>
                </a:lnTo>
                <a:lnTo>
                  <a:pt x="695299" y="901243"/>
                </a:lnTo>
                <a:lnTo>
                  <a:pt x="691440" y="903058"/>
                </a:lnTo>
                <a:lnTo>
                  <a:pt x="688035" y="904646"/>
                </a:lnTo>
                <a:lnTo>
                  <a:pt x="684176" y="906234"/>
                </a:lnTo>
                <a:lnTo>
                  <a:pt x="680317" y="907595"/>
                </a:lnTo>
                <a:lnTo>
                  <a:pt x="676231" y="908730"/>
                </a:lnTo>
                <a:lnTo>
                  <a:pt x="672372" y="909637"/>
                </a:lnTo>
                <a:lnTo>
                  <a:pt x="668286" y="910318"/>
                </a:lnTo>
                <a:lnTo>
                  <a:pt x="664199" y="910771"/>
                </a:lnTo>
                <a:lnTo>
                  <a:pt x="659886" y="911225"/>
                </a:lnTo>
                <a:lnTo>
                  <a:pt x="655573" y="911225"/>
                </a:lnTo>
                <a:lnTo>
                  <a:pt x="651260" y="911225"/>
                </a:lnTo>
                <a:lnTo>
                  <a:pt x="646947" y="910771"/>
                </a:lnTo>
                <a:lnTo>
                  <a:pt x="643088" y="910318"/>
                </a:lnTo>
                <a:lnTo>
                  <a:pt x="638775" y="909637"/>
                </a:lnTo>
                <a:lnTo>
                  <a:pt x="634915" y="908730"/>
                </a:lnTo>
                <a:lnTo>
                  <a:pt x="630829" y="907595"/>
                </a:lnTo>
                <a:lnTo>
                  <a:pt x="627197" y="906234"/>
                </a:lnTo>
                <a:lnTo>
                  <a:pt x="623338" y="904646"/>
                </a:lnTo>
                <a:lnTo>
                  <a:pt x="619706" y="903058"/>
                </a:lnTo>
                <a:lnTo>
                  <a:pt x="616074" y="901243"/>
                </a:lnTo>
                <a:lnTo>
                  <a:pt x="612669" y="899428"/>
                </a:lnTo>
                <a:lnTo>
                  <a:pt x="609037" y="896933"/>
                </a:lnTo>
                <a:lnTo>
                  <a:pt x="605858" y="894891"/>
                </a:lnTo>
                <a:lnTo>
                  <a:pt x="602680" y="892395"/>
                </a:lnTo>
                <a:lnTo>
                  <a:pt x="599729" y="889673"/>
                </a:lnTo>
                <a:lnTo>
                  <a:pt x="596778" y="886950"/>
                </a:lnTo>
                <a:lnTo>
                  <a:pt x="594054" y="884228"/>
                </a:lnTo>
                <a:lnTo>
                  <a:pt x="591557" y="881052"/>
                </a:lnTo>
                <a:lnTo>
                  <a:pt x="588833" y="877876"/>
                </a:lnTo>
                <a:lnTo>
                  <a:pt x="586790" y="874699"/>
                </a:lnTo>
                <a:lnTo>
                  <a:pt x="584520" y="871296"/>
                </a:lnTo>
                <a:lnTo>
                  <a:pt x="582704" y="867666"/>
                </a:lnTo>
                <a:lnTo>
                  <a:pt x="580661" y="864263"/>
                </a:lnTo>
                <a:lnTo>
                  <a:pt x="579072" y="860407"/>
                </a:lnTo>
                <a:lnTo>
                  <a:pt x="577710" y="856777"/>
                </a:lnTo>
                <a:lnTo>
                  <a:pt x="576348" y="852920"/>
                </a:lnTo>
                <a:lnTo>
                  <a:pt x="575212" y="849063"/>
                </a:lnTo>
                <a:lnTo>
                  <a:pt x="574077" y="844980"/>
                </a:lnTo>
                <a:lnTo>
                  <a:pt x="573396" y="840896"/>
                </a:lnTo>
                <a:lnTo>
                  <a:pt x="572942" y="836812"/>
                </a:lnTo>
                <a:lnTo>
                  <a:pt x="572488" y="832729"/>
                </a:lnTo>
                <a:lnTo>
                  <a:pt x="572488" y="828191"/>
                </a:lnTo>
                <a:lnTo>
                  <a:pt x="572488" y="825242"/>
                </a:lnTo>
                <a:lnTo>
                  <a:pt x="572715" y="822066"/>
                </a:lnTo>
                <a:lnTo>
                  <a:pt x="573623" y="815940"/>
                </a:lnTo>
                <a:lnTo>
                  <a:pt x="574986" y="810042"/>
                </a:lnTo>
                <a:lnTo>
                  <a:pt x="576575" y="804370"/>
                </a:lnTo>
                <a:lnTo>
                  <a:pt x="454445" y="733134"/>
                </a:lnTo>
                <a:lnTo>
                  <a:pt x="449904" y="736083"/>
                </a:lnTo>
                <a:lnTo>
                  <a:pt x="444910" y="738352"/>
                </a:lnTo>
                <a:lnTo>
                  <a:pt x="439689" y="740166"/>
                </a:lnTo>
                <a:lnTo>
                  <a:pt x="434468" y="741981"/>
                </a:lnTo>
                <a:lnTo>
                  <a:pt x="429020" y="743569"/>
                </a:lnTo>
                <a:lnTo>
                  <a:pt x="423571" y="744477"/>
                </a:lnTo>
                <a:lnTo>
                  <a:pt x="417669" y="745158"/>
                </a:lnTo>
                <a:lnTo>
                  <a:pt x="412221" y="745384"/>
                </a:lnTo>
                <a:lnTo>
                  <a:pt x="408589" y="745158"/>
                </a:lnTo>
                <a:lnTo>
                  <a:pt x="405411" y="744931"/>
                </a:lnTo>
                <a:lnTo>
                  <a:pt x="398828" y="744023"/>
                </a:lnTo>
                <a:lnTo>
                  <a:pt x="305755" y="898294"/>
                </a:lnTo>
                <a:lnTo>
                  <a:pt x="257175" y="869255"/>
                </a:lnTo>
                <a:lnTo>
                  <a:pt x="349113" y="716118"/>
                </a:lnTo>
                <a:lnTo>
                  <a:pt x="347070" y="713396"/>
                </a:lnTo>
                <a:lnTo>
                  <a:pt x="344573" y="710220"/>
                </a:lnTo>
                <a:lnTo>
                  <a:pt x="342757" y="707497"/>
                </a:lnTo>
                <a:lnTo>
                  <a:pt x="340714" y="704321"/>
                </a:lnTo>
                <a:lnTo>
                  <a:pt x="339125" y="701145"/>
                </a:lnTo>
                <a:lnTo>
                  <a:pt x="337536" y="697969"/>
                </a:lnTo>
                <a:lnTo>
                  <a:pt x="335720" y="694793"/>
                </a:lnTo>
                <a:lnTo>
                  <a:pt x="334358" y="691390"/>
                </a:lnTo>
                <a:lnTo>
                  <a:pt x="333223" y="687987"/>
                </a:lnTo>
                <a:lnTo>
                  <a:pt x="332087" y="684584"/>
                </a:lnTo>
                <a:lnTo>
                  <a:pt x="331179" y="680954"/>
                </a:lnTo>
                <a:lnTo>
                  <a:pt x="330498" y="677324"/>
                </a:lnTo>
                <a:lnTo>
                  <a:pt x="329590" y="673467"/>
                </a:lnTo>
                <a:lnTo>
                  <a:pt x="329136" y="670064"/>
                </a:lnTo>
                <a:lnTo>
                  <a:pt x="328909" y="665981"/>
                </a:lnTo>
                <a:lnTo>
                  <a:pt x="328909" y="662351"/>
                </a:lnTo>
                <a:lnTo>
                  <a:pt x="328909" y="658040"/>
                </a:lnTo>
                <a:lnTo>
                  <a:pt x="329363" y="653730"/>
                </a:lnTo>
                <a:lnTo>
                  <a:pt x="330044" y="649646"/>
                </a:lnTo>
                <a:lnTo>
                  <a:pt x="330725" y="645335"/>
                </a:lnTo>
                <a:lnTo>
                  <a:pt x="331633" y="641479"/>
                </a:lnTo>
                <a:lnTo>
                  <a:pt x="332768" y="637395"/>
                </a:lnTo>
                <a:lnTo>
                  <a:pt x="333904" y="633765"/>
                </a:lnTo>
                <a:lnTo>
                  <a:pt x="335493" y="629908"/>
                </a:lnTo>
                <a:lnTo>
                  <a:pt x="337082" y="626279"/>
                </a:lnTo>
                <a:lnTo>
                  <a:pt x="339125" y="622649"/>
                </a:lnTo>
                <a:lnTo>
                  <a:pt x="340941" y="619246"/>
                </a:lnTo>
                <a:lnTo>
                  <a:pt x="342984" y="615843"/>
                </a:lnTo>
                <a:lnTo>
                  <a:pt x="345481" y="612666"/>
                </a:lnTo>
                <a:lnTo>
                  <a:pt x="347978" y="609263"/>
                </a:lnTo>
                <a:lnTo>
                  <a:pt x="350475" y="606314"/>
                </a:lnTo>
                <a:lnTo>
                  <a:pt x="353426" y="603592"/>
                </a:lnTo>
                <a:lnTo>
                  <a:pt x="356150" y="600642"/>
                </a:lnTo>
                <a:lnTo>
                  <a:pt x="359101" y="598147"/>
                </a:lnTo>
                <a:lnTo>
                  <a:pt x="362279" y="595878"/>
                </a:lnTo>
                <a:lnTo>
                  <a:pt x="365458" y="593383"/>
                </a:lnTo>
                <a:lnTo>
                  <a:pt x="369090" y="591341"/>
                </a:lnTo>
                <a:lnTo>
                  <a:pt x="372495" y="589299"/>
                </a:lnTo>
                <a:lnTo>
                  <a:pt x="376127" y="587484"/>
                </a:lnTo>
                <a:lnTo>
                  <a:pt x="379759" y="585669"/>
                </a:lnTo>
                <a:lnTo>
                  <a:pt x="383618" y="584308"/>
                </a:lnTo>
                <a:lnTo>
                  <a:pt x="387250" y="582947"/>
                </a:lnTo>
                <a:lnTo>
                  <a:pt x="391336" y="581812"/>
                </a:lnTo>
                <a:lnTo>
                  <a:pt x="395196" y="580905"/>
                </a:lnTo>
                <a:lnTo>
                  <a:pt x="399509" y="580224"/>
                </a:lnTo>
                <a:lnTo>
                  <a:pt x="403368" y="579544"/>
                </a:lnTo>
                <a:lnTo>
                  <a:pt x="407681" y="579317"/>
                </a:lnTo>
                <a:lnTo>
                  <a:pt x="412221" y="579090"/>
                </a:lnTo>
                <a:lnTo>
                  <a:pt x="416307" y="579317"/>
                </a:lnTo>
                <a:lnTo>
                  <a:pt x="420620" y="579544"/>
                </a:lnTo>
                <a:lnTo>
                  <a:pt x="424707" y="580224"/>
                </a:lnTo>
                <a:lnTo>
                  <a:pt x="428793" y="580905"/>
                </a:lnTo>
                <a:lnTo>
                  <a:pt x="432652" y="581812"/>
                </a:lnTo>
                <a:lnTo>
                  <a:pt x="436738" y="582947"/>
                </a:lnTo>
                <a:lnTo>
                  <a:pt x="440597" y="584308"/>
                </a:lnTo>
                <a:lnTo>
                  <a:pt x="444456" y="585669"/>
                </a:lnTo>
                <a:lnTo>
                  <a:pt x="447861" y="587484"/>
                </a:lnTo>
                <a:lnTo>
                  <a:pt x="451720" y="589299"/>
                </a:lnTo>
                <a:lnTo>
                  <a:pt x="454899" y="591341"/>
                </a:lnTo>
                <a:lnTo>
                  <a:pt x="458531" y="593383"/>
                </a:lnTo>
                <a:lnTo>
                  <a:pt x="461709" y="595878"/>
                </a:lnTo>
                <a:lnTo>
                  <a:pt x="464887" y="598147"/>
                </a:lnTo>
                <a:lnTo>
                  <a:pt x="467838" y="600642"/>
                </a:lnTo>
                <a:lnTo>
                  <a:pt x="470562" y="603592"/>
                </a:lnTo>
                <a:lnTo>
                  <a:pt x="473513" y="606314"/>
                </a:lnTo>
                <a:lnTo>
                  <a:pt x="476010" y="609263"/>
                </a:lnTo>
                <a:lnTo>
                  <a:pt x="478734" y="612666"/>
                </a:lnTo>
                <a:lnTo>
                  <a:pt x="481004" y="615843"/>
                </a:lnTo>
                <a:lnTo>
                  <a:pt x="483047" y="619246"/>
                </a:lnTo>
                <a:lnTo>
                  <a:pt x="484864" y="622649"/>
                </a:lnTo>
                <a:lnTo>
                  <a:pt x="486907" y="626279"/>
                </a:lnTo>
                <a:lnTo>
                  <a:pt x="488496" y="629908"/>
                </a:lnTo>
                <a:lnTo>
                  <a:pt x="490085" y="633765"/>
                </a:lnTo>
                <a:lnTo>
                  <a:pt x="491220" y="637395"/>
                </a:lnTo>
                <a:lnTo>
                  <a:pt x="492355" y="641479"/>
                </a:lnTo>
                <a:lnTo>
                  <a:pt x="493490" y="645335"/>
                </a:lnTo>
                <a:lnTo>
                  <a:pt x="494171" y="649646"/>
                </a:lnTo>
                <a:lnTo>
                  <a:pt x="494625" y="653730"/>
                </a:lnTo>
                <a:lnTo>
                  <a:pt x="495079" y="658040"/>
                </a:lnTo>
                <a:lnTo>
                  <a:pt x="495079" y="662351"/>
                </a:lnTo>
                <a:lnTo>
                  <a:pt x="495079" y="665527"/>
                </a:lnTo>
                <a:lnTo>
                  <a:pt x="494852" y="669157"/>
                </a:lnTo>
                <a:lnTo>
                  <a:pt x="494398" y="672333"/>
                </a:lnTo>
                <a:lnTo>
                  <a:pt x="493944" y="675509"/>
                </a:lnTo>
                <a:lnTo>
                  <a:pt x="492355" y="682088"/>
                </a:lnTo>
                <a:lnTo>
                  <a:pt x="490539" y="688214"/>
                </a:lnTo>
                <a:lnTo>
                  <a:pt x="610853" y="758543"/>
                </a:lnTo>
                <a:lnTo>
                  <a:pt x="616528" y="755140"/>
                </a:lnTo>
                <a:lnTo>
                  <a:pt x="622430" y="752417"/>
                </a:lnTo>
                <a:lnTo>
                  <a:pt x="628559" y="749922"/>
                </a:lnTo>
                <a:lnTo>
                  <a:pt x="634915" y="748107"/>
                </a:lnTo>
                <a:lnTo>
                  <a:pt x="690305" y="547101"/>
                </a:lnTo>
                <a:lnTo>
                  <a:pt x="686673" y="544152"/>
                </a:lnTo>
                <a:lnTo>
                  <a:pt x="682814" y="540976"/>
                </a:lnTo>
                <a:lnTo>
                  <a:pt x="679409" y="537800"/>
                </a:lnTo>
                <a:lnTo>
                  <a:pt x="676004" y="533943"/>
                </a:lnTo>
                <a:lnTo>
                  <a:pt x="673053" y="530540"/>
                </a:lnTo>
                <a:lnTo>
                  <a:pt x="670102" y="526456"/>
                </a:lnTo>
                <a:lnTo>
                  <a:pt x="667605" y="522373"/>
                </a:lnTo>
                <a:lnTo>
                  <a:pt x="665107" y="518062"/>
                </a:lnTo>
                <a:lnTo>
                  <a:pt x="662837" y="513979"/>
                </a:lnTo>
                <a:lnTo>
                  <a:pt x="661021" y="509214"/>
                </a:lnTo>
                <a:lnTo>
                  <a:pt x="659432" y="504450"/>
                </a:lnTo>
                <a:lnTo>
                  <a:pt x="658070" y="499913"/>
                </a:lnTo>
                <a:lnTo>
                  <a:pt x="657162" y="494922"/>
                </a:lnTo>
                <a:lnTo>
                  <a:pt x="656027" y="489931"/>
                </a:lnTo>
                <a:lnTo>
                  <a:pt x="655573" y="484940"/>
                </a:lnTo>
                <a:lnTo>
                  <a:pt x="655573" y="479722"/>
                </a:lnTo>
                <a:lnTo>
                  <a:pt x="655573" y="475411"/>
                </a:lnTo>
                <a:lnTo>
                  <a:pt x="655800" y="471327"/>
                </a:lnTo>
                <a:lnTo>
                  <a:pt x="656708" y="467017"/>
                </a:lnTo>
                <a:lnTo>
                  <a:pt x="657389" y="463160"/>
                </a:lnTo>
                <a:lnTo>
                  <a:pt x="658297" y="458850"/>
                </a:lnTo>
                <a:lnTo>
                  <a:pt x="659432" y="455220"/>
                </a:lnTo>
                <a:lnTo>
                  <a:pt x="660567" y="451136"/>
                </a:lnTo>
                <a:lnTo>
                  <a:pt x="661929" y="447506"/>
                </a:lnTo>
                <a:lnTo>
                  <a:pt x="663745" y="443649"/>
                </a:lnTo>
                <a:lnTo>
                  <a:pt x="665561" y="440246"/>
                </a:lnTo>
                <a:lnTo>
                  <a:pt x="667605" y="436617"/>
                </a:lnTo>
                <a:lnTo>
                  <a:pt x="669648" y="433440"/>
                </a:lnTo>
                <a:lnTo>
                  <a:pt x="672145" y="430037"/>
                </a:lnTo>
                <a:lnTo>
                  <a:pt x="674642" y="426861"/>
                </a:lnTo>
                <a:lnTo>
                  <a:pt x="677139" y="423912"/>
                </a:lnTo>
                <a:lnTo>
                  <a:pt x="679863" y="420963"/>
                </a:lnTo>
                <a:lnTo>
                  <a:pt x="682814" y="418240"/>
                </a:lnTo>
                <a:lnTo>
                  <a:pt x="685765" y="415518"/>
                </a:lnTo>
                <a:lnTo>
                  <a:pt x="688943" y="413249"/>
                </a:lnTo>
                <a:lnTo>
                  <a:pt x="692121" y="410980"/>
                </a:lnTo>
                <a:lnTo>
                  <a:pt x="695526" y="408712"/>
                </a:lnTo>
                <a:lnTo>
                  <a:pt x="698932" y="406670"/>
                </a:lnTo>
                <a:lnTo>
                  <a:pt x="702791" y="404855"/>
                </a:lnTo>
                <a:lnTo>
                  <a:pt x="706196" y="403267"/>
                </a:lnTo>
                <a:lnTo>
                  <a:pt x="710055" y="401679"/>
                </a:lnTo>
                <a:lnTo>
                  <a:pt x="713914" y="400318"/>
                </a:lnTo>
                <a:lnTo>
                  <a:pt x="718000" y="399410"/>
                </a:lnTo>
                <a:lnTo>
                  <a:pt x="721859" y="398503"/>
                </a:lnTo>
                <a:lnTo>
                  <a:pt x="725945" y="397595"/>
                </a:lnTo>
                <a:lnTo>
                  <a:pt x="730032" y="397141"/>
                </a:lnTo>
                <a:lnTo>
                  <a:pt x="734345" y="396915"/>
                </a:lnTo>
                <a:lnTo>
                  <a:pt x="738658" y="396688"/>
                </a:lnTo>
                <a:lnTo>
                  <a:pt x="744106" y="396915"/>
                </a:lnTo>
                <a:lnTo>
                  <a:pt x="749554" y="397595"/>
                </a:lnTo>
                <a:lnTo>
                  <a:pt x="754775" y="398276"/>
                </a:lnTo>
                <a:lnTo>
                  <a:pt x="759770" y="399637"/>
                </a:lnTo>
                <a:lnTo>
                  <a:pt x="764764" y="400998"/>
                </a:lnTo>
                <a:lnTo>
                  <a:pt x="769758" y="403040"/>
                </a:lnTo>
                <a:lnTo>
                  <a:pt x="774298" y="405082"/>
                </a:lnTo>
                <a:lnTo>
                  <a:pt x="778838" y="407577"/>
                </a:lnTo>
                <a:lnTo>
                  <a:pt x="916859" y="288925"/>
                </a:lnTo>
                <a:close/>
                <a:moveTo>
                  <a:pt x="607752" y="120128"/>
                </a:moveTo>
                <a:lnTo>
                  <a:pt x="595738" y="120581"/>
                </a:lnTo>
                <a:lnTo>
                  <a:pt x="583950" y="121488"/>
                </a:lnTo>
                <a:lnTo>
                  <a:pt x="571936" y="122621"/>
                </a:lnTo>
                <a:lnTo>
                  <a:pt x="559921" y="123755"/>
                </a:lnTo>
                <a:lnTo>
                  <a:pt x="548133" y="125341"/>
                </a:lnTo>
                <a:lnTo>
                  <a:pt x="536119" y="127154"/>
                </a:lnTo>
                <a:lnTo>
                  <a:pt x="524331" y="129421"/>
                </a:lnTo>
                <a:lnTo>
                  <a:pt x="512543" y="131688"/>
                </a:lnTo>
                <a:lnTo>
                  <a:pt x="500755" y="134407"/>
                </a:lnTo>
                <a:lnTo>
                  <a:pt x="489194" y="137581"/>
                </a:lnTo>
                <a:lnTo>
                  <a:pt x="477406" y="140754"/>
                </a:lnTo>
                <a:lnTo>
                  <a:pt x="466072" y="144380"/>
                </a:lnTo>
                <a:lnTo>
                  <a:pt x="454511" y="148234"/>
                </a:lnTo>
                <a:lnTo>
                  <a:pt x="443176" y="152313"/>
                </a:lnTo>
                <a:lnTo>
                  <a:pt x="431615" y="156620"/>
                </a:lnTo>
                <a:lnTo>
                  <a:pt x="420508" y="161380"/>
                </a:lnTo>
                <a:lnTo>
                  <a:pt x="409400" y="166593"/>
                </a:lnTo>
                <a:lnTo>
                  <a:pt x="398519" y="171579"/>
                </a:lnTo>
                <a:lnTo>
                  <a:pt x="387411" y="177246"/>
                </a:lnTo>
                <a:lnTo>
                  <a:pt x="376530" y="183139"/>
                </a:lnTo>
                <a:lnTo>
                  <a:pt x="365876" y="189485"/>
                </a:lnTo>
                <a:lnTo>
                  <a:pt x="355221" y="195831"/>
                </a:lnTo>
                <a:lnTo>
                  <a:pt x="344794" y="202631"/>
                </a:lnTo>
                <a:lnTo>
                  <a:pt x="334593" y="209431"/>
                </a:lnTo>
                <a:lnTo>
                  <a:pt x="324392" y="216684"/>
                </a:lnTo>
                <a:lnTo>
                  <a:pt x="314191" y="224163"/>
                </a:lnTo>
                <a:lnTo>
                  <a:pt x="304443" y="232323"/>
                </a:lnTo>
                <a:lnTo>
                  <a:pt x="294695" y="240483"/>
                </a:lnTo>
                <a:lnTo>
                  <a:pt x="284948" y="248869"/>
                </a:lnTo>
                <a:lnTo>
                  <a:pt x="275654" y="257482"/>
                </a:lnTo>
                <a:lnTo>
                  <a:pt x="266359" y="266548"/>
                </a:lnTo>
                <a:lnTo>
                  <a:pt x="257518" y="275614"/>
                </a:lnTo>
                <a:lnTo>
                  <a:pt x="248678" y="285134"/>
                </a:lnTo>
                <a:lnTo>
                  <a:pt x="240290" y="294654"/>
                </a:lnTo>
                <a:lnTo>
                  <a:pt x="232129" y="304400"/>
                </a:lnTo>
                <a:lnTo>
                  <a:pt x="224195" y="314373"/>
                </a:lnTo>
                <a:lnTo>
                  <a:pt x="216714" y="324346"/>
                </a:lnTo>
                <a:lnTo>
                  <a:pt x="209460" y="334545"/>
                </a:lnTo>
                <a:lnTo>
                  <a:pt x="202433" y="344971"/>
                </a:lnTo>
                <a:lnTo>
                  <a:pt x="195632" y="355397"/>
                </a:lnTo>
                <a:lnTo>
                  <a:pt x="189058" y="366050"/>
                </a:lnTo>
                <a:lnTo>
                  <a:pt x="183164" y="376703"/>
                </a:lnTo>
                <a:lnTo>
                  <a:pt x="177271" y="387583"/>
                </a:lnTo>
                <a:lnTo>
                  <a:pt x="171603" y="398462"/>
                </a:lnTo>
                <a:lnTo>
                  <a:pt x="166390" y="409342"/>
                </a:lnTo>
                <a:lnTo>
                  <a:pt x="161402" y="420448"/>
                </a:lnTo>
                <a:lnTo>
                  <a:pt x="156642" y="431554"/>
                </a:lnTo>
                <a:lnTo>
                  <a:pt x="152108" y="443114"/>
                </a:lnTo>
                <a:lnTo>
                  <a:pt x="148028" y="454673"/>
                </a:lnTo>
                <a:lnTo>
                  <a:pt x="144174" y="466006"/>
                </a:lnTo>
                <a:lnTo>
                  <a:pt x="140774" y="477565"/>
                </a:lnTo>
                <a:lnTo>
                  <a:pt x="137373" y="489125"/>
                </a:lnTo>
                <a:lnTo>
                  <a:pt x="134426" y="500911"/>
                </a:lnTo>
                <a:lnTo>
                  <a:pt x="131706" y="512470"/>
                </a:lnTo>
                <a:lnTo>
                  <a:pt x="129213" y="524256"/>
                </a:lnTo>
                <a:lnTo>
                  <a:pt x="127172" y="536269"/>
                </a:lnTo>
                <a:lnTo>
                  <a:pt x="125359" y="548055"/>
                </a:lnTo>
                <a:lnTo>
                  <a:pt x="123772" y="560068"/>
                </a:lnTo>
                <a:lnTo>
                  <a:pt x="122185" y="571854"/>
                </a:lnTo>
                <a:lnTo>
                  <a:pt x="121278" y="583867"/>
                </a:lnTo>
                <a:lnTo>
                  <a:pt x="120598" y="595880"/>
                </a:lnTo>
                <a:lnTo>
                  <a:pt x="120145" y="607666"/>
                </a:lnTo>
                <a:lnTo>
                  <a:pt x="120145" y="619905"/>
                </a:lnTo>
                <a:lnTo>
                  <a:pt x="120145" y="631918"/>
                </a:lnTo>
                <a:lnTo>
                  <a:pt x="120598" y="643704"/>
                </a:lnTo>
                <a:lnTo>
                  <a:pt x="121278" y="655717"/>
                </a:lnTo>
                <a:lnTo>
                  <a:pt x="122185" y="667503"/>
                </a:lnTo>
                <a:lnTo>
                  <a:pt x="123772" y="679516"/>
                </a:lnTo>
                <a:lnTo>
                  <a:pt x="125359" y="691529"/>
                </a:lnTo>
                <a:lnTo>
                  <a:pt x="127172" y="703315"/>
                </a:lnTo>
                <a:lnTo>
                  <a:pt x="129213" y="715328"/>
                </a:lnTo>
                <a:lnTo>
                  <a:pt x="131706" y="726887"/>
                </a:lnTo>
                <a:lnTo>
                  <a:pt x="134426" y="738673"/>
                </a:lnTo>
                <a:lnTo>
                  <a:pt x="137373" y="750460"/>
                </a:lnTo>
                <a:lnTo>
                  <a:pt x="140774" y="762019"/>
                </a:lnTo>
                <a:lnTo>
                  <a:pt x="144174" y="773579"/>
                </a:lnTo>
                <a:lnTo>
                  <a:pt x="148028" y="784911"/>
                </a:lnTo>
                <a:lnTo>
                  <a:pt x="152108" y="796471"/>
                </a:lnTo>
                <a:lnTo>
                  <a:pt x="156642" y="807804"/>
                </a:lnTo>
                <a:lnTo>
                  <a:pt x="161402" y="819136"/>
                </a:lnTo>
                <a:lnTo>
                  <a:pt x="166390" y="830016"/>
                </a:lnTo>
                <a:lnTo>
                  <a:pt x="171603" y="841122"/>
                </a:lnTo>
                <a:lnTo>
                  <a:pt x="177271" y="852002"/>
                </a:lnTo>
                <a:lnTo>
                  <a:pt x="183164" y="862881"/>
                </a:lnTo>
                <a:lnTo>
                  <a:pt x="189058" y="873534"/>
                </a:lnTo>
                <a:lnTo>
                  <a:pt x="195632" y="884187"/>
                </a:lnTo>
                <a:lnTo>
                  <a:pt x="202433" y="894613"/>
                </a:lnTo>
                <a:lnTo>
                  <a:pt x="209460" y="904813"/>
                </a:lnTo>
                <a:lnTo>
                  <a:pt x="216714" y="915239"/>
                </a:lnTo>
                <a:lnTo>
                  <a:pt x="224195" y="925212"/>
                </a:lnTo>
                <a:lnTo>
                  <a:pt x="232129" y="934958"/>
                </a:lnTo>
                <a:lnTo>
                  <a:pt x="240290" y="944931"/>
                </a:lnTo>
                <a:lnTo>
                  <a:pt x="248678" y="954450"/>
                </a:lnTo>
                <a:lnTo>
                  <a:pt x="257518" y="963743"/>
                </a:lnTo>
                <a:lnTo>
                  <a:pt x="266359" y="973036"/>
                </a:lnTo>
                <a:lnTo>
                  <a:pt x="275654" y="982102"/>
                </a:lnTo>
                <a:lnTo>
                  <a:pt x="284948" y="990715"/>
                </a:lnTo>
                <a:lnTo>
                  <a:pt x="294695" y="999102"/>
                </a:lnTo>
                <a:lnTo>
                  <a:pt x="304443" y="1007261"/>
                </a:lnTo>
                <a:lnTo>
                  <a:pt x="314191" y="1015194"/>
                </a:lnTo>
                <a:lnTo>
                  <a:pt x="324392" y="1022674"/>
                </a:lnTo>
                <a:lnTo>
                  <a:pt x="334593" y="1029927"/>
                </a:lnTo>
                <a:lnTo>
                  <a:pt x="344794" y="1036953"/>
                </a:lnTo>
                <a:lnTo>
                  <a:pt x="355221" y="1043753"/>
                </a:lnTo>
                <a:lnTo>
                  <a:pt x="365876" y="1050099"/>
                </a:lnTo>
                <a:lnTo>
                  <a:pt x="376530" y="1056446"/>
                </a:lnTo>
                <a:lnTo>
                  <a:pt x="387411" y="1062339"/>
                </a:lnTo>
                <a:lnTo>
                  <a:pt x="398292" y="1067779"/>
                </a:lnTo>
                <a:lnTo>
                  <a:pt x="409400" y="1072992"/>
                </a:lnTo>
                <a:lnTo>
                  <a:pt x="420508" y="1078205"/>
                </a:lnTo>
                <a:lnTo>
                  <a:pt x="431615" y="1082738"/>
                </a:lnTo>
                <a:lnTo>
                  <a:pt x="443176" y="1087271"/>
                </a:lnTo>
                <a:lnTo>
                  <a:pt x="454511" y="1091351"/>
                </a:lnTo>
                <a:lnTo>
                  <a:pt x="466072" y="1095204"/>
                </a:lnTo>
                <a:lnTo>
                  <a:pt x="477406" y="1098830"/>
                </a:lnTo>
                <a:lnTo>
                  <a:pt x="489194" y="1102004"/>
                </a:lnTo>
                <a:lnTo>
                  <a:pt x="500755" y="1104950"/>
                </a:lnTo>
                <a:lnTo>
                  <a:pt x="512543" y="1107897"/>
                </a:lnTo>
                <a:lnTo>
                  <a:pt x="524331" y="1110163"/>
                </a:lnTo>
                <a:lnTo>
                  <a:pt x="536119" y="1112203"/>
                </a:lnTo>
                <a:lnTo>
                  <a:pt x="548133" y="1114243"/>
                </a:lnTo>
                <a:lnTo>
                  <a:pt x="559921" y="1115830"/>
                </a:lnTo>
                <a:lnTo>
                  <a:pt x="571936" y="1116963"/>
                </a:lnTo>
                <a:lnTo>
                  <a:pt x="583950" y="1118096"/>
                </a:lnTo>
                <a:lnTo>
                  <a:pt x="595738" y="1118776"/>
                </a:lnTo>
                <a:lnTo>
                  <a:pt x="607752" y="1119230"/>
                </a:lnTo>
                <a:lnTo>
                  <a:pt x="619540" y="1119230"/>
                </a:lnTo>
                <a:lnTo>
                  <a:pt x="631782" y="1119230"/>
                </a:lnTo>
                <a:lnTo>
                  <a:pt x="643796" y="1118776"/>
                </a:lnTo>
                <a:lnTo>
                  <a:pt x="655584" y="1118096"/>
                </a:lnTo>
                <a:lnTo>
                  <a:pt x="667598" y="1116963"/>
                </a:lnTo>
                <a:lnTo>
                  <a:pt x="679613" y="1115830"/>
                </a:lnTo>
                <a:lnTo>
                  <a:pt x="691401" y="1114243"/>
                </a:lnTo>
                <a:lnTo>
                  <a:pt x="703415" y="1112203"/>
                </a:lnTo>
                <a:lnTo>
                  <a:pt x="715203" y="1110163"/>
                </a:lnTo>
                <a:lnTo>
                  <a:pt x="726991" y="1107897"/>
                </a:lnTo>
                <a:lnTo>
                  <a:pt x="738779" y="1104950"/>
                </a:lnTo>
                <a:lnTo>
                  <a:pt x="750340" y="1102004"/>
                </a:lnTo>
                <a:lnTo>
                  <a:pt x="762128" y="1098830"/>
                </a:lnTo>
                <a:lnTo>
                  <a:pt x="773462" y="1095204"/>
                </a:lnTo>
                <a:lnTo>
                  <a:pt x="785023" y="1091351"/>
                </a:lnTo>
                <a:lnTo>
                  <a:pt x="796358" y="1087271"/>
                </a:lnTo>
                <a:lnTo>
                  <a:pt x="807692" y="1082738"/>
                </a:lnTo>
                <a:lnTo>
                  <a:pt x="819026" y="1078205"/>
                </a:lnTo>
                <a:lnTo>
                  <a:pt x="830134" y="1072992"/>
                </a:lnTo>
                <a:lnTo>
                  <a:pt x="841015" y="1067779"/>
                </a:lnTo>
                <a:lnTo>
                  <a:pt x="852123" y="1062339"/>
                </a:lnTo>
                <a:lnTo>
                  <a:pt x="862777" y="1056446"/>
                </a:lnTo>
                <a:lnTo>
                  <a:pt x="873658" y="1050099"/>
                </a:lnTo>
                <a:lnTo>
                  <a:pt x="884086" y="1043753"/>
                </a:lnTo>
                <a:lnTo>
                  <a:pt x="894740" y="1036953"/>
                </a:lnTo>
                <a:lnTo>
                  <a:pt x="904941" y="1029927"/>
                </a:lnTo>
                <a:lnTo>
                  <a:pt x="915142" y="1022674"/>
                </a:lnTo>
                <a:lnTo>
                  <a:pt x="925343" y="1015194"/>
                </a:lnTo>
                <a:lnTo>
                  <a:pt x="935091" y="1007261"/>
                </a:lnTo>
                <a:lnTo>
                  <a:pt x="944839" y="999102"/>
                </a:lnTo>
                <a:lnTo>
                  <a:pt x="954586" y="990715"/>
                </a:lnTo>
                <a:lnTo>
                  <a:pt x="963880" y="982102"/>
                </a:lnTo>
                <a:lnTo>
                  <a:pt x="972948" y="973036"/>
                </a:lnTo>
                <a:lnTo>
                  <a:pt x="982016" y="963743"/>
                </a:lnTo>
                <a:lnTo>
                  <a:pt x="990856" y="954450"/>
                </a:lnTo>
                <a:lnTo>
                  <a:pt x="999244" y="944931"/>
                </a:lnTo>
                <a:lnTo>
                  <a:pt x="1007405" y="934958"/>
                </a:lnTo>
                <a:lnTo>
                  <a:pt x="1015339" y="925212"/>
                </a:lnTo>
                <a:lnTo>
                  <a:pt x="1022820" y="915239"/>
                </a:lnTo>
                <a:lnTo>
                  <a:pt x="1030074" y="904813"/>
                </a:lnTo>
                <a:lnTo>
                  <a:pt x="1037101" y="894613"/>
                </a:lnTo>
                <a:lnTo>
                  <a:pt x="1043902" y="884187"/>
                </a:lnTo>
                <a:lnTo>
                  <a:pt x="1050249" y="873534"/>
                </a:lnTo>
                <a:lnTo>
                  <a:pt x="1056370" y="862881"/>
                </a:lnTo>
                <a:lnTo>
                  <a:pt x="1062263" y="852002"/>
                </a:lnTo>
                <a:lnTo>
                  <a:pt x="1067931" y="841122"/>
                </a:lnTo>
                <a:lnTo>
                  <a:pt x="1073144" y="830016"/>
                </a:lnTo>
                <a:lnTo>
                  <a:pt x="1078132" y="819136"/>
                </a:lnTo>
                <a:lnTo>
                  <a:pt x="1082892" y="807804"/>
                </a:lnTo>
                <a:lnTo>
                  <a:pt x="1087426" y="796471"/>
                </a:lnTo>
                <a:lnTo>
                  <a:pt x="1091280" y="784911"/>
                </a:lnTo>
                <a:lnTo>
                  <a:pt x="1095360" y="773579"/>
                </a:lnTo>
                <a:lnTo>
                  <a:pt x="1098760" y="762019"/>
                </a:lnTo>
                <a:lnTo>
                  <a:pt x="1102161" y="750460"/>
                </a:lnTo>
                <a:lnTo>
                  <a:pt x="1105108" y="738673"/>
                </a:lnTo>
                <a:lnTo>
                  <a:pt x="1107828" y="726887"/>
                </a:lnTo>
                <a:lnTo>
                  <a:pt x="1110321" y="715328"/>
                </a:lnTo>
                <a:lnTo>
                  <a:pt x="1112362" y="703315"/>
                </a:lnTo>
                <a:lnTo>
                  <a:pt x="1114175" y="691529"/>
                </a:lnTo>
                <a:lnTo>
                  <a:pt x="1115762" y="679516"/>
                </a:lnTo>
                <a:lnTo>
                  <a:pt x="1117122" y="667503"/>
                </a:lnTo>
                <a:lnTo>
                  <a:pt x="1118256" y="655717"/>
                </a:lnTo>
                <a:lnTo>
                  <a:pt x="1118936" y="643704"/>
                </a:lnTo>
                <a:lnTo>
                  <a:pt x="1119389" y="631918"/>
                </a:lnTo>
                <a:lnTo>
                  <a:pt x="1119389" y="619905"/>
                </a:lnTo>
                <a:lnTo>
                  <a:pt x="1119389" y="607666"/>
                </a:lnTo>
                <a:lnTo>
                  <a:pt x="1118936" y="595880"/>
                </a:lnTo>
                <a:lnTo>
                  <a:pt x="1118256" y="583867"/>
                </a:lnTo>
                <a:lnTo>
                  <a:pt x="1117122" y="571854"/>
                </a:lnTo>
                <a:lnTo>
                  <a:pt x="1115762" y="560068"/>
                </a:lnTo>
                <a:lnTo>
                  <a:pt x="1114175" y="548055"/>
                </a:lnTo>
                <a:lnTo>
                  <a:pt x="1112362" y="536269"/>
                </a:lnTo>
                <a:lnTo>
                  <a:pt x="1110321" y="524256"/>
                </a:lnTo>
                <a:lnTo>
                  <a:pt x="1107828" y="512470"/>
                </a:lnTo>
                <a:lnTo>
                  <a:pt x="1105108" y="500911"/>
                </a:lnTo>
                <a:lnTo>
                  <a:pt x="1102161" y="489125"/>
                </a:lnTo>
                <a:lnTo>
                  <a:pt x="1098760" y="477565"/>
                </a:lnTo>
                <a:lnTo>
                  <a:pt x="1095360" y="466006"/>
                </a:lnTo>
                <a:lnTo>
                  <a:pt x="1091280" y="454673"/>
                </a:lnTo>
                <a:lnTo>
                  <a:pt x="1087426" y="443114"/>
                </a:lnTo>
                <a:lnTo>
                  <a:pt x="1082892" y="431554"/>
                </a:lnTo>
                <a:lnTo>
                  <a:pt x="1078132" y="420448"/>
                </a:lnTo>
                <a:lnTo>
                  <a:pt x="1073144" y="409342"/>
                </a:lnTo>
                <a:lnTo>
                  <a:pt x="1067931" y="398462"/>
                </a:lnTo>
                <a:lnTo>
                  <a:pt x="1062263" y="387583"/>
                </a:lnTo>
                <a:lnTo>
                  <a:pt x="1056370" y="376703"/>
                </a:lnTo>
                <a:lnTo>
                  <a:pt x="1050249" y="366050"/>
                </a:lnTo>
                <a:lnTo>
                  <a:pt x="1043902" y="355397"/>
                </a:lnTo>
                <a:lnTo>
                  <a:pt x="1037101" y="344971"/>
                </a:lnTo>
                <a:lnTo>
                  <a:pt x="1030074" y="334545"/>
                </a:lnTo>
                <a:lnTo>
                  <a:pt x="1022820" y="324346"/>
                </a:lnTo>
                <a:lnTo>
                  <a:pt x="1015339" y="314373"/>
                </a:lnTo>
                <a:lnTo>
                  <a:pt x="1007405" y="304400"/>
                </a:lnTo>
                <a:lnTo>
                  <a:pt x="999244" y="294654"/>
                </a:lnTo>
                <a:lnTo>
                  <a:pt x="990856" y="285134"/>
                </a:lnTo>
                <a:lnTo>
                  <a:pt x="982016" y="275614"/>
                </a:lnTo>
                <a:lnTo>
                  <a:pt x="972948" y="266548"/>
                </a:lnTo>
                <a:lnTo>
                  <a:pt x="963880" y="257482"/>
                </a:lnTo>
                <a:lnTo>
                  <a:pt x="954586" y="248869"/>
                </a:lnTo>
                <a:lnTo>
                  <a:pt x="944839" y="240483"/>
                </a:lnTo>
                <a:lnTo>
                  <a:pt x="935091" y="232323"/>
                </a:lnTo>
                <a:lnTo>
                  <a:pt x="925343" y="224163"/>
                </a:lnTo>
                <a:lnTo>
                  <a:pt x="915142" y="216684"/>
                </a:lnTo>
                <a:lnTo>
                  <a:pt x="904941" y="209431"/>
                </a:lnTo>
                <a:lnTo>
                  <a:pt x="894740" y="202631"/>
                </a:lnTo>
                <a:lnTo>
                  <a:pt x="884086" y="195831"/>
                </a:lnTo>
                <a:lnTo>
                  <a:pt x="873658" y="189485"/>
                </a:lnTo>
                <a:lnTo>
                  <a:pt x="862777" y="183139"/>
                </a:lnTo>
                <a:lnTo>
                  <a:pt x="852123" y="177246"/>
                </a:lnTo>
                <a:lnTo>
                  <a:pt x="841015" y="171579"/>
                </a:lnTo>
                <a:lnTo>
                  <a:pt x="830134" y="166593"/>
                </a:lnTo>
                <a:lnTo>
                  <a:pt x="819026" y="161380"/>
                </a:lnTo>
                <a:lnTo>
                  <a:pt x="807692" y="156620"/>
                </a:lnTo>
                <a:lnTo>
                  <a:pt x="796358" y="152313"/>
                </a:lnTo>
                <a:lnTo>
                  <a:pt x="785023" y="148234"/>
                </a:lnTo>
                <a:lnTo>
                  <a:pt x="773462" y="144380"/>
                </a:lnTo>
                <a:lnTo>
                  <a:pt x="762128" y="140754"/>
                </a:lnTo>
                <a:lnTo>
                  <a:pt x="750340" y="137581"/>
                </a:lnTo>
                <a:lnTo>
                  <a:pt x="738779" y="134407"/>
                </a:lnTo>
                <a:lnTo>
                  <a:pt x="726991" y="131688"/>
                </a:lnTo>
                <a:lnTo>
                  <a:pt x="715203" y="129421"/>
                </a:lnTo>
                <a:lnTo>
                  <a:pt x="703415" y="127154"/>
                </a:lnTo>
                <a:lnTo>
                  <a:pt x="691401" y="125341"/>
                </a:lnTo>
                <a:lnTo>
                  <a:pt x="679613" y="123755"/>
                </a:lnTo>
                <a:lnTo>
                  <a:pt x="667598" y="122621"/>
                </a:lnTo>
                <a:lnTo>
                  <a:pt x="655584" y="121488"/>
                </a:lnTo>
                <a:lnTo>
                  <a:pt x="643796" y="120581"/>
                </a:lnTo>
                <a:lnTo>
                  <a:pt x="631782" y="120128"/>
                </a:lnTo>
                <a:lnTo>
                  <a:pt x="619540" y="120128"/>
                </a:lnTo>
                <a:lnTo>
                  <a:pt x="607752" y="120128"/>
                </a:lnTo>
                <a:close/>
                <a:moveTo>
                  <a:pt x="619540" y="0"/>
                </a:moveTo>
                <a:lnTo>
                  <a:pt x="634502" y="227"/>
                </a:lnTo>
                <a:lnTo>
                  <a:pt x="649690" y="907"/>
                </a:lnTo>
                <a:lnTo>
                  <a:pt x="664198" y="1587"/>
                </a:lnTo>
                <a:lnTo>
                  <a:pt x="678933" y="3173"/>
                </a:lnTo>
                <a:lnTo>
                  <a:pt x="694121" y="4533"/>
                </a:lnTo>
                <a:lnTo>
                  <a:pt x="708629" y="6573"/>
                </a:lnTo>
                <a:lnTo>
                  <a:pt x="723364" y="8840"/>
                </a:lnTo>
                <a:lnTo>
                  <a:pt x="738098" y="11560"/>
                </a:lnTo>
                <a:lnTo>
                  <a:pt x="752607" y="14506"/>
                </a:lnTo>
                <a:lnTo>
                  <a:pt x="767115" y="17906"/>
                </a:lnTo>
                <a:lnTo>
                  <a:pt x="781623" y="21533"/>
                </a:lnTo>
                <a:lnTo>
                  <a:pt x="796131" y="25839"/>
                </a:lnTo>
                <a:lnTo>
                  <a:pt x="810412" y="30146"/>
                </a:lnTo>
                <a:lnTo>
                  <a:pt x="824694" y="34905"/>
                </a:lnTo>
                <a:lnTo>
                  <a:pt x="838975" y="40118"/>
                </a:lnTo>
                <a:lnTo>
                  <a:pt x="853030" y="45558"/>
                </a:lnTo>
                <a:lnTo>
                  <a:pt x="866858" y="51451"/>
                </a:lnTo>
                <a:lnTo>
                  <a:pt x="880686" y="57571"/>
                </a:lnTo>
                <a:lnTo>
                  <a:pt x="894514" y="64144"/>
                </a:lnTo>
                <a:lnTo>
                  <a:pt x="907888" y="71170"/>
                </a:lnTo>
                <a:lnTo>
                  <a:pt x="921263" y="78423"/>
                </a:lnTo>
                <a:lnTo>
                  <a:pt x="934638" y="85903"/>
                </a:lnTo>
                <a:lnTo>
                  <a:pt x="947786" y="93836"/>
                </a:lnTo>
                <a:lnTo>
                  <a:pt x="960934" y="102222"/>
                </a:lnTo>
                <a:lnTo>
                  <a:pt x="973401" y="110835"/>
                </a:lnTo>
                <a:lnTo>
                  <a:pt x="986096" y="119901"/>
                </a:lnTo>
                <a:lnTo>
                  <a:pt x="998791" y="129421"/>
                </a:lnTo>
                <a:lnTo>
                  <a:pt x="1010805" y="139167"/>
                </a:lnTo>
                <a:lnTo>
                  <a:pt x="1023046" y="149140"/>
                </a:lnTo>
                <a:lnTo>
                  <a:pt x="1034607" y="159793"/>
                </a:lnTo>
                <a:lnTo>
                  <a:pt x="1046395" y="170446"/>
                </a:lnTo>
                <a:lnTo>
                  <a:pt x="1057956" y="181779"/>
                </a:lnTo>
                <a:lnTo>
                  <a:pt x="1067251" y="191072"/>
                </a:lnTo>
                <a:lnTo>
                  <a:pt x="1076318" y="200591"/>
                </a:lnTo>
                <a:lnTo>
                  <a:pt x="1084932" y="210564"/>
                </a:lnTo>
                <a:lnTo>
                  <a:pt x="1093546" y="220310"/>
                </a:lnTo>
                <a:lnTo>
                  <a:pt x="1101934" y="230283"/>
                </a:lnTo>
                <a:lnTo>
                  <a:pt x="1110095" y="240709"/>
                </a:lnTo>
                <a:lnTo>
                  <a:pt x="1117802" y="250909"/>
                </a:lnTo>
                <a:lnTo>
                  <a:pt x="1125510" y="261108"/>
                </a:lnTo>
                <a:lnTo>
                  <a:pt x="1132764" y="271988"/>
                </a:lnTo>
                <a:lnTo>
                  <a:pt x="1139791" y="282414"/>
                </a:lnTo>
                <a:lnTo>
                  <a:pt x="1146592" y="293294"/>
                </a:lnTo>
                <a:lnTo>
                  <a:pt x="1153166" y="304173"/>
                </a:lnTo>
                <a:lnTo>
                  <a:pt x="1159513" y="315279"/>
                </a:lnTo>
                <a:lnTo>
                  <a:pt x="1165634" y="326159"/>
                </a:lnTo>
                <a:lnTo>
                  <a:pt x="1171527" y="337492"/>
                </a:lnTo>
                <a:lnTo>
                  <a:pt x="1177195" y="348598"/>
                </a:lnTo>
                <a:lnTo>
                  <a:pt x="1182408" y="360157"/>
                </a:lnTo>
                <a:lnTo>
                  <a:pt x="1187622" y="371490"/>
                </a:lnTo>
                <a:lnTo>
                  <a:pt x="1192610" y="383050"/>
                </a:lnTo>
                <a:lnTo>
                  <a:pt x="1197143" y="394609"/>
                </a:lnTo>
                <a:lnTo>
                  <a:pt x="1201677" y="406395"/>
                </a:lnTo>
                <a:lnTo>
                  <a:pt x="1205984" y="418181"/>
                </a:lnTo>
                <a:lnTo>
                  <a:pt x="1209611" y="429741"/>
                </a:lnTo>
                <a:lnTo>
                  <a:pt x="1213465" y="441754"/>
                </a:lnTo>
                <a:lnTo>
                  <a:pt x="1216865" y="453540"/>
                </a:lnTo>
                <a:lnTo>
                  <a:pt x="1219812" y="465552"/>
                </a:lnTo>
                <a:lnTo>
                  <a:pt x="1222986" y="477792"/>
                </a:lnTo>
                <a:lnTo>
                  <a:pt x="1225706" y="489578"/>
                </a:lnTo>
                <a:lnTo>
                  <a:pt x="1228200" y="501818"/>
                </a:lnTo>
                <a:lnTo>
                  <a:pt x="1230240" y="514057"/>
                </a:lnTo>
                <a:lnTo>
                  <a:pt x="1232280" y="526070"/>
                </a:lnTo>
                <a:lnTo>
                  <a:pt x="1233867" y="538536"/>
                </a:lnTo>
                <a:lnTo>
                  <a:pt x="1235680" y="550775"/>
                </a:lnTo>
                <a:lnTo>
                  <a:pt x="1236814" y="563015"/>
                </a:lnTo>
                <a:lnTo>
                  <a:pt x="1237720" y="575254"/>
                </a:lnTo>
                <a:lnTo>
                  <a:pt x="1238401" y="587720"/>
                </a:lnTo>
                <a:lnTo>
                  <a:pt x="1239081" y="599733"/>
                </a:lnTo>
                <a:lnTo>
                  <a:pt x="1239307" y="612199"/>
                </a:lnTo>
                <a:lnTo>
                  <a:pt x="1239307" y="624665"/>
                </a:lnTo>
                <a:lnTo>
                  <a:pt x="1239081" y="636678"/>
                </a:lnTo>
                <a:lnTo>
                  <a:pt x="1238627" y="649144"/>
                </a:lnTo>
                <a:lnTo>
                  <a:pt x="1237947" y="661610"/>
                </a:lnTo>
                <a:lnTo>
                  <a:pt x="1237040" y="673623"/>
                </a:lnTo>
                <a:lnTo>
                  <a:pt x="1235907" y="686089"/>
                </a:lnTo>
                <a:lnTo>
                  <a:pt x="1234320" y="698102"/>
                </a:lnTo>
                <a:lnTo>
                  <a:pt x="1232507" y="710341"/>
                </a:lnTo>
                <a:lnTo>
                  <a:pt x="1230693" y="722807"/>
                </a:lnTo>
                <a:lnTo>
                  <a:pt x="1228653" y="734820"/>
                </a:lnTo>
                <a:lnTo>
                  <a:pt x="1226159" y="746833"/>
                </a:lnTo>
                <a:lnTo>
                  <a:pt x="1223439" y="759073"/>
                </a:lnTo>
                <a:lnTo>
                  <a:pt x="1220719" y="771085"/>
                </a:lnTo>
                <a:lnTo>
                  <a:pt x="1217545" y="783098"/>
                </a:lnTo>
                <a:lnTo>
                  <a:pt x="1214145" y="795111"/>
                </a:lnTo>
                <a:lnTo>
                  <a:pt x="1210518" y="806897"/>
                </a:lnTo>
                <a:lnTo>
                  <a:pt x="1206664" y="818683"/>
                </a:lnTo>
                <a:lnTo>
                  <a:pt x="1202357" y="830469"/>
                </a:lnTo>
                <a:lnTo>
                  <a:pt x="1198277" y="842255"/>
                </a:lnTo>
                <a:lnTo>
                  <a:pt x="1193516" y="853588"/>
                </a:lnTo>
                <a:lnTo>
                  <a:pt x="1188529" y="865374"/>
                </a:lnTo>
                <a:lnTo>
                  <a:pt x="1183769" y="876934"/>
                </a:lnTo>
                <a:lnTo>
                  <a:pt x="1178328" y="888267"/>
                </a:lnTo>
                <a:lnTo>
                  <a:pt x="1172661" y="899599"/>
                </a:lnTo>
                <a:lnTo>
                  <a:pt x="1166767" y="910706"/>
                </a:lnTo>
                <a:lnTo>
                  <a:pt x="1160646" y="921812"/>
                </a:lnTo>
                <a:lnTo>
                  <a:pt x="1534229" y="1295115"/>
                </a:lnTo>
                <a:lnTo>
                  <a:pt x="1540350" y="1301461"/>
                </a:lnTo>
                <a:lnTo>
                  <a:pt x="1545790" y="1308034"/>
                </a:lnTo>
                <a:lnTo>
                  <a:pt x="1551231" y="1314607"/>
                </a:lnTo>
                <a:lnTo>
                  <a:pt x="1556445" y="1321407"/>
                </a:lnTo>
                <a:lnTo>
                  <a:pt x="1560752" y="1328433"/>
                </a:lnTo>
                <a:lnTo>
                  <a:pt x="1565286" y="1335460"/>
                </a:lnTo>
                <a:lnTo>
                  <a:pt x="1569366" y="1342713"/>
                </a:lnTo>
                <a:lnTo>
                  <a:pt x="1572766" y="1349966"/>
                </a:lnTo>
                <a:lnTo>
                  <a:pt x="1576167" y="1357219"/>
                </a:lnTo>
                <a:lnTo>
                  <a:pt x="1578887" y="1364698"/>
                </a:lnTo>
                <a:lnTo>
                  <a:pt x="1581381" y="1372178"/>
                </a:lnTo>
                <a:lnTo>
                  <a:pt x="1583648" y="1379658"/>
                </a:lnTo>
                <a:lnTo>
                  <a:pt x="1585461" y="1387137"/>
                </a:lnTo>
                <a:lnTo>
                  <a:pt x="1586821" y="1394617"/>
                </a:lnTo>
                <a:lnTo>
                  <a:pt x="1587955" y="1402323"/>
                </a:lnTo>
                <a:lnTo>
                  <a:pt x="1588635" y="1409803"/>
                </a:lnTo>
                <a:lnTo>
                  <a:pt x="1589088" y="1417283"/>
                </a:lnTo>
                <a:lnTo>
                  <a:pt x="1589088" y="1424762"/>
                </a:lnTo>
                <a:lnTo>
                  <a:pt x="1588861" y="1432242"/>
                </a:lnTo>
                <a:lnTo>
                  <a:pt x="1588181" y="1439495"/>
                </a:lnTo>
                <a:lnTo>
                  <a:pt x="1587274" y="1446748"/>
                </a:lnTo>
                <a:lnTo>
                  <a:pt x="1585914" y="1454001"/>
                </a:lnTo>
                <a:lnTo>
                  <a:pt x="1584101" y="1461027"/>
                </a:lnTo>
                <a:lnTo>
                  <a:pt x="1581834" y="1467827"/>
                </a:lnTo>
                <a:lnTo>
                  <a:pt x="1579340" y="1474627"/>
                </a:lnTo>
                <a:lnTo>
                  <a:pt x="1576620" y="1481200"/>
                </a:lnTo>
                <a:lnTo>
                  <a:pt x="1573220" y="1487773"/>
                </a:lnTo>
                <a:lnTo>
                  <a:pt x="1569593" y="1494119"/>
                </a:lnTo>
                <a:lnTo>
                  <a:pt x="1565512" y="1500239"/>
                </a:lnTo>
                <a:lnTo>
                  <a:pt x="1561432" y="1506132"/>
                </a:lnTo>
                <a:lnTo>
                  <a:pt x="1556445" y="1511572"/>
                </a:lnTo>
                <a:lnTo>
                  <a:pt x="1551231" y="1517011"/>
                </a:lnTo>
                <a:lnTo>
                  <a:pt x="1517228" y="1551237"/>
                </a:lnTo>
                <a:lnTo>
                  <a:pt x="1511787" y="1556223"/>
                </a:lnTo>
                <a:lnTo>
                  <a:pt x="1506120" y="1561209"/>
                </a:lnTo>
                <a:lnTo>
                  <a:pt x="1500226" y="1565516"/>
                </a:lnTo>
                <a:lnTo>
                  <a:pt x="1494106" y="1569369"/>
                </a:lnTo>
                <a:lnTo>
                  <a:pt x="1487985" y="1573222"/>
                </a:lnTo>
                <a:lnTo>
                  <a:pt x="1481411" y="1576395"/>
                </a:lnTo>
                <a:lnTo>
                  <a:pt x="1474837" y="1579342"/>
                </a:lnTo>
                <a:lnTo>
                  <a:pt x="1468036" y="1581835"/>
                </a:lnTo>
                <a:lnTo>
                  <a:pt x="1461009" y="1583875"/>
                </a:lnTo>
                <a:lnTo>
                  <a:pt x="1453982" y="1585688"/>
                </a:lnTo>
                <a:lnTo>
                  <a:pt x="1446728" y="1587275"/>
                </a:lnTo>
                <a:lnTo>
                  <a:pt x="1439474" y="1588182"/>
                </a:lnTo>
                <a:lnTo>
                  <a:pt x="1432219" y="1588862"/>
                </a:lnTo>
                <a:lnTo>
                  <a:pt x="1424739" y="1589088"/>
                </a:lnTo>
                <a:lnTo>
                  <a:pt x="1417258" y="1589088"/>
                </a:lnTo>
                <a:lnTo>
                  <a:pt x="1409777" y="1588862"/>
                </a:lnTo>
                <a:lnTo>
                  <a:pt x="1402296" y="1587955"/>
                </a:lnTo>
                <a:lnTo>
                  <a:pt x="1394589" y="1587048"/>
                </a:lnTo>
                <a:lnTo>
                  <a:pt x="1387108" y="1585235"/>
                </a:lnTo>
                <a:lnTo>
                  <a:pt x="1379628" y="1583422"/>
                </a:lnTo>
                <a:lnTo>
                  <a:pt x="1372147" y="1581382"/>
                </a:lnTo>
                <a:lnTo>
                  <a:pt x="1364666" y="1578662"/>
                </a:lnTo>
                <a:lnTo>
                  <a:pt x="1357186" y="1575942"/>
                </a:lnTo>
                <a:lnTo>
                  <a:pt x="1349931" y="1572769"/>
                </a:lnTo>
                <a:lnTo>
                  <a:pt x="1342677" y="1569142"/>
                </a:lnTo>
                <a:lnTo>
                  <a:pt x="1335423" y="1565289"/>
                </a:lnTo>
                <a:lnTo>
                  <a:pt x="1328396" y="1560756"/>
                </a:lnTo>
                <a:lnTo>
                  <a:pt x="1321369" y="1556223"/>
                </a:lnTo>
                <a:lnTo>
                  <a:pt x="1314568" y="1551237"/>
                </a:lnTo>
                <a:lnTo>
                  <a:pt x="1307994" y="1545797"/>
                </a:lnTo>
                <a:lnTo>
                  <a:pt x="1301420" y="1540130"/>
                </a:lnTo>
                <a:lnTo>
                  <a:pt x="1295299" y="1534011"/>
                </a:lnTo>
                <a:lnTo>
                  <a:pt x="921716" y="1160708"/>
                </a:lnTo>
                <a:lnTo>
                  <a:pt x="910835" y="1166827"/>
                </a:lnTo>
                <a:lnTo>
                  <a:pt x="899501" y="1172720"/>
                </a:lnTo>
                <a:lnTo>
                  <a:pt x="888166" y="1178160"/>
                </a:lnTo>
                <a:lnTo>
                  <a:pt x="876832" y="1183600"/>
                </a:lnTo>
                <a:lnTo>
                  <a:pt x="865498" y="1188586"/>
                </a:lnTo>
                <a:lnTo>
                  <a:pt x="853710" y="1193346"/>
                </a:lnTo>
                <a:lnTo>
                  <a:pt x="842375" y="1198106"/>
                </a:lnTo>
                <a:lnTo>
                  <a:pt x="830588" y="1202412"/>
                </a:lnTo>
                <a:lnTo>
                  <a:pt x="818573" y="1206492"/>
                </a:lnTo>
                <a:lnTo>
                  <a:pt x="807012" y="1210572"/>
                </a:lnTo>
                <a:lnTo>
                  <a:pt x="794997" y="1213972"/>
                </a:lnTo>
                <a:lnTo>
                  <a:pt x="783210" y="1217598"/>
                </a:lnTo>
                <a:lnTo>
                  <a:pt x="771195" y="1220545"/>
                </a:lnTo>
                <a:lnTo>
                  <a:pt x="758954" y="1223265"/>
                </a:lnTo>
                <a:lnTo>
                  <a:pt x="746939" y="1226211"/>
                </a:lnTo>
                <a:lnTo>
                  <a:pt x="734698" y="1228478"/>
                </a:lnTo>
                <a:lnTo>
                  <a:pt x="722457" y="1230518"/>
                </a:lnTo>
                <a:lnTo>
                  <a:pt x="710442" y="1232784"/>
                </a:lnTo>
                <a:lnTo>
                  <a:pt x="698201" y="1234371"/>
                </a:lnTo>
                <a:lnTo>
                  <a:pt x="685960" y="1235731"/>
                </a:lnTo>
                <a:lnTo>
                  <a:pt x="673719" y="1236864"/>
                </a:lnTo>
                <a:lnTo>
                  <a:pt x="661478" y="1237771"/>
                </a:lnTo>
                <a:lnTo>
                  <a:pt x="649010" y="1238451"/>
                </a:lnTo>
                <a:lnTo>
                  <a:pt x="636769" y="1239131"/>
                </a:lnTo>
                <a:lnTo>
                  <a:pt x="624527" y="1239357"/>
                </a:lnTo>
                <a:lnTo>
                  <a:pt x="612060" y="1239357"/>
                </a:lnTo>
                <a:lnTo>
                  <a:pt x="599818" y="1239131"/>
                </a:lnTo>
                <a:lnTo>
                  <a:pt x="587577" y="1238451"/>
                </a:lnTo>
                <a:lnTo>
                  <a:pt x="575109" y="1237544"/>
                </a:lnTo>
                <a:lnTo>
                  <a:pt x="562868" y="1236638"/>
                </a:lnTo>
                <a:lnTo>
                  <a:pt x="550627" y="1235504"/>
                </a:lnTo>
                <a:lnTo>
                  <a:pt x="538612" y="1233918"/>
                </a:lnTo>
                <a:lnTo>
                  <a:pt x="526145" y="1232331"/>
                </a:lnTo>
                <a:lnTo>
                  <a:pt x="513903" y="1230291"/>
                </a:lnTo>
                <a:lnTo>
                  <a:pt x="501889" y="1228025"/>
                </a:lnTo>
                <a:lnTo>
                  <a:pt x="489648" y="1225758"/>
                </a:lnTo>
                <a:lnTo>
                  <a:pt x="477633" y="1222811"/>
                </a:lnTo>
                <a:lnTo>
                  <a:pt x="465619" y="1219865"/>
                </a:lnTo>
                <a:lnTo>
                  <a:pt x="453604" y="1216918"/>
                </a:lnTo>
                <a:lnTo>
                  <a:pt x="441590" y="1213292"/>
                </a:lnTo>
                <a:lnTo>
                  <a:pt x="429802" y="1209665"/>
                </a:lnTo>
                <a:lnTo>
                  <a:pt x="418014" y="1205812"/>
                </a:lnTo>
                <a:lnTo>
                  <a:pt x="406453" y="1201506"/>
                </a:lnTo>
                <a:lnTo>
                  <a:pt x="394665" y="1197199"/>
                </a:lnTo>
                <a:lnTo>
                  <a:pt x="383104" y="1192440"/>
                </a:lnTo>
                <a:lnTo>
                  <a:pt x="371543" y="1187680"/>
                </a:lnTo>
                <a:lnTo>
                  <a:pt x="359982" y="1182467"/>
                </a:lnTo>
                <a:lnTo>
                  <a:pt x="348647" y="1177027"/>
                </a:lnTo>
                <a:lnTo>
                  <a:pt x="337313" y="1171360"/>
                </a:lnTo>
                <a:lnTo>
                  <a:pt x="326205" y="1165694"/>
                </a:lnTo>
                <a:lnTo>
                  <a:pt x="315097" y="1159574"/>
                </a:lnTo>
                <a:lnTo>
                  <a:pt x="304216" y="1153228"/>
                </a:lnTo>
                <a:lnTo>
                  <a:pt x="293109" y="1146655"/>
                </a:lnTo>
                <a:lnTo>
                  <a:pt x="282454" y="1139629"/>
                </a:lnTo>
                <a:lnTo>
                  <a:pt x="272026" y="1132602"/>
                </a:lnTo>
                <a:lnTo>
                  <a:pt x="261145" y="1125349"/>
                </a:lnTo>
                <a:lnTo>
                  <a:pt x="250944" y="1117643"/>
                </a:lnTo>
                <a:lnTo>
                  <a:pt x="240517" y="1109937"/>
                </a:lnTo>
                <a:lnTo>
                  <a:pt x="230316" y="1101777"/>
                </a:lnTo>
                <a:lnTo>
                  <a:pt x="220341" y="1093617"/>
                </a:lnTo>
                <a:lnTo>
                  <a:pt x="210367" y="1085004"/>
                </a:lnTo>
                <a:lnTo>
                  <a:pt x="200620" y="1076391"/>
                </a:lnTo>
                <a:lnTo>
                  <a:pt x="191099" y="1067099"/>
                </a:lnTo>
                <a:lnTo>
                  <a:pt x="181578" y="1057806"/>
                </a:lnTo>
                <a:lnTo>
                  <a:pt x="170470" y="1046473"/>
                </a:lnTo>
                <a:lnTo>
                  <a:pt x="159589" y="1034913"/>
                </a:lnTo>
                <a:lnTo>
                  <a:pt x="149161" y="1022901"/>
                </a:lnTo>
                <a:lnTo>
                  <a:pt x="139187" y="1010888"/>
                </a:lnTo>
                <a:lnTo>
                  <a:pt x="129213" y="998648"/>
                </a:lnTo>
                <a:lnTo>
                  <a:pt x="119918" y="985956"/>
                </a:lnTo>
                <a:lnTo>
                  <a:pt x="110851" y="973489"/>
                </a:lnTo>
                <a:lnTo>
                  <a:pt x="102237" y="960797"/>
                </a:lnTo>
                <a:lnTo>
                  <a:pt x="93849" y="947651"/>
                </a:lnTo>
                <a:lnTo>
                  <a:pt x="85688" y="934505"/>
                </a:lnTo>
                <a:lnTo>
                  <a:pt x="78208" y="921358"/>
                </a:lnTo>
                <a:lnTo>
                  <a:pt x="70954" y="907986"/>
                </a:lnTo>
                <a:lnTo>
                  <a:pt x="64153" y="894386"/>
                </a:lnTo>
                <a:lnTo>
                  <a:pt x="57579" y="880560"/>
                </a:lnTo>
                <a:lnTo>
                  <a:pt x="51232" y="866734"/>
                </a:lnTo>
                <a:lnTo>
                  <a:pt x="45338" y="852908"/>
                </a:lnTo>
                <a:lnTo>
                  <a:pt x="39897" y="838856"/>
                </a:lnTo>
                <a:lnTo>
                  <a:pt x="34910" y="824803"/>
                </a:lnTo>
                <a:lnTo>
                  <a:pt x="30150" y="810524"/>
                </a:lnTo>
                <a:lnTo>
                  <a:pt x="25616" y="796244"/>
                </a:lnTo>
                <a:lnTo>
                  <a:pt x="21535" y="781738"/>
                </a:lnTo>
                <a:lnTo>
                  <a:pt x="17682" y="767232"/>
                </a:lnTo>
                <a:lnTo>
                  <a:pt x="14508" y="752726"/>
                </a:lnTo>
                <a:lnTo>
                  <a:pt x="11334" y="738220"/>
                </a:lnTo>
                <a:lnTo>
                  <a:pt x="8841" y="723487"/>
                </a:lnTo>
                <a:lnTo>
                  <a:pt x="6574" y="708755"/>
                </a:lnTo>
                <a:lnTo>
                  <a:pt x="4307" y="694022"/>
                </a:lnTo>
                <a:lnTo>
                  <a:pt x="2947" y="679289"/>
                </a:lnTo>
                <a:lnTo>
                  <a:pt x="1587" y="664330"/>
                </a:lnTo>
                <a:lnTo>
                  <a:pt x="680" y="649597"/>
                </a:lnTo>
                <a:lnTo>
                  <a:pt x="227" y="634638"/>
                </a:lnTo>
                <a:lnTo>
                  <a:pt x="0" y="619905"/>
                </a:lnTo>
                <a:lnTo>
                  <a:pt x="227" y="604946"/>
                </a:lnTo>
                <a:lnTo>
                  <a:pt x="680" y="589987"/>
                </a:lnTo>
                <a:lnTo>
                  <a:pt x="1587" y="575254"/>
                </a:lnTo>
                <a:lnTo>
                  <a:pt x="2947" y="560295"/>
                </a:lnTo>
                <a:lnTo>
                  <a:pt x="4307" y="545562"/>
                </a:lnTo>
                <a:lnTo>
                  <a:pt x="6574" y="530830"/>
                </a:lnTo>
                <a:lnTo>
                  <a:pt x="8841" y="516097"/>
                </a:lnTo>
                <a:lnTo>
                  <a:pt x="11334" y="501364"/>
                </a:lnTo>
                <a:lnTo>
                  <a:pt x="14508" y="486858"/>
                </a:lnTo>
                <a:lnTo>
                  <a:pt x="17682" y="472352"/>
                </a:lnTo>
                <a:lnTo>
                  <a:pt x="21535" y="457846"/>
                </a:lnTo>
                <a:lnTo>
                  <a:pt x="25616" y="443340"/>
                </a:lnTo>
                <a:lnTo>
                  <a:pt x="30150" y="429061"/>
                </a:lnTo>
                <a:lnTo>
                  <a:pt x="34910" y="414781"/>
                </a:lnTo>
                <a:lnTo>
                  <a:pt x="39897" y="400502"/>
                </a:lnTo>
                <a:lnTo>
                  <a:pt x="45338" y="386449"/>
                </a:lnTo>
                <a:lnTo>
                  <a:pt x="51232" y="372850"/>
                </a:lnTo>
                <a:lnTo>
                  <a:pt x="57579" y="359024"/>
                </a:lnTo>
                <a:lnTo>
                  <a:pt x="64153" y="345198"/>
                </a:lnTo>
                <a:lnTo>
                  <a:pt x="70954" y="331599"/>
                </a:lnTo>
                <a:lnTo>
                  <a:pt x="78208" y="318226"/>
                </a:lnTo>
                <a:lnTo>
                  <a:pt x="85688" y="304853"/>
                </a:lnTo>
                <a:lnTo>
                  <a:pt x="93849" y="291934"/>
                </a:lnTo>
                <a:lnTo>
                  <a:pt x="102237" y="278788"/>
                </a:lnTo>
                <a:lnTo>
                  <a:pt x="110851" y="266095"/>
                </a:lnTo>
                <a:lnTo>
                  <a:pt x="119918" y="253402"/>
                </a:lnTo>
                <a:lnTo>
                  <a:pt x="129213" y="240936"/>
                </a:lnTo>
                <a:lnTo>
                  <a:pt x="139187" y="228697"/>
                </a:lnTo>
                <a:lnTo>
                  <a:pt x="149161" y="216457"/>
                </a:lnTo>
                <a:lnTo>
                  <a:pt x="159589" y="204671"/>
                </a:lnTo>
                <a:lnTo>
                  <a:pt x="170470" y="193111"/>
                </a:lnTo>
                <a:lnTo>
                  <a:pt x="181578" y="181779"/>
                </a:lnTo>
                <a:lnTo>
                  <a:pt x="193139" y="170446"/>
                </a:lnTo>
                <a:lnTo>
                  <a:pt x="204473" y="159793"/>
                </a:lnTo>
                <a:lnTo>
                  <a:pt x="216488" y="149140"/>
                </a:lnTo>
                <a:lnTo>
                  <a:pt x="228729" y="139167"/>
                </a:lnTo>
                <a:lnTo>
                  <a:pt x="240743" y="129421"/>
                </a:lnTo>
                <a:lnTo>
                  <a:pt x="253438" y="119901"/>
                </a:lnTo>
                <a:lnTo>
                  <a:pt x="266133" y="110835"/>
                </a:lnTo>
                <a:lnTo>
                  <a:pt x="278600" y="102222"/>
                </a:lnTo>
                <a:lnTo>
                  <a:pt x="291748" y="93836"/>
                </a:lnTo>
                <a:lnTo>
                  <a:pt x="304896" y="85903"/>
                </a:lnTo>
                <a:lnTo>
                  <a:pt x="318271" y="78423"/>
                </a:lnTo>
                <a:lnTo>
                  <a:pt x="331646" y="71170"/>
                </a:lnTo>
                <a:lnTo>
                  <a:pt x="345020" y="64144"/>
                </a:lnTo>
                <a:lnTo>
                  <a:pt x="358848" y="57571"/>
                </a:lnTo>
                <a:lnTo>
                  <a:pt x="372676" y="51451"/>
                </a:lnTo>
                <a:lnTo>
                  <a:pt x="386504" y="45558"/>
                </a:lnTo>
                <a:lnTo>
                  <a:pt x="400559" y="40118"/>
                </a:lnTo>
                <a:lnTo>
                  <a:pt x="414840" y="34905"/>
                </a:lnTo>
                <a:lnTo>
                  <a:pt x="429122" y="30146"/>
                </a:lnTo>
                <a:lnTo>
                  <a:pt x="443403" y="25839"/>
                </a:lnTo>
                <a:lnTo>
                  <a:pt x="457911" y="21533"/>
                </a:lnTo>
                <a:lnTo>
                  <a:pt x="472419" y="17906"/>
                </a:lnTo>
                <a:lnTo>
                  <a:pt x="486927" y="14506"/>
                </a:lnTo>
                <a:lnTo>
                  <a:pt x="501435" y="11560"/>
                </a:lnTo>
                <a:lnTo>
                  <a:pt x="515944" y="8840"/>
                </a:lnTo>
                <a:lnTo>
                  <a:pt x="530678" y="6573"/>
                </a:lnTo>
                <a:lnTo>
                  <a:pt x="545413" y="4533"/>
                </a:lnTo>
                <a:lnTo>
                  <a:pt x="560148" y="3173"/>
                </a:lnTo>
                <a:lnTo>
                  <a:pt x="575109" y="1587"/>
                </a:lnTo>
                <a:lnTo>
                  <a:pt x="589844" y="907"/>
                </a:lnTo>
                <a:lnTo>
                  <a:pt x="604806" y="227"/>
                </a:lnTo>
                <a:lnTo>
                  <a:pt x="61954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+mn-lt"/>
              <a:ea typeface="+mn-ea"/>
            </a:endParaRPr>
          </a:p>
        </p:txBody>
      </p:sp>
      <p:sp>
        <p:nvSpPr>
          <p:cNvPr id="19" name="MH_Other_6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673559" y="4778966"/>
            <a:ext cx="396875" cy="432828"/>
          </a:xfrm>
          <a:custGeom>
            <a:avLst/>
            <a:gdLst>
              <a:gd name="T0" fmla="*/ 615878 w 2390775"/>
              <a:gd name="T1" fmla="*/ 1467970 h 2365376"/>
              <a:gd name="T2" fmla="*/ 587250 w 2390775"/>
              <a:gd name="T3" fmla="*/ 1401697 h 2365376"/>
              <a:gd name="T4" fmla="*/ 1282649 w 2390775"/>
              <a:gd name="T5" fmla="*/ 1393474 h 2365376"/>
              <a:gd name="T6" fmla="*/ 1180915 w 2390775"/>
              <a:gd name="T7" fmla="*/ 1446870 h 2365376"/>
              <a:gd name="T8" fmla="*/ 1210073 w 2390775"/>
              <a:gd name="T9" fmla="*/ 1382167 h 2365376"/>
              <a:gd name="T10" fmla="*/ 653657 w 2390775"/>
              <a:gd name="T11" fmla="*/ 1314699 h 2365376"/>
              <a:gd name="T12" fmla="*/ 646041 w 2390775"/>
              <a:gd name="T13" fmla="*/ 1180275 h 2365376"/>
              <a:gd name="T14" fmla="*/ 589870 w 2390775"/>
              <a:gd name="T15" fmla="*/ 1105327 h 2365376"/>
              <a:gd name="T16" fmla="*/ 599516 w 2390775"/>
              <a:gd name="T17" fmla="*/ 1141280 h 2365376"/>
              <a:gd name="T18" fmla="*/ 579914 w 2390775"/>
              <a:gd name="T19" fmla="*/ 1158779 h 2365376"/>
              <a:gd name="T20" fmla="*/ 541333 w 2390775"/>
              <a:gd name="T21" fmla="*/ 1105965 h 2365376"/>
              <a:gd name="T22" fmla="*/ 1137260 w 2390775"/>
              <a:gd name="T23" fmla="*/ 1009231 h 2365376"/>
              <a:gd name="T24" fmla="*/ 1143562 w 2390775"/>
              <a:gd name="T25" fmla="*/ 1026145 h 2365376"/>
              <a:gd name="T26" fmla="*/ 1096615 w 2390775"/>
              <a:gd name="T27" fmla="*/ 1069549 h 2365376"/>
              <a:gd name="T28" fmla="*/ 1102602 w 2390775"/>
              <a:gd name="T29" fmla="*/ 1001572 h 2365376"/>
              <a:gd name="T30" fmla="*/ 972739 w 2390775"/>
              <a:gd name="T31" fmla="*/ 835988 h 2365376"/>
              <a:gd name="T32" fmla="*/ 989500 w 2390775"/>
              <a:gd name="T33" fmla="*/ 1138672 h 2365376"/>
              <a:gd name="T34" fmla="*/ 639427 w 2390775"/>
              <a:gd name="T35" fmla="*/ 1423644 h 2365376"/>
              <a:gd name="T36" fmla="*/ 599898 w 2390775"/>
              <a:gd name="T37" fmla="*/ 1003302 h 2365376"/>
              <a:gd name="T38" fmla="*/ 529694 w 2390775"/>
              <a:gd name="T39" fmla="*/ 1090596 h 2365376"/>
              <a:gd name="T40" fmla="*/ 602428 w 2390775"/>
              <a:gd name="T41" fmla="*/ 868249 h 2365376"/>
              <a:gd name="T42" fmla="*/ 861740 w 2390775"/>
              <a:gd name="T43" fmla="*/ 924231 h 2365376"/>
              <a:gd name="T44" fmla="*/ 755609 w 2390775"/>
              <a:gd name="T45" fmla="*/ 542052 h 2365376"/>
              <a:gd name="T46" fmla="*/ 929665 w 2390775"/>
              <a:gd name="T47" fmla="*/ 525915 h 2365376"/>
              <a:gd name="T48" fmla="*/ 909019 w 2390775"/>
              <a:gd name="T49" fmla="*/ 571798 h 2365376"/>
              <a:gd name="T50" fmla="*/ 936652 w 2390775"/>
              <a:gd name="T51" fmla="*/ 586353 h 2365376"/>
              <a:gd name="T52" fmla="*/ 928394 w 2390775"/>
              <a:gd name="T53" fmla="*/ 688879 h 2365376"/>
              <a:gd name="T54" fmla="*/ 840414 w 2390775"/>
              <a:gd name="T55" fmla="*/ 772101 h 2365376"/>
              <a:gd name="T56" fmla="*/ 742269 w 2390775"/>
              <a:gd name="T57" fmla="*/ 675588 h 2365376"/>
              <a:gd name="T58" fmla="*/ 738139 w 2390775"/>
              <a:gd name="T59" fmla="*/ 608504 h 2365376"/>
              <a:gd name="T60" fmla="*/ 761643 w 2390775"/>
              <a:gd name="T61" fmla="*/ 510093 h 2365376"/>
              <a:gd name="T62" fmla="*/ 617010 w 2390775"/>
              <a:gd name="T63" fmla="*/ 449064 h 2365376"/>
              <a:gd name="T64" fmla="*/ 350272 w 2390775"/>
              <a:gd name="T65" fmla="*/ 638327 h 2365376"/>
              <a:gd name="T66" fmla="*/ 215163 w 2390775"/>
              <a:gd name="T67" fmla="*/ 939947 h 2365376"/>
              <a:gd name="T68" fmla="*/ 256613 w 2390775"/>
              <a:gd name="T69" fmla="*/ 1277331 h 2365376"/>
              <a:gd name="T70" fmla="*/ 458486 w 2390775"/>
              <a:gd name="T71" fmla="*/ 1534008 h 2365376"/>
              <a:gd name="T72" fmla="*/ 767308 w 2390775"/>
              <a:gd name="T73" fmla="*/ 1655225 h 2365376"/>
              <a:gd name="T74" fmla="*/ 1101127 w 2390775"/>
              <a:gd name="T75" fmla="*/ 1596674 h 2365376"/>
              <a:gd name="T76" fmla="*/ 1347614 w 2390775"/>
              <a:gd name="T77" fmla="*/ 1383040 h 2365376"/>
              <a:gd name="T78" fmla="*/ 1453614 w 2390775"/>
              <a:gd name="T79" fmla="*/ 1066861 h 2365376"/>
              <a:gd name="T80" fmla="*/ 1378939 w 2390775"/>
              <a:gd name="T81" fmla="*/ 738024 h 2365376"/>
              <a:gd name="T82" fmla="*/ 1153652 w 2390775"/>
              <a:gd name="T83" fmla="*/ 501602 h 2365376"/>
              <a:gd name="T84" fmla="*/ 831224 w 2390775"/>
              <a:gd name="T85" fmla="*/ 411085 h 2365376"/>
              <a:gd name="T86" fmla="*/ 989432 w 2390775"/>
              <a:gd name="T87" fmla="*/ 315187 h 2365376"/>
              <a:gd name="T88" fmla="*/ 1471649 w 2390775"/>
              <a:gd name="T89" fmla="*/ 671876 h 2365376"/>
              <a:gd name="T90" fmla="*/ 1554866 w 2390775"/>
              <a:gd name="T91" fmla="*/ 1171938 h 2365376"/>
              <a:gd name="T92" fmla="*/ 1239716 w 2390775"/>
              <a:gd name="T93" fmla="*/ 1647313 h 2365376"/>
              <a:gd name="T94" fmla="*/ 646121 w 2390775"/>
              <a:gd name="T95" fmla="*/ 1748275 h 2365376"/>
              <a:gd name="T96" fmla="*/ 110112 w 2390775"/>
              <a:gd name="T97" fmla="*/ 1186813 h 2365376"/>
              <a:gd name="T98" fmla="*/ 251551 w 2390775"/>
              <a:gd name="T99" fmla="*/ 580725 h 2365376"/>
              <a:gd name="T100" fmla="*/ 1549044 w 2390775"/>
              <a:gd name="T101" fmla="*/ 160116 h 2365376"/>
              <a:gd name="T102" fmla="*/ 1461002 w 2390775"/>
              <a:gd name="T103" fmla="*/ 284475 h 2365376"/>
              <a:gd name="T104" fmla="*/ 1550307 w 2390775"/>
              <a:gd name="T105" fmla="*/ 426554 h 2365376"/>
              <a:gd name="T106" fmla="*/ 1719764 w 2390775"/>
              <a:gd name="T107" fmla="*/ 380038 h 2365376"/>
              <a:gd name="T108" fmla="*/ 1735543 w 2390775"/>
              <a:gd name="T109" fmla="*/ 232579 h 2365376"/>
              <a:gd name="T110" fmla="*/ 1705909 w 2390775"/>
              <a:gd name="T111" fmla="*/ 94508 h 2365376"/>
              <a:gd name="T112" fmla="*/ 1774050 w 2390775"/>
              <a:gd name="T113" fmla="*/ 148403 h 2365376"/>
              <a:gd name="T114" fmla="*/ 1781614 w 2390775"/>
              <a:gd name="T115" fmla="*/ 428769 h 2365376"/>
              <a:gd name="T116" fmla="*/ 1600166 w 2390775"/>
              <a:gd name="T117" fmla="*/ 516104 h 2365376"/>
              <a:gd name="T118" fmla="*/ 1452167 w 2390775"/>
              <a:gd name="T119" fmla="*/ 455349 h 2365376"/>
              <a:gd name="T120" fmla="*/ 1310478 w 2390775"/>
              <a:gd name="T121" fmla="*/ 259477 h 2365376"/>
              <a:gd name="T122" fmla="*/ 1562614 w 2390775"/>
              <a:gd name="T123" fmla="*/ 74046 h 236537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2390775" h="2365376">
                <a:moveTo>
                  <a:pt x="761351" y="1739900"/>
                </a:moveTo>
                <a:lnTo>
                  <a:pt x="791690" y="1805294"/>
                </a:lnTo>
                <a:lnTo>
                  <a:pt x="794883" y="1808051"/>
                </a:lnTo>
                <a:lnTo>
                  <a:pt x="797278" y="1811991"/>
                </a:lnTo>
                <a:lnTo>
                  <a:pt x="800871" y="1817112"/>
                </a:lnTo>
                <a:lnTo>
                  <a:pt x="803266" y="1822233"/>
                </a:lnTo>
                <a:lnTo>
                  <a:pt x="804065" y="1825384"/>
                </a:lnTo>
                <a:lnTo>
                  <a:pt x="804863" y="1828536"/>
                </a:lnTo>
                <a:lnTo>
                  <a:pt x="804863" y="1831687"/>
                </a:lnTo>
                <a:lnTo>
                  <a:pt x="804863" y="1834839"/>
                </a:lnTo>
                <a:lnTo>
                  <a:pt x="804065" y="1837990"/>
                </a:lnTo>
                <a:lnTo>
                  <a:pt x="802867" y="1841142"/>
                </a:lnTo>
                <a:lnTo>
                  <a:pt x="801670" y="1842718"/>
                </a:lnTo>
                <a:lnTo>
                  <a:pt x="799674" y="1844687"/>
                </a:lnTo>
                <a:lnTo>
                  <a:pt x="797278" y="1845475"/>
                </a:lnTo>
                <a:lnTo>
                  <a:pt x="794484" y="1845869"/>
                </a:lnTo>
                <a:lnTo>
                  <a:pt x="790891" y="1846263"/>
                </a:lnTo>
                <a:lnTo>
                  <a:pt x="787698" y="1845869"/>
                </a:lnTo>
                <a:lnTo>
                  <a:pt x="784105" y="1845475"/>
                </a:lnTo>
                <a:lnTo>
                  <a:pt x="780512" y="1844293"/>
                </a:lnTo>
                <a:lnTo>
                  <a:pt x="776520" y="1842718"/>
                </a:lnTo>
                <a:lnTo>
                  <a:pt x="772927" y="1841142"/>
                </a:lnTo>
                <a:lnTo>
                  <a:pt x="768935" y="1839172"/>
                </a:lnTo>
                <a:lnTo>
                  <a:pt x="765343" y="1836809"/>
                </a:lnTo>
                <a:lnTo>
                  <a:pt x="761750" y="1834051"/>
                </a:lnTo>
                <a:lnTo>
                  <a:pt x="758955" y="1831294"/>
                </a:lnTo>
                <a:lnTo>
                  <a:pt x="756161" y="1827748"/>
                </a:lnTo>
                <a:lnTo>
                  <a:pt x="754165" y="1824597"/>
                </a:lnTo>
                <a:lnTo>
                  <a:pt x="748975" y="1815536"/>
                </a:lnTo>
                <a:lnTo>
                  <a:pt x="745782" y="1808839"/>
                </a:lnTo>
                <a:lnTo>
                  <a:pt x="743387" y="1803718"/>
                </a:lnTo>
                <a:lnTo>
                  <a:pt x="742588" y="1799385"/>
                </a:lnTo>
                <a:lnTo>
                  <a:pt x="742588" y="1795051"/>
                </a:lnTo>
                <a:lnTo>
                  <a:pt x="743387" y="1790718"/>
                </a:lnTo>
                <a:lnTo>
                  <a:pt x="746181" y="1778112"/>
                </a:lnTo>
                <a:lnTo>
                  <a:pt x="746979" y="1774173"/>
                </a:lnTo>
                <a:lnTo>
                  <a:pt x="746979" y="1772203"/>
                </a:lnTo>
                <a:lnTo>
                  <a:pt x="746181" y="1771021"/>
                </a:lnTo>
                <a:lnTo>
                  <a:pt x="745383" y="1770627"/>
                </a:lnTo>
                <a:lnTo>
                  <a:pt x="742987" y="1770627"/>
                </a:lnTo>
                <a:lnTo>
                  <a:pt x="742189" y="1770233"/>
                </a:lnTo>
                <a:lnTo>
                  <a:pt x="741790" y="1769839"/>
                </a:lnTo>
                <a:lnTo>
                  <a:pt x="738596" y="1761961"/>
                </a:lnTo>
                <a:lnTo>
                  <a:pt x="736999" y="1758021"/>
                </a:lnTo>
                <a:lnTo>
                  <a:pt x="736600" y="1756052"/>
                </a:lnTo>
                <a:lnTo>
                  <a:pt x="736600" y="1754476"/>
                </a:lnTo>
                <a:lnTo>
                  <a:pt x="742189" y="1750536"/>
                </a:lnTo>
                <a:lnTo>
                  <a:pt x="747379" y="1747385"/>
                </a:lnTo>
                <a:lnTo>
                  <a:pt x="750971" y="1745021"/>
                </a:lnTo>
                <a:lnTo>
                  <a:pt x="754165" y="1743839"/>
                </a:lnTo>
                <a:lnTo>
                  <a:pt x="758556" y="1741870"/>
                </a:lnTo>
                <a:lnTo>
                  <a:pt x="759754" y="1741870"/>
                </a:lnTo>
                <a:lnTo>
                  <a:pt x="761351" y="1739900"/>
                </a:lnTo>
                <a:close/>
                <a:moveTo>
                  <a:pt x="1554438" y="1730375"/>
                </a:moveTo>
                <a:lnTo>
                  <a:pt x="1565575" y="1730375"/>
                </a:lnTo>
                <a:lnTo>
                  <a:pt x="1575916" y="1730375"/>
                </a:lnTo>
                <a:lnTo>
                  <a:pt x="1586258" y="1731163"/>
                </a:lnTo>
                <a:lnTo>
                  <a:pt x="1591031" y="1731951"/>
                </a:lnTo>
                <a:lnTo>
                  <a:pt x="1595008" y="1733133"/>
                </a:lnTo>
                <a:lnTo>
                  <a:pt x="1598986" y="1734314"/>
                </a:lnTo>
                <a:lnTo>
                  <a:pt x="1602168" y="1735890"/>
                </a:lnTo>
                <a:lnTo>
                  <a:pt x="1605350" y="1737860"/>
                </a:lnTo>
                <a:lnTo>
                  <a:pt x="1607339" y="1739830"/>
                </a:lnTo>
                <a:lnTo>
                  <a:pt x="1608929" y="1741799"/>
                </a:lnTo>
                <a:lnTo>
                  <a:pt x="1609725" y="1744951"/>
                </a:lnTo>
                <a:lnTo>
                  <a:pt x="1609725" y="1747708"/>
                </a:lnTo>
                <a:lnTo>
                  <a:pt x="1608929" y="1751648"/>
                </a:lnTo>
                <a:lnTo>
                  <a:pt x="1607339" y="1755193"/>
                </a:lnTo>
                <a:lnTo>
                  <a:pt x="1604554" y="1759920"/>
                </a:lnTo>
                <a:lnTo>
                  <a:pt x="1600577" y="1764648"/>
                </a:lnTo>
                <a:lnTo>
                  <a:pt x="1595804" y="1769769"/>
                </a:lnTo>
                <a:lnTo>
                  <a:pt x="1589042" y="1776072"/>
                </a:lnTo>
                <a:lnTo>
                  <a:pt x="1582678" y="1781193"/>
                </a:lnTo>
                <a:lnTo>
                  <a:pt x="1576314" y="1786314"/>
                </a:lnTo>
                <a:lnTo>
                  <a:pt x="1570348" y="1790647"/>
                </a:lnTo>
                <a:lnTo>
                  <a:pt x="1563586" y="1794193"/>
                </a:lnTo>
                <a:lnTo>
                  <a:pt x="1557222" y="1797738"/>
                </a:lnTo>
                <a:lnTo>
                  <a:pt x="1550461" y="1800496"/>
                </a:lnTo>
                <a:lnTo>
                  <a:pt x="1544097" y="1802466"/>
                </a:lnTo>
                <a:lnTo>
                  <a:pt x="1537733" y="1804829"/>
                </a:lnTo>
                <a:lnTo>
                  <a:pt x="1530971" y="1806799"/>
                </a:lnTo>
                <a:lnTo>
                  <a:pt x="1524607" y="1807981"/>
                </a:lnTo>
                <a:lnTo>
                  <a:pt x="1518243" y="1809163"/>
                </a:lnTo>
                <a:lnTo>
                  <a:pt x="1505117" y="1811132"/>
                </a:lnTo>
                <a:lnTo>
                  <a:pt x="1491992" y="1812314"/>
                </a:lnTo>
                <a:lnTo>
                  <a:pt x="1486026" y="1813102"/>
                </a:lnTo>
                <a:lnTo>
                  <a:pt x="1483241" y="1813890"/>
                </a:lnTo>
                <a:lnTo>
                  <a:pt x="1482048" y="1814678"/>
                </a:lnTo>
                <a:lnTo>
                  <a:pt x="1481253" y="1815072"/>
                </a:lnTo>
                <a:lnTo>
                  <a:pt x="1480855" y="1815859"/>
                </a:lnTo>
                <a:lnTo>
                  <a:pt x="1480855" y="1817041"/>
                </a:lnTo>
                <a:lnTo>
                  <a:pt x="1481253" y="1818617"/>
                </a:lnTo>
                <a:lnTo>
                  <a:pt x="1482048" y="1819799"/>
                </a:lnTo>
                <a:lnTo>
                  <a:pt x="1482048" y="1821375"/>
                </a:lnTo>
                <a:lnTo>
                  <a:pt x="1482048" y="1821769"/>
                </a:lnTo>
                <a:lnTo>
                  <a:pt x="1480855" y="1822556"/>
                </a:lnTo>
                <a:lnTo>
                  <a:pt x="1471309" y="1830829"/>
                </a:lnTo>
                <a:lnTo>
                  <a:pt x="1465343" y="1834375"/>
                </a:lnTo>
                <a:lnTo>
                  <a:pt x="1463354" y="1835556"/>
                </a:lnTo>
                <a:lnTo>
                  <a:pt x="1461365" y="1836738"/>
                </a:lnTo>
                <a:lnTo>
                  <a:pt x="1452615" y="1830041"/>
                </a:lnTo>
                <a:lnTo>
                  <a:pt x="1445853" y="1824132"/>
                </a:lnTo>
                <a:lnTo>
                  <a:pt x="1440285" y="1819405"/>
                </a:lnTo>
                <a:lnTo>
                  <a:pt x="1437103" y="1815072"/>
                </a:lnTo>
                <a:lnTo>
                  <a:pt x="1434716" y="1812314"/>
                </a:lnTo>
                <a:lnTo>
                  <a:pt x="1433125" y="1810344"/>
                </a:lnTo>
                <a:lnTo>
                  <a:pt x="1432330" y="1808375"/>
                </a:lnTo>
                <a:lnTo>
                  <a:pt x="1428750" y="1806799"/>
                </a:lnTo>
                <a:lnTo>
                  <a:pt x="1512675" y="1734314"/>
                </a:lnTo>
                <a:lnTo>
                  <a:pt x="1518641" y="1733527"/>
                </a:lnTo>
                <a:lnTo>
                  <a:pt x="1533755" y="1731951"/>
                </a:lnTo>
                <a:lnTo>
                  <a:pt x="1543699" y="1731163"/>
                </a:lnTo>
                <a:lnTo>
                  <a:pt x="1554438" y="1730375"/>
                </a:lnTo>
                <a:close/>
                <a:moveTo>
                  <a:pt x="588962" y="1535113"/>
                </a:moveTo>
                <a:lnTo>
                  <a:pt x="694496" y="1535113"/>
                </a:lnTo>
                <a:lnTo>
                  <a:pt x="694496" y="1557872"/>
                </a:lnTo>
                <a:lnTo>
                  <a:pt x="694894" y="1558271"/>
                </a:lnTo>
                <a:lnTo>
                  <a:pt x="696885" y="1560268"/>
                </a:lnTo>
                <a:lnTo>
                  <a:pt x="698478" y="1560667"/>
                </a:lnTo>
                <a:lnTo>
                  <a:pt x="700469" y="1561466"/>
                </a:lnTo>
                <a:lnTo>
                  <a:pt x="704053" y="1561865"/>
                </a:lnTo>
                <a:lnTo>
                  <a:pt x="707239" y="1561865"/>
                </a:lnTo>
                <a:lnTo>
                  <a:pt x="711222" y="1561865"/>
                </a:lnTo>
                <a:lnTo>
                  <a:pt x="714407" y="1561466"/>
                </a:lnTo>
                <a:lnTo>
                  <a:pt x="716797" y="1560667"/>
                </a:lnTo>
                <a:lnTo>
                  <a:pt x="718390" y="1560268"/>
                </a:lnTo>
                <a:lnTo>
                  <a:pt x="720381" y="1558271"/>
                </a:lnTo>
                <a:lnTo>
                  <a:pt x="720779" y="1557872"/>
                </a:lnTo>
                <a:lnTo>
                  <a:pt x="720779" y="1535113"/>
                </a:lnTo>
                <a:lnTo>
                  <a:pt x="820737" y="1535113"/>
                </a:lnTo>
                <a:lnTo>
                  <a:pt x="820737" y="1644117"/>
                </a:lnTo>
                <a:lnTo>
                  <a:pt x="820339" y="1648908"/>
                </a:lnTo>
                <a:lnTo>
                  <a:pt x="819144" y="1652901"/>
                </a:lnTo>
                <a:lnTo>
                  <a:pt x="816755" y="1656894"/>
                </a:lnTo>
                <a:lnTo>
                  <a:pt x="814365" y="1660088"/>
                </a:lnTo>
                <a:lnTo>
                  <a:pt x="810781" y="1663283"/>
                </a:lnTo>
                <a:lnTo>
                  <a:pt x="806799" y="1665279"/>
                </a:lnTo>
                <a:lnTo>
                  <a:pt x="802418" y="1666477"/>
                </a:lnTo>
                <a:lnTo>
                  <a:pt x="797639" y="1666876"/>
                </a:lnTo>
                <a:lnTo>
                  <a:pt x="612060" y="1666876"/>
                </a:lnTo>
                <a:lnTo>
                  <a:pt x="607281" y="1666477"/>
                </a:lnTo>
                <a:lnTo>
                  <a:pt x="602901" y="1665279"/>
                </a:lnTo>
                <a:lnTo>
                  <a:pt x="598918" y="1663283"/>
                </a:lnTo>
                <a:lnTo>
                  <a:pt x="595732" y="1660088"/>
                </a:lnTo>
                <a:lnTo>
                  <a:pt x="592546" y="1656894"/>
                </a:lnTo>
                <a:lnTo>
                  <a:pt x="590555" y="1652901"/>
                </a:lnTo>
                <a:lnTo>
                  <a:pt x="589360" y="1648908"/>
                </a:lnTo>
                <a:lnTo>
                  <a:pt x="588962" y="1644117"/>
                </a:lnTo>
                <a:lnTo>
                  <a:pt x="588962" y="1535113"/>
                </a:lnTo>
                <a:close/>
                <a:moveTo>
                  <a:pt x="612060" y="1476375"/>
                </a:moveTo>
                <a:lnTo>
                  <a:pt x="797639" y="1476375"/>
                </a:lnTo>
                <a:lnTo>
                  <a:pt x="802418" y="1476769"/>
                </a:lnTo>
                <a:lnTo>
                  <a:pt x="806799" y="1477950"/>
                </a:lnTo>
                <a:lnTo>
                  <a:pt x="810781" y="1480312"/>
                </a:lnTo>
                <a:lnTo>
                  <a:pt x="814365" y="1483068"/>
                </a:lnTo>
                <a:lnTo>
                  <a:pt x="816755" y="1486611"/>
                </a:lnTo>
                <a:lnTo>
                  <a:pt x="819144" y="1490155"/>
                </a:lnTo>
                <a:lnTo>
                  <a:pt x="820339" y="1494485"/>
                </a:lnTo>
                <a:lnTo>
                  <a:pt x="820737" y="1498816"/>
                </a:lnTo>
                <a:lnTo>
                  <a:pt x="820737" y="1525588"/>
                </a:lnTo>
                <a:lnTo>
                  <a:pt x="588962" y="1525588"/>
                </a:lnTo>
                <a:lnTo>
                  <a:pt x="588962" y="1498816"/>
                </a:lnTo>
                <a:lnTo>
                  <a:pt x="589360" y="1494485"/>
                </a:lnTo>
                <a:lnTo>
                  <a:pt x="590555" y="1490155"/>
                </a:lnTo>
                <a:lnTo>
                  <a:pt x="592546" y="1486611"/>
                </a:lnTo>
                <a:lnTo>
                  <a:pt x="595732" y="1483068"/>
                </a:lnTo>
                <a:lnTo>
                  <a:pt x="598918" y="1480312"/>
                </a:lnTo>
                <a:lnTo>
                  <a:pt x="602901" y="1477950"/>
                </a:lnTo>
                <a:lnTo>
                  <a:pt x="607281" y="1476769"/>
                </a:lnTo>
                <a:lnTo>
                  <a:pt x="612060" y="1476375"/>
                </a:lnTo>
                <a:close/>
                <a:moveTo>
                  <a:pt x="725449" y="1381125"/>
                </a:moveTo>
                <a:lnTo>
                  <a:pt x="730525" y="1381524"/>
                </a:lnTo>
                <a:lnTo>
                  <a:pt x="732087" y="1381524"/>
                </a:lnTo>
                <a:lnTo>
                  <a:pt x="734430" y="1382322"/>
                </a:lnTo>
                <a:lnTo>
                  <a:pt x="737554" y="1384317"/>
                </a:lnTo>
                <a:lnTo>
                  <a:pt x="740287" y="1386312"/>
                </a:lnTo>
                <a:lnTo>
                  <a:pt x="743411" y="1389505"/>
                </a:lnTo>
                <a:lnTo>
                  <a:pt x="746535" y="1393096"/>
                </a:lnTo>
                <a:lnTo>
                  <a:pt x="749659" y="1397486"/>
                </a:lnTo>
                <a:lnTo>
                  <a:pt x="755906" y="1407063"/>
                </a:lnTo>
                <a:lnTo>
                  <a:pt x="761373" y="1417837"/>
                </a:lnTo>
                <a:lnTo>
                  <a:pt x="766059" y="1427813"/>
                </a:lnTo>
                <a:lnTo>
                  <a:pt x="769182" y="1437390"/>
                </a:lnTo>
                <a:lnTo>
                  <a:pt x="770744" y="1441780"/>
                </a:lnTo>
                <a:lnTo>
                  <a:pt x="771525" y="1445770"/>
                </a:lnTo>
                <a:lnTo>
                  <a:pt x="771525" y="1448164"/>
                </a:lnTo>
                <a:lnTo>
                  <a:pt x="771525" y="1450159"/>
                </a:lnTo>
                <a:lnTo>
                  <a:pt x="770744" y="1451357"/>
                </a:lnTo>
                <a:lnTo>
                  <a:pt x="769182" y="1452155"/>
                </a:lnTo>
                <a:lnTo>
                  <a:pt x="768011" y="1452155"/>
                </a:lnTo>
                <a:lnTo>
                  <a:pt x="766449" y="1450958"/>
                </a:lnTo>
                <a:lnTo>
                  <a:pt x="764887" y="1449760"/>
                </a:lnTo>
                <a:lnTo>
                  <a:pt x="762544" y="1448563"/>
                </a:lnTo>
                <a:lnTo>
                  <a:pt x="759030" y="1444174"/>
                </a:lnTo>
                <a:lnTo>
                  <a:pt x="755516" y="1439784"/>
                </a:lnTo>
                <a:lnTo>
                  <a:pt x="753173" y="1434996"/>
                </a:lnTo>
                <a:lnTo>
                  <a:pt x="752392" y="1433400"/>
                </a:lnTo>
                <a:lnTo>
                  <a:pt x="752392" y="1431404"/>
                </a:lnTo>
                <a:lnTo>
                  <a:pt x="752001" y="1428611"/>
                </a:lnTo>
                <a:lnTo>
                  <a:pt x="750830" y="1426616"/>
                </a:lnTo>
                <a:lnTo>
                  <a:pt x="748878" y="1425419"/>
                </a:lnTo>
                <a:lnTo>
                  <a:pt x="746925" y="1425020"/>
                </a:lnTo>
                <a:lnTo>
                  <a:pt x="746144" y="1425419"/>
                </a:lnTo>
                <a:lnTo>
                  <a:pt x="745363" y="1425818"/>
                </a:lnTo>
                <a:lnTo>
                  <a:pt x="744582" y="1426616"/>
                </a:lnTo>
                <a:lnTo>
                  <a:pt x="743411" y="1427414"/>
                </a:lnTo>
                <a:lnTo>
                  <a:pt x="742630" y="1428611"/>
                </a:lnTo>
                <a:lnTo>
                  <a:pt x="742240" y="1430207"/>
                </a:lnTo>
                <a:lnTo>
                  <a:pt x="741849" y="1432602"/>
                </a:lnTo>
                <a:lnTo>
                  <a:pt x="741849" y="1434597"/>
                </a:lnTo>
                <a:lnTo>
                  <a:pt x="741459" y="1439385"/>
                </a:lnTo>
                <a:lnTo>
                  <a:pt x="740678" y="1443376"/>
                </a:lnTo>
                <a:lnTo>
                  <a:pt x="739897" y="1445371"/>
                </a:lnTo>
                <a:lnTo>
                  <a:pt x="739116" y="1446967"/>
                </a:lnTo>
                <a:lnTo>
                  <a:pt x="737944" y="1448164"/>
                </a:lnTo>
                <a:lnTo>
                  <a:pt x="735992" y="1449361"/>
                </a:lnTo>
                <a:lnTo>
                  <a:pt x="734430" y="1450558"/>
                </a:lnTo>
                <a:lnTo>
                  <a:pt x="732868" y="1452155"/>
                </a:lnTo>
                <a:lnTo>
                  <a:pt x="730525" y="1452953"/>
                </a:lnTo>
                <a:lnTo>
                  <a:pt x="727792" y="1453352"/>
                </a:lnTo>
                <a:lnTo>
                  <a:pt x="721935" y="1454150"/>
                </a:lnTo>
                <a:lnTo>
                  <a:pt x="715297" y="1454150"/>
                </a:lnTo>
                <a:lnTo>
                  <a:pt x="712173" y="1453751"/>
                </a:lnTo>
                <a:lnTo>
                  <a:pt x="709049" y="1452953"/>
                </a:lnTo>
                <a:lnTo>
                  <a:pt x="706706" y="1452155"/>
                </a:lnTo>
                <a:lnTo>
                  <a:pt x="703973" y="1450558"/>
                </a:lnTo>
                <a:lnTo>
                  <a:pt x="701240" y="1448962"/>
                </a:lnTo>
                <a:lnTo>
                  <a:pt x="699287" y="1447366"/>
                </a:lnTo>
                <a:lnTo>
                  <a:pt x="694992" y="1442977"/>
                </a:lnTo>
                <a:lnTo>
                  <a:pt x="691478" y="1438188"/>
                </a:lnTo>
                <a:lnTo>
                  <a:pt x="687963" y="1432602"/>
                </a:lnTo>
                <a:lnTo>
                  <a:pt x="685230" y="1427015"/>
                </a:lnTo>
                <a:lnTo>
                  <a:pt x="682497" y="1421029"/>
                </a:lnTo>
                <a:lnTo>
                  <a:pt x="680544" y="1415044"/>
                </a:lnTo>
                <a:lnTo>
                  <a:pt x="678982" y="1409058"/>
                </a:lnTo>
                <a:lnTo>
                  <a:pt x="676249" y="1399082"/>
                </a:lnTo>
                <a:lnTo>
                  <a:pt x="675078" y="1392298"/>
                </a:lnTo>
                <a:lnTo>
                  <a:pt x="674687" y="1389106"/>
                </a:lnTo>
                <a:lnTo>
                  <a:pt x="674687" y="1388707"/>
                </a:lnTo>
                <a:lnTo>
                  <a:pt x="675078" y="1388308"/>
                </a:lnTo>
                <a:lnTo>
                  <a:pt x="676249" y="1387909"/>
                </a:lnTo>
                <a:lnTo>
                  <a:pt x="679373" y="1387111"/>
                </a:lnTo>
                <a:lnTo>
                  <a:pt x="683278" y="1385913"/>
                </a:lnTo>
                <a:lnTo>
                  <a:pt x="689525" y="1384716"/>
                </a:lnTo>
                <a:lnTo>
                  <a:pt x="698897" y="1383120"/>
                </a:lnTo>
                <a:lnTo>
                  <a:pt x="715297" y="1381524"/>
                </a:lnTo>
                <a:lnTo>
                  <a:pt x="725449" y="1381125"/>
                </a:lnTo>
                <a:close/>
                <a:moveTo>
                  <a:pt x="1433588" y="1247775"/>
                </a:moveTo>
                <a:lnTo>
                  <a:pt x="1439124" y="1247775"/>
                </a:lnTo>
                <a:lnTo>
                  <a:pt x="1444264" y="1248175"/>
                </a:lnTo>
                <a:lnTo>
                  <a:pt x="1448614" y="1248976"/>
                </a:lnTo>
                <a:lnTo>
                  <a:pt x="1451382" y="1249776"/>
                </a:lnTo>
                <a:lnTo>
                  <a:pt x="1453359" y="1250977"/>
                </a:lnTo>
                <a:lnTo>
                  <a:pt x="1454150" y="1252178"/>
                </a:lnTo>
                <a:lnTo>
                  <a:pt x="1454150" y="1253779"/>
                </a:lnTo>
                <a:lnTo>
                  <a:pt x="1453359" y="1255380"/>
                </a:lnTo>
                <a:lnTo>
                  <a:pt x="1452173" y="1256981"/>
                </a:lnTo>
                <a:lnTo>
                  <a:pt x="1450196" y="1258582"/>
                </a:lnTo>
                <a:lnTo>
                  <a:pt x="1447428" y="1260183"/>
                </a:lnTo>
                <a:lnTo>
                  <a:pt x="1441892" y="1262985"/>
                </a:lnTo>
                <a:lnTo>
                  <a:pt x="1435565" y="1264986"/>
                </a:lnTo>
                <a:lnTo>
                  <a:pt x="1432402" y="1265387"/>
                </a:lnTo>
                <a:lnTo>
                  <a:pt x="1429634" y="1265787"/>
                </a:lnTo>
                <a:lnTo>
                  <a:pt x="1427261" y="1265787"/>
                </a:lnTo>
                <a:lnTo>
                  <a:pt x="1425284" y="1265387"/>
                </a:lnTo>
                <a:lnTo>
                  <a:pt x="1423703" y="1264986"/>
                </a:lnTo>
                <a:lnTo>
                  <a:pt x="1422516" y="1264586"/>
                </a:lnTo>
                <a:lnTo>
                  <a:pt x="1420539" y="1264586"/>
                </a:lnTo>
                <a:lnTo>
                  <a:pt x="1419353" y="1264986"/>
                </a:lnTo>
                <a:lnTo>
                  <a:pt x="1418562" y="1265787"/>
                </a:lnTo>
                <a:lnTo>
                  <a:pt x="1417376" y="1266588"/>
                </a:lnTo>
                <a:lnTo>
                  <a:pt x="1416980" y="1267388"/>
                </a:lnTo>
                <a:lnTo>
                  <a:pt x="1416585" y="1268589"/>
                </a:lnTo>
                <a:lnTo>
                  <a:pt x="1416190" y="1269790"/>
                </a:lnTo>
                <a:lnTo>
                  <a:pt x="1416585" y="1270990"/>
                </a:lnTo>
                <a:lnTo>
                  <a:pt x="1416585" y="1272191"/>
                </a:lnTo>
                <a:lnTo>
                  <a:pt x="1417376" y="1273392"/>
                </a:lnTo>
                <a:lnTo>
                  <a:pt x="1418562" y="1274993"/>
                </a:lnTo>
                <a:lnTo>
                  <a:pt x="1419748" y="1276194"/>
                </a:lnTo>
                <a:lnTo>
                  <a:pt x="1422121" y="1277395"/>
                </a:lnTo>
                <a:lnTo>
                  <a:pt x="1424098" y="1278596"/>
                </a:lnTo>
                <a:lnTo>
                  <a:pt x="1428843" y="1280597"/>
                </a:lnTo>
                <a:lnTo>
                  <a:pt x="1430820" y="1282198"/>
                </a:lnTo>
                <a:lnTo>
                  <a:pt x="1432402" y="1283799"/>
                </a:lnTo>
                <a:lnTo>
                  <a:pt x="1433588" y="1285000"/>
                </a:lnTo>
                <a:lnTo>
                  <a:pt x="1435170" y="1287001"/>
                </a:lnTo>
                <a:lnTo>
                  <a:pt x="1436356" y="1289003"/>
                </a:lnTo>
                <a:lnTo>
                  <a:pt x="1436751" y="1291404"/>
                </a:lnTo>
                <a:lnTo>
                  <a:pt x="1437542" y="1293406"/>
                </a:lnTo>
                <a:lnTo>
                  <a:pt x="1437542" y="1296608"/>
                </a:lnTo>
                <a:lnTo>
                  <a:pt x="1437542" y="1299009"/>
                </a:lnTo>
                <a:lnTo>
                  <a:pt x="1437147" y="1302612"/>
                </a:lnTo>
                <a:lnTo>
                  <a:pt x="1436356" y="1305414"/>
                </a:lnTo>
                <a:lnTo>
                  <a:pt x="1435170" y="1309416"/>
                </a:lnTo>
                <a:lnTo>
                  <a:pt x="1431611" y="1317422"/>
                </a:lnTo>
                <a:lnTo>
                  <a:pt x="1430029" y="1320624"/>
                </a:lnTo>
                <a:lnTo>
                  <a:pt x="1428052" y="1323826"/>
                </a:lnTo>
                <a:lnTo>
                  <a:pt x="1425680" y="1326628"/>
                </a:lnTo>
                <a:lnTo>
                  <a:pt x="1423307" y="1328629"/>
                </a:lnTo>
                <a:lnTo>
                  <a:pt x="1420539" y="1331431"/>
                </a:lnTo>
                <a:lnTo>
                  <a:pt x="1417771" y="1333032"/>
                </a:lnTo>
                <a:lnTo>
                  <a:pt x="1414608" y="1334633"/>
                </a:lnTo>
                <a:lnTo>
                  <a:pt x="1411445" y="1336635"/>
                </a:lnTo>
                <a:lnTo>
                  <a:pt x="1404722" y="1338636"/>
                </a:lnTo>
                <a:lnTo>
                  <a:pt x="1397605" y="1340237"/>
                </a:lnTo>
                <a:lnTo>
                  <a:pt x="1390487" y="1341038"/>
                </a:lnTo>
                <a:lnTo>
                  <a:pt x="1383370" y="1341438"/>
                </a:lnTo>
                <a:lnTo>
                  <a:pt x="1376252" y="1341438"/>
                </a:lnTo>
                <a:lnTo>
                  <a:pt x="1369530" y="1341038"/>
                </a:lnTo>
                <a:lnTo>
                  <a:pt x="1358063" y="1339437"/>
                </a:lnTo>
                <a:lnTo>
                  <a:pt x="1350154" y="1338236"/>
                </a:lnTo>
                <a:lnTo>
                  <a:pt x="1347386" y="1337435"/>
                </a:lnTo>
                <a:lnTo>
                  <a:pt x="1347386" y="1337835"/>
                </a:lnTo>
                <a:lnTo>
                  <a:pt x="1346991" y="1337435"/>
                </a:lnTo>
                <a:lnTo>
                  <a:pt x="1346200" y="1337035"/>
                </a:lnTo>
                <a:lnTo>
                  <a:pt x="1346200" y="1334633"/>
                </a:lnTo>
                <a:lnTo>
                  <a:pt x="1346991" y="1331831"/>
                </a:lnTo>
                <a:lnTo>
                  <a:pt x="1347782" y="1326228"/>
                </a:lnTo>
                <a:lnTo>
                  <a:pt x="1349363" y="1318623"/>
                </a:lnTo>
                <a:lnTo>
                  <a:pt x="1351736" y="1307415"/>
                </a:lnTo>
                <a:lnTo>
                  <a:pt x="1355295" y="1296608"/>
                </a:lnTo>
                <a:lnTo>
                  <a:pt x="1357667" y="1287402"/>
                </a:lnTo>
                <a:lnTo>
                  <a:pt x="1361621" y="1275794"/>
                </a:lnTo>
                <a:lnTo>
                  <a:pt x="1363994" y="1270190"/>
                </a:lnTo>
                <a:lnTo>
                  <a:pt x="1364785" y="1268589"/>
                </a:lnTo>
                <a:lnTo>
                  <a:pt x="1366762" y="1265787"/>
                </a:lnTo>
                <a:lnTo>
                  <a:pt x="1369925" y="1262985"/>
                </a:lnTo>
                <a:lnTo>
                  <a:pt x="1373484" y="1260183"/>
                </a:lnTo>
                <a:lnTo>
                  <a:pt x="1378229" y="1258182"/>
                </a:lnTo>
                <a:lnTo>
                  <a:pt x="1383765" y="1256181"/>
                </a:lnTo>
                <a:lnTo>
                  <a:pt x="1389301" y="1253779"/>
                </a:lnTo>
                <a:lnTo>
                  <a:pt x="1395628" y="1252578"/>
                </a:lnTo>
                <a:lnTo>
                  <a:pt x="1401954" y="1250977"/>
                </a:lnTo>
                <a:lnTo>
                  <a:pt x="1415399" y="1248976"/>
                </a:lnTo>
                <a:lnTo>
                  <a:pt x="1428052" y="1248175"/>
                </a:lnTo>
                <a:lnTo>
                  <a:pt x="1433588" y="1247775"/>
                </a:lnTo>
                <a:close/>
                <a:moveTo>
                  <a:pt x="1155700" y="965200"/>
                </a:moveTo>
                <a:lnTo>
                  <a:pt x="1161653" y="965597"/>
                </a:lnTo>
                <a:lnTo>
                  <a:pt x="1167209" y="966787"/>
                </a:lnTo>
                <a:lnTo>
                  <a:pt x="1172766" y="968770"/>
                </a:lnTo>
                <a:lnTo>
                  <a:pt x="1177925" y="971944"/>
                </a:lnTo>
                <a:lnTo>
                  <a:pt x="1182687" y="975514"/>
                </a:lnTo>
                <a:lnTo>
                  <a:pt x="1187450" y="980274"/>
                </a:lnTo>
                <a:lnTo>
                  <a:pt x="1192213" y="985431"/>
                </a:lnTo>
                <a:lnTo>
                  <a:pt x="1196181" y="991381"/>
                </a:lnTo>
                <a:lnTo>
                  <a:pt x="1200150" y="998125"/>
                </a:lnTo>
                <a:lnTo>
                  <a:pt x="1204119" y="1005265"/>
                </a:lnTo>
                <a:lnTo>
                  <a:pt x="1207691" y="1012802"/>
                </a:lnTo>
                <a:lnTo>
                  <a:pt x="1211659" y="1021133"/>
                </a:lnTo>
                <a:lnTo>
                  <a:pt x="1214437" y="1029860"/>
                </a:lnTo>
                <a:lnTo>
                  <a:pt x="1217613" y="1038984"/>
                </a:lnTo>
                <a:lnTo>
                  <a:pt x="1220787" y="1048504"/>
                </a:lnTo>
                <a:lnTo>
                  <a:pt x="1225947" y="1068338"/>
                </a:lnTo>
                <a:lnTo>
                  <a:pt x="1230313" y="1089363"/>
                </a:lnTo>
                <a:lnTo>
                  <a:pt x="1234678" y="1111180"/>
                </a:lnTo>
                <a:lnTo>
                  <a:pt x="1237853" y="1133792"/>
                </a:lnTo>
                <a:lnTo>
                  <a:pt x="1241028" y="1155609"/>
                </a:lnTo>
                <a:lnTo>
                  <a:pt x="1243013" y="1177824"/>
                </a:lnTo>
                <a:lnTo>
                  <a:pt x="1245394" y="1198848"/>
                </a:lnTo>
                <a:lnTo>
                  <a:pt x="1246981" y="1219476"/>
                </a:lnTo>
                <a:lnTo>
                  <a:pt x="1246187" y="1186551"/>
                </a:lnTo>
                <a:lnTo>
                  <a:pt x="1342231" y="1244467"/>
                </a:lnTo>
                <a:lnTo>
                  <a:pt x="1323181" y="1340465"/>
                </a:lnTo>
                <a:lnTo>
                  <a:pt x="1248966" y="1309524"/>
                </a:lnTo>
                <a:lnTo>
                  <a:pt x="1245394" y="1284929"/>
                </a:lnTo>
                <a:lnTo>
                  <a:pt x="1239441" y="1242087"/>
                </a:lnTo>
                <a:lnTo>
                  <a:pt x="1231106" y="1373787"/>
                </a:lnTo>
                <a:lnTo>
                  <a:pt x="1230709" y="1379737"/>
                </a:lnTo>
                <a:lnTo>
                  <a:pt x="1230313" y="1386084"/>
                </a:lnTo>
                <a:lnTo>
                  <a:pt x="1230709" y="1392431"/>
                </a:lnTo>
                <a:lnTo>
                  <a:pt x="1232297" y="1399968"/>
                </a:lnTo>
                <a:lnTo>
                  <a:pt x="1234281" y="1407902"/>
                </a:lnTo>
                <a:lnTo>
                  <a:pt x="1237059" y="1417422"/>
                </a:lnTo>
                <a:lnTo>
                  <a:pt x="1241822" y="1428133"/>
                </a:lnTo>
                <a:lnTo>
                  <a:pt x="1247775" y="1440430"/>
                </a:lnTo>
                <a:lnTo>
                  <a:pt x="1231106" y="1440430"/>
                </a:lnTo>
                <a:lnTo>
                  <a:pt x="1242219" y="1446380"/>
                </a:lnTo>
                <a:lnTo>
                  <a:pt x="1256109" y="1453124"/>
                </a:lnTo>
                <a:lnTo>
                  <a:pt x="1287066" y="1467405"/>
                </a:lnTo>
                <a:lnTo>
                  <a:pt x="1313259" y="1479305"/>
                </a:lnTo>
                <a:lnTo>
                  <a:pt x="1323975" y="1483669"/>
                </a:lnTo>
                <a:lnTo>
                  <a:pt x="1501775" y="1720491"/>
                </a:lnTo>
                <a:lnTo>
                  <a:pt x="1401763" y="1798638"/>
                </a:lnTo>
                <a:lnTo>
                  <a:pt x="1210469" y="1576494"/>
                </a:lnTo>
                <a:lnTo>
                  <a:pt x="1080294" y="1561816"/>
                </a:lnTo>
                <a:lnTo>
                  <a:pt x="1080294" y="1563800"/>
                </a:lnTo>
                <a:lnTo>
                  <a:pt x="1080294" y="1567370"/>
                </a:lnTo>
                <a:lnTo>
                  <a:pt x="1079500" y="1575700"/>
                </a:lnTo>
                <a:lnTo>
                  <a:pt x="1077516" y="1587601"/>
                </a:lnTo>
                <a:lnTo>
                  <a:pt x="1074341" y="1601088"/>
                </a:lnTo>
                <a:lnTo>
                  <a:pt x="1066403" y="1633220"/>
                </a:lnTo>
                <a:lnTo>
                  <a:pt x="1056878" y="1669318"/>
                </a:lnTo>
                <a:lnTo>
                  <a:pt x="1046956" y="1703830"/>
                </a:lnTo>
                <a:lnTo>
                  <a:pt x="1038622" y="1733582"/>
                </a:lnTo>
                <a:lnTo>
                  <a:pt x="1030288" y="1762540"/>
                </a:lnTo>
                <a:lnTo>
                  <a:pt x="802481" y="1785548"/>
                </a:lnTo>
                <a:lnTo>
                  <a:pt x="770731" y="1731201"/>
                </a:lnTo>
                <a:lnTo>
                  <a:pt x="904081" y="1706210"/>
                </a:lnTo>
                <a:lnTo>
                  <a:pt x="903685" y="1489619"/>
                </a:lnTo>
                <a:lnTo>
                  <a:pt x="871935" y="1482479"/>
                </a:lnTo>
                <a:lnTo>
                  <a:pt x="869950" y="1471768"/>
                </a:lnTo>
                <a:lnTo>
                  <a:pt x="867966" y="1461851"/>
                </a:lnTo>
                <a:lnTo>
                  <a:pt x="866378" y="1453124"/>
                </a:lnTo>
                <a:lnTo>
                  <a:pt x="864791" y="1445190"/>
                </a:lnTo>
                <a:lnTo>
                  <a:pt x="863600" y="1428926"/>
                </a:lnTo>
                <a:lnTo>
                  <a:pt x="862806" y="1413455"/>
                </a:lnTo>
                <a:lnTo>
                  <a:pt x="862013" y="1373787"/>
                </a:lnTo>
                <a:lnTo>
                  <a:pt x="860822" y="1346812"/>
                </a:lnTo>
                <a:lnTo>
                  <a:pt x="858044" y="1312697"/>
                </a:lnTo>
                <a:lnTo>
                  <a:pt x="854472" y="1175444"/>
                </a:lnTo>
                <a:lnTo>
                  <a:pt x="843756" y="1181791"/>
                </a:lnTo>
                <a:lnTo>
                  <a:pt x="818753" y="1197658"/>
                </a:lnTo>
                <a:lnTo>
                  <a:pt x="802878" y="1208369"/>
                </a:lnTo>
                <a:lnTo>
                  <a:pt x="786606" y="1219476"/>
                </a:lnTo>
                <a:lnTo>
                  <a:pt x="770731" y="1230980"/>
                </a:lnTo>
                <a:lnTo>
                  <a:pt x="756841" y="1242087"/>
                </a:lnTo>
                <a:lnTo>
                  <a:pt x="754460" y="1250021"/>
                </a:lnTo>
                <a:lnTo>
                  <a:pt x="752872" y="1258351"/>
                </a:lnTo>
                <a:lnTo>
                  <a:pt x="752078" y="1266681"/>
                </a:lnTo>
                <a:lnTo>
                  <a:pt x="751285" y="1275805"/>
                </a:lnTo>
                <a:lnTo>
                  <a:pt x="751285" y="1284532"/>
                </a:lnTo>
                <a:lnTo>
                  <a:pt x="751681" y="1292863"/>
                </a:lnTo>
                <a:lnTo>
                  <a:pt x="752078" y="1301590"/>
                </a:lnTo>
                <a:lnTo>
                  <a:pt x="752872" y="1310317"/>
                </a:lnTo>
                <a:lnTo>
                  <a:pt x="754856" y="1325788"/>
                </a:lnTo>
                <a:lnTo>
                  <a:pt x="756444" y="1339275"/>
                </a:lnTo>
                <a:lnTo>
                  <a:pt x="758031" y="1350382"/>
                </a:lnTo>
                <a:lnTo>
                  <a:pt x="758031" y="1354349"/>
                </a:lnTo>
                <a:lnTo>
                  <a:pt x="756841" y="1357523"/>
                </a:lnTo>
                <a:lnTo>
                  <a:pt x="727869" y="1355539"/>
                </a:lnTo>
                <a:lnTo>
                  <a:pt x="715566" y="1354746"/>
                </a:lnTo>
                <a:lnTo>
                  <a:pt x="709613" y="1354746"/>
                </a:lnTo>
                <a:lnTo>
                  <a:pt x="704453" y="1355143"/>
                </a:lnTo>
                <a:lnTo>
                  <a:pt x="698897" y="1355539"/>
                </a:lnTo>
                <a:lnTo>
                  <a:pt x="693341" y="1356729"/>
                </a:lnTo>
                <a:lnTo>
                  <a:pt x="687785" y="1357919"/>
                </a:lnTo>
                <a:lnTo>
                  <a:pt x="682228" y="1359903"/>
                </a:lnTo>
                <a:lnTo>
                  <a:pt x="677069" y="1361886"/>
                </a:lnTo>
                <a:lnTo>
                  <a:pt x="671116" y="1364663"/>
                </a:lnTo>
                <a:lnTo>
                  <a:pt x="664766" y="1367836"/>
                </a:lnTo>
                <a:lnTo>
                  <a:pt x="658416" y="1372200"/>
                </a:lnTo>
                <a:lnTo>
                  <a:pt x="657225" y="1367043"/>
                </a:lnTo>
                <a:lnTo>
                  <a:pt x="655241" y="1361093"/>
                </a:lnTo>
                <a:lnTo>
                  <a:pt x="654050" y="1355143"/>
                </a:lnTo>
                <a:lnTo>
                  <a:pt x="653256" y="1348399"/>
                </a:lnTo>
                <a:lnTo>
                  <a:pt x="651669" y="1333325"/>
                </a:lnTo>
                <a:lnTo>
                  <a:pt x="650875" y="1316267"/>
                </a:lnTo>
                <a:lnTo>
                  <a:pt x="650875" y="1296830"/>
                </a:lnTo>
                <a:lnTo>
                  <a:pt x="651272" y="1274615"/>
                </a:lnTo>
                <a:lnTo>
                  <a:pt x="652066" y="1251211"/>
                </a:lnTo>
                <a:lnTo>
                  <a:pt x="653653" y="1225029"/>
                </a:lnTo>
                <a:lnTo>
                  <a:pt x="660797" y="1208369"/>
                </a:lnTo>
                <a:lnTo>
                  <a:pt x="667147" y="1194881"/>
                </a:lnTo>
                <a:lnTo>
                  <a:pt x="670322" y="1188931"/>
                </a:lnTo>
                <a:lnTo>
                  <a:pt x="673497" y="1183774"/>
                </a:lnTo>
                <a:lnTo>
                  <a:pt x="680244" y="1174254"/>
                </a:lnTo>
                <a:lnTo>
                  <a:pt x="687388" y="1164733"/>
                </a:lnTo>
                <a:lnTo>
                  <a:pt x="696119" y="1155213"/>
                </a:lnTo>
                <a:lnTo>
                  <a:pt x="706438" y="1143312"/>
                </a:lnTo>
                <a:lnTo>
                  <a:pt x="718741" y="1129031"/>
                </a:lnTo>
                <a:lnTo>
                  <a:pt x="738585" y="1108007"/>
                </a:lnTo>
                <a:lnTo>
                  <a:pt x="756047" y="1088966"/>
                </a:lnTo>
                <a:lnTo>
                  <a:pt x="785416" y="1057231"/>
                </a:lnTo>
                <a:lnTo>
                  <a:pt x="797719" y="1043744"/>
                </a:lnTo>
                <a:lnTo>
                  <a:pt x="809228" y="1032240"/>
                </a:lnTo>
                <a:lnTo>
                  <a:pt x="820738" y="1021926"/>
                </a:lnTo>
                <a:lnTo>
                  <a:pt x="831056" y="1012802"/>
                </a:lnTo>
                <a:lnTo>
                  <a:pt x="836613" y="1008439"/>
                </a:lnTo>
                <a:lnTo>
                  <a:pt x="842169" y="1004869"/>
                </a:lnTo>
                <a:lnTo>
                  <a:pt x="848122" y="1000902"/>
                </a:lnTo>
                <a:lnTo>
                  <a:pt x="854075" y="997331"/>
                </a:lnTo>
                <a:lnTo>
                  <a:pt x="860028" y="994555"/>
                </a:lnTo>
                <a:lnTo>
                  <a:pt x="866378" y="991381"/>
                </a:lnTo>
                <a:lnTo>
                  <a:pt x="873125" y="988208"/>
                </a:lnTo>
                <a:lnTo>
                  <a:pt x="880269" y="985828"/>
                </a:lnTo>
                <a:lnTo>
                  <a:pt x="895350" y="980274"/>
                </a:lnTo>
                <a:lnTo>
                  <a:pt x="912416" y="975117"/>
                </a:lnTo>
                <a:lnTo>
                  <a:pt x="932260" y="970753"/>
                </a:lnTo>
                <a:lnTo>
                  <a:pt x="954881" y="965597"/>
                </a:lnTo>
                <a:lnTo>
                  <a:pt x="963613" y="965993"/>
                </a:lnTo>
                <a:lnTo>
                  <a:pt x="979488" y="966787"/>
                </a:lnTo>
                <a:lnTo>
                  <a:pt x="1004491" y="968373"/>
                </a:lnTo>
                <a:lnTo>
                  <a:pt x="1089819" y="1240103"/>
                </a:lnTo>
                <a:lnTo>
                  <a:pt x="1081484" y="1159179"/>
                </a:lnTo>
                <a:lnTo>
                  <a:pt x="1077516" y="1013199"/>
                </a:lnTo>
                <a:lnTo>
                  <a:pt x="1071959" y="999315"/>
                </a:lnTo>
                <a:lnTo>
                  <a:pt x="1083072" y="980671"/>
                </a:lnTo>
                <a:lnTo>
                  <a:pt x="1107281" y="980671"/>
                </a:lnTo>
                <a:lnTo>
                  <a:pt x="1117600" y="999315"/>
                </a:lnTo>
                <a:lnTo>
                  <a:pt x="1112837" y="1015579"/>
                </a:lnTo>
                <a:lnTo>
                  <a:pt x="1142206" y="1228203"/>
                </a:lnTo>
                <a:lnTo>
                  <a:pt x="1137841" y="971944"/>
                </a:lnTo>
                <a:lnTo>
                  <a:pt x="1146572" y="967580"/>
                </a:lnTo>
                <a:lnTo>
                  <a:pt x="1148953" y="966390"/>
                </a:lnTo>
                <a:lnTo>
                  <a:pt x="1149350" y="965597"/>
                </a:lnTo>
                <a:lnTo>
                  <a:pt x="1155700" y="965200"/>
                </a:lnTo>
                <a:close/>
                <a:moveTo>
                  <a:pt x="931148" y="736601"/>
                </a:moveTo>
                <a:lnTo>
                  <a:pt x="929554" y="751285"/>
                </a:lnTo>
                <a:lnTo>
                  <a:pt x="928757" y="762794"/>
                </a:lnTo>
                <a:lnTo>
                  <a:pt x="929155" y="762794"/>
                </a:lnTo>
                <a:lnTo>
                  <a:pt x="929554" y="751285"/>
                </a:lnTo>
                <a:lnTo>
                  <a:pt x="930351" y="746126"/>
                </a:lnTo>
                <a:lnTo>
                  <a:pt x="931148" y="741363"/>
                </a:lnTo>
                <a:lnTo>
                  <a:pt x="931148" y="736601"/>
                </a:lnTo>
                <a:close/>
                <a:moveTo>
                  <a:pt x="949086" y="679054"/>
                </a:moveTo>
                <a:lnTo>
                  <a:pt x="948289" y="679847"/>
                </a:lnTo>
                <a:lnTo>
                  <a:pt x="945499" y="681435"/>
                </a:lnTo>
                <a:lnTo>
                  <a:pt x="943904" y="683419"/>
                </a:lnTo>
                <a:lnTo>
                  <a:pt x="941911" y="686991"/>
                </a:lnTo>
                <a:lnTo>
                  <a:pt x="945897" y="682625"/>
                </a:lnTo>
                <a:lnTo>
                  <a:pt x="948289" y="681038"/>
                </a:lnTo>
                <a:lnTo>
                  <a:pt x="950282" y="679054"/>
                </a:lnTo>
                <a:lnTo>
                  <a:pt x="949086" y="679054"/>
                </a:lnTo>
                <a:close/>
                <a:moveTo>
                  <a:pt x="1038375" y="620713"/>
                </a:moveTo>
                <a:lnTo>
                  <a:pt x="1049138" y="620713"/>
                </a:lnTo>
                <a:lnTo>
                  <a:pt x="1059502" y="621110"/>
                </a:lnTo>
                <a:lnTo>
                  <a:pt x="1069866" y="622300"/>
                </a:lnTo>
                <a:lnTo>
                  <a:pt x="1079432" y="623491"/>
                </a:lnTo>
                <a:lnTo>
                  <a:pt x="1088999" y="625872"/>
                </a:lnTo>
                <a:lnTo>
                  <a:pt x="1098167" y="627857"/>
                </a:lnTo>
                <a:lnTo>
                  <a:pt x="1106937" y="630238"/>
                </a:lnTo>
                <a:lnTo>
                  <a:pt x="1115307" y="633413"/>
                </a:lnTo>
                <a:lnTo>
                  <a:pt x="1123678" y="636191"/>
                </a:lnTo>
                <a:lnTo>
                  <a:pt x="1130853" y="639763"/>
                </a:lnTo>
                <a:lnTo>
                  <a:pt x="1138028" y="642938"/>
                </a:lnTo>
                <a:lnTo>
                  <a:pt x="1144805" y="646510"/>
                </a:lnTo>
                <a:lnTo>
                  <a:pt x="1156365" y="652860"/>
                </a:lnTo>
                <a:lnTo>
                  <a:pt x="1166729" y="659607"/>
                </a:lnTo>
                <a:lnTo>
                  <a:pt x="1174701" y="664766"/>
                </a:lnTo>
                <a:lnTo>
                  <a:pt x="1180680" y="669529"/>
                </a:lnTo>
                <a:lnTo>
                  <a:pt x="1185862" y="673497"/>
                </a:lnTo>
                <a:lnTo>
                  <a:pt x="1185862" y="676275"/>
                </a:lnTo>
                <a:lnTo>
                  <a:pt x="1185862" y="684213"/>
                </a:lnTo>
                <a:lnTo>
                  <a:pt x="1185065" y="688975"/>
                </a:lnTo>
                <a:lnTo>
                  <a:pt x="1183869" y="694532"/>
                </a:lnTo>
                <a:lnTo>
                  <a:pt x="1182274" y="700088"/>
                </a:lnTo>
                <a:lnTo>
                  <a:pt x="1180281" y="704850"/>
                </a:lnTo>
                <a:lnTo>
                  <a:pt x="1179086" y="707629"/>
                </a:lnTo>
                <a:lnTo>
                  <a:pt x="1177093" y="710010"/>
                </a:lnTo>
                <a:lnTo>
                  <a:pt x="1175498" y="711994"/>
                </a:lnTo>
                <a:lnTo>
                  <a:pt x="1173505" y="713979"/>
                </a:lnTo>
                <a:lnTo>
                  <a:pt x="1170715" y="715963"/>
                </a:lnTo>
                <a:lnTo>
                  <a:pt x="1168323" y="717154"/>
                </a:lnTo>
                <a:lnTo>
                  <a:pt x="1165533" y="718344"/>
                </a:lnTo>
                <a:lnTo>
                  <a:pt x="1161945" y="719138"/>
                </a:lnTo>
                <a:lnTo>
                  <a:pt x="1158756" y="719535"/>
                </a:lnTo>
                <a:lnTo>
                  <a:pt x="1154770" y="719535"/>
                </a:lnTo>
                <a:lnTo>
                  <a:pt x="1150784" y="719138"/>
                </a:lnTo>
                <a:lnTo>
                  <a:pt x="1146001" y="718344"/>
                </a:lnTo>
                <a:lnTo>
                  <a:pt x="1140819" y="717154"/>
                </a:lnTo>
                <a:lnTo>
                  <a:pt x="1135238" y="715566"/>
                </a:lnTo>
                <a:lnTo>
                  <a:pt x="1129259" y="712788"/>
                </a:lnTo>
                <a:lnTo>
                  <a:pt x="1123678" y="710010"/>
                </a:lnTo>
                <a:lnTo>
                  <a:pt x="1120091" y="708819"/>
                </a:lnTo>
                <a:lnTo>
                  <a:pt x="1114112" y="707629"/>
                </a:lnTo>
                <a:lnTo>
                  <a:pt x="1098964" y="704850"/>
                </a:lnTo>
                <a:lnTo>
                  <a:pt x="1083418" y="702072"/>
                </a:lnTo>
                <a:lnTo>
                  <a:pt x="1077439" y="700882"/>
                </a:lnTo>
                <a:lnTo>
                  <a:pt x="1073852" y="700088"/>
                </a:lnTo>
                <a:lnTo>
                  <a:pt x="1104545" y="714772"/>
                </a:lnTo>
                <a:lnTo>
                  <a:pt x="1118895" y="721122"/>
                </a:lnTo>
                <a:lnTo>
                  <a:pt x="1125671" y="723504"/>
                </a:lnTo>
                <a:lnTo>
                  <a:pt x="1132448" y="725885"/>
                </a:lnTo>
                <a:lnTo>
                  <a:pt x="1138826" y="728266"/>
                </a:lnTo>
                <a:lnTo>
                  <a:pt x="1144805" y="729457"/>
                </a:lnTo>
                <a:lnTo>
                  <a:pt x="1150784" y="730647"/>
                </a:lnTo>
                <a:lnTo>
                  <a:pt x="1155966" y="731044"/>
                </a:lnTo>
                <a:lnTo>
                  <a:pt x="1161148" y="730647"/>
                </a:lnTo>
                <a:lnTo>
                  <a:pt x="1165931" y="729457"/>
                </a:lnTo>
                <a:lnTo>
                  <a:pt x="1170316" y="727869"/>
                </a:lnTo>
                <a:lnTo>
                  <a:pt x="1174302" y="725091"/>
                </a:lnTo>
                <a:lnTo>
                  <a:pt x="1175498" y="735410"/>
                </a:lnTo>
                <a:lnTo>
                  <a:pt x="1175897" y="744935"/>
                </a:lnTo>
                <a:lnTo>
                  <a:pt x="1175498" y="753666"/>
                </a:lnTo>
                <a:lnTo>
                  <a:pt x="1175099" y="762397"/>
                </a:lnTo>
                <a:lnTo>
                  <a:pt x="1176694" y="761207"/>
                </a:lnTo>
                <a:lnTo>
                  <a:pt x="1177491" y="760413"/>
                </a:lnTo>
                <a:lnTo>
                  <a:pt x="1178687" y="760016"/>
                </a:lnTo>
                <a:lnTo>
                  <a:pt x="1179086" y="760413"/>
                </a:lnTo>
                <a:lnTo>
                  <a:pt x="1179484" y="761207"/>
                </a:lnTo>
                <a:lnTo>
                  <a:pt x="1179883" y="763985"/>
                </a:lnTo>
                <a:lnTo>
                  <a:pt x="1180281" y="767954"/>
                </a:lnTo>
                <a:lnTo>
                  <a:pt x="1180281" y="773113"/>
                </a:lnTo>
                <a:lnTo>
                  <a:pt x="1179086" y="785813"/>
                </a:lnTo>
                <a:lnTo>
                  <a:pt x="1177491" y="800498"/>
                </a:lnTo>
                <a:lnTo>
                  <a:pt x="1175498" y="814388"/>
                </a:lnTo>
                <a:lnTo>
                  <a:pt x="1173505" y="826294"/>
                </a:lnTo>
                <a:lnTo>
                  <a:pt x="1171911" y="833438"/>
                </a:lnTo>
                <a:lnTo>
                  <a:pt x="1170715" y="834629"/>
                </a:lnTo>
                <a:lnTo>
                  <a:pt x="1170316" y="834232"/>
                </a:lnTo>
                <a:lnTo>
                  <a:pt x="1169519" y="842169"/>
                </a:lnTo>
                <a:lnTo>
                  <a:pt x="1168323" y="849710"/>
                </a:lnTo>
                <a:lnTo>
                  <a:pt x="1166729" y="856854"/>
                </a:lnTo>
                <a:lnTo>
                  <a:pt x="1165134" y="863998"/>
                </a:lnTo>
                <a:lnTo>
                  <a:pt x="1162742" y="870744"/>
                </a:lnTo>
                <a:lnTo>
                  <a:pt x="1160351" y="877491"/>
                </a:lnTo>
                <a:lnTo>
                  <a:pt x="1157959" y="883841"/>
                </a:lnTo>
                <a:lnTo>
                  <a:pt x="1154770" y="890191"/>
                </a:lnTo>
                <a:lnTo>
                  <a:pt x="1151980" y="896541"/>
                </a:lnTo>
                <a:lnTo>
                  <a:pt x="1148791" y="902098"/>
                </a:lnTo>
                <a:lnTo>
                  <a:pt x="1145602" y="907654"/>
                </a:lnTo>
                <a:lnTo>
                  <a:pt x="1141616" y="913210"/>
                </a:lnTo>
                <a:lnTo>
                  <a:pt x="1138028" y="918370"/>
                </a:lnTo>
                <a:lnTo>
                  <a:pt x="1134042" y="923529"/>
                </a:lnTo>
                <a:lnTo>
                  <a:pt x="1126070" y="932260"/>
                </a:lnTo>
                <a:lnTo>
                  <a:pt x="1117699" y="940595"/>
                </a:lnTo>
                <a:lnTo>
                  <a:pt x="1108531" y="947738"/>
                </a:lnTo>
                <a:lnTo>
                  <a:pt x="1099762" y="954088"/>
                </a:lnTo>
                <a:lnTo>
                  <a:pt x="1090593" y="959248"/>
                </a:lnTo>
                <a:lnTo>
                  <a:pt x="1081027" y="963216"/>
                </a:lnTo>
                <a:lnTo>
                  <a:pt x="1077041" y="964804"/>
                </a:lnTo>
                <a:lnTo>
                  <a:pt x="1072257" y="966391"/>
                </a:lnTo>
                <a:lnTo>
                  <a:pt x="1067474" y="967185"/>
                </a:lnTo>
                <a:lnTo>
                  <a:pt x="1063488" y="967979"/>
                </a:lnTo>
                <a:lnTo>
                  <a:pt x="1059103" y="968376"/>
                </a:lnTo>
                <a:lnTo>
                  <a:pt x="1054719" y="968376"/>
                </a:lnTo>
                <a:lnTo>
                  <a:pt x="1051530" y="968376"/>
                </a:lnTo>
                <a:lnTo>
                  <a:pt x="1047543" y="967979"/>
                </a:lnTo>
                <a:lnTo>
                  <a:pt x="1043956" y="967185"/>
                </a:lnTo>
                <a:lnTo>
                  <a:pt x="1039970" y="965995"/>
                </a:lnTo>
                <a:lnTo>
                  <a:pt x="1031998" y="962820"/>
                </a:lnTo>
                <a:lnTo>
                  <a:pt x="1023627" y="958851"/>
                </a:lnTo>
                <a:lnTo>
                  <a:pt x="1014857" y="953295"/>
                </a:lnTo>
                <a:lnTo>
                  <a:pt x="1006088" y="947341"/>
                </a:lnTo>
                <a:lnTo>
                  <a:pt x="997318" y="939801"/>
                </a:lnTo>
                <a:lnTo>
                  <a:pt x="988549" y="931863"/>
                </a:lnTo>
                <a:lnTo>
                  <a:pt x="979779" y="922338"/>
                </a:lnTo>
                <a:lnTo>
                  <a:pt x="971807" y="912813"/>
                </a:lnTo>
                <a:lnTo>
                  <a:pt x="963835" y="902098"/>
                </a:lnTo>
                <a:lnTo>
                  <a:pt x="956660" y="890985"/>
                </a:lnTo>
                <a:lnTo>
                  <a:pt x="949883" y="878682"/>
                </a:lnTo>
                <a:lnTo>
                  <a:pt x="943904" y="865982"/>
                </a:lnTo>
                <a:lnTo>
                  <a:pt x="941512" y="859632"/>
                </a:lnTo>
                <a:lnTo>
                  <a:pt x="938722" y="852885"/>
                </a:lnTo>
                <a:lnTo>
                  <a:pt x="936729" y="846138"/>
                </a:lnTo>
                <a:lnTo>
                  <a:pt x="934736" y="839391"/>
                </a:lnTo>
                <a:lnTo>
                  <a:pt x="933540" y="843757"/>
                </a:lnTo>
                <a:lnTo>
                  <a:pt x="931547" y="847329"/>
                </a:lnTo>
                <a:lnTo>
                  <a:pt x="929554" y="849710"/>
                </a:lnTo>
                <a:lnTo>
                  <a:pt x="928757" y="850107"/>
                </a:lnTo>
                <a:lnTo>
                  <a:pt x="927960" y="850504"/>
                </a:lnTo>
                <a:lnTo>
                  <a:pt x="926764" y="850107"/>
                </a:lnTo>
                <a:lnTo>
                  <a:pt x="925568" y="849710"/>
                </a:lnTo>
                <a:lnTo>
                  <a:pt x="924372" y="848123"/>
                </a:lnTo>
                <a:lnTo>
                  <a:pt x="923575" y="846535"/>
                </a:lnTo>
                <a:lnTo>
                  <a:pt x="921582" y="842963"/>
                </a:lnTo>
                <a:lnTo>
                  <a:pt x="920386" y="837407"/>
                </a:lnTo>
                <a:lnTo>
                  <a:pt x="918791" y="831057"/>
                </a:lnTo>
                <a:lnTo>
                  <a:pt x="917596" y="823516"/>
                </a:lnTo>
                <a:lnTo>
                  <a:pt x="917197" y="815182"/>
                </a:lnTo>
                <a:lnTo>
                  <a:pt x="916798" y="806054"/>
                </a:lnTo>
                <a:lnTo>
                  <a:pt x="917197" y="798116"/>
                </a:lnTo>
                <a:lnTo>
                  <a:pt x="917596" y="790576"/>
                </a:lnTo>
                <a:lnTo>
                  <a:pt x="918393" y="783829"/>
                </a:lnTo>
                <a:lnTo>
                  <a:pt x="919987" y="777479"/>
                </a:lnTo>
                <a:lnTo>
                  <a:pt x="921183" y="772319"/>
                </a:lnTo>
                <a:lnTo>
                  <a:pt x="922379" y="767954"/>
                </a:lnTo>
                <a:lnTo>
                  <a:pt x="924372" y="764779"/>
                </a:lnTo>
                <a:lnTo>
                  <a:pt x="925169" y="763588"/>
                </a:lnTo>
                <a:lnTo>
                  <a:pt x="926365" y="763191"/>
                </a:lnTo>
                <a:lnTo>
                  <a:pt x="923176" y="759619"/>
                </a:lnTo>
                <a:lnTo>
                  <a:pt x="920785" y="756444"/>
                </a:lnTo>
                <a:lnTo>
                  <a:pt x="918393" y="752476"/>
                </a:lnTo>
                <a:lnTo>
                  <a:pt x="916798" y="748507"/>
                </a:lnTo>
                <a:lnTo>
                  <a:pt x="915204" y="744538"/>
                </a:lnTo>
                <a:lnTo>
                  <a:pt x="914407" y="739776"/>
                </a:lnTo>
                <a:lnTo>
                  <a:pt x="913609" y="735807"/>
                </a:lnTo>
                <a:lnTo>
                  <a:pt x="913211" y="731044"/>
                </a:lnTo>
                <a:lnTo>
                  <a:pt x="912812" y="727076"/>
                </a:lnTo>
                <a:lnTo>
                  <a:pt x="912812" y="721916"/>
                </a:lnTo>
                <a:lnTo>
                  <a:pt x="913609" y="712391"/>
                </a:lnTo>
                <a:lnTo>
                  <a:pt x="915204" y="703263"/>
                </a:lnTo>
                <a:lnTo>
                  <a:pt x="917197" y="694135"/>
                </a:lnTo>
                <a:lnTo>
                  <a:pt x="920386" y="685007"/>
                </a:lnTo>
                <a:lnTo>
                  <a:pt x="923575" y="676672"/>
                </a:lnTo>
                <a:lnTo>
                  <a:pt x="927162" y="668735"/>
                </a:lnTo>
                <a:lnTo>
                  <a:pt x="930750" y="661988"/>
                </a:lnTo>
                <a:lnTo>
                  <a:pt x="934337" y="656035"/>
                </a:lnTo>
                <a:lnTo>
                  <a:pt x="937526" y="651272"/>
                </a:lnTo>
                <a:lnTo>
                  <a:pt x="940715" y="647700"/>
                </a:lnTo>
                <a:lnTo>
                  <a:pt x="943107" y="646113"/>
                </a:lnTo>
                <a:lnTo>
                  <a:pt x="955862" y="639763"/>
                </a:lnTo>
                <a:lnTo>
                  <a:pt x="968219" y="634604"/>
                </a:lnTo>
                <a:lnTo>
                  <a:pt x="980178" y="630238"/>
                </a:lnTo>
                <a:lnTo>
                  <a:pt x="992535" y="627063"/>
                </a:lnTo>
                <a:lnTo>
                  <a:pt x="1004493" y="624285"/>
                </a:lnTo>
                <a:lnTo>
                  <a:pt x="1016053" y="622300"/>
                </a:lnTo>
                <a:lnTo>
                  <a:pt x="1027214" y="621110"/>
                </a:lnTo>
                <a:lnTo>
                  <a:pt x="1038375" y="620713"/>
                </a:lnTo>
                <a:close/>
                <a:moveTo>
                  <a:pt x="1043186" y="515586"/>
                </a:moveTo>
                <a:lnTo>
                  <a:pt x="1022934" y="515983"/>
                </a:lnTo>
                <a:lnTo>
                  <a:pt x="1002682" y="516777"/>
                </a:lnTo>
                <a:lnTo>
                  <a:pt x="982827" y="518364"/>
                </a:lnTo>
                <a:lnTo>
                  <a:pt x="962972" y="519952"/>
                </a:lnTo>
                <a:lnTo>
                  <a:pt x="943514" y="521937"/>
                </a:lnTo>
                <a:lnTo>
                  <a:pt x="924056" y="525113"/>
                </a:lnTo>
                <a:lnTo>
                  <a:pt x="904598" y="527891"/>
                </a:lnTo>
                <a:lnTo>
                  <a:pt x="885140" y="531861"/>
                </a:lnTo>
                <a:lnTo>
                  <a:pt x="866476" y="535830"/>
                </a:lnTo>
                <a:lnTo>
                  <a:pt x="847812" y="540594"/>
                </a:lnTo>
                <a:lnTo>
                  <a:pt x="829148" y="545754"/>
                </a:lnTo>
                <a:lnTo>
                  <a:pt x="810485" y="550914"/>
                </a:lnTo>
                <a:lnTo>
                  <a:pt x="792218" y="556869"/>
                </a:lnTo>
                <a:lnTo>
                  <a:pt x="774348" y="563220"/>
                </a:lnTo>
                <a:lnTo>
                  <a:pt x="756082" y="569968"/>
                </a:lnTo>
                <a:lnTo>
                  <a:pt x="738609" y="577113"/>
                </a:lnTo>
                <a:lnTo>
                  <a:pt x="721137" y="585449"/>
                </a:lnTo>
                <a:lnTo>
                  <a:pt x="704061" y="593388"/>
                </a:lnTo>
                <a:lnTo>
                  <a:pt x="686986" y="601724"/>
                </a:lnTo>
                <a:lnTo>
                  <a:pt x="670308" y="610457"/>
                </a:lnTo>
                <a:lnTo>
                  <a:pt x="653630" y="619587"/>
                </a:lnTo>
                <a:lnTo>
                  <a:pt x="637745" y="629114"/>
                </a:lnTo>
                <a:lnTo>
                  <a:pt x="621861" y="639037"/>
                </a:lnTo>
                <a:lnTo>
                  <a:pt x="605977" y="649755"/>
                </a:lnTo>
                <a:lnTo>
                  <a:pt x="590490" y="660473"/>
                </a:lnTo>
                <a:lnTo>
                  <a:pt x="575400" y="671190"/>
                </a:lnTo>
                <a:lnTo>
                  <a:pt x="559913" y="682702"/>
                </a:lnTo>
                <a:lnTo>
                  <a:pt x="545617" y="694610"/>
                </a:lnTo>
                <a:lnTo>
                  <a:pt x="531322" y="706519"/>
                </a:lnTo>
                <a:lnTo>
                  <a:pt x="517026" y="719221"/>
                </a:lnTo>
                <a:lnTo>
                  <a:pt x="503525" y="731924"/>
                </a:lnTo>
                <a:lnTo>
                  <a:pt x="490023" y="745023"/>
                </a:lnTo>
                <a:lnTo>
                  <a:pt x="476919" y="758520"/>
                </a:lnTo>
                <a:lnTo>
                  <a:pt x="464212" y="772413"/>
                </a:lnTo>
                <a:lnTo>
                  <a:pt x="451504" y="786306"/>
                </a:lnTo>
                <a:lnTo>
                  <a:pt x="439591" y="800596"/>
                </a:lnTo>
                <a:lnTo>
                  <a:pt x="427678" y="815680"/>
                </a:lnTo>
                <a:lnTo>
                  <a:pt x="416162" y="830368"/>
                </a:lnTo>
                <a:lnTo>
                  <a:pt x="405441" y="845452"/>
                </a:lnTo>
                <a:lnTo>
                  <a:pt x="394322" y="860933"/>
                </a:lnTo>
                <a:lnTo>
                  <a:pt x="383997" y="876811"/>
                </a:lnTo>
                <a:lnTo>
                  <a:pt x="374070" y="892689"/>
                </a:lnTo>
                <a:lnTo>
                  <a:pt x="364539" y="908964"/>
                </a:lnTo>
                <a:lnTo>
                  <a:pt x="355009" y="925636"/>
                </a:lnTo>
                <a:lnTo>
                  <a:pt x="346272" y="941911"/>
                </a:lnTo>
                <a:lnTo>
                  <a:pt x="337933" y="959377"/>
                </a:lnTo>
                <a:lnTo>
                  <a:pt x="329594" y="976048"/>
                </a:lnTo>
                <a:lnTo>
                  <a:pt x="322049" y="993911"/>
                </a:lnTo>
                <a:lnTo>
                  <a:pt x="314901" y="1011377"/>
                </a:lnTo>
                <a:lnTo>
                  <a:pt x="308151" y="1029240"/>
                </a:lnTo>
                <a:lnTo>
                  <a:pt x="301797" y="1047500"/>
                </a:lnTo>
                <a:lnTo>
                  <a:pt x="295840" y="1065362"/>
                </a:lnTo>
                <a:lnTo>
                  <a:pt x="290678" y="1084019"/>
                </a:lnTo>
                <a:lnTo>
                  <a:pt x="285516" y="1102676"/>
                </a:lnTo>
                <a:lnTo>
                  <a:pt x="280751" y="1121729"/>
                </a:lnTo>
                <a:lnTo>
                  <a:pt x="276780" y="1140783"/>
                </a:lnTo>
                <a:lnTo>
                  <a:pt x="272809" y="1159440"/>
                </a:lnTo>
                <a:lnTo>
                  <a:pt x="270029" y="1178890"/>
                </a:lnTo>
                <a:lnTo>
                  <a:pt x="266852" y="1198341"/>
                </a:lnTo>
                <a:lnTo>
                  <a:pt x="264867" y="1218188"/>
                </a:lnTo>
                <a:lnTo>
                  <a:pt x="263278" y="1237639"/>
                </a:lnTo>
                <a:lnTo>
                  <a:pt x="261690" y="1257883"/>
                </a:lnTo>
                <a:lnTo>
                  <a:pt x="260896" y="1277731"/>
                </a:lnTo>
                <a:lnTo>
                  <a:pt x="260498" y="1297975"/>
                </a:lnTo>
                <a:lnTo>
                  <a:pt x="260896" y="1318220"/>
                </a:lnTo>
                <a:lnTo>
                  <a:pt x="261690" y="1338067"/>
                </a:lnTo>
                <a:lnTo>
                  <a:pt x="263278" y="1357915"/>
                </a:lnTo>
                <a:lnTo>
                  <a:pt x="264867" y="1377763"/>
                </a:lnTo>
                <a:lnTo>
                  <a:pt x="266852" y="1397213"/>
                </a:lnTo>
                <a:lnTo>
                  <a:pt x="270029" y="1416664"/>
                </a:lnTo>
                <a:lnTo>
                  <a:pt x="272809" y="1436114"/>
                </a:lnTo>
                <a:lnTo>
                  <a:pt x="276780" y="1455168"/>
                </a:lnTo>
                <a:lnTo>
                  <a:pt x="280751" y="1474222"/>
                </a:lnTo>
                <a:lnTo>
                  <a:pt x="285516" y="1493275"/>
                </a:lnTo>
                <a:lnTo>
                  <a:pt x="290678" y="1511535"/>
                </a:lnTo>
                <a:lnTo>
                  <a:pt x="295840" y="1530192"/>
                </a:lnTo>
                <a:lnTo>
                  <a:pt x="301797" y="1548452"/>
                </a:lnTo>
                <a:lnTo>
                  <a:pt x="308151" y="1566314"/>
                </a:lnTo>
                <a:lnTo>
                  <a:pt x="314901" y="1584177"/>
                </a:lnTo>
                <a:lnTo>
                  <a:pt x="322049" y="1602040"/>
                </a:lnTo>
                <a:lnTo>
                  <a:pt x="329594" y="1619109"/>
                </a:lnTo>
                <a:lnTo>
                  <a:pt x="337933" y="1636575"/>
                </a:lnTo>
                <a:lnTo>
                  <a:pt x="346272" y="1653247"/>
                </a:lnTo>
                <a:lnTo>
                  <a:pt x="355009" y="1670316"/>
                </a:lnTo>
                <a:lnTo>
                  <a:pt x="364539" y="1686591"/>
                </a:lnTo>
                <a:lnTo>
                  <a:pt x="374070" y="1703262"/>
                </a:lnTo>
                <a:lnTo>
                  <a:pt x="383997" y="1719140"/>
                </a:lnTo>
                <a:lnTo>
                  <a:pt x="394322" y="1734622"/>
                </a:lnTo>
                <a:lnTo>
                  <a:pt x="405441" y="1750500"/>
                </a:lnTo>
                <a:lnTo>
                  <a:pt x="416162" y="1765584"/>
                </a:lnTo>
                <a:lnTo>
                  <a:pt x="427678" y="1780271"/>
                </a:lnTo>
                <a:lnTo>
                  <a:pt x="439591" y="1794958"/>
                </a:lnTo>
                <a:lnTo>
                  <a:pt x="451504" y="1809248"/>
                </a:lnTo>
                <a:lnTo>
                  <a:pt x="464212" y="1823142"/>
                </a:lnTo>
                <a:lnTo>
                  <a:pt x="476919" y="1837035"/>
                </a:lnTo>
                <a:lnTo>
                  <a:pt x="490023" y="1850531"/>
                </a:lnTo>
                <a:lnTo>
                  <a:pt x="503525" y="1863631"/>
                </a:lnTo>
                <a:lnTo>
                  <a:pt x="517026" y="1876333"/>
                </a:lnTo>
                <a:lnTo>
                  <a:pt x="531322" y="1889035"/>
                </a:lnTo>
                <a:lnTo>
                  <a:pt x="545617" y="1900944"/>
                </a:lnTo>
                <a:lnTo>
                  <a:pt x="559913" y="1912852"/>
                </a:lnTo>
                <a:lnTo>
                  <a:pt x="575400" y="1923967"/>
                </a:lnTo>
                <a:lnTo>
                  <a:pt x="590490" y="1935479"/>
                </a:lnTo>
                <a:lnTo>
                  <a:pt x="605977" y="1945799"/>
                </a:lnTo>
                <a:lnTo>
                  <a:pt x="621861" y="1956517"/>
                </a:lnTo>
                <a:lnTo>
                  <a:pt x="637745" y="1966044"/>
                </a:lnTo>
                <a:lnTo>
                  <a:pt x="653630" y="1975968"/>
                </a:lnTo>
                <a:lnTo>
                  <a:pt x="670308" y="1985097"/>
                </a:lnTo>
                <a:lnTo>
                  <a:pt x="686986" y="1994227"/>
                </a:lnTo>
                <a:lnTo>
                  <a:pt x="704061" y="2002563"/>
                </a:lnTo>
                <a:lnTo>
                  <a:pt x="721137" y="2010502"/>
                </a:lnTo>
                <a:lnTo>
                  <a:pt x="738609" y="2018044"/>
                </a:lnTo>
                <a:lnTo>
                  <a:pt x="756082" y="2025189"/>
                </a:lnTo>
                <a:lnTo>
                  <a:pt x="774348" y="2032335"/>
                </a:lnTo>
                <a:lnTo>
                  <a:pt x="792218" y="2038686"/>
                </a:lnTo>
                <a:lnTo>
                  <a:pt x="810485" y="2044640"/>
                </a:lnTo>
                <a:lnTo>
                  <a:pt x="829148" y="2050197"/>
                </a:lnTo>
                <a:lnTo>
                  <a:pt x="847812" y="2055358"/>
                </a:lnTo>
                <a:lnTo>
                  <a:pt x="866476" y="2059724"/>
                </a:lnTo>
                <a:lnTo>
                  <a:pt x="885140" y="2064091"/>
                </a:lnTo>
                <a:lnTo>
                  <a:pt x="904598" y="2067266"/>
                </a:lnTo>
                <a:lnTo>
                  <a:pt x="924056" y="2070839"/>
                </a:lnTo>
                <a:lnTo>
                  <a:pt x="943514" y="2073220"/>
                </a:lnTo>
                <a:lnTo>
                  <a:pt x="962972" y="2075999"/>
                </a:lnTo>
                <a:lnTo>
                  <a:pt x="982827" y="2077587"/>
                </a:lnTo>
                <a:lnTo>
                  <a:pt x="1002682" y="2078778"/>
                </a:lnTo>
                <a:lnTo>
                  <a:pt x="1022934" y="2079572"/>
                </a:lnTo>
                <a:lnTo>
                  <a:pt x="1043186" y="2079572"/>
                </a:lnTo>
                <a:lnTo>
                  <a:pt x="1063041" y="2079572"/>
                </a:lnTo>
                <a:lnTo>
                  <a:pt x="1083293" y="2078778"/>
                </a:lnTo>
                <a:lnTo>
                  <a:pt x="1103148" y="2077587"/>
                </a:lnTo>
                <a:lnTo>
                  <a:pt x="1122606" y="2075999"/>
                </a:lnTo>
                <a:lnTo>
                  <a:pt x="1142064" y="2073220"/>
                </a:lnTo>
                <a:lnTo>
                  <a:pt x="1161919" y="2070839"/>
                </a:lnTo>
                <a:lnTo>
                  <a:pt x="1180980" y="2067266"/>
                </a:lnTo>
                <a:lnTo>
                  <a:pt x="1200438" y="2064091"/>
                </a:lnTo>
                <a:lnTo>
                  <a:pt x="1219499" y="2059724"/>
                </a:lnTo>
                <a:lnTo>
                  <a:pt x="1237766" y="2055358"/>
                </a:lnTo>
                <a:lnTo>
                  <a:pt x="1256827" y="2050197"/>
                </a:lnTo>
                <a:lnTo>
                  <a:pt x="1275093" y="2044640"/>
                </a:lnTo>
                <a:lnTo>
                  <a:pt x="1293757" y="2038686"/>
                </a:lnTo>
                <a:lnTo>
                  <a:pt x="1311627" y="2032335"/>
                </a:lnTo>
                <a:lnTo>
                  <a:pt x="1329496" y="2025189"/>
                </a:lnTo>
                <a:lnTo>
                  <a:pt x="1347366" y="2018044"/>
                </a:lnTo>
                <a:lnTo>
                  <a:pt x="1364441" y="2010502"/>
                </a:lnTo>
                <a:lnTo>
                  <a:pt x="1381914" y="2002563"/>
                </a:lnTo>
                <a:lnTo>
                  <a:pt x="1398592" y="1994227"/>
                </a:lnTo>
                <a:lnTo>
                  <a:pt x="1415667" y="1985097"/>
                </a:lnTo>
                <a:lnTo>
                  <a:pt x="1431949" y="1975968"/>
                </a:lnTo>
                <a:lnTo>
                  <a:pt x="1447833" y="1966044"/>
                </a:lnTo>
                <a:lnTo>
                  <a:pt x="1464114" y="1956517"/>
                </a:lnTo>
                <a:lnTo>
                  <a:pt x="1479998" y="1945799"/>
                </a:lnTo>
                <a:lnTo>
                  <a:pt x="1495088" y="1935479"/>
                </a:lnTo>
                <a:lnTo>
                  <a:pt x="1510575" y="1923967"/>
                </a:lnTo>
                <a:lnTo>
                  <a:pt x="1525665" y="1912852"/>
                </a:lnTo>
                <a:lnTo>
                  <a:pt x="1539960" y="1900944"/>
                </a:lnTo>
                <a:lnTo>
                  <a:pt x="1554256" y="1889035"/>
                </a:lnTo>
                <a:lnTo>
                  <a:pt x="1568551" y="1876333"/>
                </a:lnTo>
                <a:lnTo>
                  <a:pt x="1582053" y="1863631"/>
                </a:lnTo>
                <a:lnTo>
                  <a:pt x="1595555" y="1850531"/>
                </a:lnTo>
                <a:lnTo>
                  <a:pt x="1608659" y="1837035"/>
                </a:lnTo>
                <a:lnTo>
                  <a:pt x="1621763" y="1823142"/>
                </a:lnTo>
                <a:lnTo>
                  <a:pt x="1634073" y="1809248"/>
                </a:lnTo>
                <a:lnTo>
                  <a:pt x="1646383" y="1794958"/>
                </a:lnTo>
                <a:lnTo>
                  <a:pt x="1657899" y="1780271"/>
                </a:lnTo>
                <a:lnTo>
                  <a:pt x="1669415" y="1765584"/>
                </a:lnTo>
                <a:lnTo>
                  <a:pt x="1680534" y="1750500"/>
                </a:lnTo>
                <a:lnTo>
                  <a:pt x="1691256" y="1734622"/>
                </a:lnTo>
                <a:lnTo>
                  <a:pt x="1701581" y="1719140"/>
                </a:lnTo>
                <a:lnTo>
                  <a:pt x="1711508" y="1703262"/>
                </a:lnTo>
                <a:lnTo>
                  <a:pt x="1721436" y="1686591"/>
                </a:lnTo>
                <a:lnTo>
                  <a:pt x="1730569" y="1670316"/>
                </a:lnTo>
                <a:lnTo>
                  <a:pt x="1739305" y="1653247"/>
                </a:lnTo>
                <a:lnTo>
                  <a:pt x="1748041" y="1636575"/>
                </a:lnTo>
                <a:lnTo>
                  <a:pt x="1755983" y="1619109"/>
                </a:lnTo>
                <a:lnTo>
                  <a:pt x="1763529" y="1602040"/>
                </a:lnTo>
                <a:lnTo>
                  <a:pt x="1770676" y="1584177"/>
                </a:lnTo>
                <a:lnTo>
                  <a:pt x="1777427" y="1566314"/>
                </a:lnTo>
                <a:lnTo>
                  <a:pt x="1783781" y="1548452"/>
                </a:lnTo>
                <a:lnTo>
                  <a:pt x="1789737" y="1530192"/>
                </a:lnTo>
                <a:lnTo>
                  <a:pt x="1795694" y="1511535"/>
                </a:lnTo>
                <a:lnTo>
                  <a:pt x="1800459" y="1493275"/>
                </a:lnTo>
                <a:lnTo>
                  <a:pt x="1804827" y="1474222"/>
                </a:lnTo>
                <a:lnTo>
                  <a:pt x="1809195" y="1455168"/>
                </a:lnTo>
                <a:lnTo>
                  <a:pt x="1812769" y="1436114"/>
                </a:lnTo>
                <a:lnTo>
                  <a:pt x="1816343" y="1416664"/>
                </a:lnTo>
                <a:lnTo>
                  <a:pt x="1818726" y="1397213"/>
                </a:lnTo>
                <a:lnTo>
                  <a:pt x="1820711" y="1377763"/>
                </a:lnTo>
                <a:lnTo>
                  <a:pt x="1823094" y="1357915"/>
                </a:lnTo>
                <a:lnTo>
                  <a:pt x="1824285" y="1338067"/>
                </a:lnTo>
                <a:lnTo>
                  <a:pt x="1824682" y="1318220"/>
                </a:lnTo>
                <a:lnTo>
                  <a:pt x="1825079" y="1297975"/>
                </a:lnTo>
                <a:lnTo>
                  <a:pt x="1824682" y="1277731"/>
                </a:lnTo>
                <a:lnTo>
                  <a:pt x="1824285" y="1257883"/>
                </a:lnTo>
                <a:lnTo>
                  <a:pt x="1823094" y="1237639"/>
                </a:lnTo>
                <a:lnTo>
                  <a:pt x="1820711" y="1218188"/>
                </a:lnTo>
                <a:lnTo>
                  <a:pt x="1818726" y="1198341"/>
                </a:lnTo>
                <a:lnTo>
                  <a:pt x="1816343" y="1178890"/>
                </a:lnTo>
                <a:lnTo>
                  <a:pt x="1812769" y="1159440"/>
                </a:lnTo>
                <a:lnTo>
                  <a:pt x="1809195" y="1140783"/>
                </a:lnTo>
                <a:lnTo>
                  <a:pt x="1804827" y="1121729"/>
                </a:lnTo>
                <a:lnTo>
                  <a:pt x="1800459" y="1102676"/>
                </a:lnTo>
                <a:lnTo>
                  <a:pt x="1795694" y="1084019"/>
                </a:lnTo>
                <a:lnTo>
                  <a:pt x="1789737" y="1065362"/>
                </a:lnTo>
                <a:lnTo>
                  <a:pt x="1783781" y="1047500"/>
                </a:lnTo>
                <a:lnTo>
                  <a:pt x="1777427" y="1029240"/>
                </a:lnTo>
                <a:lnTo>
                  <a:pt x="1770676" y="1011377"/>
                </a:lnTo>
                <a:lnTo>
                  <a:pt x="1763529" y="993911"/>
                </a:lnTo>
                <a:lnTo>
                  <a:pt x="1755983" y="976048"/>
                </a:lnTo>
                <a:lnTo>
                  <a:pt x="1748041" y="959377"/>
                </a:lnTo>
                <a:lnTo>
                  <a:pt x="1739305" y="941911"/>
                </a:lnTo>
                <a:lnTo>
                  <a:pt x="1730569" y="925636"/>
                </a:lnTo>
                <a:lnTo>
                  <a:pt x="1721436" y="908964"/>
                </a:lnTo>
                <a:lnTo>
                  <a:pt x="1711508" y="892689"/>
                </a:lnTo>
                <a:lnTo>
                  <a:pt x="1701581" y="876811"/>
                </a:lnTo>
                <a:lnTo>
                  <a:pt x="1691256" y="860933"/>
                </a:lnTo>
                <a:lnTo>
                  <a:pt x="1680534" y="845452"/>
                </a:lnTo>
                <a:lnTo>
                  <a:pt x="1669415" y="830368"/>
                </a:lnTo>
                <a:lnTo>
                  <a:pt x="1657899" y="815680"/>
                </a:lnTo>
                <a:lnTo>
                  <a:pt x="1646383" y="800596"/>
                </a:lnTo>
                <a:lnTo>
                  <a:pt x="1634073" y="786306"/>
                </a:lnTo>
                <a:lnTo>
                  <a:pt x="1621763" y="772413"/>
                </a:lnTo>
                <a:lnTo>
                  <a:pt x="1608659" y="758520"/>
                </a:lnTo>
                <a:lnTo>
                  <a:pt x="1595555" y="745023"/>
                </a:lnTo>
                <a:lnTo>
                  <a:pt x="1582053" y="731924"/>
                </a:lnTo>
                <a:lnTo>
                  <a:pt x="1568551" y="719221"/>
                </a:lnTo>
                <a:lnTo>
                  <a:pt x="1554256" y="706519"/>
                </a:lnTo>
                <a:lnTo>
                  <a:pt x="1539960" y="694610"/>
                </a:lnTo>
                <a:lnTo>
                  <a:pt x="1525665" y="682702"/>
                </a:lnTo>
                <a:lnTo>
                  <a:pt x="1510575" y="671190"/>
                </a:lnTo>
                <a:lnTo>
                  <a:pt x="1495088" y="660473"/>
                </a:lnTo>
                <a:lnTo>
                  <a:pt x="1479998" y="649755"/>
                </a:lnTo>
                <a:lnTo>
                  <a:pt x="1464114" y="639037"/>
                </a:lnTo>
                <a:lnTo>
                  <a:pt x="1447833" y="629114"/>
                </a:lnTo>
                <a:lnTo>
                  <a:pt x="1431949" y="619587"/>
                </a:lnTo>
                <a:lnTo>
                  <a:pt x="1415667" y="610457"/>
                </a:lnTo>
                <a:lnTo>
                  <a:pt x="1398592" y="601724"/>
                </a:lnTo>
                <a:lnTo>
                  <a:pt x="1381914" y="593388"/>
                </a:lnTo>
                <a:lnTo>
                  <a:pt x="1364441" y="585449"/>
                </a:lnTo>
                <a:lnTo>
                  <a:pt x="1347366" y="577113"/>
                </a:lnTo>
                <a:lnTo>
                  <a:pt x="1329496" y="569968"/>
                </a:lnTo>
                <a:lnTo>
                  <a:pt x="1311627" y="563220"/>
                </a:lnTo>
                <a:lnTo>
                  <a:pt x="1293757" y="556869"/>
                </a:lnTo>
                <a:lnTo>
                  <a:pt x="1275093" y="550914"/>
                </a:lnTo>
                <a:lnTo>
                  <a:pt x="1256827" y="545754"/>
                </a:lnTo>
                <a:lnTo>
                  <a:pt x="1237766" y="540594"/>
                </a:lnTo>
                <a:lnTo>
                  <a:pt x="1219499" y="535830"/>
                </a:lnTo>
                <a:lnTo>
                  <a:pt x="1200438" y="531861"/>
                </a:lnTo>
                <a:lnTo>
                  <a:pt x="1180980" y="527891"/>
                </a:lnTo>
                <a:lnTo>
                  <a:pt x="1161919" y="525113"/>
                </a:lnTo>
                <a:lnTo>
                  <a:pt x="1142064" y="521937"/>
                </a:lnTo>
                <a:lnTo>
                  <a:pt x="1122606" y="519952"/>
                </a:lnTo>
                <a:lnTo>
                  <a:pt x="1103148" y="518364"/>
                </a:lnTo>
                <a:lnTo>
                  <a:pt x="1083293" y="516777"/>
                </a:lnTo>
                <a:lnTo>
                  <a:pt x="1063041" y="515983"/>
                </a:lnTo>
                <a:lnTo>
                  <a:pt x="1043186" y="515586"/>
                </a:lnTo>
                <a:close/>
                <a:moveTo>
                  <a:pt x="803734" y="280988"/>
                </a:moveTo>
                <a:lnTo>
                  <a:pt x="862902" y="391340"/>
                </a:lnTo>
                <a:lnTo>
                  <a:pt x="884743" y="387371"/>
                </a:lnTo>
                <a:lnTo>
                  <a:pt x="906980" y="383798"/>
                </a:lnTo>
                <a:lnTo>
                  <a:pt x="929218" y="380622"/>
                </a:lnTo>
                <a:lnTo>
                  <a:pt x="951456" y="378241"/>
                </a:lnTo>
                <a:lnTo>
                  <a:pt x="974488" y="376256"/>
                </a:lnTo>
                <a:lnTo>
                  <a:pt x="997122" y="374668"/>
                </a:lnTo>
                <a:lnTo>
                  <a:pt x="1019757" y="373874"/>
                </a:lnTo>
                <a:lnTo>
                  <a:pt x="1043186" y="373477"/>
                </a:lnTo>
                <a:lnTo>
                  <a:pt x="1059865" y="373874"/>
                </a:lnTo>
                <a:lnTo>
                  <a:pt x="1076940" y="374271"/>
                </a:lnTo>
                <a:lnTo>
                  <a:pt x="1093618" y="375462"/>
                </a:lnTo>
                <a:lnTo>
                  <a:pt x="1110693" y="376256"/>
                </a:lnTo>
                <a:lnTo>
                  <a:pt x="1127372" y="377844"/>
                </a:lnTo>
                <a:lnTo>
                  <a:pt x="1144050" y="379432"/>
                </a:lnTo>
                <a:lnTo>
                  <a:pt x="1160331" y="381019"/>
                </a:lnTo>
                <a:lnTo>
                  <a:pt x="1176612" y="383798"/>
                </a:lnTo>
                <a:lnTo>
                  <a:pt x="1193291" y="386180"/>
                </a:lnTo>
                <a:lnTo>
                  <a:pt x="1209572" y="388958"/>
                </a:lnTo>
                <a:lnTo>
                  <a:pt x="1225853" y="392134"/>
                </a:lnTo>
                <a:lnTo>
                  <a:pt x="1241737" y="395310"/>
                </a:lnTo>
                <a:lnTo>
                  <a:pt x="1257621" y="399279"/>
                </a:lnTo>
                <a:lnTo>
                  <a:pt x="1273505" y="403249"/>
                </a:lnTo>
                <a:lnTo>
                  <a:pt x="1289389" y="407218"/>
                </a:lnTo>
                <a:lnTo>
                  <a:pt x="1304876" y="411982"/>
                </a:lnTo>
                <a:lnTo>
                  <a:pt x="1370398" y="304805"/>
                </a:lnTo>
                <a:lnTo>
                  <a:pt x="1611439" y="417142"/>
                </a:lnTo>
                <a:lnTo>
                  <a:pt x="1570140" y="539800"/>
                </a:lnTo>
                <a:lnTo>
                  <a:pt x="1592775" y="555678"/>
                </a:lnTo>
                <a:lnTo>
                  <a:pt x="1614615" y="572747"/>
                </a:lnTo>
                <a:lnTo>
                  <a:pt x="1636059" y="589815"/>
                </a:lnTo>
                <a:lnTo>
                  <a:pt x="1656708" y="608075"/>
                </a:lnTo>
                <a:lnTo>
                  <a:pt x="1676960" y="626732"/>
                </a:lnTo>
                <a:lnTo>
                  <a:pt x="1696815" y="645389"/>
                </a:lnTo>
                <a:lnTo>
                  <a:pt x="1715876" y="665236"/>
                </a:lnTo>
                <a:lnTo>
                  <a:pt x="1734540" y="685481"/>
                </a:lnTo>
                <a:lnTo>
                  <a:pt x="1752410" y="706519"/>
                </a:lnTo>
                <a:lnTo>
                  <a:pt x="1769882" y="728351"/>
                </a:lnTo>
                <a:lnTo>
                  <a:pt x="1786560" y="750184"/>
                </a:lnTo>
                <a:lnTo>
                  <a:pt x="1802841" y="772413"/>
                </a:lnTo>
                <a:lnTo>
                  <a:pt x="1818329" y="795436"/>
                </a:lnTo>
                <a:lnTo>
                  <a:pt x="1832624" y="818856"/>
                </a:lnTo>
                <a:lnTo>
                  <a:pt x="1846920" y="842673"/>
                </a:lnTo>
                <a:lnTo>
                  <a:pt x="1860024" y="866887"/>
                </a:lnTo>
                <a:lnTo>
                  <a:pt x="1994642" y="834337"/>
                </a:lnTo>
                <a:lnTo>
                  <a:pt x="2085975" y="1084019"/>
                </a:lnTo>
                <a:lnTo>
                  <a:pt x="1954931" y="1149516"/>
                </a:lnTo>
                <a:lnTo>
                  <a:pt x="1958108" y="1167776"/>
                </a:lnTo>
                <a:lnTo>
                  <a:pt x="1960491" y="1185638"/>
                </a:lnTo>
                <a:lnTo>
                  <a:pt x="1962476" y="1204295"/>
                </a:lnTo>
                <a:lnTo>
                  <a:pt x="1964462" y="1222952"/>
                </a:lnTo>
                <a:lnTo>
                  <a:pt x="1965653" y="1241212"/>
                </a:lnTo>
                <a:lnTo>
                  <a:pt x="1966447" y="1259868"/>
                </a:lnTo>
                <a:lnTo>
                  <a:pt x="1967242" y="1278922"/>
                </a:lnTo>
                <a:lnTo>
                  <a:pt x="1967242" y="1297975"/>
                </a:lnTo>
                <a:lnTo>
                  <a:pt x="1967242" y="1315441"/>
                </a:lnTo>
                <a:lnTo>
                  <a:pt x="1966845" y="1332907"/>
                </a:lnTo>
                <a:lnTo>
                  <a:pt x="1966050" y="1349976"/>
                </a:lnTo>
                <a:lnTo>
                  <a:pt x="1964859" y="1367839"/>
                </a:lnTo>
                <a:lnTo>
                  <a:pt x="1962873" y="1385305"/>
                </a:lnTo>
                <a:lnTo>
                  <a:pt x="1961285" y="1401977"/>
                </a:lnTo>
                <a:lnTo>
                  <a:pt x="1959300" y="1419442"/>
                </a:lnTo>
                <a:lnTo>
                  <a:pt x="1957314" y="1436114"/>
                </a:lnTo>
                <a:lnTo>
                  <a:pt x="1954137" y="1453183"/>
                </a:lnTo>
                <a:lnTo>
                  <a:pt x="1951357" y="1469855"/>
                </a:lnTo>
                <a:lnTo>
                  <a:pt x="1947784" y="1486527"/>
                </a:lnTo>
                <a:lnTo>
                  <a:pt x="1944210" y="1503199"/>
                </a:lnTo>
                <a:lnTo>
                  <a:pt x="1940239" y="1519871"/>
                </a:lnTo>
                <a:lnTo>
                  <a:pt x="1935871" y="1535749"/>
                </a:lnTo>
                <a:lnTo>
                  <a:pt x="1931899" y="1552024"/>
                </a:lnTo>
                <a:lnTo>
                  <a:pt x="1926737" y="1568299"/>
                </a:lnTo>
                <a:lnTo>
                  <a:pt x="2061355" y="1650468"/>
                </a:lnTo>
                <a:lnTo>
                  <a:pt x="1949372" y="1891020"/>
                </a:lnTo>
                <a:lnTo>
                  <a:pt x="1791723" y="1838623"/>
                </a:lnTo>
                <a:lnTo>
                  <a:pt x="1776633" y="1859264"/>
                </a:lnTo>
                <a:lnTo>
                  <a:pt x="1761146" y="1879112"/>
                </a:lnTo>
                <a:lnTo>
                  <a:pt x="1744468" y="1898165"/>
                </a:lnTo>
                <a:lnTo>
                  <a:pt x="1728186" y="1917219"/>
                </a:lnTo>
                <a:lnTo>
                  <a:pt x="1710714" y="1935876"/>
                </a:lnTo>
                <a:lnTo>
                  <a:pt x="1693241" y="1954135"/>
                </a:lnTo>
                <a:lnTo>
                  <a:pt x="1674975" y="1971204"/>
                </a:lnTo>
                <a:lnTo>
                  <a:pt x="1655914" y="1988670"/>
                </a:lnTo>
                <a:lnTo>
                  <a:pt x="1636853" y="2004945"/>
                </a:lnTo>
                <a:lnTo>
                  <a:pt x="1616998" y="2021220"/>
                </a:lnTo>
                <a:lnTo>
                  <a:pt x="1597143" y="2036701"/>
                </a:lnTo>
                <a:lnTo>
                  <a:pt x="1576494" y="2051388"/>
                </a:lnTo>
                <a:lnTo>
                  <a:pt x="1555844" y="2066075"/>
                </a:lnTo>
                <a:lnTo>
                  <a:pt x="1534401" y="2079572"/>
                </a:lnTo>
                <a:lnTo>
                  <a:pt x="1512957" y="2093068"/>
                </a:lnTo>
                <a:lnTo>
                  <a:pt x="1491117" y="2105770"/>
                </a:lnTo>
                <a:lnTo>
                  <a:pt x="1531621" y="2274474"/>
                </a:lnTo>
                <a:lnTo>
                  <a:pt x="1281844" y="2365376"/>
                </a:lnTo>
                <a:lnTo>
                  <a:pt x="1202821" y="2207787"/>
                </a:lnTo>
                <a:lnTo>
                  <a:pt x="1183363" y="2210962"/>
                </a:lnTo>
                <a:lnTo>
                  <a:pt x="1163508" y="2213741"/>
                </a:lnTo>
                <a:lnTo>
                  <a:pt x="1144050" y="2216123"/>
                </a:lnTo>
                <a:lnTo>
                  <a:pt x="1124195" y="2218504"/>
                </a:lnTo>
                <a:lnTo>
                  <a:pt x="1103943" y="2219695"/>
                </a:lnTo>
                <a:lnTo>
                  <a:pt x="1083690" y="2220886"/>
                </a:lnTo>
                <a:lnTo>
                  <a:pt x="1063438" y="2221680"/>
                </a:lnTo>
                <a:lnTo>
                  <a:pt x="1043186" y="2221680"/>
                </a:lnTo>
                <a:lnTo>
                  <a:pt x="1013007" y="2221283"/>
                </a:lnTo>
                <a:lnTo>
                  <a:pt x="983224" y="2220092"/>
                </a:lnTo>
                <a:lnTo>
                  <a:pt x="954235" y="2217711"/>
                </a:lnTo>
                <a:lnTo>
                  <a:pt x="924850" y="2214535"/>
                </a:lnTo>
                <a:lnTo>
                  <a:pt x="895862" y="2210565"/>
                </a:lnTo>
                <a:lnTo>
                  <a:pt x="867270" y="2205405"/>
                </a:lnTo>
                <a:lnTo>
                  <a:pt x="839076" y="2199451"/>
                </a:lnTo>
                <a:lnTo>
                  <a:pt x="810882" y="2192703"/>
                </a:lnTo>
                <a:lnTo>
                  <a:pt x="715180" y="2341162"/>
                </a:lnTo>
                <a:lnTo>
                  <a:pt x="474536" y="2229222"/>
                </a:lnTo>
                <a:lnTo>
                  <a:pt x="524968" y="2062900"/>
                </a:lnTo>
                <a:lnTo>
                  <a:pt x="504716" y="2049006"/>
                </a:lnTo>
                <a:lnTo>
                  <a:pt x="484464" y="2033525"/>
                </a:lnTo>
                <a:lnTo>
                  <a:pt x="465006" y="2018441"/>
                </a:lnTo>
                <a:lnTo>
                  <a:pt x="445945" y="2002960"/>
                </a:lnTo>
                <a:lnTo>
                  <a:pt x="427281" y="1986288"/>
                </a:lnTo>
                <a:lnTo>
                  <a:pt x="408617" y="1969616"/>
                </a:lnTo>
                <a:lnTo>
                  <a:pt x="390748" y="1952151"/>
                </a:lnTo>
                <a:lnTo>
                  <a:pt x="373672" y="1934685"/>
                </a:lnTo>
                <a:lnTo>
                  <a:pt x="356597" y="1916028"/>
                </a:lnTo>
                <a:lnTo>
                  <a:pt x="340316" y="1897371"/>
                </a:lnTo>
                <a:lnTo>
                  <a:pt x="324432" y="1878715"/>
                </a:lnTo>
                <a:lnTo>
                  <a:pt x="308548" y="1858867"/>
                </a:lnTo>
                <a:lnTo>
                  <a:pt x="293855" y="1839020"/>
                </a:lnTo>
                <a:lnTo>
                  <a:pt x="279559" y="1818775"/>
                </a:lnTo>
                <a:lnTo>
                  <a:pt x="265661" y="1797737"/>
                </a:lnTo>
                <a:lnTo>
                  <a:pt x="252556" y="1776301"/>
                </a:lnTo>
                <a:lnTo>
                  <a:pt x="91333" y="1811630"/>
                </a:lnTo>
                <a:lnTo>
                  <a:pt x="0" y="1562345"/>
                </a:lnTo>
                <a:lnTo>
                  <a:pt x="138191" y="1488512"/>
                </a:lnTo>
                <a:lnTo>
                  <a:pt x="133426" y="1465092"/>
                </a:lnTo>
                <a:lnTo>
                  <a:pt x="129852" y="1441672"/>
                </a:lnTo>
                <a:lnTo>
                  <a:pt x="126278" y="1418251"/>
                </a:lnTo>
                <a:lnTo>
                  <a:pt x="123498" y="1394434"/>
                </a:lnTo>
                <a:lnTo>
                  <a:pt x="121513" y="1370220"/>
                </a:lnTo>
                <a:lnTo>
                  <a:pt x="119527" y="1346403"/>
                </a:lnTo>
                <a:lnTo>
                  <a:pt x="118733" y="1322189"/>
                </a:lnTo>
                <a:lnTo>
                  <a:pt x="118336" y="1297975"/>
                </a:lnTo>
                <a:lnTo>
                  <a:pt x="118733" y="1269395"/>
                </a:lnTo>
                <a:lnTo>
                  <a:pt x="119924" y="1240418"/>
                </a:lnTo>
                <a:lnTo>
                  <a:pt x="122704" y="1211837"/>
                </a:lnTo>
                <a:lnTo>
                  <a:pt x="125484" y="1184051"/>
                </a:lnTo>
                <a:lnTo>
                  <a:pt x="129455" y="1155867"/>
                </a:lnTo>
                <a:lnTo>
                  <a:pt x="134220" y="1128478"/>
                </a:lnTo>
                <a:lnTo>
                  <a:pt x="139780" y="1101088"/>
                </a:lnTo>
                <a:lnTo>
                  <a:pt x="146133" y="1074095"/>
                </a:lnTo>
                <a:lnTo>
                  <a:pt x="24223" y="995896"/>
                </a:lnTo>
                <a:lnTo>
                  <a:pt x="136603" y="755344"/>
                </a:lnTo>
                <a:lnTo>
                  <a:pt x="268043" y="794642"/>
                </a:lnTo>
                <a:lnTo>
                  <a:pt x="283530" y="772016"/>
                </a:lnTo>
                <a:lnTo>
                  <a:pt x="299017" y="750184"/>
                </a:lnTo>
                <a:lnTo>
                  <a:pt x="315696" y="728351"/>
                </a:lnTo>
                <a:lnTo>
                  <a:pt x="332771" y="707313"/>
                </a:lnTo>
                <a:lnTo>
                  <a:pt x="350243" y="686274"/>
                </a:lnTo>
                <a:lnTo>
                  <a:pt x="368907" y="666824"/>
                </a:lnTo>
                <a:lnTo>
                  <a:pt x="387571" y="646976"/>
                </a:lnTo>
                <a:lnTo>
                  <a:pt x="407426" y="627923"/>
                </a:lnTo>
                <a:lnTo>
                  <a:pt x="427281" y="609266"/>
                </a:lnTo>
                <a:lnTo>
                  <a:pt x="447930" y="591403"/>
                </a:lnTo>
                <a:lnTo>
                  <a:pt x="468977" y="574334"/>
                </a:lnTo>
                <a:lnTo>
                  <a:pt x="490420" y="557662"/>
                </a:lnTo>
                <a:lnTo>
                  <a:pt x="512261" y="541784"/>
                </a:lnTo>
                <a:lnTo>
                  <a:pt x="535293" y="526303"/>
                </a:lnTo>
                <a:lnTo>
                  <a:pt x="557928" y="511616"/>
                </a:lnTo>
                <a:lnTo>
                  <a:pt x="581754" y="497723"/>
                </a:lnTo>
                <a:lnTo>
                  <a:pt x="554354" y="371890"/>
                </a:lnTo>
                <a:lnTo>
                  <a:pt x="803734" y="280988"/>
                </a:lnTo>
                <a:close/>
                <a:moveTo>
                  <a:pt x="2013752" y="186531"/>
                </a:moveTo>
                <a:lnTo>
                  <a:pt x="2001871" y="186928"/>
                </a:lnTo>
                <a:lnTo>
                  <a:pt x="1989594" y="188119"/>
                </a:lnTo>
                <a:lnTo>
                  <a:pt x="1978109" y="190103"/>
                </a:lnTo>
                <a:lnTo>
                  <a:pt x="1966624" y="192881"/>
                </a:lnTo>
                <a:lnTo>
                  <a:pt x="1955139" y="196453"/>
                </a:lnTo>
                <a:lnTo>
                  <a:pt x="1944050" y="200819"/>
                </a:lnTo>
                <a:lnTo>
                  <a:pt x="1932962" y="205978"/>
                </a:lnTo>
                <a:lnTo>
                  <a:pt x="1922269" y="211534"/>
                </a:lnTo>
                <a:lnTo>
                  <a:pt x="1914348" y="216297"/>
                </a:lnTo>
                <a:lnTo>
                  <a:pt x="1906823" y="221853"/>
                </a:lnTo>
                <a:lnTo>
                  <a:pt x="1899695" y="227409"/>
                </a:lnTo>
                <a:lnTo>
                  <a:pt x="1892962" y="233363"/>
                </a:lnTo>
                <a:lnTo>
                  <a:pt x="1886230" y="239713"/>
                </a:lnTo>
                <a:lnTo>
                  <a:pt x="1880289" y="246063"/>
                </a:lnTo>
                <a:lnTo>
                  <a:pt x="1874349" y="252809"/>
                </a:lnTo>
                <a:lnTo>
                  <a:pt x="1869200" y="259953"/>
                </a:lnTo>
                <a:lnTo>
                  <a:pt x="1864052" y="267097"/>
                </a:lnTo>
                <a:lnTo>
                  <a:pt x="1859300" y="274241"/>
                </a:lnTo>
                <a:lnTo>
                  <a:pt x="1855339" y="281781"/>
                </a:lnTo>
                <a:lnTo>
                  <a:pt x="1850983" y="289719"/>
                </a:lnTo>
                <a:lnTo>
                  <a:pt x="1847419" y="297656"/>
                </a:lnTo>
                <a:lnTo>
                  <a:pt x="1844646" y="305594"/>
                </a:lnTo>
                <a:lnTo>
                  <a:pt x="1841874" y="313928"/>
                </a:lnTo>
                <a:lnTo>
                  <a:pt x="1839102" y="322263"/>
                </a:lnTo>
                <a:lnTo>
                  <a:pt x="1837518" y="330597"/>
                </a:lnTo>
                <a:lnTo>
                  <a:pt x="1835934" y="339328"/>
                </a:lnTo>
                <a:lnTo>
                  <a:pt x="1834350" y="348059"/>
                </a:lnTo>
                <a:lnTo>
                  <a:pt x="1833557" y="356791"/>
                </a:lnTo>
                <a:lnTo>
                  <a:pt x="1833557" y="365125"/>
                </a:lnTo>
                <a:lnTo>
                  <a:pt x="1833557" y="373856"/>
                </a:lnTo>
                <a:lnTo>
                  <a:pt x="1833953" y="382984"/>
                </a:lnTo>
                <a:lnTo>
                  <a:pt x="1835142" y="391716"/>
                </a:lnTo>
                <a:lnTo>
                  <a:pt x="1836726" y="400050"/>
                </a:lnTo>
                <a:lnTo>
                  <a:pt x="1838310" y="409178"/>
                </a:lnTo>
                <a:lnTo>
                  <a:pt x="1840290" y="417513"/>
                </a:lnTo>
                <a:lnTo>
                  <a:pt x="1843458" y="426244"/>
                </a:lnTo>
                <a:lnTo>
                  <a:pt x="1846230" y="434578"/>
                </a:lnTo>
                <a:lnTo>
                  <a:pt x="1850191" y="443310"/>
                </a:lnTo>
                <a:lnTo>
                  <a:pt x="1853755" y="451247"/>
                </a:lnTo>
                <a:lnTo>
                  <a:pt x="1858507" y="459581"/>
                </a:lnTo>
                <a:lnTo>
                  <a:pt x="1864844" y="469503"/>
                </a:lnTo>
                <a:lnTo>
                  <a:pt x="1871973" y="479028"/>
                </a:lnTo>
                <a:lnTo>
                  <a:pt x="1879497" y="488156"/>
                </a:lnTo>
                <a:lnTo>
                  <a:pt x="1887418" y="496888"/>
                </a:lnTo>
                <a:lnTo>
                  <a:pt x="1896527" y="504428"/>
                </a:lnTo>
                <a:lnTo>
                  <a:pt x="1905239" y="511969"/>
                </a:lnTo>
                <a:lnTo>
                  <a:pt x="1914744" y="518716"/>
                </a:lnTo>
                <a:lnTo>
                  <a:pt x="1924645" y="524669"/>
                </a:lnTo>
                <a:lnTo>
                  <a:pt x="1934942" y="529828"/>
                </a:lnTo>
                <a:lnTo>
                  <a:pt x="1945635" y="534988"/>
                </a:lnTo>
                <a:lnTo>
                  <a:pt x="1956723" y="538956"/>
                </a:lnTo>
                <a:lnTo>
                  <a:pt x="1967812" y="542131"/>
                </a:lnTo>
                <a:lnTo>
                  <a:pt x="1979297" y="545306"/>
                </a:lnTo>
                <a:lnTo>
                  <a:pt x="1990782" y="546894"/>
                </a:lnTo>
                <a:lnTo>
                  <a:pt x="2002267" y="548085"/>
                </a:lnTo>
                <a:lnTo>
                  <a:pt x="2014544" y="548481"/>
                </a:lnTo>
                <a:lnTo>
                  <a:pt x="2026425" y="548085"/>
                </a:lnTo>
                <a:lnTo>
                  <a:pt x="2038306" y="546894"/>
                </a:lnTo>
                <a:lnTo>
                  <a:pt x="2049791" y="544910"/>
                </a:lnTo>
                <a:lnTo>
                  <a:pt x="2061672" y="542131"/>
                </a:lnTo>
                <a:lnTo>
                  <a:pt x="2073157" y="538560"/>
                </a:lnTo>
                <a:lnTo>
                  <a:pt x="2084246" y="534194"/>
                </a:lnTo>
                <a:lnTo>
                  <a:pt x="2095335" y="529035"/>
                </a:lnTo>
                <a:lnTo>
                  <a:pt x="2106028" y="523081"/>
                </a:lnTo>
                <a:lnTo>
                  <a:pt x="2113552" y="518716"/>
                </a:lnTo>
                <a:lnTo>
                  <a:pt x="2121077" y="513556"/>
                </a:lnTo>
                <a:lnTo>
                  <a:pt x="2128206" y="508000"/>
                </a:lnTo>
                <a:lnTo>
                  <a:pt x="2134938" y="502047"/>
                </a:lnTo>
                <a:lnTo>
                  <a:pt x="2141275" y="496491"/>
                </a:lnTo>
                <a:lnTo>
                  <a:pt x="2147215" y="490141"/>
                </a:lnTo>
                <a:lnTo>
                  <a:pt x="2153156" y="483394"/>
                </a:lnTo>
                <a:lnTo>
                  <a:pt x="2158304" y="476647"/>
                </a:lnTo>
                <a:lnTo>
                  <a:pt x="2163452" y="469503"/>
                </a:lnTo>
                <a:lnTo>
                  <a:pt x="2168601" y="461566"/>
                </a:lnTo>
                <a:lnTo>
                  <a:pt x="2172957" y="454025"/>
                </a:lnTo>
                <a:lnTo>
                  <a:pt x="2176917" y="446485"/>
                </a:lnTo>
                <a:lnTo>
                  <a:pt x="2180482" y="438150"/>
                </a:lnTo>
                <a:lnTo>
                  <a:pt x="2183650" y="430213"/>
                </a:lnTo>
                <a:lnTo>
                  <a:pt x="2186818" y="421481"/>
                </a:lnTo>
                <a:lnTo>
                  <a:pt x="2189195" y="412750"/>
                </a:lnTo>
                <a:lnTo>
                  <a:pt x="2191175" y="404019"/>
                </a:lnTo>
                <a:lnTo>
                  <a:pt x="2192363" y="395288"/>
                </a:lnTo>
                <a:lnTo>
                  <a:pt x="2193947" y="386159"/>
                </a:lnTo>
                <a:lnTo>
                  <a:pt x="2194739" y="377428"/>
                </a:lnTo>
                <a:lnTo>
                  <a:pt x="2194739" y="368697"/>
                </a:lnTo>
                <a:lnTo>
                  <a:pt x="2194739" y="359569"/>
                </a:lnTo>
                <a:lnTo>
                  <a:pt x="2194343" y="351234"/>
                </a:lnTo>
                <a:lnTo>
                  <a:pt x="2192759" y="342503"/>
                </a:lnTo>
                <a:lnTo>
                  <a:pt x="2191571" y="333375"/>
                </a:lnTo>
                <a:lnTo>
                  <a:pt x="2189591" y="325041"/>
                </a:lnTo>
                <a:lnTo>
                  <a:pt x="2187610" y="316706"/>
                </a:lnTo>
                <a:lnTo>
                  <a:pt x="2184838" y="308372"/>
                </a:lnTo>
                <a:lnTo>
                  <a:pt x="2181670" y="299641"/>
                </a:lnTo>
                <a:lnTo>
                  <a:pt x="2178106" y="291703"/>
                </a:lnTo>
                <a:lnTo>
                  <a:pt x="2174145" y="283766"/>
                </a:lnTo>
                <a:lnTo>
                  <a:pt x="2169789" y="275828"/>
                </a:lnTo>
                <a:lnTo>
                  <a:pt x="2163452" y="265509"/>
                </a:lnTo>
                <a:lnTo>
                  <a:pt x="2156324" y="255984"/>
                </a:lnTo>
                <a:lnTo>
                  <a:pt x="2148799" y="247253"/>
                </a:lnTo>
                <a:lnTo>
                  <a:pt x="2140879" y="238522"/>
                </a:lnTo>
                <a:lnTo>
                  <a:pt x="2131770" y="230584"/>
                </a:lnTo>
                <a:lnTo>
                  <a:pt x="2123057" y="223441"/>
                </a:lnTo>
                <a:lnTo>
                  <a:pt x="2113552" y="216694"/>
                </a:lnTo>
                <a:lnTo>
                  <a:pt x="2103255" y="210344"/>
                </a:lnTo>
                <a:lnTo>
                  <a:pt x="2093355" y="204788"/>
                </a:lnTo>
                <a:lnTo>
                  <a:pt x="2082662" y="200422"/>
                </a:lnTo>
                <a:lnTo>
                  <a:pt x="2071969" y="196056"/>
                </a:lnTo>
                <a:lnTo>
                  <a:pt x="2060484" y="192881"/>
                </a:lnTo>
                <a:lnTo>
                  <a:pt x="2048999" y="190103"/>
                </a:lnTo>
                <a:lnTo>
                  <a:pt x="2037118" y="188119"/>
                </a:lnTo>
                <a:lnTo>
                  <a:pt x="2025633" y="186928"/>
                </a:lnTo>
                <a:lnTo>
                  <a:pt x="2013752" y="186531"/>
                </a:lnTo>
                <a:close/>
                <a:moveTo>
                  <a:pt x="2066028" y="0"/>
                </a:moveTo>
                <a:lnTo>
                  <a:pt x="2156324" y="23812"/>
                </a:lnTo>
                <a:lnTo>
                  <a:pt x="2146027" y="100013"/>
                </a:lnTo>
                <a:lnTo>
                  <a:pt x="2140916" y="118533"/>
                </a:lnTo>
                <a:lnTo>
                  <a:pt x="2134542" y="115094"/>
                </a:lnTo>
                <a:lnTo>
                  <a:pt x="2132671" y="114357"/>
                </a:lnTo>
                <a:lnTo>
                  <a:pt x="2132562" y="114300"/>
                </a:lnTo>
                <a:lnTo>
                  <a:pt x="2123453" y="110728"/>
                </a:lnTo>
                <a:lnTo>
                  <a:pt x="2132671" y="114357"/>
                </a:lnTo>
                <a:lnTo>
                  <a:pt x="2140879" y="118666"/>
                </a:lnTo>
                <a:lnTo>
                  <a:pt x="2140916" y="118533"/>
                </a:lnTo>
                <a:lnTo>
                  <a:pt x="2144839" y="120650"/>
                </a:lnTo>
                <a:lnTo>
                  <a:pt x="2153552" y="125413"/>
                </a:lnTo>
                <a:lnTo>
                  <a:pt x="2167413" y="133747"/>
                </a:lnTo>
                <a:lnTo>
                  <a:pt x="2174145" y="138113"/>
                </a:lnTo>
                <a:lnTo>
                  <a:pt x="2180878" y="142875"/>
                </a:lnTo>
                <a:lnTo>
                  <a:pt x="2181274" y="143272"/>
                </a:lnTo>
                <a:lnTo>
                  <a:pt x="2187610" y="148034"/>
                </a:lnTo>
                <a:lnTo>
                  <a:pt x="2193947" y="153194"/>
                </a:lnTo>
                <a:lnTo>
                  <a:pt x="2205432" y="163909"/>
                </a:lnTo>
                <a:lnTo>
                  <a:pt x="2212560" y="170656"/>
                </a:lnTo>
                <a:lnTo>
                  <a:pt x="2221273" y="180181"/>
                </a:lnTo>
                <a:lnTo>
                  <a:pt x="2226433" y="186128"/>
                </a:lnTo>
                <a:lnTo>
                  <a:pt x="2226422" y="186134"/>
                </a:lnTo>
                <a:lnTo>
                  <a:pt x="2229194" y="189309"/>
                </a:lnTo>
                <a:lnTo>
                  <a:pt x="2226433" y="186128"/>
                </a:lnTo>
                <a:lnTo>
                  <a:pt x="2244639" y="175419"/>
                </a:lnTo>
                <a:lnTo>
                  <a:pt x="2315925" y="143669"/>
                </a:lnTo>
                <a:lnTo>
                  <a:pt x="2363053" y="224234"/>
                </a:lnTo>
                <a:lnTo>
                  <a:pt x="2302064" y="270669"/>
                </a:lnTo>
                <a:lnTo>
                  <a:pt x="2280282" y="283369"/>
                </a:lnTo>
                <a:lnTo>
                  <a:pt x="2284242" y="296466"/>
                </a:lnTo>
                <a:lnTo>
                  <a:pt x="2287015" y="309166"/>
                </a:lnTo>
                <a:lnTo>
                  <a:pt x="2289787" y="322263"/>
                </a:lnTo>
                <a:lnTo>
                  <a:pt x="2291371" y="335359"/>
                </a:lnTo>
                <a:lnTo>
                  <a:pt x="2292559" y="348456"/>
                </a:lnTo>
                <a:lnTo>
                  <a:pt x="2293351" y="361553"/>
                </a:lnTo>
                <a:lnTo>
                  <a:pt x="2293351" y="374650"/>
                </a:lnTo>
                <a:lnTo>
                  <a:pt x="2292559" y="387350"/>
                </a:lnTo>
                <a:lnTo>
                  <a:pt x="2318301" y="394097"/>
                </a:lnTo>
                <a:lnTo>
                  <a:pt x="2390775" y="422275"/>
                </a:lnTo>
                <a:lnTo>
                  <a:pt x="2367409" y="512763"/>
                </a:lnTo>
                <a:lnTo>
                  <a:pt x="2291371" y="502047"/>
                </a:lnTo>
                <a:lnTo>
                  <a:pt x="2262857" y="494506"/>
                </a:lnTo>
                <a:lnTo>
                  <a:pt x="2256916" y="506016"/>
                </a:lnTo>
                <a:lnTo>
                  <a:pt x="2250183" y="517128"/>
                </a:lnTo>
                <a:lnTo>
                  <a:pt x="2243451" y="527447"/>
                </a:lnTo>
                <a:lnTo>
                  <a:pt x="2235926" y="537766"/>
                </a:lnTo>
                <a:lnTo>
                  <a:pt x="2228006" y="547688"/>
                </a:lnTo>
                <a:lnTo>
                  <a:pt x="2219293" y="557610"/>
                </a:lnTo>
                <a:lnTo>
                  <a:pt x="2210580" y="566738"/>
                </a:lnTo>
                <a:lnTo>
                  <a:pt x="2201075" y="575469"/>
                </a:lnTo>
                <a:lnTo>
                  <a:pt x="2216125" y="601266"/>
                </a:lnTo>
                <a:lnTo>
                  <a:pt x="2247807" y="671910"/>
                </a:lnTo>
                <a:lnTo>
                  <a:pt x="2167413" y="719932"/>
                </a:lnTo>
                <a:lnTo>
                  <a:pt x="2121077" y="658416"/>
                </a:lnTo>
                <a:lnTo>
                  <a:pt x="2105632" y="632222"/>
                </a:lnTo>
                <a:lnTo>
                  <a:pt x="2110780" y="629841"/>
                </a:lnTo>
                <a:lnTo>
                  <a:pt x="2115929" y="627857"/>
                </a:lnTo>
                <a:lnTo>
                  <a:pt x="2104048" y="632222"/>
                </a:lnTo>
                <a:lnTo>
                  <a:pt x="2092563" y="635794"/>
                </a:lnTo>
                <a:lnTo>
                  <a:pt x="2083058" y="638969"/>
                </a:lnTo>
                <a:lnTo>
                  <a:pt x="2067217" y="642541"/>
                </a:lnTo>
                <a:lnTo>
                  <a:pt x="2059296" y="643732"/>
                </a:lnTo>
                <a:lnTo>
                  <a:pt x="2050583" y="644922"/>
                </a:lnTo>
                <a:lnTo>
                  <a:pt x="2048999" y="644922"/>
                </a:lnTo>
                <a:lnTo>
                  <a:pt x="2033554" y="646907"/>
                </a:lnTo>
                <a:lnTo>
                  <a:pt x="2018505" y="647303"/>
                </a:lnTo>
                <a:lnTo>
                  <a:pt x="2014544" y="647700"/>
                </a:lnTo>
                <a:lnTo>
                  <a:pt x="2008208" y="647303"/>
                </a:lnTo>
                <a:lnTo>
                  <a:pt x="2002617" y="647117"/>
                </a:lnTo>
                <a:lnTo>
                  <a:pt x="1994743" y="646510"/>
                </a:lnTo>
                <a:lnTo>
                  <a:pt x="1984842" y="645716"/>
                </a:lnTo>
                <a:lnTo>
                  <a:pt x="1996327" y="646907"/>
                </a:lnTo>
                <a:lnTo>
                  <a:pt x="2002617" y="647117"/>
                </a:lnTo>
                <a:lnTo>
                  <a:pt x="2005039" y="647303"/>
                </a:lnTo>
                <a:lnTo>
                  <a:pt x="1994347" y="687785"/>
                </a:lnTo>
                <a:lnTo>
                  <a:pt x="1970189" y="747713"/>
                </a:lnTo>
                <a:lnTo>
                  <a:pt x="1879497" y="724297"/>
                </a:lnTo>
                <a:lnTo>
                  <a:pt x="1886230" y="662385"/>
                </a:lnTo>
                <a:lnTo>
                  <a:pt x="1896923" y="621507"/>
                </a:lnTo>
                <a:lnTo>
                  <a:pt x="1904447" y="625078"/>
                </a:lnTo>
                <a:lnTo>
                  <a:pt x="1893754" y="619919"/>
                </a:lnTo>
                <a:lnTo>
                  <a:pt x="1883061" y="614363"/>
                </a:lnTo>
                <a:lnTo>
                  <a:pt x="1874745" y="609997"/>
                </a:lnTo>
                <a:lnTo>
                  <a:pt x="1860884" y="601663"/>
                </a:lnTo>
                <a:lnTo>
                  <a:pt x="1854151" y="596900"/>
                </a:lnTo>
                <a:lnTo>
                  <a:pt x="1847419" y="592535"/>
                </a:lnTo>
                <a:lnTo>
                  <a:pt x="1846627" y="592138"/>
                </a:lnTo>
                <a:lnTo>
                  <a:pt x="1840290" y="586978"/>
                </a:lnTo>
                <a:lnTo>
                  <a:pt x="1834350" y="581819"/>
                </a:lnTo>
                <a:lnTo>
                  <a:pt x="1822469" y="571103"/>
                </a:lnTo>
                <a:lnTo>
                  <a:pt x="1815736" y="564356"/>
                </a:lnTo>
                <a:lnTo>
                  <a:pt x="1809516" y="557841"/>
                </a:lnTo>
                <a:lnTo>
                  <a:pt x="1805439" y="553244"/>
                </a:lnTo>
                <a:lnTo>
                  <a:pt x="1799103" y="545703"/>
                </a:lnTo>
                <a:lnTo>
                  <a:pt x="1807023" y="555228"/>
                </a:lnTo>
                <a:lnTo>
                  <a:pt x="1809516" y="557841"/>
                </a:lnTo>
                <a:lnTo>
                  <a:pt x="1811776" y="560388"/>
                </a:lnTo>
                <a:lnTo>
                  <a:pt x="1779697" y="579438"/>
                </a:lnTo>
                <a:lnTo>
                  <a:pt x="1720292" y="604044"/>
                </a:lnTo>
                <a:lnTo>
                  <a:pt x="1673164" y="523875"/>
                </a:lnTo>
                <a:lnTo>
                  <a:pt x="1721480" y="484585"/>
                </a:lnTo>
                <a:lnTo>
                  <a:pt x="1752767" y="465931"/>
                </a:lnTo>
                <a:lnTo>
                  <a:pt x="1748410" y="452835"/>
                </a:lnTo>
                <a:lnTo>
                  <a:pt x="1744450" y="439341"/>
                </a:lnTo>
                <a:lnTo>
                  <a:pt x="1741282" y="425847"/>
                </a:lnTo>
                <a:lnTo>
                  <a:pt x="1738510" y="412353"/>
                </a:lnTo>
                <a:lnTo>
                  <a:pt x="1736530" y="398860"/>
                </a:lnTo>
                <a:lnTo>
                  <a:pt x="1735737" y="385366"/>
                </a:lnTo>
                <a:lnTo>
                  <a:pt x="1734945" y="371475"/>
                </a:lnTo>
                <a:lnTo>
                  <a:pt x="1735341" y="357981"/>
                </a:lnTo>
                <a:lnTo>
                  <a:pt x="1704451" y="350441"/>
                </a:lnTo>
                <a:lnTo>
                  <a:pt x="1644650" y="325438"/>
                </a:lnTo>
                <a:lnTo>
                  <a:pt x="1668412" y="235347"/>
                </a:lnTo>
                <a:lnTo>
                  <a:pt x="1730193" y="242094"/>
                </a:lnTo>
                <a:lnTo>
                  <a:pt x="1760687" y="250031"/>
                </a:lnTo>
                <a:lnTo>
                  <a:pt x="1766628" y="237331"/>
                </a:lnTo>
                <a:lnTo>
                  <a:pt x="1773361" y="225028"/>
                </a:lnTo>
                <a:lnTo>
                  <a:pt x="1781281" y="213519"/>
                </a:lnTo>
                <a:lnTo>
                  <a:pt x="1789202" y="201613"/>
                </a:lnTo>
                <a:lnTo>
                  <a:pt x="1797915" y="190500"/>
                </a:lnTo>
                <a:lnTo>
                  <a:pt x="1807023" y="179784"/>
                </a:lnTo>
                <a:lnTo>
                  <a:pt x="1816924" y="169069"/>
                </a:lnTo>
                <a:lnTo>
                  <a:pt x="1827221" y="159544"/>
                </a:lnTo>
                <a:lnTo>
                  <a:pt x="1812964" y="135334"/>
                </a:lnTo>
                <a:lnTo>
                  <a:pt x="1788410" y="75406"/>
                </a:lnTo>
                <a:lnTo>
                  <a:pt x="1868804" y="27781"/>
                </a:lnTo>
                <a:lnTo>
                  <a:pt x="1907219" y="76994"/>
                </a:lnTo>
                <a:lnTo>
                  <a:pt x="1923061" y="102791"/>
                </a:lnTo>
                <a:lnTo>
                  <a:pt x="1917516" y="105172"/>
                </a:lnTo>
                <a:lnTo>
                  <a:pt x="1912368" y="107156"/>
                </a:lnTo>
                <a:lnTo>
                  <a:pt x="1924249" y="102791"/>
                </a:lnTo>
                <a:lnTo>
                  <a:pt x="1935734" y="99219"/>
                </a:lnTo>
                <a:lnTo>
                  <a:pt x="1945239" y="96044"/>
                </a:lnTo>
                <a:lnTo>
                  <a:pt x="1961080" y="92869"/>
                </a:lnTo>
                <a:lnTo>
                  <a:pt x="1969001" y="91281"/>
                </a:lnTo>
                <a:lnTo>
                  <a:pt x="1977317" y="89694"/>
                </a:lnTo>
                <a:lnTo>
                  <a:pt x="1979297" y="89694"/>
                </a:lnTo>
                <a:lnTo>
                  <a:pt x="1994347" y="88106"/>
                </a:lnTo>
                <a:lnTo>
                  <a:pt x="2009792" y="87709"/>
                </a:lnTo>
                <a:lnTo>
                  <a:pt x="2013752" y="87709"/>
                </a:lnTo>
                <a:lnTo>
                  <a:pt x="2019693" y="87709"/>
                </a:lnTo>
                <a:lnTo>
                  <a:pt x="2031970" y="88503"/>
                </a:lnTo>
                <a:lnTo>
                  <a:pt x="2043455" y="89297"/>
                </a:lnTo>
                <a:lnTo>
                  <a:pt x="2034346" y="88503"/>
                </a:lnTo>
                <a:lnTo>
                  <a:pt x="2038306" y="72628"/>
                </a:lnTo>
                <a:lnTo>
                  <a:pt x="206602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+mn-lt"/>
              <a:ea typeface="+mn-ea"/>
            </a:endParaRPr>
          </a:p>
        </p:txBody>
      </p:sp>
      <p:sp>
        <p:nvSpPr>
          <p:cNvPr id="26" name="MH_Text_1"/>
          <p:cNvSpPr txBox="1"/>
          <p:nvPr>
            <p:custDataLst>
              <p:tags r:id="rId10"/>
            </p:custDataLst>
          </p:nvPr>
        </p:nvSpPr>
        <p:spPr>
          <a:xfrm>
            <a:off x="1513345" y="4662943"/>
            <a:ext cx="7378171" cy="1007703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根据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IRR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IMR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及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PR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判定的优先级向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发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INT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信号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接收到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第一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INTA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信号后，清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IRR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中相应位并置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ISR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中的相应位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接收到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第二个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INTA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信号后，送出中断类型号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2" name="MH_SubTitle_2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1375542" y="1914412"/>
            <a:ext cx="5108575" cy="542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defPPr>
              <a:defRPr lang="en-US"/>
            </a:defPPr>
            <a:lvl1pPr>
              <a:defRPr sz="24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 marL="742950" indent="-285750"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/>
              <a:t>现行服务寄存器</a:t>
            </a:r>
            <a:r>
              <a:rPr lang="en-US" altLang="zh-CN" dirty="0"/>
              <a:t>ISR</a:t>
            </a:r>
            <a:endParaRPr lang="zh-CN" altLang="en-US" dirty="0"/>
          </a:p>
        </p:txBody>
      </p:sp>
      <p:cxnSp>
        <p:nvCxnSpPr>
          <p:cNvPr id="29" name="直接连接符 28"/>
          <p:cNvCxnSpPr/>
          <p:nvPr/>
        </p:nvCxnSpPr>
        <p:spPr>
          <a:xfrm>
            <a:off x="4248988" y="5750798"/>
            <a:ext cx="48883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3869125" y="5043390"/>
            <a:ext cx="48883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/>
      <p:bldP spid="15" grpId="0" animBg="1"/>
      <p:bldP spid="16" grpId="0" animBg="1"/>
      <p:bldP spid="17" grpId="0"/>
      <p:bldP spid="18" grpId="0" animBg="1"/>
      <p:bldP spid="19" grpId="0" animBg="1"/>
      <p:bldP spid="26" grpId="0"/>
      <p:bldP spid="3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9" name="ïšḻïdê"/>
          <p:cNvSpPr txBox="1"/>
          <p:nvPr/>
        </p:nvSpPr>
        <p:spPr bwMode="auto">
          <a:xfrm>
            <a:off x="-1" y="162085"/>
            <a:ext cx="828190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6.5 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可编程中断控制器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 </a:t>
            </a:r>
            <a:endParaRPr lang="zh-CN" altLang="en-US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63" name="right-arrowheads_44810"/>
          <p:cNvSpPr>
            <a:spLocks noChangeAspect="1"/>
          </p:cNvSpPr>
          <p:nvPr/>
        </p:nvSpPr>
        <p:spPr bwMode="auto">
          <a:xfrm>
            <a:off x="152015" y="929658"/>
            <a:ext cx="411251" cy="316320"/>
          </a:xfrm>
          <a:custGeom>
            <a:avLst/>
            <a:gdLst>
              <a:gd name="T0" fmla="*/ 59 w 415"/>
              <a:gd name="T1" fmla="*/ 406 h 406"/>
              <a:gd name="T2" fmla="*/ 25 w 415"/>
              <a:gd name="T3" fmla="*/ 394 h 406"/>
              <a:gd name="T4" fmla="*/ 19 w 415"/>
              <a:gd name="T5" fmla="*/ 318 h 406"/>
              <a:gd name="T6" fmla="*/ 114 w 415"/>
              <a:gd name="T7" fmla="*/ 206 h 406"/>
              <a:gd name="T8" fmla="*/ 19 w 415"/>
              <a:gd name="T9" fmla="*/ 94 h 406"/>
              <a:gd name="T10" fmla="*/ 25 w 415"/>
              <a:gd name="T11" fmla="*/ 19 h 406"/>
              <a:gd name="T12" fmla="*/ 100 w 415"/>
              <a:gd name="T13" fmla="*/ 25 h 406"/>
              <a:gd name="T14" fmla="*/ 225 w 415"/>
              <a:gd name="T15" fmla="*/ 172 h 406"/>
              <a:gd name="T16" fmla="*/ 225 w 415"/>
              <a:gd name="T17" fmla="*/ 241 h 406"/>
              <a:gd name="T18" fmla="*/ 100 w 415"/>
              <a:gd name="T19" fmla="*/ 388 h 406"/>
              <a:gd name="T20" fmla="*/ 59 w 415"/>
              <a:gd name="T21" fmla="*/ 406 h 406"/>
              <a:gd name="T22" fmla="*/ 273 w 415"/>
              <a:gd name="T23" fmla="*/ 388 h 406"/>
              <a:gd name="T24" fmla="*/ 398 w 415"/>
              <a:gd name="T25" fmla="*/ 241 h 406"/>
              <a:gd name="T26" fmla="*/ 398 w 415"/>
              <a:gd name="T27" fmla="*/ 172 h 406"/>
              <a:gd name="T28" fmla="*/ 273 w 415"/>
              <a:gd name="T29" fmla="*/ 25 h 406"/>
              <a:gd name="T30" fmla="*/ 198 w 415"/>
              <a:gd name="T31" fmla="*/ 19 h 406"/>
              <a:gd name="T32" fmla="*/ 192 w 415"/>
              <a:gd name="T33" fmla="*/ 94 h 406"/>
              <a:gd name="T34" fmla="*/ 287 w 415"/>
              <a:gd name="T35" fmla="*/ 206 h 406"/>
              <a:gd name="T36" fmla="*/ 192 w 415"/>
              <a:gd name="T37" fmla="*/ 318 h 406"/>
              <a:gd name="T38" fmla="*/ 198 w 415"/>
              <a:gd name="T39" fmla="*/ 394 h 406"/>
              <a:gd name="T40" fmla="*/ 232 w 415"/>
              <a:gd name="T41" fmla="*/ 406 h 406"/>
              <a:gd name="T42" fmla="*/ 273 w 415"/>
              <a:gd name="T43" fmla="*/ 388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5" h="406">
                <a:moveTo>
                  <a:pt x="59" y="406"/>
                </a:moveTo>
                <a:cubicBezTo>
                  <a:pt x="47" y="406"/>
                  <a:pt x="35" y="402"/>
                  <a:pt x="25" y="394"/>
                </a:cubicBezTo>
                <a:cubicBezTo>
                  <a:pt x="2" y="375"/>
                  <a:pt x="0" y="341"/>
                  <a:pt x="19" y="318"/>
                </a:cubicBezTo>
                <a:lnTo>
                  <a:pt x="114" y="206"/>
                </a:lnTo>
                <a:lnTo>
                  <a:pt x="19" y="94"/>
                </a:lnTo>
                <a:cubicBezTo>
                  <a:pt x="0" y="71"/>
                  <a:pt x="2" y="38"/>
                  <a:pt x="25" y="19"/>
                </a:cubicBezTo>
                <a:cubicBezTo>
                  <a:pt x="47" y="0"/>
                  <a:pt x="81" y="2"/>
                  <a:pt x="100" y="25"/>
                </a:cubicBezTo>
                <a:lnTo>
                  <a:pt x="225" y="172"/>
                </a:lnTo>
                <a:cubicBezTo>
                  <a:pt x="242" y="192"/>
                  <a:pt x="242" y="221"/>
                  <a:pt x="225" y="241"/>
                </a:cubicBezTo>
                <a:lnTo>
                  <a:pt x="100" y="388"/>
                </a:lnTo>
                <a:cubicBezTo>
                  <a:pt x="89" y="400"/>
                  <a:pt x="74" y="406"/>
                  <a:pt x="59" y="406"/>
                </a:cubicBezTo>
                <a:close/>
                <a:moveTo>
                  <a:pt x="273" y="388"/>
                </a:moveTo>
                <a:lnTo>
                  <a:pt x="398" y="241"/>
                </a:lnTo>
                <a:cubicBezTo>
                  <a:pt x="415" y="221"/>
                  <a:pt x="415" y="192"/>
                  <a:pt x="398" y="172"/>
                </a:cubicBezTo>
                <a:lnTo>
                  <a:pt x="273" y="25"/>
                </a:lnTo>
                <a:cubicBezTo>
                  <a:pt x="254" y="2"/>
                  <a:pt x="220" y="0"/>
                  <a:pt x="198" y="19"/>
                </a:cubicBezTo>
                <a:cubicBezTo>
                  <a:pt x="175" y="38"/>
                  <a:pt x="173" y="71"/>
                  <a:pt x="192" y="94"/>
                </a:cubicBezTo>
                <a:lnTo>
                  <a:pt x="287" y="206"/>
                </a:lnTo>
                <a:lnTo>
                  <a:pt x="192" y="318"/>
                </a:lnTo>
                <a:cubicBezTo>
                  <a:pt x="173" y="341"/>
                  <a:pt x="175" y="375"/>
                  <a:pt x="198" y="394"/>
                </a:cubicBezTo>
                <a:cubicBezTo>
                  <a:pt x="208" y="402"/>
                  <a:pt x="220" y="406"/>
                  <a:pt x="232" y="406"/>
                </a:cubicBezTo>
                <a:cubicBezTo>
                  <a:pt x="247" y="406"/>
                  <a:pt x="262" y="400"/>
                  <a:pt x="273" y="3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4" name="矩形 63"/>
          <p:cNvSpPr/>
          <p:nvPr/>
        </p:nvSpPr>
        <p:spPr>
          <a:xfrm>
            <a:off x="584781" y="858016"/>
            <a:ext cx="7429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8259A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的工作原理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MH_Other_1"/>
          <p:cNvSpPr>
            <a:spLocks noEditPoints="1"/>
          </p:cNvSpPr>
          <p:nvPr>
            <p:custDataLst>
              <p:tags r:id="rId2"/>
            </p:custDataLst>
          </p:nvPr>
        </p:nvSpPr>
        <p:spPr bwMode="auto">
          <a:xfrm>
            <a:off x="325141" y="1541242"/>
            <a:ext cx="476250" cy="476250"/>
          </a:xfrm>
          <a:custGeom>
            <a:avLst/>
            <a:gdLst>
              <a:gd name="T0" fmla="*/ 2147483646 w 127"/>
              <a:gd name="T1" fmla="*/ 2147483646 h 127"/>
              <a:gd name="T2" fmla="*/ 2147483646 w 127"/>
              <a:gd name="T3" fmla="*/ 2147483646 h 127"/>
              <a:gd name="T4" fmla="*/ 2147483646 w 127"/>
              <a:gd name="T5" fmla="*/ 2147483646 h 127"/>
              <a:gd name="T6" fmla="*/ 2147483646 w 127"/>
              <a:gd name="T7" fmla="*/ 2147483646 h 127"/>
              <a:gd name="T8" fmla="*/ 2147483646 w 127"/>
              <a:gd name="T9" fmla="*/ 2147483646 h 127"/>
              <a:gd name="T10" fmla="*/ 2147483646 w 127"/>
              <a:gd name="T11" fmla="*/ 2147483646 h 127"/>
              <a:gd name="T12" fmla="*/ 2147483646 w 127"/>
              <a:gd name="T13" fmla="*/ 2147483646 h 127"/>
              <a:gd name="T14" fmla="*/ 2147483646 w 127"/>
              <a:gd name="T15" fmla="*/ 2147483646 h 127"/>
              <a:gd name="T16" fmla="*/ 2147483646 w 127"/>
              <a:gd name="T17" fmla="*/ 2147483646 h 127"/>
              <a:gd name="T18" fmla="*/ 2147483646 w 127"/>
              <a:gd name="T19" fmla="*/ 2147483646 h 127"/>
              <a:gd name="T20" fmla="*/ 2147483646 w 127"/>
              <a:gd name="T21" fmla="*/ 2147483646 h 127"/>
              <a:gd name="T22" fmla="*/ 2147483646 w 127"/>
              <a:gd name="T23" fmla="*/ 2147483646 h 127"/>
              <a:gd name="T24" fmla="*/ 2147483646 w 127"/>
              <a:gd name="T25" fmla="*/ 2147483646 h 127"/>
              <a:gd name="T26" fmla="*/ 2147483646 w 127"/>
              <a:gd name="T27" fmla="*/ 2147483646 h 127"/>
              <a:gd name="T28" fmla="*/ 2147483646 w 127"/>
              <a:gd name="T29" fmla="*/ 2147483646 h 127"/>
              <a:gd name="T30" fmla="*/ 2147483646 w 127"/>
              <a:gd name="T31" fmla="*/ 2147483646 h 127"/>
              <a:gd name="T32" fmla="*/ 2147483646 w 127"/>
              <a:gd name="T33" fmla="*/ 2147483646 h 127"/>
              <a:gd name="T34" fmla="*/ 2147483646 w 127"/>
              <a:gd name="T35" fmla="*/ 2147483646 h 127"/>
              <a:gd name="T36" fmla="*/ 2147483646 w 127"/>
              <a:gd name="T37" fmla="*/ 2147483646 h 127"/>
              <a:gd name="T38" fmla="*/ 2147483646 w 127"/>
              <a:gd name="T39" fmla="*/ 2147483646 h 127"/>
              <a:gd name="T40" fmla="*/ 2147483646 w 127"/>
              <a:gd name="T41" fmla="*/ 2147483646 h 127"/>
              <a:gd name="T42" fmla="*/ 2147483646 w 127"/>
              <a:gd name="T43" fmla="*/ 2147483646 h 127"/>
              <a:gd name="T44" fmla="*/ 2147483646 w 127"/>
              <a:gd name="T45" fmla="*/ 2147483646 h 127"/>
              <a:gd name="T46" fmla="*/ 2147483646 w 127"/>
              <a:gd name="T47" fmla="*/ 2147483646 h 127"/>
              <a:gd name="T48" fmla="*/ 2147483646 w 127"/>
              <a:gd name="T49" fmla="*/ 2147483646 h 127"/>
              <a:gd name="T50" fmla="*/ 2147483646 w 127"/>
              <a:gd name="T51" fmla="*/ 2147483646 h 127"/>
              <a:gd name="T52" fmla="*/ 2147483646 w 127"/>
              <a:gd name="T53" fmla="*/ 2147483646 h 127"/>
              <a:gd name="T54" fmla="*/ 2147483646 w 127"/>
              <a:gd name="T55" fmla="*/ 2147483646 h 127"/>
              <a:gd name="T56" fmla="*/ 2147483646 w 127"/>
              <a:gd name="T57" fmla="*/ 2147483646 h 127"/>
              <a:gd name="T58" fmla="*/ 2147483646 w 127"/>
              <a:gd name="T59" fmla="*/ 2147483646 h 127"/>
              <a:gd name="T60" fmla="*/ 2147483646 w 127"/>
              <a:gd name="T61" fmla="*/ 2147483646 h 127"/>
              <a:gd name="T62" fmla="*/ 2147483646 w 127"/>
              <a:gd name="T63" fmla="*/ 2147483646 h 127"/>
              <a:gd name="T64" fmla="*/ 2147483646 w 127"/>
              <a:gd name="T65" fmla="*/ 2147483646 h 127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0" t="0" r="r" b="b"/>
            <a:pathLst>
              <a:path w="127" h="127">
                <a:moveTo>
                  <a:pt x="30" y="115"/>
                </a:moveTo>
                <a:cubicBezTo>
                  <a:pt x="26" y="119"/>
                  <a:pt x="21" y="119"/>
                  <a:pt x="18" y="115"/>
                </a:cubicBezTo>
                <a:cubicBezTo>
                  <a:pt x="12" y="110"/>
                  <a:pt x="12" y="110"/>
                  <a:pt x="12" y="110"/>
                </a:cubicBezTo>
                <a:cubicBezTo>
                  <a:pt x="9" y="107"/>
                  <a:pt x="9" y="101"/>
                  <a:pt x="12" y="98"/>
                </a:cubicBezTo>
                <a:cubicBezTo>
                  <a:pt x="51" y="60"/>
                  <a:pt x="51" y="60"/>
                  <a:pt x="51" y="60"/>
                </a:cubicBezTo>
                <a:cubicBezTo>
                  <a:pt x="46" y="58"/>
                  <a:pt x="40" y="60"/>
                  <a:pt x="35" y="64"/>
                </a:cubicBezTo>
                <a:cubicBezTo>
                  <a:pt x="7" y="93"/>
                  <a:pt x="7" y="93"/>
                  <a:pt x="7" y="93"/>
                </a:cubicBezTo>
                <a:cubicBezTo>
                  <a:pt x="0" y="99"/>
                  <a:pt x="0" y="109"/>
                  <a:pt x="7" y="115"/>
                </a:cubicBezTo>
                <a:cubicBezTo>
                  <a:pt x="12" y="121"/>
                  <a:pt x="12" y="121"/>
                  <a:pt x="12" y="121"/>
                </a:cubicBezTo>
                <a:cubicBezTo>
                  <a:pt x="19" y="127"/>
                  <a:pt x="29" y="127"/>
                  <a:pt x="35" y="121"/>
                </a:cubicBezTo>
                <a:cubicBezTo>
                  <a:pt x="64" y="93"/>
                  <a:pt x="64" y="93"/>
                  <a:pt x="64" y="93"/>
                </a:cubicBezTo>
                <a:cubicBezTo>
                  <a:pt x="68" y="88"/>
                  <a:pt x="69" y="82"/>
                  <a:pt x="68" y="77"/>
                </a:cubicBezTo>
                <a:lnTo>
                  <a:pt x="30" y="115"/>
                </a:lnTo>
                <a:close/>
                <a:moveTo>
                  <a:pt x="121" y="12"/>
                </a:moveTo>
                <a:cubicBezTo>
                  <a:pt x="115" y="7"/>
                  <a:pt x="115" y="7"/>
                  <a:pt x="115" y="7"/>
                </a:cubicBezTo>
                <a:cubicBezTo>
                  <a:pt x="109" y="0"/>
                  <a:pt x="99" y="0"/>
                  <a:pt x="93" y="7"/>
                </a:cubicBezTo>
                <a:cubicBezTo>
                  <a:pt x="64" y="35"/>
                  <a:pt x="64" y="35"/>
                  <a:pt x="64" y="35"/>
                </a:cubicBezTo>
                <a:cubicBezTo>
                  <a:pt x="60" y="40"/>
                  <a:pt x="58" y="46"/>
                  <a:pt x="60" y="51"/>
                </a:cubicBezTo>
                <a:cubicBezTo>
                  <a:pt x="98" y="12"/>
                  <a:pt x="98" y="12"/>
                  <a:pt x="98" y="12"/>
                </a:cubicBezTo>
                <a:cubicBezTo>
                  <a:pt x="101" y="9"/>
                  <a:pt x="107" y="9"/>
                  <a:pt x="110" y="12"/>
                </a:cubicBezTo>
                <a:cubicBezTo>
                  <a:pt x="115" y="18"/>
                  <a:pt x="115" y="18"/>
                  <a:pt x="115" y="18"/>
                </a:cubicBezTo>
                <a:cubicBezTo>
                  <a:pt x="119" y="21"/>
                  <a:pt x="119" y="26"/>
                  <a:pt x="115" y="30"/>
                </a:cubicBezTo>
                <a:cubicBezTo>
                  <a:pt x="77" y="68"/>
                  <a:pt x="77" y="68"/>
                  <a:pt x="77" y="68"/>
                </a:cubicBezTo>
                <a:cubicBezTo>
                  <a:pt x="82" y="69"/>
                  <a:pt x="88" y="68"/>
                  <a:pt x="93" y="64"/>
                </a:cubicBezTo>
                <a:cubicBezTo>
                  <a:pt x="121" y="35"/>
                  <a:pt x="121" y="35"/>
                  <a:pt x="121" y="35"/>
                </a:cubicBezTo>
                <a:cubicBezTo>
                  <a:pt x="127" y="29"/>
                  <a:pt x="127" y="19"/>
                  <a:pt x="121" y="12"/>
                </a:cubicBezTo>
                <a:close/>
                <a:moveTo>
                  <a:pt x="77" y="51"/>
                </a:moveTo>
                <a:cubicBezTo>
                  <a:pt x="75" y="50"/>
                  <a:pt x="73" y="50"/>
                  <a:pt x="71" y="51"/>
                </a:cubicBezTo>
                <a:cubicBezTo>
                  <a:pt x="51" y="71"/>
                  <a:pt x="51" y="71"/>
                  <a:pt x="51" y="71"/>
                </a:cubicBezTo>
                <a:cubicBezTo>
                  <a:pt x="49" y="73"/>
                  <a:pt x="49" y="75"/>
                  <a:pt x="51" y="77"/>
                </a:cubicBezTo>
                <a:cubicBezTo>
                  <a:pt x="53" y="78"/>
                  <a:pt x="55" y="78"/>
                  <a:pt x="57" y="77"/>
                </a:cubicBezTo>
                <a:cubicBezTo>
                  <a:pt x="77" y="57"/>
                  <a:pt x="77" y="57"/>
                  <a:pt x="77" y="57"/>
                </a:cubicBezTo>
                <a:cubicBezTo>
                  <a:pt x="78" y="55"/>
                  <a:pt x="78" y="53"/>
                  <a:pt x="77" y="51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accent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MH_Other_2"/>
          <p:cNvSpPr>
            <a:spLocks noEditPoints="1"/>
          </p:cNvSpPr>
          <p:nvPr>
            <p:custDataLst>
              <p:tags r:id="rId3"/>
            </p:custDataLst>
          </p:nvPr>
        </p:nvSpPr>
        <p:spPr bwMode="auto">
          <a:xfrm>
            <a:off x="259675" y="2393794"/>
            <a:ext cx="476250" cy="476250"/>
          </a:xfrm>
          <a:custGeom>
            <a:avLst/>
            <a:gdLst>
              <a:gd name="T0" fmla="*/ 2147483646 w 127"/>
              <a:gd name="T1" fmla="*/ 2147483646 h 127"/>
              <a:gd name="T2" fmla="*/ 2147483646 w 127"/>
              <a:gd name="T3" fmla="*/ 2147483646 h 127"/>
              <a:gd name="T4" fmla="*/ 2147483646 w 127"/>
              <a:gd name="T5" fmla="*/ 2147483646 h 127"/>
              <a:gd name="T6" fmla="*/ 2147483646 w 127"/>
              <a:gd name="T7" fmla="*/ 2147483646 h 127"/>
              <a:gd name="T8" fmla="*/ 2147483646 w 127"/>
              <a:gd name="T9" fmla="*/ 2147483646 h 127"/>
              <a:gd name="T10" fmla="*/ 2147483646 w 127"/>
              <a:gd name="T11" fmla="*/ 2147483646 h 127"/>
              <a:gd name="T12" fmla="*/ 2147483646 w 127"/>
              <a:gd name="T13" fmla="*/ 2147483646 h 127"/>
              <a:gd name="T14" fmla="*/ 2147483646 w 127"/>
              <a:gd name="T15" fmla="*/ 2147483646 h 127"/>
              <a:gd name="T16" fmla="*/ 2147483646 w 127"/>
              <a:gd name="T17" fmla="*/ 2147483646 h 127"/>
              <a:gd name="T18" fmla="*/ 2147483646 w 127"/>
              <a:gd name="T19" fmla="*/ 2147483646 h 127"/>
              <a:gd name="T20" fmla="*/ 2147483646 w 127"/>
              <a:gd name="T21" fmla="*/ 2147483646 h 127"/>
              <a:gd name="T22" fmla="*/ 2147483646 w 127"/>
              <a:gd name="T23" fmla="*/ 2147483646 h 127"/>
              <a:gd name="T24" fmla="*/ 2147483646 w 127"/>
              <a:gd name="T25" fmla="*/ 2147483646 h 127"/>
              <a:gd name="T26" fmla="*/ 2147483646 w 127"/>
              <a:gd name="T27" fmla="*/ 2147483646 h 127"/>
              <a:gd name="T28" fmla="*/ 2147483646 w 127"/>
              <a:gd name="T29" fmla="*/ 2147483646 h 127"/>
              <a:gd name="T30" fmla="*/ 2147483646 w 127"/>
              <a:gd name="T31" fmla="*/ 2147483646 h 127"/>
              <a:gd name="T32" fmla="*/ 2147483646 w 127"/>
              <a:gd name="T33" fmla="*/ 2147483646 h 127"/>
              <a:gd name="T34" fmla="*/ 2147483646 w 127"/>
              <a:gd name="T35" fmla="*/ 2147483646 h 127"/>
              <a:gd name="T36" fmla="*/ 2147483646 w 127"/>
              <a:gd name="T37" fmla="*/ 2147483646 h 127"/>
              <a:gd name="T38" fmla="*/ 2147483646 w 127"/>
              <a:gd name="T39" fmla="*/ 2147483646 h 127"/>
              <a:gd name="T40" fmla="*/ 2147483646 w 127"/>
              <a:gd name="T41" fmla="*/ 2147483646 h 127"/>
              <a:gd name="T42" fmla="*/ 2147483646 w 127"/>
              <a:gd name="T43" fmla="*/ 2147483646 h 127"/>
              <a:gd name="T44" fmla="*/ 2147483646 w 127"/>
              <a:gd name="T45" fmla="*/ 2147483646 h 127"/>
              <a:gd name="T46" fmla="*/ 2147483646 w 127"/>
              <a:gd name="T47" fmla="*/ 2147483646 h 127"/>
              <a:gd name="T48" fmla="*/ 2147483646 w 127"/>
              <a:gd name="T49" fmla="*/ 2147483646 h 127"/>
              <a:gd name="T50" fmla="*/ 2147483646 w 127"/>
              <a:gd name="T51" fmla="*/ 2147483646 h 127"/>
              <a:gd name="T52" fmla="*/ 2147483646 w 127"/>
              <a:gd name="T53" fmla="*/ 2147483646 h 127"/>
              <a:gd name="T54" fmla="*/ 2147483646 w 127"/>
              <a:gd name="T55" fmla="*/ 2147483646 h 127"/>
              <a:gd name="T56" fmla="*/ 2147483646 w 127"/>
              <a:gd name="T57" fmla="*/ 2147483646 h 127"/>
              <a:gd name="T58" fmla="*/ 2147483646 w 127"/>
              <a:gd name="T59" fmla="*/ 2147483646 h 127"/>
              <a:gd name="T60" fmla="*/ 2147483646 w 127"/>
              <a:gd name="T61" fmla="*/ 2147483646 h 127"/>
              <a:gd name="T62" fmla="*/ 2147483646 w 127"/>
              <a:gd name="T63" fmla="*/ 2147483646 h 127"/>
              <a:gd name="T64" fmla="*/ 2147483646 w 127"/>
              <a:gd name="T65" fmla="*/ 2147483646 h 127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0" t="0" r="r" b="b"/>
            <a:pathLst>
              <a:path w="127" h="127">
                <a:moveTo>
                  <a:pt x="30" y="115"/>
                </a:moveTo>
                <a:cubicBezTo>
                  <a:pt x="26" y="119"/>
                  <a:pt x="21" y="119"/>
                  <a:pt x="18" y="115"/>
                </a:cubicBezTo>
                <a:cubicBezTo>
                  <a:pt x="12" y="110"/>
                  <a:pt x="12" y="110"/>
                  <a:pt x="12" y="110"/>
                </a:cubicBezTo>
                <a:cubicBezTo>
                  <a:pt x="9" y="107"/>
                  <a:pt x="9" y="101"/>
                  <a:pt x="12" y="98"/>
                </a:cubicBezTo>
                <a:cubicBezTo>
                  <a:pt x="51" y="60"/>
                  <a:pt x="51" y="60"/>
                  <a:pt x="51" y="60"/>
                </a:cubicBezTo>
                <a:cubicBezTo>
                  <a:pt x="46" y="58"/>
                  <a:pt x="40" y="60"/>
                  <a:pt x="35" y="64"/>
                </a:cubicBezTo>
                <a:cubicBezTo>
                  <a:pt x="7" y="93"/>
                  <a:pt x="7" y="93"/>
                  <a:pt x="7" y="93"/>
                </a:cubicBezTo>
                <a:cubicBezTo>
                  <a:pt x="0" y="99"/>
                  <a:pt x="0" y="109"/>
                  <a:pt x="7" y="115"/>
                </a:cubicBezTo>
                <a:cubicBezTo>
                  <a:pt x="12" y="121"/>
                  <a:pt x="12" y="121"/>
                  <a:pt x="12" y="121"/>
                </a:cubicBezTo>
                <a:cubicBezTo>
                  <a:pt x="19" y="127"/>
                  <a:pt x="29" y="127"/>
                  <a:pt x="35" y="121"/>
                </a:cubicBezTo>
                <a:cubicBezTo>
                  <a:pt x="64" y="93"/>
                  <a:pt x="64" y="93"/>
                  <a:pt x="64" y="93"/>
                </a:cubicBezTo>
                <a:cubicBezTo>
                  <a:pt x="68" y="88"/>
                  <a:pt x="69" y="82"/>
                  <a:pt x="68" y="77"/>
                </a:cubicBezTo>
                <a:lnTo>
                  <a:pt x="30" y="115"/>
                </a:lnTo>
                <a:close/>
                <a:moveTo>
                  <a:pt x="121" y="12"/>
                </a:moveTo>
                <a:cubicBezTo>
                  <a:pt x="115" y="7"/>
                  <a:pt x="115" y="7"/>
                  <a:pt x="115" y="7"/>
                </a:cubicBezTo>
                <a:cubicBezTo>
                  <a:pt x="109" y="0"/>
                  <a:pt x="99" y="0"/>
                  <a:pt x="93" y="7"/>
                </a:cubicBezTo>
                <a:cubicBezTo>
                  <a:pt x="64" y="35"/>
                  <a:pt x="64" y="35"/>
                  <a:pt x="64" y="35"/>
                </a:cubicBezTo>
                <a:cubicBezTo>
                  <a:pt x="60" y="40"/>
                  <a:pt x="58" y="46"/>
                  <a:pt x="60" y="51"/>
                </a:cubicBezTo>
                <a:cubicBezTo>
                  <a:pt x="98" y="12"/>
                  <a:pt x="98" y="12"/>
                  <a:pt x="98" y="12"/>
                </a:cubicBezTo>
                <a:cubicBezTo>
                  <a:pt x="101" y="9"/>
                  <a:pt x="107" y="9"/>
                  <a:pt x="110" y="12"/>
                </a:cubicBezTo>
                <a:cubicBezTo>
                  <a:pt x="115" y="18"/>
                  <a:pt x="115" y="18"/>
                  <a:pt x="115" y="18"/>
                </a:cubicBezTo>
                <a:cubicBezTo>
                  <a:pt x="119" y="21"/>
                  <a:pt x="119" y="26"/>
                  <a:pt x="115" y="30"/>
                </a:cubicBezTo>
                <a:cubicBezTo>
                  <a:pt x="77" y="68"/>
                  <a:pt x="77" y="68"/>
                  <a:pt x="77" y="68"/>
                </a:cubicBezTo>
                <a:cubicBezTo>
                  <a:pt x="82" y="69"/>
                  <a:pt x="88" y="68"/>
                  <a:pt x="93" y="64"/>
                </a:cubicBezTo>
                <a:cubicBezTo>
                  <a:pt x="121" y="35"/>
                  <a:pt x="121" y="35"/>
                  <a:pt x="121" y="35"/>
                </a:cubicBezTo>
                <a:cubicBezTo>
                  <a:pt x="127" y="29"/>
                  <a:pt x="127" y="19"/>
                  <a:pt x="121" y="12"/>
                </a:cubicBezTo>
                <a:close/>
                <a:moveTo>
                  <a:pt x="77" y="51"/>
                </a:moveTo>
                <a:cubicBezTo>
                  <a:pt x="75" y="50"/>
                  <a:pt x="73" y="50"/>
                  <a:pt x="71" y="51"/>
                </a:cubicBezTo>
                <a:cubicBezTo>
                  <a:pt x="51" y="71"/>
                  <a:pt x="51" y="71"/>
                  <a:pt x="51" y="71"/>
                </a:cubicBezTo>
                <a:cubicBezTo>
                  <a:pt x="49" y="73"/>
                  <a:pt x="49" y="75"/>
                  <a:pt x="51" y="77"/>
                </a:cubicBezTo>
                <a:cubicBezTo>
                  <a:pt x="53" y="78"/>
                  <a:pt x="55" y="78"/>
                  <a:pt x="57" y="77"/>
                </a:cubicBezTo>
                <a:cubicBezTo>
                  <a:pt x="77" y="57"/>
                  <a:pt x="77" y="57"/>
                  <a:pt x="77" y="57"/>
                </a:cubicBezTo>
                <a:cubicBezTo>
                  <a:pt x="78" y="55"/>
                  <a:pt x="78" y="53"/>
                  <a:pt x="77" y="51"/>
                </a:cubicBezTo>
                <a:close/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MH_Other_3"/>
          <p:cNvSpPr>
            <a:spLocks noEditPoints="1"/>
          </p:cNvSpPr>
          <p:nvPr>
            <p:custDataLst>
              <p:tags r:id="rId4"/>
            </p:custDataLst>
          </p:nvPr>
        </p:nvSpPr>
        <p:spPr bwMode="auto">
          <a:xfrm>
            <a:off x="266156" y="3598635"/>
            <a:ext cx="476250" cy="476250"/>
          </a:xfrm>
          <a:custGeom>
            <a:avLst/>
            <a:gdLst>
              <a:gd name="T0" fmla="*/ 112500 w 127"/>
              <a:gd name="T1" fmla="*/ 431250 h 127"/>
              <a:gd name="T2" fmla="*/ 67500 w 127"/>
              <a:gd name="T3" fmla="*/ 431250 h 127"/>
              <a:gd name="T4" fmla="*/ 45000 w 127"/>
              <a:gd name="T5" fmla="*/ 412500 h 127"/>
              <a:gd name="T6" fmla="*/ 45000 w 127"/>
              <a:gd name="T7" fmla="*/ 367500 h 127"/>
              <a:gd name="T8" fmla="*/ 191250 w 127"/>
              <a:gd name="T9" fmla="*/ 225000 h 127"/>
              <a:gd name="T10" fmla="*/ 131250 w 127"/>
              <a:gd name="T11" fmla="*/ 240000 h 127"/>
              <a:gd name="T12" fmla="*/ 26250 w 127"/>
              <a:gd name="T13" fmla="*/ 348750 h 127"/>
              <a:gd name="T14" fmla="*/ 26250 w 127"/>
              <a:gd name="T15" fmla="*/ 431250 h 127"/>
              <a:gd name="T16" fmla="*/ 45000 w 127"/>
              <a:gd name="T17" fmla="*/ 453750 h 127"/>
              <a:gd name="T18" fmla="*/ 131250 w 127"/>
              <a:gd name="T19" fmla="*/ 453750 h 127"/>
              <a:gd name="T20" fmla="*/ 240000 w 127"/>
              <a:gd name="T21" fmla="*/ 348750 h 127"/>
              <a:gd name="T22" fmla="*/ 255000 w 127"/>
              <a:gd name="T23" fmla="*/ 288750 h 127"/>
              <a:gd name="T24" fmla="*/ 112500 w 127"/>
              <a:gd name="T25" fmla="*/ 431250 h 127"/>
              <a:gd name="T26" fmla="*/ 453750 w 127"/>
              <a:gd name="T27" fmla="*/ 45000 h 127"/>
              <a:gd name="T28" fmla="*/ 431250 w 127"/>
              <a:gd name="T29" fmla="*/ 26250 h 127"/>
              <a:gd name="T30" fmla="*/ 348750 w 127"/>
              <a:gd name="T31" fmla="*/ 26250 h 127"/>
              <a:gd name="T32" fmla="*/ 240000 w 127"/>
              <a:gd name="T33" fmla="*/ 131250 h 127"/>
              <a:gd name="T34" fmla="*/ 225000 w 127"/>
              <a:gd name="T35" fmla="*/ 191250 h 127"/>
              <a:gd name="T36" fmla="*/ 367500 w 127"/>
              <a:gd name="T37" fmla="*/ 45000 h 127"/>
              <a:gd name="T38" fmla="*/ 412500 w 127"/>
              <a:gd name="T39" fmla="*/ 45000 h 127"/>
              <a:gd name="T40" fmla="*/ 431250 w 127"/>
              <a:gd name="T41" fmla="*/ 67500 h 127"/>
              <a:gd name="T42" fmla="*/ 431250 w 127"/>
              <a:gd name="T43" fmla="*/ 112500 h 127"/>
              <a:gd name="T44" fmla="*/ 288750 w 127"/>
              <a:gd name="T45" fmla="*/ 255000 h 127"/>
              <a:gd name="T46" fmla="*/ 348750 w 127"/>
              <a:gd name="T47" fmla="*/ 240000 h 127"/>
              <a:gd name="T48" fmla="*/ 453750 w 127"/>
              <a:gd name="T49" fmla="*/ 131250 h 127"/>
              <a:gd name="T50" fmla="*/ 453750 w 127"/>
              <a:gd name="T51" fmla="*/ 45000 h 127"/>
              <a:gd name="T52" fmla="*/ 288750 w 127"/>
              <a:gd name="T53" fmla="*/ 191250 h 127"/>
              <a:gd name="T54" fmla="*/ 266250 w 127"/>
              <a:gd name="T55" fmla="*/ 191250 h 127"/>
              <a:gd name="T56" fmla="*/ 191250 w 127"/>
              <a:gd name="T57" fmla="*/ 266250 h 127"/>
              <a:gd name="T58" fmla="*/ 191250 w 127"/>
              <a:gd name="T59" fmla="*/ 288750 h 127"/>
              <a:gd name="T60" fmla="*/ 213750 w 127"/>
              <a:gd name="T61" fmla="*/ 288750 h 127"/>
              <a:gd name="T62" fmla="*/ 288750 w 127"/>
              <a:gd name="T63" fmla="*/ 213750 h 127"/>
              <a:gd name="T64" fmla="*/ 288750 w 127"/>
              <a:gd name="T65" fmla="*/ 191250 h 127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0" t="0" r="r" b="b"/>
            <a:pathLst>
              <a:path w="127" h="127">
                <a:moveTo>
                  <a:pt x="30" y="115"/>
                </a:moveTo>
                <a:cubicBezTo>
                  <a:pt x="26" y="119"/>
                  <a:pt x="21" y="119"/>
                  <a:pt x="18" y="115"/>
                </a:cubicBezTo>
                <a:cubicBezTo>
                  <a:pt x="12" y="110"/>
                  <a:pt x="12" y="110"/>
                  <a:pt x="12" y="110"/>
                </a:cubicBezTo>
                <a:cubicBezTo>
                  <a:pt x="9" y="107"/>
                  <a:pt x="9" y="101"/>
                  <a:pt x="12" y="98"/>
                </a:cubicBezTo>
                <a:cubicBezTo>
                  <a:pt x="51" y="60"/>
                  <a:pt x="51" y="60"/>
                  <a:pt x="51" y="60"/>
                </a:cubicBezTo>
                <a:cubicBezTo>
                  <a:pt x="46" y="58"/>
                  <a:pt x="40" y="60"/>
                  <a:pt x="35" y="64"/>
                </a:cubicBezTo>
                <a:cubicBezTo>
                  <a:pt x="7" y="93"/>
                  <a:pt x="7" y="93"/>
                  <a:pt x="7" y="93"/>
                </a:cubicBezTo>
                <a:cubicBezTo>
                  <a:pt x="0" y="99"/>
                  <a:pt x="0" y="109"/>
                  <a:pt x="7" y="115"/>
                </a:cubicBezTo>
                <a:cubicBezTo>
                  <a:pt x="12" y="121"/>
                  <a:pt x="12" y="121"/>
                  <a:pt x="12" y="121"/>
                </a:cubicBezTo>
                <a:cubicBezTo>
                  <a:pt x="19" y="127"/>
                  <a:pt x="29" y="127"/>
                  <a:pt x="35" y="121"/>
                </a:cubicBezTo>
                <a:cubicBezTo>
                  <a:pt x="64" y="93"/>
                  <a:pt x="64" y="93"/>
                  <a:pt x="64" y="93"/>
                </a:cubicBezTo>
                <a:cubicBezTo>
                  <a:pt x="68" y="88"/>
                  <a:pt x="69" y="82"/>
                  <a:pt x="68" y="77"/>
                </a:cubicBezTo>
                <a:lnTo>
                  <a:pt x="30" y="115"/>
                </a:lnTo>
                <a:close/>
                <a:moveTo>
                  <a:pt x="121" y="12"/>
                </a:moveTo>
                <a:cubicBezTo>
                  <a:pt x="115" y="7"/>
                  <a:pt x="115" y="7"/>
                  <a:pt x="115" y="7"/>
                </a:cubicBezTo>
                <a:cubicBezTo>
                  <a:pt x="109" y="0"/>
                  <a:pt x="99" y="0"/>
                  <a:pt x="93" y="7"/>
                </a:cubicBezTo>
                <a:cubicBezTo>
                  <a:pt x="64" y="35"/>
                  <a:pt x="64" y="35"/>
                  <a:pt x="64" y="35"/>
                </a:cubicBezTo>
                <a:cubicBezTo>
                  <a:pt x="60" y="40"/>
                  <a:pt x="58" y="46"/>
                  <a:pt x="60" y="51"/>
                </a:cubicBezTo>
                <a:cubicBezTo>
                  <a:pt x="98" y="12"/>
                  <a:pt x="98" y="12"/>
                  <a:pt x="98" y="12"/>
                </a:cubicBezTo>
                <a:cubicBezTo>
                  <a:pt x="101" y="9"/>
                  <a:pt x="107" y="9"/>
                  <a:pt x="110" y="12"/>
                </a:cubicBezTo>
                <a:cubicBezTo>
                  <a:pt x="115" y="18"/>
                  <a:pt x="115" y="18"/>
                  <a:pt x="115" y="18"/>
                </a:cubicBezTo>
                <a:cubicBezTo>
                  <a:pt x="119" y="21"/>
                  <a:pt x="119" y="26"/>
                  <a:pt x="115" y="30"/>
                </a:cubicBezTo>
                <a:cubicBezTo>
                  <a:pt x="77" y="68"/>
                  <a:pt x="77" y="68"/>
                  <a:pt x="77" y="68"/>
                </a:cubicBezTo>
                <a:cubicBezTo>
                  <a:pt x="82" y="69"/>
                  <a:pt x="88" y="68"/>
                  <a:pt x="93" y="64"/>
                </a:cubicBezTo>
                <a:cubicBezTo>
                  <a:pt x="121" y="35"/>
                  <a:pt x="121" y="35"/>
                  <a:pt x="121" y="35"/>
                </a:cubicBezTo>
                <a:cubicBezTo>
                  <a:pt x="127" y="29"/>
                  <a:pt x="127" y="19"/>
                  <a:pt x="121" y="12"/>
                </a:cubicBezTo>
                <a:close/>
                <a:moveTo>
                  <a:pt x="77" y="51"/>
                </a:moveTo>
                <a:cubicBezTo>
                  <a:pt x="75" y="50"/>
                  <a:pt x="73" y="50"/>
                  <a:pt x="71" y="51"/>
                </a:cubicBezTo>
                <a:cubicBezTo>
                  <a:pt x="51" y="71"/>
                  <a:pt x="51" y="71"/>
                  <a:pt x="51" y="71"/>
                </a:cubicBezTo>
                <a:cubicBezTo>
                  <a:pt x="49" y="73"/>
                  <a:pt x="49" y="75"/>
                  <a:pt x="51" y="77"/>
                </a:cubicBezTo>
                <a:cubicBezTo>
                  <a:pt x="53" y="78"/>
                  <a:pt x="55" y="78"/>
                  <a:pt x="57" y="77"/>
                </a:cubicBezTo>
                <a:cubicBezTo>
                  <a:pt x="77" y="57"/>
                  <a:pt x="77" y="57"/>
                  <a:pt x="77" y="57"/>
                </a:cubicBezTo>
                <a:cubicBezTo>
                  <a:pt x="78" y="55"/>
                  <a:pt x="78" y="53"/>
                  <a:pt x="77" y="51"/>
                </a:cubicBezTo>
                <a:close/>
              </a:path>
            </a:pathLst>
          </a:custGeom>
          <a:solidFill>
            <a:schemeClr val="accent3"/>
          </a:solidFill>
          <a:ln w="9525">
            <a:solidFill>
              <a:schemeClr val="accent3"/>
            </a:solidFill>
            <a:round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11" name="MH_Other_4"/>
          <p:cNvSpPr>
            <a:spLocks noEditPoints="1"/>
          </p:cNvSpPr>
          <p:nvPr>
            <p:custDataLst>
              <p:tags r:id="rId5"/>
            </p:custDataLst>
          </p:nvPr>
        </p:nvSpPr>
        <p:spPr bwMode="auto">
          <a:xfrm>
            <a:off x="266156" y="4142697"/>
            <a:ext cx="476250" cy="476250"/>
          </a:xfrm>
          <a:custGeom>
            <a:avLst/>
            <a:gdLst>
              <a:gd name="T0" fmla="*/ 112500 w 127"/>
              <a:gd name="T1" fmla="*/ 431250 h 127"/>
              <a:gd name="T2" fmla="*/ 67500 w 127"/>
              <a:gd name="T3" fmla="*/ 431250 h 127"/>
              <a:gd name="T4" fmla="*/ 45000 w 127"/>
              <a:gd name="T5" fmla="*/ 412500 h 127"/>
              <a:gd name="T6" fmla="*/ 45000 w 127"/>
              <a:gd name="T7" fmla="*/ 367500 h 127"/>
              <a:gd name="T8" fmla="*/ 191250 w 127"/>
              <a:gd name="T9" fmla="*/ 225000 h 127"/>
              <a:gd name="T10" fmla="*/ 131250 w 127"/>
              <a:gd name="T11" fmla="*/ 240000 h 127"/>
              <a:gd name="T12" fmla="*/ 26250 w 127"/>
              <a:gd name="T13" fmla="*/ 348750 h 127"/>
              <a:gd name="T14" fmla="*/ 26250 w 127"/>
              <a:gd name="T15" fmla="*/ 431250 h 127"/>
              <a:gd name="T16" fmla="*/ 45000 w 127"/>
              <a:gd name="T17" fmla="*/ 453750 h 127"/>
              <a:gd name="T18" fmla="*/ 131250 w 127"/>
              <a:gd name="T19" fmla="*/ 453750 h 127"/>
              <a:gd name="T20" fmla="*/ 240000 w 127"/>
              <a:gd name="T21" fmla="*/ 348750 h 127"/>
              <a:gd name="T22" fmla="*/ 255000 w 127"/>
              <a:gd name="T23" fmla="*/ 288750 h 127"/>
              <a:gd name="T24" fmla="*/ 112500 w 127"/>
              <a:gd name="T25" fmla="*/ 431250 h 127"/>
              <a:gd name="T26" fmla="*/ 453750 w 127"/>
              <a:gd name="T27" fmla="*/ 45000 h 127"/>
              <a:gd name="T28" fmla="*/ 431250 w 127"/>
              <a:gd name="T29" fmla="*/ 26250 h 127"/>
              <a:gd name="T30" fmla="*/ 348750 w 127"/>
              <a:gd name="T31" fmla="*/ 26250 h 127"/>
              <a:gd name="T32" fmla="*/ 240000 w 127"/>
              <a:gd name="T33" fmla="*/ 131250 h 127"/>
              <a:gd name="T34" fmla="*/ 225000 w 127"/>
              <a:gd name="T35" fmla="*/ 191250 h 127"/>
              <a:gd name="T36" fmla="*/ 367500 w 127"/>
              <a:gd name="T37" fmla="*/ 45000 h 127"/>
              <a:gd name="T38" fmla="*/ 412500 w 127"/>
              <a:gd name="T39" fmla="*/ 45000 h 127"/>
              <a:gd name="T40" fmla="*/ 431250 w 127"/>
              <a:gd name="T41" fmla="*/ 67500 h 127"/>
              <a:gd name="T42" fmla="*/ 431250 w 127"/>
              <a:gd name="T43" fmla="*/ 112500 h 127"/>
              <a:gd name="T44" fmla="*/ 288750 w 127"/>
              <a:gd name="T45" fmla="*/ 255000 h 127"/>
              <a:gd name="T46" fmla="*/ 348750 w 127"/>
              <a:gd name="T47" fmla="*/ 240000 h 127"/>
              <a:gd name="T48" fmla="*/ 453750 w 127"/>
              <a:gd name="T49" fmla="*/ 131250 h 127"/>
              <a:gd name="T50" fmla="*/ 453750 w 127"/>
              <a:gd name="T51" fmla="*/ 45000 h 127"/>
              <a:gd name="T52" fmla="*/ 288750 w 127"/>
              <a:gd name="T53" fmla="*/ 191250 h 127"/>
              <a:gd name="T54" fmla="*/ 266250 w 127"/>
              <a:gd name="T55" fmla="*/ 191250 h 127"/>
              <a:gd name="T56" fmla="*/ 191250 w 127"/>
              <a:gd name="T57" fmla="*/ 266250 h 127"/>
              <a:gd name="T58" fmla="*/ 191250 w 127"/>
              <a:gd name="T59" fmla="*/ 288750 h 127"/>
              <a:gd name="T60" fmla="*/ 213750 w 127"/>
              <a:gd name="T61" fmla="*/ 288750 h 127"/>
              <a:gd name="T62" fmla="*/ 288750 w 127"/>
              <a:gd name="T63" fmla="*/ 213750 h 127"/>
              <a:gd name="T64" fmla="*/ 288750 w 127"/>
              <a:gd name="T65" fmla="*/ 191250 h 127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0" t="0" r="r" b="b"/>
            <a:pathLst>
              <a:path w="127" h="127">
                <a:moveTo>
                  <a:pt x="30" y="115"/>
                </a:moveTo>
                <a:cubicBezTo>
                  <a:pt x="26" y="119"/>
                  <a:pt x="21" y="119"/>
                  <a:pt x="18" y="115"/>
                </a:cubicBezTo>
                <a:cubicBezTo>
                  <a:pt x="12" y="110"/>
                  <a:pt x="12" y="110"/>
                  <a:pt x="12" y="110"/>
                </a:cubicBezTo>
                <a:cubicBezTo>
                  <a:pt x="9" y="107"/>
                  <a:pt x="9" y="101"/>
                  <a:pt x="12" y="98"/>
                </a:cubicBezTo>
                <a:cubicBezTo>
                  <a:pt x="51" y="60"/>
                  <a:pt x="51" y="60"/>
                  <a:pt x="51" y="60"/>
                </a:cubicBezTo>
                <a:cubicBezTo>
                  <a:pt x="46" y="58"/>
                  <a:pt x="40" y="60"/>
                  <a:pt x="35" y="64"/>
                </a:cubicBezTo>
                <a:cubicBezTo>
                  <a:pt x="7" y="93"/>
                  <a:pt x="7" y="93"/>
                  <a:pt x="7" y="93"/>
                </a:cubicBezTo>
                <a:cubicBezTo>
                  <a:pt x="0" y="99"/>
                  <a:pt x="0" y="109"/>
                  <a:pt x="7" y="115"/>
                </a:cubicBezTo>
                <a:cubicBezTo>
                  <a:pt x="12" y="121"/>
                  <a:pt x="12" y="121"/>
                  <a:pt x="12" y="121"/>
                </a:cubicBezTo>
                <a:cubicBezTo>
                  <a:pt x="19" y="127"/>
                  <a:pt x="29" y="127"/>
                  <a:pt x="35" y="121"/>
                </a:cubicBezTo>
                <a:cubicBezTo>
                  <a:pt x="64" y="93"/>
                  <a:pt x="64" y="93"/>
                  <a:pt x="64" y="93"/>
                </a:cubicBezTo>
                <a:cubicBezTo>
                  <a:pt x="68" y="88"/>
                  <a:pt x="69" y="82"/>
                  <a:pt x="68" y="77"/>
                </a:cubicBezTo>
                <a:lnTo>
                  <a:pt x="30" y="115"/>
                </a:lnTo>
                <a:close/>
                <a:moveTo>
                  <a:pt x="121" y="12"/>
                </a:moveTo>
                <a:cubicBezTo>
                  <a:pt x="115" y="7"/>
                  <a:pt x="115" y="7"/>
                  <a:pt x="115" y="7"/>
                </a:cubicBezTo>
                <a:cubicBezTo>
                  <a:pt x="109" y="0"/>
                  <a:pt x="99" y="0"/>
                  <a:pt x="93" y="7"/>
                </a:cubicBezTo>
                <a:cubicBezTo>
                  <a:pt x="64" y="35"/>
                  <a:pt x="64" y="35"/>
                  <a:pt x="64" y="35"/>
                </a:cubicBezTo>
                <a:cubicBezTo>
                  <a:pt x="60" y="40"/>
                  <a:pt x="58" y="46"/>
                  <a:pt x="60" y="51"/>
                </a:cubicBezTo>
                <a:cubicBezTo>
                  <a:pt x="98" y="12"/>
                  <a:pt x="98" y="12"/>
                  <a:pt x="98" y="12"/>
                </a:cubicBezTo>
                <a:cubicBezTo>
                  <a:pt x="101" y="9"/>
                  <a:pt x="107" y="9"/>
                  <a:pt x="110" y="12"/>
                </a:cubicBezTo>
                <a:cubicBezTo>
                  <a:pt x="115" y="18"/>
                  <a:pt x="115" y="18"/>
                  <a:pt x="115" y="18"/>
                </a:cubicBezTo>
                <a:cubicBezTo>
                  <a:pt x="119" y="21"/>
                  <a:pt x="119" y="26"/>
                  <a:pt x="115" y="30"/>
                </a:cubicBezTo>
                <a:cubicBezTo>
                  <a:pt x="77" y="68"/>
                  <a:pt x="77" y="68"/>
                  <a:pt x="77" y="68"/>
                </a:cubicBezTo>
                <a:cubicBezTo>
                  <a:pt x="82" y="69"/>
                  <a:pt x="88" y="68"/>
                  <a:pt x="93" y="64"/>
                </a:cubicBezTo>
                <a:cubicBezTo>
                  <a:pt x="121" y="35"/>
                  <a:pt x="121" y="35"/>
                  <a:pt x="121" y="35"/>
                </a:cubicBezTo>
                <a:cubicBezTo>
                  <a:pt x="127" y="29"/>
                  <a:pt x="127" y="19"/>
                  <a:pt x="121" y="12"/>
                </a:cubicBezTo>
                <a:close/>
                <a:moveTo>
                  <a:pt x="77" y="51"/>
                </a:moveTo>
                <a:cubicBezTo>
                  <a:pt x="75" y="50"/>
                  <a:pt x="73" y="50"/>
                  <a:pt x="71" y="51"/>
                </a:cubicBezTo>
                <a:cubicBezTo>
                  <a:pt x="51" y="71"/>
                  <a:pt x="51" y="71"/>
                  <a:pt x="51" y="71"/>
                </a:cubicBezTo>
                <a:cubicBezTo>
                  <a:pt x="49" y="73"/>
                  <a:pt x="49" y="75"/>
                  <a:pt x="51" y="77"/>
                </a:cubicBezTo>
                <a:cubicBezTo>
                  <a:pt x="53" y="78"/>
                  <a:pt x="55" y="78"/>
                  <a:pt x="57" y="77"/>
                </a:cubicBezTo>
                <a:cubicBezTo>
                  <a:pt x="77" y="57"/>
                  <a:pt x="77" y="57"/>
                  <a:pt x="77" y="57"/>
                </a:cubicBezTo>
                <a:cubicBezTo>
                  <a:pt x="78" y="55"/>
                  <a:pt x="78" y="53"/>
                  <a:pt x="77" y="51"/>
                </a:cubicBezTo>
                <a:close/>
              </a:path>
            </a:pathLst>
          </a:custGeom>
          <a:solidFill>
            <a:schemeClr val="accent4"/>
          </a:solidFill>
          <a:ln w="9525">
            <a:solidFill>
              <a:schemeClr val="accent4"/>
            </a:solidFill>
            <a:round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735925" y="1455738"/>
            <a:ext cx="8137525" cy="540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>
                <a:srgbClr val="FFC000"/>
              </a:buClr>
              <a:buSzTx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当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IR0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～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IR7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中的一条或多条请求线变高时，将相应的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IRR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位置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defTabSz="914400" eaLnBrk="1" fontAlgn="base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>
                <a:srgbClr val="FFC000"/>
              </a:buClr>
              <a:buSzTx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综合现行服务寄存器（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ISR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）和中断屏蔽寄存器（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IMR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）的状态，找出最高优先权的中断请求，并判断是否能发中断请求，如是则向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发信号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INT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，请求中断服务。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defTabSz="914400" eaLnBrk="1" fontAlgn="base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>
                <a:srgbClr val="FFC000"/>
              </a:buClr>
              <a:buSzTx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响应中断时，送回应答信号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INTA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脉冲。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defTabSz="914400" eaLnBrk="1" fontAlgn="base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>
                <a:srgbClr val="FFC000"/>
              </a:buClr>
              <a:buSzTx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接到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的第一个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INTA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脉冲时，把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ISR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中与最高优先级请求信号对应的位置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，并把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IRR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中的相应位复位。同时，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准备向数据总线发送中断类型码。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defTabSz="914400" eaLnBrk="1" fontAlgn="base" latinLnBrk="0" hangingPunct="1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Clr>
                <a:srgbClr val="FFC000"/>
              </a:buClr>
              <a:buSzTx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在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接到第二个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INTA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脉冲时向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发送中断类型码。如果是在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AEOI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（自动结束中断）方式，在这个脉冲结束时复位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ISR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的相应位。在其他方式下，要在中断服务程序结束时通过发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EOI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命令来复位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ISR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相应位。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3" name="MH_Other_4"/>
          <p:cNvSpPr>
            <a:spLocks noEditPoints="1"/>
          </p:cNvSpPr>
          <p:nvPr>
            <p:custDataLst>
              <p:tags r:id="rId6"/>
            </p:custDataLst>
          </p:nvPr>
        </p:nvSpPr>
        <p:spPr bwMode="auto">
          <a:xfrm>
            <a:off x="295773" y="5316758"/>
            <a:ext cx="476250" cy="476250"/>
          </a:xfrm>
          <a:custGeom>
            <a:avLst/>
            <a:gdLst>
              <a:gd name="T0" fmla="*/ 112500 w 127"/>
              <a:gd name="T1" fmla="*/ 431250 h 127"/>
              <a:gd name="T2" fmla="*/ 67500 w 127"/>
              <a:gd name="T3" fmla="*/ 431250 h 127"/>
              <a:gd name="T4" fmla="*/ 45000 w 127"/>
              <a:gd name="T5" fmla="*/ 412500 h 127"/>
              <a:gd name="T6" fmla="*/ 45000 w 127"/>
              <a:gd name="T7" fmla="*/ 367500 h 127"/>
              <a:gd name="T8" fmla="*/ 191250 w 127"/>
              <a:gd name="T9" fmla="*/ 225000 h 127"/>
              <a:gd name="T10" fmla="*/ 131250 w 127"/>
              <a:gd name="T11" fmla="*/ 240000 h 127"/>
              <a:gd name="T12" fmla="*/ 26250 w 127"/>
              <a:gd name="T13" fmla="*/ 348750 h 127"/>
              <a:gd name="T14" fmla="*/ 26250 w 127"/>
              <a:gd name="T15" fmla="*/ 431250 h 127"/>
              <a:gd name="T16" fmla="*/ 45000 w 127"/>
              <a:gd name="T17" fmla="*/ 453750 h 127"/>
              <a:gd name="T18" fmla="*/ 131250 w 127"/>
              <a:gd name="T19" fmla="*/ 453750 h 127"/>
              <a:gd name="T20" fmla="*/ 240000 w 127"/>
              <a:gd name="T21" fmla="*/ 348750 h 127"/>
              <a:gd name="T22" fmla="*/ 255000 w 127"/>
              <a:gd name="T23" fmla="*/ 288750 h 127"/>
              <a:gd name="T24" fmla="*/ 112500 w 127"/>
              <a:gd name="T25" fmla="*/ 431250 h 127"/>
              <a:gd name="T26" fmla="*/ 453750 w 127"/>
              <a:gd name="T27" fmla="*/ 45000 h 127"/>
              <a:gd name="T28" fmla="*/ 431250 w 127"/>
              <a:gd name="T29" fmla="*/ 26250 h 127"/>
              <a:gd name="T30" fmla="*/ 348750 w 127"/>
              <a:gd name="T31" fmla="*/ 26250 h 127"/>
              <a:gd name="T32" fmla="*/ 240000 w 127"/>
              <a:gd name="T33" fmla="*/ 131250 h 127"/>
              <a:gd name="T34" fmla="*/ 225000 w 127"/>
              <a:gd name="T35" fmla="*/ 191250 h 127"/>
              <a:gd name="T36" fmla="*/ 367500 w 127"/>
              <a:gd name="T37" fmla="*/ 45000 h 127"/>
              <a:gd name="T38" fmla="*/ 412500 w 127"/>
              <a:gd name="T39" fmla="*/ 45000 h 127"/>
              <a:gd name="T40" fmla="*/ 431250 w 127"/>
              <a:gd name="T41" fmla="*/ 67500 h 127"/>
              <a:gd name="T42" fmla="*/ 431250 w 127"/>
              <a:gd name="T43" fmla="*/ 112500 h 127"/>
              <a:gd name="T44" fmla="*/ 288750 w 127"/>
              <a:gd name="T45" fmla="*/ 255000 h 127"/>
              <a:gd name="T46" fmla="*/ 348750 w 127"/>
              <a:gd name="T47" fmla="*/ 240000 h 127"/>
              <a:gd name="T48" fmla="*/ 453750 w 127"/>
              <a:gd name="T49" fmla="*/ 131250 h 127"/>
              <a:gd name="T50" fmla="*/ 453750 w 127"/>
              <a:gd name="T51" fmla="*/ 45000 h 127"/>
              <a:gd name="T52" fmla="*/ 288750 w 127"/>
              <a:gd name="T53" fmla="*/ 191250 h 127"/>
              <a:gd name="T54" fmla="*/ 266250 w 127"/>
              <a:gd name="T55" fmla="*/ 191250 h 127"/>
              <a:gd name="T56" fmla="*/ 191250 w 127"/>
              <a:gd name="T57" fmla="*/ 266250 h 127"/>
              <a:gd name="T58" fmla="*/ 191250 w 127"/>
              <a:gd name="T59" fmla="*/ 288750 h 127"/>
              <a:gd name="T60" fmla="*/ 213750 w 127"/>
              <a:gd name="T61" fmla="*/ 288750 h 127"/>
              <a:gd name="T62" fmla="*/ 288750 w 127"/>
              <a:gd name="T63" fmla="*/ 213750 h 127"/>
              <a:gd name="T64" fmla="*/ 288750 w 127"/>
              <a:gd name="T65" fmla="*/ 191250 h 127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0" t="0" r="r" b="b"/>
            <a:pathLst>
              <a:path w="127" h="127">
                <a:moveTo>
                  <a:pt x="30" y="115"/>
                </a:moveTo>
                <a:cubicBezTo>
                  <a:pt x="26" y="119"/>
                  <a:pt x="21" y="119"/>
                  <a:pt x="18" y="115"/>
                </a:cubicBezTo>
                <a:cubicBezTo>
                  <a:pt x="12" y="110"/>
                  <a:pt x="12" y="110"/>
                  <a:pt x="12" y="110"/>
                </a:cubicBezTo>
                <a:cubicBezTo>
                  <a:pt x="9" y="107"/>
                  <a:pt x="9" y="101"/>
                  <a:pt x="12" y="98"/>
                </a:cubicBezTo>
                <a:cubicBezTo>
                  <a:pt x="51" y="60"/>
                  <a:pt x="51" y="60"/>
                  <a:pt x="51" y="60"/>
                </a:cubicBezTo>
                <a:cubicBezTo>
                  <a:pt x="46" y="58"/>
                  <a:pt x="40" y="60"/>
                  <a:pt x="35" y="64"/>
                </a:cubicBezTo>
                <a:cubicBezTo>
                  <a:pt x="7" y="93"/>
                  <a:pt x="7" y="93"/>
                  <a:pt x="7" y="93"/>
                </a:cubicBezTo>
                <a:cubicBezTo>
                  <a:pt x="0" y="99"/>
                  <a:pt x="0" y="109"/>
                  <a:pt x="7" y="115"/>
                </a:cubicBezTo>
                <a:cubicBezTo>
                  <a:pt x="12" y="121"/>
                  <a:pt x="12" y="121"/>
                  <a:pt x="12" y="121"/>
                </a:cubicBezTo>
                <a:cubicBezTo>
                  <a:pt x="19" y="127"/>
                  <a:pt x="29" y="127"/>
                  <a:pt x="35" y="121"/>
                </a:cubicBezTo>
                <a:cubicBezTo>
                  <a:pt x="64" y="93"/>
                  <a:pt x="64" y="93"/>
                  <a:pt x="64" y="93"/>
                </a:cubicBezTo>
                <a:cubicBezTo>
                  <a:pt x="68" y="88"/>
                  <a:pt x="69" y="82"/>
                  <a:pt x="68" y="77"/>
                </a:cubicBezTo>
                <a:lnTo>
                  <a:pt x="30" y="115"/>
                </a:lnTo>
                <a:close/>
                <a:moveTo>
                  <a:pt x="121" y="12"/>
                </a:moveTo>
                <a:cubicBezTo>
                  <a:pt x="115" y="7"/>
                  <a:pt x="115" y="7"/>
                  <a:pt x="115" y="7"/>
                </a:cubicBezTo>
                <a:cubicBezTo>
                  <a:pt x="109" y="0"/>
                  <a:pt x="99" y="0"/>
                  <a:pt x="93" y="7"/>
                </a:cubicBezTo>
                <a:cubicBezTo>
                  <a:pt x="64" y="35"/>
                  <a:pt x="64" y="35"/>
                  <a:pt x="64" y="35"/>
                </a:cubicBezTo>
                <a:cubicBezTo>
                  <a:pt x="60" y="40"/>
                  <a:pt x="58" y="46"/>
                  <a:pt x="60" y="51"/>
                </a:cubicBezTo>
                <a:cubicBezTo>
                  <a:pt x="98" y="12"/>
                  <a:pt x="98" y="12"/>
                  <a:pt x="98" y="12"/>
                </a:cubicBezTo>
                <a:cubicBezTo>
                  <a:pt x="101" y="9"/>
                  <a:pt x="107" y="9"/>
                  <a:pt x="110" y="12"/>
                </a:cubicBezTo>
                <a:cubicBezTo>
                  <a:pt x="115" y="18"/>
                  <a:pt x="115" y="18"/>
                  <a:pt x="115" y="18"/>
                </a:cubicBezTo>
                <a:cubicBezTo>
                  <a:pt x="119" y="21"/>
                  <a:pt x="119" y="26"/>
                  <a:pt x="115" y="30"/>
                </a:cubicBezTo>
                <a:cubicBezTo>
                  <a:pt x="77" y="68"/>
                  <a:pt x="77" y="68"/>
                  <a:pt x="77" y="68"/>
                </a:cubicBezTo>
                <a:cubicBezTo>
                  <a:pt x="82" y="69"/>
                  <a:pt x="88" y="68"/>
                  <a:pt x="93" y="64"/>
                </a:cubicBezTo>
                <a:cubicBezTo>
                  <a:pt x="121" y="35"/>
                  <a:pt x="121" y="35"/>
                  <a:pt x="121" y="35"/>
                </a:cubicBezTo>
                <a:cubicBezTo>
                  <a:pt x="127" y="29"/>
                  <a:pt x="127" y="19"/>
                  <a:pt x="121" y="12"/>
                </a:cubicBezTo>
                <a:close/>
                <a:moveTo>
                  <a:pt x="77" y="51"/>
                </a:moveTo>
                <a:cubicBezTo>
                  <a:pt x="75" y="50"/>
                  <a:pt x="73" y="50"/>
                  <a:pt x="71" y="51"/>
                </a:cubicBezTo>
                <a:cubicBezTo>
                  <a:pt x="51" y="71"/>
                  <a:pt x="51" y="71"/>
                  <a:pt x="51" y="71"/>
                </a:cubicBezTo>
                <a:cubicBezTo>
                  <a:pt x="49" y="73"/>
                  <a:pt x="49" y="75"/>
                  <a:pt x="51" y="77"/>
                </a:cubicBezTo>
                <a:cubicBezTo>
                  <a:pt x="53" y="78"/>
                  <a:pt x="55" y="78"/>
                  <a:pt x="57" y="77"/>
                </a:cubicBezTo>
                <a:cubicBezTo>
                  <a:pt x="77" y="57"/>
                  <a:pt x="77" y="57"/>
                  <a:pt x="77" y="57"/>
                </a:cubicBezTo>
                <a:cubicBezTo>
                  <a:pt x="78" y="55"/>
                  <a:pt x="78" y="53"/>
                  <a:pt x="77" y="51"/>
                </a:cubicBezTo>
                <a:close/>
              </a:path>
            </a:pathLst>
          </a:custGeom>
          <a:solidFill>
            <a:schemeClr val="accent4"/>
          </a:solidFill>
          <a:ln w="9525">
            <a:solidFill>
              <a:schemeClr val="accent4"/>
            </a:solidFill>
            <a:round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9" name="ïšḻïdê"/>
          <p:cNvSpPr txBox="1"/>
          <p:nvPr/>
        </p:nvSpPr>
        <p:spPr bwMode="auto">
          <a:xfrm>
            <a:off x="-1" y="162085"/>
            <a:ext cx="828190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6.5 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可编程中断控制器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 </a:t>
            </a:r>
            <a:endParaRPr lang="zh-CN" altLang="en-US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63" name="right-arrowheads_44810"/>
          <p:cNvSpPr>
            <a:spLocks noChangeAspect="1"/>
          </p:cNvSpPr>
          <p:nvPr/>
        </p:nvSpPr>
        <p:spPr bwMode="auto">
          <a:xfrm>
            <a:off x="152015" y="929658"/>
            <a:ext cx="411251" cy="316320"/>
          </a:xfrm>
          <a:custGeom>
            <a:avLst/>
            <a:gdLst>
              <a:gd name="T0" fmla="*/ 59 w 415"/>
              <a:gd name="T1" fmla="*/ 406 h 406"/>
              <a:gd name="T2" fmla="*/ 25 w 415"/>
              <a:gd name="T3" fmla="*/ 394 h 406"/>
              <a:gd name="T4" fmla="*/ 19 w 415"/>
              <a:gd name="T5" fmla="*/ 318 h 406"/>
              <a:gd name="T6" fmla="*/ 114 w 415"/>
              <a:gd name="T7" fmla="*/ 206 h 406"/>
              <a:gd name="T8" fmla="*/ 19 w 415"/>
              <a:gd name="T9" fmla="*/ 94 h 406"/>
              <a:gd name="T10" fmla="*/ 25 w 415"/>
              <a:gd name="T11" fmla="*/ 19 h 406"/>
              <a:gd name="T12" fmla="*/ 100 w 415"/>
              <a:gd name="T13" fmla="*/ 25 h 406"/>
              <a:gd name="T14" fmla="*/ 225 w 415"/>
              <a:gd name="T15" fmla="*/ 172 h 406"/>
              <a:gd name="T16" fmla="*/ 225 w 415"/>
              <a:gd name="T17" fmla="*/ 241 h 406"/>
              <a:gd name="T18" fmla="*/ 100 w 415"/>
              <a:gd name="T19" fmla="*/ 388 h 406"/>
              <a:gd name="T20" fmla="*/ 59 w 415"/>
              <a:gd name="T21" fmla="*/ 406 h 406"/>
              <a:gd name="T22" fmla="*/ 273 w 415"/>
              <a:gd name="T23" fmla="*/ 388 h 406"/>
              <a:gd name="T24" fmla="*/ 398 w 415"/>
              <a:gd name="T25" fmla="*/ 241 h 406"/>
              <a:gd name="T26" fmla="*/ 398 w 415"/>
              <a:gd name="T27" fmla="*/ 172 h 406"/>
              <a:gd name="T28" fmla="*/ 273 w 415"/>
              <a:gd name="T29" fmla="*/ 25 h 406"/>
              <a:gd name="T30" fmla="*/ 198 w 415"/>
              <a:gd name="T31" fmla="*/ 19 h 406"/>
              <a:gd name="T32" fmla="*/ 192 w 415"/>
              <a:gd name="T33" fmla="*/ 94 h 406"/>
              <a:gd name="T34" fmla="*/ 287 w 415"/>
              <a:gd name="T35" fmla="*/ 206 h 406"/>
              <a:gd name="T36" fmla="*/ 192 w 415"/>
              <a:gd name="T37" fmla="*/ 318 h 406"/>
              <a:gd name="T38" fmla="*/ 198 w 415"/>
              <a:gd name="T39" fmla="*/ 394 h 406"/>
              <a:gd name="T40" fmla="*/ 232 w 415"/>
              <a:gd name="T41" fmla="*/ 406 h 406"/>
              <a:gd name="T42" fmla="*/ 273 w 415"/>
              <a:gd name="T43" fmla="*/ 388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5" h="406">
                <a:moveTo>
                  <a:pt x="59" y="406"/>
                </a:moveTo>
                <a:cubicBezTo>
                  <a:pt x="47" y="406"/>
                  <a:pt x="35" y="402"/>
                  <a:pt x="25" y="394"/>
                </a:cubicBezTo>
                <a:cubicBezTo>
                  <a:pt x="2" y="375"/>
                  <a:pt x="0" y="341"/>
                  <a:pt x="19" y="318"/>
                </a:cubicBezTo>
                <a:lnTo>
                  <a:pt x="114" y="206"/>
                </a:lnTo>
                <a:lnTo>
                  <a:pt x="19" y="94"/>
                </a:lnTo>
                <a:cubicBezTo>
                  <a:pt x="0" y="71"/>
                  <a:pt x="2" y="38"/>
                  <a:pt x="25" y="19"/>
                </a:cubicBezTo>
                <a:cubicBezTo>
                  <a:pt x="47" y="0"/>
                  <a:pt x="81" y="2"/>
                  <a:pt x="100" y="25"/>
                </a:cubicBezTo>
                <a:lnTo>
                  <a:pt x="225" y="172"/>
                </a:lnTo>
                <a:cubicBezTo>
                  <a:pt x="242" y="192"/>
                  <a:pt x="242" y="221"/>
                  <a:pt x="225" y="241"/>
                </a:cubicBezTo>
                <a:lnTo>
                  <a:pt x="100" y="388"/>
                </a:lnTo>
                <a:cubicBezTo>
                  <a:pt x="89" y="400"/>
                  <a:pt x="74" y="406"/>
                  <a:pt x="59" y="406"/>
                </a:cubicBezTo>
                <a:close/>
                <a:moveTo>
                  <a:pt x="273" y="388"/>
                </a:moveTo>
                <a:lnTo>
                  <a:pt x="398" y="241"/>
                </a:lnTo>
                <a:cubicBezTo>
                  <a:pt x="415" y="221"/>
                  <a:pt x="415" y="192"/>
                  <a:pt x="398" y="172"/>
                </a:cubicBezTo>
                <a:lnTo>
                  <a:pt x="273" y="25"/>
                </a:lnTo>
                <a:cubicBezTo>
                  <a:pt x="254" y="2"/>
                  <a:pt x="220" y="0"/>
                  <a:pt x="198" y="19"/>
                </a:cubicBezTo>
                <a:cubicBezTo>
                  <a:pt x="175" y="38"/>
                  <a:pt x="173" y="71"/>
                  <a:pt x="192" y="94"/>
                </a:cubicBezTo>
                <a:lnTo>
                  <a:pt x="287" y="206"/>
                </a:lnTo>
                <a:lnTo>
                  <a:pt x="192" y="318"/>
                </a:lnTo>
                <a:cubicBezTo>
                  <a:pt x="173" y="341"/>
                  <a:pt x="175" y="375"/>
                  <a:pt x="198" y="394"/>
                </a:cubicBezTo>
                <a:cubicBezTo>
                  <a:pt x="208" y="402"/>
                  <a:pt x="220" y="406"/>
                  <a:pt x="232" y="406"/>
                </a:cubicBezTo>
                <a:cubicBezTo>
                  <a:pt x="247" y="406"/>
                  <a:pt x="262" y="400"/>
                  <a:pt x="273" y="3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4" name="矩形 63"/>
          <p:cNvSpPr/>
          <p:nvPr/>
        </p:nvSpPr>
        <p:spPr>
          <a:xfrm>
            <a:off x="584781" y="858016"/>
            <a:ext cx="7429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8259A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的外部特性 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8" name="图片 1639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3715" y="1391316"/>
            <a:ext cx="4148137" cy="436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2668398" y="5999984"/>
            <a:ext cx="3262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与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的接口引脚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9" name="ïšḻïdê"/>
          <p:cNvSpPr txBox="1"/>
          <p:nvPr/>
        </p:nvSpPr>
        <p:spPr bwMode="auto">
          <a:xfrm>
            <a:off x="-1" y="162085"/>
            <a:ext cx="828190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6.5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可编程中断控制器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8259A 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63" name="right-arrowheads_44810"/>
          <p:cNvSpPr>
            <a:spLocks noChangeAspect="1"/>
          </p:cNvSpPr>
          <p:nvPr/>
        </p:nvSpPr>
        <p:spPr bwMode="auto">
          <a:xfrm>
            <a:off x="152015" y="929658"/>
            <a:ext cx="411251" cy="316320"/>
          </a:xfrm>
          <a:custGeom>
            <a:avLst/>
            <a:gdLst>
              <a:gd name="T0" fmla="*/ 59 w 415"/>
              <a:gd name="T1" fmla="*/ 406 h 406"/>
              <a:gd name="T2" fmla="*/ 25 w 415"/>
              <a:gd name="T3" fmla="*/ 394 h 406"/>
              <a:gd name="T4" fmla="*/ 19 w 415"/>
              <a:gd name="T5" fmla="*/ 318 h 406"/>
              <a:gd name="T6" fmla="*/ 114 w 415"/>
              <a:gd name="T7" fmla="*/ 206 h 406"/>
              <a:gd name="T8" fmla="*/ 19 w 415"/>
              <a:gd name="T9" fmla="*/ 94 h 406"/>
              <a:gd name="T10" fmla="*/ 25 w 415"/>
              <a:gd name="T11" fmla="*/ 19 h 406"/>
              <a:gd name="T12" fmla="*/ 100 w 415"/>
              <a:gd name="T13" fmla="*/ 25 h 406"/>
              <a:gd name="T14" fmla="*/ 225 w 415"/>
              <a:gd name="T15" fmla="*/ 172 h 406"/>
              <a:gd name="T16" fmla="*/ 225 w 415"/>
              <a:gd name="T17" fmla="*/ 241 h 406"/>
              <a:gd name="T18" fmla="*/ 100 w 415"/>
              <a:gd name="T19" fmla="*/ 388 h 406"/>
              <a:gd name="T20" fmla="*/ 59 w 415"/>
              <a:gd name="T21" fmla="*/ 406 h 406"/>
              <a:gd name="T22" fmla="*/ 273 w 415"/>
              <a:gd name="T23" fmla="*/ 388 h 406"/>
              <a:gd name="T24" fmla="*/ 398 w 415"/>
              <a:gd name="T25" fmla="*/ 241 h 406"/>
              <a:gd name="T26" fmla="*/ 398 w 415"/>
              <a:gd name="T27" fmla="*/ 172 h 406"/>
              <a:gd name="T28" fmla="*/ 273 w 415"/>
              <a:gd name="T29" fmla="*/ 25 h 406"/>
              <a:gd name="T30" fmla="*/ 198 w 415"/>
              <a:gd name="T31" fmla="*/ 19 h 406"/>
              <a:gd name="T32" fmla="*/ 192 w 415"/>
              <a:gd name="T33" fmla="*/ 94 h 406"/>
              <a:gd name="T34" fmla="*/ 287 w 415"/>
              <a:gd name="T35" fmla="*/ 206 h 406"/>
              <a:gd name="T36" fmla="*/ 192 w 415"/>
              <a:gd name="T37" fmla="*/ 318 h 406"/>
              <a:gd name="T38" fmla="*/ 198 w 415"/>
              <a:gd name="T39" fmla="*/ 394 h 406"/>
              <a:gd name="T40" fmla="*/ 232 w 415"/>
              <a:gd name="T41" fmla="*/ 406 h 406"/>
              <a:gd name="T42" fmla="*/ 273 w 415"/>
              <a:gd name="T43" fmla="*/ 388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5" h="406">
                <a:moveTo>
                  <a:pt x="59" y="406"/>
                </a:moveTo>
                <a:cubicBezTo>
                  <a:pt x="47" y="406"/>
                  <a:pt x="35" y="402"/>
                  <a:pt x="25" y="394"/>
                </a:cubicBezTo>
                <a:cubicBezTo>
                  <a:pt x="2" y="375"/>
                  <a:pt x="0" y="341"/>
                  <a:pt x="19" y="318"/>
                </a:cubicBezTo>
                <a:lnTo>
                  <a:pt x="114" y="206"/>
                </a:lnTo>
                <a:lnTo>
                  <a:pt x="19" y="94"/>
                </a:lnTo>
                <a:cubicBezTo>
                  <a:pt x="0" y="71"/>
                  <a:pt x="2" y="38"/>
                  <a:pt x="25" y="19"/>
                </a:cubicBezTo>
                <a:cubicBezTo>
                  <a:pt x="47" y="0"/>
                  <a:pt x="81" y="2"/>
                  <a:pt x="100" y="25"/>
                </a:cubicBezTo>
                <a:lnTo>
                  <a:pt x="225" y="172"/>
                </a:lnTo>
                <a:cubicBezTo>
                  <a:pt x="242" y="192"/>
                  <a:pt x="242" y="221"/>
                  <a:pt x="225" y="241"/>
                </a:cubicBezTo>
                <a:lnTo>
                  <a:pt x="100" y="388"/>
                </a:lnTo>
                <a:cubicBezTo>
                  <a:pt x="89" y="400"/>
                  <a:pt x="74" y="406"/>
                  <a:pt x="59" y="406"/>
                </a:cubicBezTo>
                <a:close/>
                <a:moveTo>
                  <a:pt x="273" y="388"/>
                </a:moveTo>
                <a:lnTo>
                  <a:pt x="398" y="241"/>
                </a:lnTo>
                <a:cubicBezTo>
                  <a:pt x="415" y="221"/>
                  <a:pt x="415" y="192"/>
                  <a:pt x="398" y="172"/>
                </a:cubicBezTo>
                <a:lnTo>
                  <a:pt x="273" y="25"/>
                </a:lnTo>
                <a:cubicBezTo>
                  <a:pt x="254" y="2"/>
                  <a:pt x="220" y="0"/>
                  <a:pt x="198" y="19"/>
                </a:cubicBezTo>
                <a:cubicBezTo>
                  <a:pt x="175" y="38"/>
                  <a:pt x="173" y="71"/>
                  <a:pt x="192" y="94"/>
                </a:cubicBezTo>
                <a:lnTo>
                  <a:pt x="287" y="206"/>
                </a:lnTo>
                <a:lnTo>
                  <a:pt x="192" y="318"/>
                </a:lnTo>
                <a:cubicBezTo>
                  <a:pt x="173" y="341"/>
                  <a:pt x="175" y="375"/>
                  <a:pt x="198" y="394"/>
                </a:cubicBezTo>
                <a:cubicBezTo>
                  <a:pt x="208" y="402"/>
                  <a:pt x="220" y="406"/>
                  <a:pt x="232" y="406"/>
                </a:cubicBezTo>
                <a:cubicBezTo>
                  <a:pt x="247" y="406"/>
                  <a:pt x="262" y="400"/>
                  <a:pt x="273" y="3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4" name="矩形 63"/>
          <p:cNvSpPr/>
          <p:nvPr/>
        </p:nvSpPr>
        <p:spPr>
          <a:xfrm>
            <a:off x="584781" y="858016"/>
            <a:ext cx="7429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8259A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的外部特性 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1" name="MH_Other_1"/>
          <p:cNvSpPr/>
          <p:nvPr>
            <p:custDataLst>
              <p:tags r:id="rId2"/>
            </p:custDataLst>
          </p:nvPr>
        </p:nvSpPr>
        <p:spPr>
          <a:xfrm>
            <a:off x="-3175" y="1738313"/>
            <a:ext cx="4135438" cy="4152900"/>
          </a:xfrm>
          <a:custGeom>
            <a:avLst/>
            <a:gdLst>
              <a:gd name="connsiteX0" fmla="*/ 3089036 w 4134954"/>
              <a:gd name="connsiteY0" fmla="*/ 19 h 4152849"/>
              <a:gd name="connsiteX1" fmla="*/ 3615265 w 4134954"/>
              <a:gd name="connsiteY1" fmla="*/ 318497 h 4152849"/>
              <a:gd name="connsiteX2" fmla="*/ 3367532 w 4134954"/>
              <a:gd name="connsiteY2" fmla="*/ 1131705 h 4152849"/>
              <a:gd name="connsiteX3" fmla="*/ 2936624 w 4134954"/>
              <a:gd name="connsiteY3" fmla="*/ 1183097 h 4152849"/>
              <a:gd name="connsiteX4" fmla="*/ 2121962 w 4134954"/>
              <a:gd name="connsiteY4" fmla="*/ 1375343 h 4152849"/>
              <a:gd name="connsiteX5" fmla="*/ 1711534 w 4134954"/>
              <a:gd name="connsiteY5" fmla="*/ 1673204 h 4152849"/>
              <a:gd name="connsiteX6" fmla="*/ 1673139 w 4134954"/>
              <a:gd name="connsiteY6" fmla="*/ 1714588 h 4152849"/>
              <a:gd name="connsiteX7" fmla="*/ 1723384 w 4134954"/>
              <a:gd name="connsiteY7" fmla="*/ 1734930 h 4152849"/>
              <a:gd name="connsiteX8" fmla="*/ 2269957 w 4134954"/>
              <a:gd name="connsiteY8" fmla="*/ 1825448 h 4152849"/>
              <a:gd name="connsiteX9" fmla="*/ 3086034 w 4134954"/>
              <a:gd name="connsiteY9" fmla="*/ 1618355 h 4152849"/>
              <a:gd name="connsiteX10" fmla="*/ 3203403 w 4134954"/>
              <a:gd name="connsiteY10" fmla="*/ 1516313 h 4152849"/>
              <a:gd name="connsiteX11" fmla="*/ 3207674 w 4134954"/>
              <a:gd name="connsiteY11" fmla="*/ 1511619 h 4152849"/>
              <a:gd name="connsiteX12" fmla="*/ 3211231 w 4134954"/>
              <a:gd name="connsiteY12" fmla="*/ 1511660 h 4152849"/>
              <a:gd name="connsiteX13" fmla="*/ 3540812 w 4134954"/>
              <a:gd name="connsiteY13" fmla="*/ 1417449 h 4152849"/>
              <a:gd name="connsiteX14" fmla="*/ 4134913 w 4134954"/>
              <a:gd name="connsiteY14" fmla="*/ 2025498 h 4152849"/>
              <a:gd name="connsiteX15" fmla="*/ 3526862 w 4134954"/>
              <a:gd name="connsiteY15" fmla="*/ 2619598 h 4152849"/>
              <a:gd name="connsiteX16" fmla="*/ 3124277 w 4134954"/>
              <a:gd name="connsiteY16" fmla="*/ 2457589 h 4152849"/>
              <a:gd name="connsiteX17" fmla="*/ 2317463 w 4134954"/>
              <a:gd name="connsiteY17" fmla="*/ 2234686 h 4152849"/>
              <a:gd name="connsiteX18" fmla="*/ 1707569 w 4134954"/>
              <a:gd name="connsiteY18" fmla="*/ 2334249 h 4152849"/>
              <a:gd name="connsiteX19" fmla="*/ 1682125 w 4134954"/>
              <a:gd name="connsiteY19" fmla="*/ 2345343 h 4152849"/>
              <a:gd name="connsiteX20" fmla="*/ 1710521 w 4134954"/>
              <a:gd name="connsiteY20" fmla="*/ 2382713 h 4152849"/>
              <a:gd name="connsiteX21" fmla="*/ 2134084 w 4134954"/>
              <a:gd name="connsiteY21" fmla="*/ 2739826 h 4152849"/>
              <a:gd name="connsiteX22" fmla="*/ 2941390 w 4134954"/>
              <a:gd name="connsiteY22" fmla="*/ 2978840 h 4152849"/>
              <a:gd name="connsiteX23" fmla="*/ 3094422 w 4134954"/>
              <a:gd name="connsiteY23" fmla="*/ 2951105 h 4152849"/>
              <a:gd name="connsiteX24" fmla="*/ 3100492 w 4134954"/>
              <a:gd name="connsiteY24" fmla="*/ 2949252 h 4152849"/>
              <a:gd name="connsiteX25" fmla="*/ 3103528 w 4134954"/>
              <a:gd name="connsiteY25" fmla="*/ 2951105 h 4152849"/>
              <a:gd name="connsiteX26" fmla="*/ 3434970 w 4134954"/>
              <a:gd name="connsiteY26" fmla="*/ 3038544 h 4152849"/>
              <a:gd name="connsiteX27" fmla="*/ 3634923 w 4134954"/>
              <a:gd name="connsiteY27" fmla="*/ 3864800 h 4152849"/>
              <a:gd name="connsiteX28" fmla="*/ 2808666 w 4134954"/>
              <a:gd name="connsiteY28" fmla="*/ 4064751 h 4152849"/>
              <a:gd name="connsiteX29" fmla="*/ 2545403 w 4134954"/>
              <a:gd name="connsiteY29" fmla="*/ 3719766 h 4152849"/>
              <a:gd name="connsiteX30" fmla="*/ 1965793 w 4134954"/>
              <a:gd name="connsiteY30" fmla="*/ 3115873 h 4152849"/>
              <a:gd name="connsiteX31" fmla="*/ 1187140 w 4134954"/>
              <a:gd name="connsiteY31" fmla="*/ 2874272 h 4152849"/>
              <a:gd name="connsiteX32" fmla="*/ 1102375 w 4134954"/>
              <a:gd name="connsiteY32" fmla="*/ 2882353 h 4152849"/>
              <a:gd name="connsiteX33" fmla="*/ 1096470 w 4134954"/>
              <a:gd name="connsiteY33" fmla="*/ 2886778 h 4152849"/>
              <a:gd name="connsiteX34" fmla="*/ 994951 w 4134954"/>
              <a:gd name="connsiteY34" fmla="*/ 2942378 h 4152849"/>
              <a:gd name="connsiteX35" fmla="*/ 977538 w 4134954"/>
              <a:gd name="connsiteY35" fmla="*/ 2952616 h 4152849"/>
              <a:gd name="connsiteX36" fmla="*/ 46328 w 4134954"/>
              <a:gd name="connsiteY36" fmla="*/ 2911558 h 4152849"/>
              <a:gd name="connsiteX37" fmla="*/ 1 w 4134954"/>
              <a:gd name="connsiteY37" fmla="*/ 2878176 h 4152849"/>
              <a:gd name="connsiteX38" fmla="*/ 0 w 4134954"/>
              <a:gd name="connsiteY38" fmla="*/ 1926001 h 4152849"/>
              <a:gd name="connsiteX39" fmla="*/ 1 w 4134954"/>
              <a:gd name="connsiteY39" fmla="*/ 1926000 h 4152849"/>
              <a:gd name="connsiteX40" fmla="*/ 1 w 4134954"/>
              <a:gd name="connsiteY40" fmla="*/ 1257695 h 4152849"/>
              <a:gd name="connsiteX41" fmla="*/ 61658 w 4134954"/>
              <a:gd name="connsiteY41" fmla="*/ 1219491 h 4152849"/>
              <a:gd name="connsiteX42" fmla="*/ 503519 w 4134954"/>
              <a:gd name="connsiteY42" fmla="*/ 1105956 h 4152849"/>
              <a:gd name="connsiteX43" fmla="*/ 569031 w 4134954"/>
              <a:gd name="connsiteY43" fmla="*/ 1109032 h 4152849"/>
              <a:gd name="connsiteX44" fmla="*/ 585555 w 4134954"/>
              <a:gd name="connsiteY44" fmla="*/ 1107907 h 4152849"/>
              <a:gd name="connsiteX45" fmla="*/ 1027609 w 4134954"/>
              <a:gd name="connsiteY45" fmla="*/ 1220683 h 4152849"/>
              <a:gd name="connsiteX46" fmla="*/ 1039650 w 4134954"/>
              <a:gd name="connsiteY46" fmla="*/ 1228036 h 4152849"/>
              <a:gd name="connsiteX47" fmla="*/ 1128582 w 4134954"/>
              <a:gd name="connsiteY47" fmla="*/ 1237940 h 4152849"/>
              <a:gd name="connsiteX48" fmla="*/ 1883635 w 4134954"/>
              <a:gd name="connsiteY48" fmla="*/ 1039286 h 4152849"/>
              <a:gd name="connsiteX49" fmla="*/ 2499782 w 4134954"/>
              <a:gd name="connsiteY49" fmla="*/ 465499 h 4152849"/>
              <a:gd name="connsiteX50" fmla="*/ 2553672 w 4134954"/>
              <a:gd name="connsiteY50" fmla="*/ 319609 h 4152849"/>
              <a:gd name="connsiteX51" fmla="*/ 2555163 w 4134954"/>
              <a:gd name="connsiteY51" fmla="*/ 313440 h 4152849"/>
              <a:gd name="connsiteX52" fmla="*/ 2558302 w 4134954"/>
              <a:gd name="connsiteY52" fmla="*/ 311766 h 4152849"/>
              <a:gd name="connsiteX53" fmla="*/ 2802058 w 4134954"/>
              <a:gd name="connsiteY53" fmla="*/ 70763 h 4152849"/>
              <a:gd name="connsiteX54" fmla="*/ 3089036 w 4134954"/>
              <a:gd name="connsiteY54" fmla="*/ 19 h 4152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34954" h="4152849">
                <a:moveTo>
                  <a:pt x="3089036" y="19"/>
                </a:moveTo>
                <a:cubicBezTo>
                  <a:pt x="3302275" y="1712"/>
                  <a:pt x="3507912" y="117078"/>
                  <a:pt x="3615265" y="318497"/>
                </a:cubicBezTo>
                <a:cubicBezTo>
                  <a:pt x="3771417" y="611467"/>
                  <a:pt x="3660503" y="975553"/>
                  <a:pt x="3367532" y="1131705"/>
                </a:cubicBezTo>
                <a:cubicBezTo>
                  <a:pt x="3229889" y="1205067"/>
                  <a:pt x="3076552" y="1219481"/>
                  <a:pt x="2936624" y="1183097"/>
                </a:cubicBezTo>
                <a:cubicBezTo>
                  <a:pt x="2713131" y="1154646"/>
                  <a:pt x="2414345" y="1219506"/>
                  <a:pt x="2121962" y="1375343"/>
                </a:cubicBezTo>
                <a:cubicBezTo>
                  <a:pt x="1960645" y="1461323"/>
                  <a:pt x="1821233" y="1564362"/>
                  <a:pt x="1711534" y="1673204"/>
                </a:cubicBezTo>
                <a:lnTo>
                  <a:pt x="1673139" y="1714588"/>
                </a:lnTo>
                <a:lnTo>
                  <a:pt x="1723384" y="1734930"/>
                </a:lnTo>
                <a:cubicBezTo>
                  <a:pt x="1880619" y="1790042"/>
                  <a:pt x="2068224" y="1823107"/>
                  <a:pt x="2269957" y="1825448"/>
                </a:cubicBezTo>
                <a:cubicBezTo>
                  <a:pt x="2603814" y="1829322"/>
                  <a:pt x="2900939" y="1748173"/>
                  <a:pt x="3086034" y="1618355"/>
                </a:cubicBezTo>
                <a:cubicBezTo>
                  <a:pt x="3120263" y="1579223"/>
                  <a:pt x="3159863" y="1545006"/>
                  <a:pt x="3203403" y="1516313"/>
                </a:cubicBezTo>
                <a:lnTo>
                  <a:pt x="3207674" y="1511619"/>
                </a:lnTo>
                <a:lnTo>
                  <a:pt x="3211231" y="1511660"/>
                </a:lnTo>
                <a:cubicBezTo>
                  <a:pt x="3306202" y="1450657"/>
                  <a:pt x="3419519" y="1416041"/>
                  <a:pt x="3540812" y="1417449"/>
                </a:cubicBezTo>
                <a:cubicBezTo>
                  <a:pt x="3872776" y="1421301"/>
                  <a:pt x="4138765" y="1693533"/>
                  <a:pt x="4134913" y="2025498"/>
                </a:cubicBezTo>
                <a:cubicBezTo>
                  <a:pt x="4131061" y="2357462"/>
                  <a:pt x="3858827" y="2623450"/>
                  <a:pt x="3526862" y="2619598"/>
                </a:cubicBezTo>
                <a:cubicBezTo>
                  <a:pt x="3370902" y="2617788"/>
                  <a:pt x="3229503" y="2556741"/>
                  <a:pt x="3124277" y="2457589"/>
                </a:cubicBezTo>
                <a:cubicBezTo>
                  <a:pt x="2941955" y="2325237"/>
                  <a:pt x="2648762" y="2238531"/>
                  <a:pt x="2317463" y="2234686"/>
                </a:cubicBezTo>
                <a:cubicBezTo>
                  <a:pt x="2088980" y="2232035"/>
                  <a:pt x="1877701" y="2269206"/>
                  <a:pt x="1707569" y="2334249"/>
                </a:cubicBezTo>
                <a:lnTo>
                  <a:pt x="1682125" y="2345343"/>
                </a:lnTo>
                <a:lnTo>
                  <a:pt x="1710521" y="2382713"/>
                </a:lnTo>
                <a:cubicBezTo>
                  <a:pt x="1817513" y="2510436"/>
                  <a:pt x="1961876" y="2634726"/>
                  <a:pt x="2134084" y="2739826"/>
                </a:cubicBezTo>
                <a:cubicBezTo>
                  <a:pt x="2419079" y="2913761"/>
                  <a:pt x="2715948" y="2995842"/>
                  <a:pt x="2941390" y="2978840"/>
                </a:cubicBezTo>
                <a:cubicBezTo>
                  <a:pt x="2990809" y="2962696"/>
                  <a:pt x="3042333" y="2953519"/>
                  <a:pt x="3094422" y="2951105"/>
                </a:cubicBezTo>
                <a:lnTo>
                  <a:pt x="3100492" y="2949252"/>
                </a:lnTo>
                <a:lnTo>
                  <a:pt x="3103528" y="2951105"/>
                </a:lnTo>
                <a:cubicBezTo>
                  <a:pt x="3216336" y="2947200"/>
                  <a:pt x="3331429" y="2975352"/>
                  <a:pt x="3434970" y="3038544"/>
                </a:cubicBezTo>
                <a:cubicBezTo>
                  <a:pt x="3718349" y="3211493"/>
                  <a:pt x="3807872" y="3581420"/>
                  <a:pt x="3634923" y="3864800"/>
                </a:cubicBezTo>
                <a:cubicBezTo>
                  <a:pt x="3461973" y="4148179"/>
                  <a:pt x="3092046" y="4237700"/>
                  <a:pt x="2808666" y="4064751"/>
                </a:cubicBezTo>
                <a:cubicBezTo>
                  <a:pt x="2675531" y="3983497"/>
                  <a:pt x="2585185" y="3858766"/>
                  <a:pt x="2545403" y="3719766"/>
                </a:cubicBezTo>
                <a:cubicBezTo>
                  <a:pt x="2456318" y="3512832"/>
                  <a:pt x="2248604" y="3288475"/>
                  <a:pt x="1965793" y="3115873"/>
                </a:cubicBezTo>
                <a:cubicBezTo>
                  <a:pt x="1692733" y="2949223"/>
                  <a:pt x="1408771" y="2866892"/>
                  <a:pt x="1187140" y="2874272"/>
                </a:cubicBezTo>
                <a:lnTo>
                  <a:pt x="1102375" y="2882353"/>
                </a:lnTo>
                <a:lnTo>
                  <a:pt x="1096470" y="2886778"/>
                </a:lnTo>
                <a:lnTo>
                  <a:pt x="994951" y="2942378"/>
                </a:lnTo>
                <a:lnTo>
                  <a:pt x="977538" y="2952616"/>
                </a:lnTo>
                <a:cubicBezTo>
                  <a:pt x="690820" y="3094618"/>
                  <a:pt x="339714" y="3090613"/>
                  <a:pt x="46328" y="2911558"/>
                </a:cubicBezTo>
                <a:lnTo>
                  <a:pt x="1" y="2878176"/>
                </a:lnTo>
                <a:lnTo>
                  <a:pt x="0" y="1926001"/>
                </a:lnTo>
                <a:lnTo>
                  <a:pt x="1" y="1926000"/>
                </a:lnTo>
                <a:lnTo>
                  <a:pt x="1" y="1257695"/>
                </a:lnTo>
                <a:cubicBezTo>
                  <a:pt x="19193" y="1243150"/>
                  <a:pt x="40119" y="1230971"/>
                  <a:pt x="61658" y="1219491"/>
                </a:cubicBezTo>
                <a:cubicBezTo>
                  <a:pt x="202725" y="1144303"/>
                  <a:pt x="354052" y="1107642"/>
                  <a:pt x="503519" y="1105956"/>
                </a:cubicBezTo>
                <a:lnTo>
                  <a:pt x="569031" y="1109032"/>
                </a:lnTo>
                <a:lnTo>
                  <a:pt x="585555" y="1107907"/>
                </a:lnTo>
                <a:cubicBezTo>
                  <a:pt x="745397" y="1109762"/>
                  <a:pt x="895722" y="1150334"/>
                  <a:pt x="1027609" y="1220683"/>
                </a:cubicBezTo>
                <a:lnTo>
                  <a:pt x="1039650" y="1228036"/>
                </a:lnTo>
                <a:lnTo>
                  <a:pt x="1128582" y="1237940"/>
                </a:lnTo>
                <a:cubicBezTo>
                  <a:pt x="1344181" y="1248064"/>
                  <a:pt x="1616580" y="1181625"/>
                  <a:pt x="1883635" y="1039286"/>
                </a:cubicBezTo>
                <a:cubicBezTo>
                  <a:pt x="2178277" y="882244"/>
                  <a:pt x="2399846" y="668293"/>
                  <a:pt x="2499782" y="465499"/>
                </a:cubicBezTo>
                <a:cubicBezTo>
                  <a:pt x="2510996" y="414732"/>
                  <a:pt x="2529280" y="365696"/>
                  <a:pt x="2553672" y="319609"/>
                </a:cubicBezTo>
                <a:lnTo>
                  <a:pt x="2555163" y="313440"/>
                </a:lnTo>
                <a:lnTo>
                  <a:pt x="2558302" y="311766"/>
                </a:lnTo>
                <a:cubicBezTo>
                  <a:pt x="2612273" y="212630"/>
                  <a:pt x="2695012" y="127817"/>
                  <a:pt x="2802058" y="70763"/>
                </a:cubicBezTo>
                <a:cubicBezTo>
                  <a:pt x="2893611" y="21965"/>
                  <a:pt x="2992110" y="-751"/>
                  <a:pt x="3089036" y="19"/>
                </a:cubicBezTo>
                <a:close/>
              </a:path>
            </a:pathLst>
          </a:custGeom>
          <a:solidFill>
            <a:srgbClr val="EAEAEA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MH_Other_2"/>
          <p:cNvSpPr/>
          <p:nvPr>
            <p:custDataLst>
              <p:tags r:id="rId3"/>
            </p:custDataLst>
          </p:nvPr>
        </p:nvSpPr>
        <p:spPr>
          <a:xfrm flipH="1">
            <a:off x="2598738" y="1843088"/>
            <a:ext cx="987425" cy="987425"/>
          </a:xfrm>
          <a:prstGeom prst="ellipse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  <a:effectLst/>
        </p:spPr>
        <p:txBody>
          <a:bodyPr lIns="0" tIns="0" rIns="0" bIns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01</a:t>
            </a: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3" name="MH_Other_3"/>
          <p:cNvSpPr/>
          <p:nvPr>
            <p:custDataLst>
              <p:tags r:id="rId4"/>
            </p:custDataLst>
          </p:nvPr>
        </p:nvSpPr>
        <p:spPr>
          <a:xfrm flipH="1">
            <a:off x="2614613" y="4791075"/>
            <a:ext cx="987425" cy="987425"/>
          </a:xfrm>
          <a:prstGeom prst="ellipse">
            <a:avLst/>
          </a:prstGeom>
          <a:solidFill>
            <a:schemeClr val="accent3"/>
          </a:solidFill>
          <a:ln w="19050" cap="flat" cmpd="sng" algn="ctr">
            <a:noFill/>
            <a:prstDash val="solid"/>
          </a:ln>
          <a:effectLst/>
        </p:spPr>
        <p:txBody>
          <a:bodyPr lIns="0" tIns="0" rIns="0" bIns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03</a:t>
            </a: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4" name="MH_Other_4"/>
          <p:cNvSpPr/>
          <p:nvPr>
            <p:custDataLst>
              <p:tags r:id="rId5"/>
            </p:custDataLst>
          </p:nvPr>
        </p:nvSpPr>
        <p:spPr>
          <a:xfrm flipH="1">
            <a:off x="3038475" y="3260725"/>
            <a:ext cx="987425" cy="987425"/>
          </a:xfrm>
          <a:prstGeom prst="ellipse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  <a:effectLst/>
        </p:spPr>
        <p:txBody>
          <a:bodyPr lIns="0" tIns="0" rIns="0" bIns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02</a:t>
            </a: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5" name="MH_Title_1"/>
          <p:cNvSpPr/>
          <p:nvPr>
            <p:custDataLst>
              <p:tags r:id="rId6"/>
            </p:custDataLst>
          </p:nvPr>
        </p:nvSpPr>
        <p:spPr>
          <a:xfrm>
            <a:off x="0" y="2932113"/>
            <a:ext cx="1411288" cy="1760537"/>
          </a:xfrm>
          <a:custGeom>
            <a:avLst/>
            <a:gdLst>
              <a:gd name="connsiteX0" fmla="*/ 586959 w 1529609"/>
              <a:gd name="connsiteY0" fmla="*/ 65 h 1907431"/>
              <a:gd name="connsiteX1" fmla="*/ 1529544 w 1529609"/>
              <a:gd name="connsiteY1" fmla="*/ 964782 h 1907431"/>
              <a:gd name="connsiteX2" fmla="*/ 564827 w 1529609"/>
              <a:gd name="connsiteY2" fmla="*/ 1907366 h 1907431"/>
              <a:gd name="connsiteX3" fmla="*/ 0 w 1529609"/>
              <a:gd name="connsiteY3" fmla="*/ 1712632 h 1907431"/>
              <a:gd name="connsiteX4" fmla="*/ 0 w 1529609"/>
              <a:gd name="connsiteY4" fmla="*/ 194607 h 1907431"/>
              <a:gd name="connsiteX5" fmla="*/ 586959 w 1529609"/>
              <a:gd name="connsiteY5" fmla="*/ 65 h 1907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29609" h="1907431">
                <a:moveTo>
                  <a:pt x="586959" y="65"/>
                </a:moveTo>
                <a:cubicBezTo>
                  <a:pt x="1113646" y="6177"/>
                  <a:pt x="1535656" y="438095"/>
                  <a:pt x="1529544" y="964782"/>
                </a:cubicBezTo>
                <a:cubicBezTo>
                  <a:pt x="1523433" y="1491469"/>
                  <a:pt x="1091515" y="1913478"/>
                  <a:pt x="564827" y="1907366"/>
                </a:cubicBezTo>
                <a:cubicBezTo>
                  <a:pt x="352169" y="1904899"/>
                  <a:pt x="156577" y="1833014"/>
                  <a:pt x="0" y="1712632"/>
                </a:cubicBezTo>
                <a:lnTo>
                  <a:pt x="0" y="194607"/>
                </a:lnTo>
                <a:cubicBezTo>
                  <a:pt x="162454" y="70026"/>
                  <a:pt x="366397" y="-2494"/>
                  <a:pt x="586959" y="65"/>
                </a:cubicBezTo>
                <a:close/>
              </a:path>
            </a:pathLst>
          </a:custGeom>
          <a:solidFill>
            <a:srgbClr val="A9A9A9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bIns="0" anchor="ctr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接口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引脚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6" name="MH_SubTitle_2"/>
          <p:cNvSpPr txBox="1"/>
          <p:nvPr>
            <p:custDataLst>
              <p:tags r:id="rId7"/>
            </p:custDataLst>
          </p:nvPr>
        </p:nvSpPr>
        <p:spPr>
          <a:xfrm>
            <a:off x="4025900" y="2686443"/>
            <a:ext cx="5181846" cy="1409607"/>
          </a:xfrm>
          <a:prstGeom prst="rect">
            <a:avLst/>
          </a:prstGeom>
          <a:noFill/>
        </p:spPr>
        <p:txBody>
          <a:bodyPr lIns="72000" tIns="0" rIns="72000" bIns="0" anchor="ctr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数据总线（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8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条）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D7~D0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：双向数据线，接数据总线的低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8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位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MH_SubTitle_1"/>
          <p:cNvSpPr txBox="1"/>
          <p:nvPr>
            <p:custDataLst>
              <p:tags r:id="rId8"/>
            </p:custDataLst>
          </p:nvPr>
        </p:nvSpPr>
        <p:spPr>
          <a:xfrm>
            <a:off x="3781425" y="1538344"/>
            <a:ext cx="4831234" cy="1284231"/>
          </a:xfrm>
          <a:prstGeom prst="rect">
            <a:avLst/>
          </a:prstGeom>
          <a:noFill/>
        </p:spPr>
        <p:txBody>
          <a:bodyPr lIns="72000" tIns="0" rIns="72000" bIns="0" anchor="ctr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电源线（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条）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8" name="MH_SubTitle_3"/>
          <p:cNvSpPr txBox="1"/>
          <p:nvPr>
            <p:custDataLst>
              <p:tags r:id="rId9"/>
            </p:custDataLst>
          </p:nvPr>
        </p:nvSpPr>
        <p:spPr>
          <a:xfrm>
            <a:off x="3801033" y="4152452"/>
            <a:ext cx="5520468" cy="2743200"/>
          </a:xfrm>
          <a:prstGeom prst="rect">
            <a:avLst/>
          </a:prstGeom>
          <a:noFill/>
        </p:spPr>
        <p:txBody>
          <a:bodyPr lIns="72000" tIns="0" rIns="72000" bIns="0" anchor="ctr">
            <a:normAutofit lnSpcReduction="10000"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中断线（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10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条）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IR7~IR0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：外设中断请求输入端，可编程为脉冲或电平触发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INT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：向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CPU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发出的中断请求信号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INTA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：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CPU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向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8259A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发出的中断响应信号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9" name="ïšḻïdê"/>
          <p:cNvSpPr txBox="1"/>
          <p:nvPr/>
        </p:nvSpPr>
        <p:spPr bwMode="auto">
          <a:xfrm>
            <a:off x="-1" y="162085"/>
            <a:ext cx="828190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6.5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可编程中断控制器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8259A 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63" name="right-arrowheads_44810"/>
          <p:cNvSpPr>
            <a:spLocks noChangeAspect="1"/>
          </p:cNvSpPr>
          <p:nvPr/>
        </p:nvSpPr>
        <p:spPr bwMode="auto">
          <a:xfrm>
            <a:off x="152015" y="929658"/>
            <a:ext cx="411251" cy="316320"/>
          </a:xfrm>
          <a:custGeom>
            <a:avLst/>
            <a:gdLst>
              <a:gd name="T0" fmla="*/ 59 w 415"/>
              <a:gd name="T1" fmla="*/ 406 h 406"/>
              <a:gd name="T2" fmla="*/ 25 w 415"/>
              <a:gd name="T3" fmla="*/ 394 h 406"/>
              <a:gd name="T4" fmla="*/ 19 w 415"/>
              <a:gd name="T5" fmla="*/ 318 h 406"/>
              <a:gd name="T6" fmla="*/ 114 w 415"/>
              <a:gd name="T7" fmla="*/ 206 h 406"/>
              <a:gd name="T8" fmla="*/ 19 w 415"/>
              <a:gd name="T9" fmla="*/ 94 h 406"/>
              <a:gd name="T10" fmla="*/ 25 w 415"/>
              <a:gd name="T11" fmla="*/ 19 h 406"/>
              <a:gd name="T12" fmla="*/ 100 w 415"/>
              <a:gd name="T13" fmla="*/ 25 h 406"/>
              <a:gd name="T14" fmla="*/ 225 w 415"/>
              <a:gd name="T15" fmla="*/ 172 h 406"/>
              <a:gd name="T16" fmla="*/ 225 w 415"/>
              <a:gd name="T17" fmla="*/ 241 h 406"/>
              <a:gd name="T18" fmla="*/ 100 w 415"/>
              <a:gd name="T19" fmla="*/ 388 h 406"/>
              <a:gd name="T20" fmla="*/ 59 w 415"/>
              <a:gd name="T21" fmla="*/ 406 h 406"/>
              <a:gd name="T22" fmla="*/ 273 w 415"/>
              <a:gd name="T23" fmla="*/ 388 h 406"/>
              <a:gd name="T24" fmla="*/ 398 w 415"/>
              <a:gd name="T25" fmla="*/ 241 h 406"/>
              <a:gd name="T26" fmla="*/ 398 w 415"/>
              <a:gd name="T27" fmla="*/ 172 h 406"/>
              <a:gd name="T28" fmla="*/ 273 w 415"/>
              <a:gd name="T29" fmla="*/ 25 h 406"/>
              <a:gd name="T30" fmla="*/ 198 w 415"/>
              <a:gd name="T31" fmla="*/ 19 h 406"/>
              <a:gd name="T32" fmla="*/ 192 w 415"/>
              <a:gd name="T33" fmla="*/ 94 h 406"/>
              <a:gd name="T34" fmla="*/ 287 w 415"/>
              <a:gd name="T35" fmla="*/ 206 h 406"/>
              <a:gd name="T36" fmla="*/ 192 w 415"/>
              <a:gd name="T37" fmla="*/ 318 h 406"/>
              <a:gd name="T38" fmla="*/ 198 w 415"/>
              <a:gd name="T39" fmla="*/ 394 h 406"/>
              <a:gd name="T40" fmla="*/ 232 w 415"/>
              <a:gd name="T41" fmla="*/ 406 h 406"/>
              <a:gd name="T42" fmla="*/ 273 w 415"/>
              <a:gd name="T43" fmla="*/ 388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5" h="406">
                <a:moveTo>
                  <a:pt x="59" y="406"/>
                </a:moveTo>
                <a:cubicBezTo>
                  <a:pt x="47" y="406"/>
                  <a:pt x="35" y="402"/>
                  <a:pt x="25" y="394"/>
                </a:cubicBezTo>
                <a:cubicBezTo>
                  <a:pt x="2" y="375"/>
                  <a:pt x="0" y="341"/>
                  <a:pt x="19" y="318"/>
                </a:cubicBezTo>
                <a:lnTo>
                  <a:pt x="114" y="206"/>
                </a:lnTo>
                <a:lnTo>
                  <a:pt x="19" y="94"/>
                </a:lnTo>
                <a:cubicBezTo>
                  <a:pt x="0" y="71"/>
                  <a:pt x="2" y="38"/>
                  <a:pt x="25" y="19"/>
                </a:cubicBezTo>
                <a:cubicBezTo>
                  <a:pt x="47" y="0"/>
                  <a:pt x="81" y="2"/>
                  <a:pt x="100" y="25"/>
                </a:cubicBezTo>
                <a:lnTo>
                  <a:pt x="225" y="172"/>
                </a:lnTo>
                <a:cubicBezTo>
                  <a:pt x="242" y="192"/>
                  <a:pt x="242" y="221"/>
                  <a:pt x="225" y="241"/>
                </a:cubicBezTo>
                <a:lnTo>
                  <a:pt x="100" y="388"/>
                </a:lnTo>
                <a:cubicBezTo>
                  <a:pt x="89" y="400"/>
                  <a:pt x="74" y="406"/>
                  <a:pt x="59" y="406"/>
                </a:cubicBezTo>
                <a:close/>
                <a:moveTo>
                  <a:pt x="273" y="388"/>
                </a:moveTo>
                <a:lnTo>
                  <a:pt x="398" y="241"/>
                </a:lnTo>
                <a:cubicBezTo>
                  <a:pt x="415" y="221"/>
                  <a:pt x="415" y="192"/>
                  <a:pt x="398" y="172"/>
                </a:cubicBezTo>
                <a:lnTo>
                  <a:pt x="273" y="25"/>
                </a:lnTo>
                <a:cubicBezTo>
                  <a:pt x="254" y="2"/>
                  <a:pt x="220" y="0"/>
                  <a:pt x="198" y="19"/>
                </a:cubicBezTo>
                <a:cubicBezTo>
                  <a:pt x="175" y="38"/>
                  <a:pt x="173" y="71"/>
                  <a:pt x="192" y="94"/>
                </a:cubicBezTo>
                <a:lnTo>
                  <a:pt x="287" y="206"/>
                </a:lnTo>
                <a:lnTo>
                  <a:pt x="192" y="318"/>
                </a:lnTo>
                <a:cubicBezTo>
                  <a:pt x="173" y="341"/>
                  <a:pt x="175" y="375"/>
                  <a:pt x="198" y="394"/>
                </a:cubicBezTo>
                <a:cubicBezTo>
                  <a:pt x="208" y="402"/>
                  <a:pt x="220" y="406"/>
                  <a:pt x="232" y="406"/>
                </a:cubicBezTo>
                <a:cubicBezTo>
                  <a:pt x="247" y="406"/>
                  <a:pt x="262" y="400"/>
                  <a:pt x="273" y="3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4" name="矩形 63"/>
          <p:cNvSpPr/>
          <p:nvPr/>
        </p:nvSpPr>
        <p:spPr>
          <a:xfrm>
            <a:off x="584781" y="858016"/>
            <a:ext cx="7429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8259A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的外部特性 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1" name="MH_Other_1"/>
          <p:cNvSpPr/>
          <p:nvPr>
            <p:custDataLst>
              <p:tags r:id="rId2"/>
            </p:custDataLst>
          </p:nvPr>
        </p:nvSpPr>
        <p:spPr>
          <a:xfrm>
            <a:off x="-3175" y="1738313"/>
            <a:ext cx="4135438" cy="4152900"/>
          </a:xfrm>
          <a:custGeom>
            <a:avLst/>
            <a:gdLst>
              <a:gd name="connsiteX0" fmla="*/ 3089036 w 4134954"/>
              <a:gd name="connsiteY0" fmla="*/ 19 h 4152849"/>
              <a:gd name="connsiteX1" fmla="*/ 3615265 w 4134954"/>
              <a:gd name="connsiteY1" fmla="*/ 318497 h 4152849"/>
              <a:gd name="connsiteX2" fmla="*/ 3367532 w 4134954"/>
              <a:gd name="connsiteY2" fmla="*/ 1131705 h 4152849"/>
              <a:gd name="connsiteX3" fmla="*/ 2936624 w 4134954"/>
              <a:gd name="connsiteY3" fmla="*/ 1183097 h 4152849"/>
              <a:gd name="connsiteX4" fmla="*/ 2121962 w 4134954"/>
              <a:gd name="connsiteY4" fmla="*/ 1375343 h 4152849"/>
              <a:gd name="connsiteX5" fmla="*/ 1711534 w 4134954"/>
              <a:gd name="connsiteY5" fmla="*/ 1673204 h 4152849"/>
              <a:gd name="connsiteX6" fmla="*/ 1673139 w 4134954"/>
              <a:gd name="connsiteY6" fmla="*/ 1714588 h 4152849"/>
              <a:gd name="connsiteX7" fmla="*/ 1723384 w 4134954"/>
              <a:gd name="connsiteY7" fmla="*/ 1734930 h 4152849"/>
              <a:gd name="connsiteX8" fmla="*/ 2269957 w 4134954"/>
              <a:gd name="connsiteY8" fmla="*/ 1825448 h 4152849"/>
              <a:gd name="connsiteX9" fmla="*/ 3086034 w 4134954"/>
              <a:gd name="connsiteY9" fmla="*/ 1618355 h 4152849"/>
              <a:gd name="connsiteX10" fmla="*/ 3203403 w 4134954"/>
              <a:gd name="connsiteY10" fmla="*/ 1516313 h 4152849"/>
              <a:gd name="connsiteX11" fmla="*/ 3207674 w 4134954"/>
              <a:gd name="connsiteY11" fmla="*/ 1511619 h 4152849"/>
              <a:gd name="connsiteX12" fmla="*/ 3211231 w 4134954"/>
              <a:gd name="connsiteY12" fmla="*/ 1511660 h 4152849"/>
              <a:gd name="connsiteX13" fmla="*/ 3540812 w 4134954"/>
              <a:gd name="connsiteY13" fmla="*/ 1417449 h 4152849"/>
              <a:gd name="connsiteX14" fmla="*/ 4134913 w 4134954"/>
              <a:gd name="connsiteY14" fmla="*/ 2025498 h 4152849"/>
              <a:gd name="connsiteX15" fmla="*/ 3526862 w 4134954"/>
              <a:gd name="connsiteY15" fmla="*/ 2619598 h 4152849"/>
              <a:gd name="connsiteX16" fmla="*/ 3124277 w 4134954"/>
              <a:gd name="connsiteY16" fmla="*/ 2457589 h 4152849"/>
              <a:gd name="connsiteX17" fmla="*/ 2317463 w 4134954"/>
              <a:gd name="connsiteY17" fmla="*/ 2234686 h 4152849"/>
              <a:gd name="connsiteX18" fmla="*/ 1707569 w 4134954"/>
              <a:gd name="connsiteY18" fmla="*/ 2334249 h 4152849"/>
              <a:gd name="connsiteX19" fmla="*/ 1682125 w 4134954"/>
              <a:gd name="connsiteY19" fmla="*/ 2345343 h 4152849"/>
              <a:gd name="connsiteX20" fmla="*/ 1710521 w 4134954"/>
              <a:gd name="connsiteY20" fmla="*/ 2382713 h 4152849"/>
              <a:gd name="connsiteX21" fmla="*/ 2134084 w 4134954"/>
              <a:gd name="connsiteY21" fmla="*/ 2739826 h 4152849"/>
              <a:gd name="connsiteX22" fmla="*/ 2941390 w 4134954"/>
              <a:gd name="connsiteY22" fmla="*/ 2978840 h 4152849"/>
              <a:gd name="connsiteX23" fmla="*/ 3094422 w 4134954"/>
              <a:gd name="connsiteY23" fmla="*/ 2951105 h 4152849"/>
              <a:gd name="connsiteX24" fmla="*/ 3100492 w 4134954"/>
              <a:gd name="connsiteY24" fmla="*/ 2949252 h 4152849"/>
              <a:gd name="connsiteX25" fmla="*/ 3103528 w 4134954"/>
              <a:gd name="connsiteY25" fmla="*/ 2951105 h 4152849"/>
              <a:gd name="connsiteX26" fmla="*/ 3434970 w 4134954"/>
              <a:gd name="connsiteY26" fmla="*/ 3038544 h 4152849"/>
              <a:gd name="connsiteX27" fmla="*/ 3634923 w 4134954"/>
              <a:gd name="connsiteY27" fmla="*/ 3864800 h 4152849"/>
              <a:gd name="connsiteX28" fmla="*/ 2808666 w 4134954"/>
              <a:gd name="connsiteY28" fmla="*/ 4064751 h 4152849"/>
              <a:gd name="connsiteX29" fmla="*/ 2545403 w 4134954"/>
              <a:gd name="connsiteY29" fmla="*/ 3719766 h 4152849"/>
              <a:gd name="connsiteX30" fmla="*/ 1965793 w 4134954"/>
              <a:gd name="connsiteY30" fmla="*/ 3115873 h 4152849"/>
              <a:gd name="connsiteX31" fmla="*/ 1187140 w 4134954"/>
              <a:gd name="connsiteY31" fmla="*/ 2874272 h 4152849"/>
              <a:gd name="connsiteX32" fmla="*/ 1102375 w 4134954"/>
              <a:gd name="connsiteY32" fmla="*/ 2882353 h 4152849"/>
              <a:gd name="connsiteX33" fmla="*/ 1096470 w 4134954"/>
              <a:gd name="connsiteY33" fmla="*/ 2886778 h 4152849"/>
              <a:gd name="connsiteX34" fmla="*/ 994951 w 4134954"/>
              <a:gd name="connsiteY34" fmla="*/ 2942378 h 4152849"/>
              <a:gd name="connsiteX35" fmla="*/ 977538 w 4134954"/>
              <a:gd name="connsiteY35" fmla="*/ 2952616 h 4152849"/>
              <a:gd name="connsiteX36" fmla="*/ 46328 w 4134954"/>
              <a:gd name="connsiteY36" fmla="*/ 2911558 h 4152849"/>
              <a:gd name="connsiteX37" fmla="*/ 1 w 4134954"/>
              <a:gd name="connsiteY37" fmla="*/ 2878176 h 4152849"/>
              <a:gd name="connsiteX38" fmla="*/ 0 w 4134954"/>
              <a:gd name="connsiteY38" fmla="*/ 1926001 h 4152849"/>
              <a:gd name="connsiteX39" fmla="*/ 1 w 4134954"/>
              <a:gd name="connsiteY39" fmla="*/ 1926000 h 4152849"/>
              <a:gd name="connsiteX40" fmla="*/ 1 w 4134954"/>
              <a:gd name="connsiteY40" fmla="*/ 1257695 h 4152849"/>
              <a:gd name="connsiteX41" fmla="*/ 61658 w 4134954"/>
              <a:gd name="connsiteY41" fmla="*/ 1219491 h 4152849"/>
              <a:gd name="connsiteX42" fmla="*/ 503519 w 4134954"/>
              <a:gd name="connsiteY42" fmla="*/ 1105956 h 4152849"/>
              <a:gd name="connsiteX43" fmla="*/ 569031 w 4134954"/>
              <a:gd name="connsiteY43" fmla="*/ 1109032 h 4152849"/>
              <a:gd name="connsiteX44" fmla="*/ 585555 w 4134954"/>
              <a:gd name="connsiteY44" fmla="*/ 1107907 h 4152849"/>
              <a:gd name="connsiteX45" fmla="*/ 1027609 w 4134954"/>
              <a:gd name="connsiteY45" fmla="*/ 1220683 h 4152849"/>
              <a:gd name="connsiteX46" fmla="*/ 1039650 w 4134954"/>
              <a:gd name="connsiteY46" fmla="*/ 1228036 h 4152849"/>
              <a:gd name="connsiteX47" fmla="*/ 1128582 w 4134954"/>
              <a:gd name="connsiteY47" fmla="*/ 1237940 h 4152849"/>
              <a:gd name="connsiteX48" fmla="*/ 1883635 w 4134954"/>
              <a:gd name="connsiteY48" fmla="*/ 1039286 h 4152849"/>
              <a:gd name="connsiteX49" fmla="*/ 2499782 w 4134954"/>
              <a:gd name="connsiteY49" fmla="*/ 465499 h 4152849"/>
              <a:gd name="connsiteX50" fmla="*/ 2553672 w 4134954"/>
              <a:gd name="connsiteY50" fmla="*/ 319609 h 4152849"/>
              <a:gd name="connsiteX51" fmla="*/ 2555163 w 4134954"/>
              <a:gd name="connsiteY51" fmla="*/ 313440 h 4152849"/>
              <a:gd name="connsiteX52" fmla="*/ 2558302 w 4134954"/>
              <a:gd name="connsiteY52" fmla="*/ 311766 h 4152849"/>
              <a:gd name="connsiteX53" fmla="*/ 2802058 w 4134954"/>
              <a:gd name="connsiteY53" fmla="*/ 70763 h 4152849"/>
              <a:gd name="connsiteX54" fmla="*/ 3089036 w 4134954"/>
              <a:gd name="connsiteY54" fmla="*/ 19 h 4152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34954" h="4152849">
                <a:moveTo>
                  <a:pt x="3089036" y="19"/>
                </a:moveTo>
                <a:cubicBezTo>
                  <a:pt x="3302275" y="1712"/>
                  <a:pt x="3507912" y="117078"/>
                  <a:pt x="3615265" y="318497"/>
                </a:cubicBezTo>
                <a:cubicBezTo>
                  <a:pt x="3771417" y="611467"/>
                  <a:pt x="3660503" y="975553"/>
                  <a:pt x="3367532" y="1131705"/>
                </a:cubicBezTo>
                <a:cubicBezTo>
                  <a:pt x="3229889" y="1205067"/>
                  <a:pt x="3076552" y="1219481"/>
                  <a:pt x="2936624" y="1183097"/>
                </a:cubicBezTo>
                <a:cubicBezTo>
                  <a:pt x="2713131" y="1154646"/>
                  <a:pt x="2414345" y="1219506"/>
                  <a:pt x="2121962" y="1375343"/>
                </a:cubicBezTo>
                <a:cubicBezTo>
                  <a:pt x="1960645" y="1461323"/>
                  <a:pt x="1821233" y="1564362"/>
                  <a:pt x="1711534" y="1673204"/>
                </a:cubicBezTo>
                <a:lnTo>
                  <a:pt x="1673139" y="1714588"/>
                </a:lnTo>
                <a:lnTo>
                  <a:pt x="1723384" y="1734930"/>
                </a:lnTo>
                <a:cubicBezTo>
                  <a:pt x="1880619" y="1790042"/>
                  <a:pt x="2068224" y="1823107"/>
                  <a:pt x="2269957" y="1825448"/>
                </a:cubicBezTo>
                <a:cubicBezTo>
                  <a:pt x="2603814" y="1829322"/>
                  <a:pt x="2900939" y="1748173"/>
                  <a:pt x="3086034" y="1618355"/>
                </a:cubicBezTo>
                <a:cubicBezTo>
                  <a:pt x="3120263" y="1579223"/>
                  <a:pt x="3159863" y="1545006"/>
                  <a:pt x="3203403" y="1516313"/>
                </a:cubicBezTo>
                <a:lnTo>
                  <a:pt x="3207674" y="1511619"/>
                </a:lnTo>
                <a:lnTo>
                  <a:pt x="3211231" y="1511660"/>
                </a:lnTo>
                <a:cubicBezTo>
                  <a:pt x="3306202" y="1450657"/>
                  <a:pt x="3419519" y="1416041"/>
                  <a:pt x="3540812" y="1417449"/>
                </a:cubicBezTo>
                <a:cubicBezTo>
                  <a:pt x="3872776" y="1421301"/>
                  <a:pt x="4138765" y="1693533"/>
                  <a:pt x="4134913" y="2025498"/>
                </a:cubicBezTo>
                <a:cubicBezTo>
                  <a:pt x="4131061" y="2357462"/>
                  <a:pt x="3858827" y="2623450"/>
                  <a:pt x="3526862" y="2619598"/>
                </a:cubicBezTo>
                <a:cubicBezTo>
                  <a:pt x="3370902" y="2617788"/>
                  <a:pt x="3229503" y="2556741"/>
                  <a:pt x="3124277" y="2457589"/>
                </a:cubicBezTo>
                <a:cubicBezTo>
                  <a:pt x="2941955" y="2325237"/>
                  <a:pt x="2648762" y="2238531"/>
                  <a:pt x="2317463" y="2234686"/>
                </a:cubicBezTo>
                <a:cubicBezTo>
                  <a:pt x="2088980" y="2232035"/>
                  <a:pt x="1877701" y="2269206"/>
                  <a:pt x="1707569" y="2334249"/>
                </a:cubicBezTo>
                <a:lnTo>
                  <a:pt x="1682125" y="2345343"/>
                </a:lnTo>
                <a:lnTo>
                  <a:pt x="1710521" y="2382713"/>
                </a:lnTo>
                <a:cubicBezTo>
                  <a:pt x="1817513" y="2510436"/>
                  <a:pt x="1961876" y="2634726"/>
                  <a:pt x="2134084" y="2739826"/>
                </a:cubicBezTo>
                <a:cubicBezTo>
                  <a:pt x="2419079" y="2913761"/>
                  <a:pt x="2715948" y="2995842"/>
                  <a:pt x="2941390" y="2978840"/>
                </a:cubicBezTo>
                <a:cubicBezTo>
                  <a:pt x="2990809" y="2962696"/>
                  <a:pt x="3042333" y="2953519"/>
                  <a:pt x="3094422" y="2951105"/>
                </a:cubicBezTo>
                <a:lnTo>
                  <a:pt x="3100492" y="2949252"/>
                </a:lnTo>
                <a:lnTo>
                  <a:pt x="3103528" y="2951105"/>
                </a:lnTo>
                <a:cubicBezTo>
                  <a:pt x="3216336" y="2947200"/>
                  <a:pt x="3331429" y="2975352"/>
                  <a:pt x="3434970" y="3038544"/>
                </a:cubicBezTo>
                <a:cubicBezTo>
                  <a:pt x="3718349" y="3211493"/>
                  <a:pt x="3807872" y="3581420"/>
                  <a:pt x="3634923" y="3864800"/>
                </a:cubicBezTo>
                <a:cubicBezTo>
                  <a:pt x="3461973" y="4148179"/>
                  <a:pt x="3092046" y="4237700"/>
                  <a:pt x="2808666" y="4064751"/>
                </a:cubicBezTo>
                <a:cubicBezTo>
                  <a:pt x="2675531" y="3983497"/>
                  <a:pt x="2585185" y="3858766"/>
                  <a:pt x="2545403" y="3719766"/>
                </a:cubicBezTo>
                <a:cubicBezTo>
                  <a:pt x="2456318" y="3512832"/>
                  <a:pt x="2248604" y="3288475"/>
                  <a:pt x="1965793" y="3115873"/>
                </a:cubicBezTo>
                <a:cubicBezTo>
                  <a:pt x="1692733" y="2949223"/>
                  <a:pt x="1408771" y="2866892"/>
                  <a:pt x="1187140" y="2874272"/>
                </a:cubicBezTo>
                <a:lnTo>
                  <a:pt x="1102375" y="2882353"/>
                </a:lnTo>
                <a:lnTo>
                  <a:pt x="1096470" y="2886778"/>
                </a:lnTo>
                <a:lnTo>
                  <a:pt x="994951" y="2942378"/>
                </a:lnTo>
                <a:lnTo>
                  <a:pt x="977538" y="2952616"/>
                </a:lnTo>
                <a:cubicBezTo>
                  <a:pt x="690820" y="3094618"/>
                  <a:pt x="339714" y="3090613"/>
                  <a:pt x="46328" y="2911558"/>
                </a:cubicBezTo>
                <a:lnTo>
                  <a:pt x="1" y="2878176"/>
                </a:lnTo>
                <a:lnTo>
                  <a:pt x="0" y="1926001"/>
                </a:lnTo>
                <a:lnTo>
                  <a:pt x="1" y="1926000"/>
                </a:lnTo>
                <a:lnTo>
                  <a:pt x="1" y="1257695"/>
                </a:lnTo>
                <a:cubicBezTo>
                  <a:pt x="19193" y="1243150"/>
                  <a:pt x="40119" y="1230971"/>
                  <a:pt x="61658" y="1219491"/>
                </a:cubicBezTo>
                <a:cubicBezTo>
                  <a:pt x="202725" y="1144303"/>
                  <a:pt x="354052" y="1107642"/>
                  <a:pt x="503519" y="1105956"/>
                </a:cubicBezTo>
                <a:lnTo>
                  <a:pt x="569031" y="1109032"/>
                </a:lnTo>
                <a:lnTo>
                  <a:pt x="585555" y="1107907"/>
                </a:lnTo>
                <a:cubicBezTo>
                  <a:pt x="745397" y="1109762"/>
                  <a:pt x="895722" y="1150334"/>
                  <a:pt x="1027609" y="1220683"/>
                </a:cubicBezTo>
                <a:lnTo>
                  <a:pt x="1039650" y="1228036"/>
                </a:lnTo>
                <a:lnTo>
                  <a:pt x="1128582" y="1237940"/>
                </a:lnTo>
                <a:cubicBezTo>
                  <a:pt x="1344181" y="1248064"/>
                  <a:pt x="1616580" y="1181625"/>
                  <a:pt x="1883635" y="1039286"/>
                </a:cubicBezTo>
                <a:cubicBezTo>
                  <a:pt x="2178277" y="882244"/>
                  <a:pt x="2399846" y="668293"/>
                  <a:pt x="2499782" y="465499"/>
                </a:cubicBezTo>
                <a:cubicBezTo>
                  <a:pt x="2510996" y="414732"/>
                  <a:pt x="2529280" y="365696"/>
                  <a:pt x="2553672" y="319609"/>
                </a:cubicBezTo>
                <a:lnTo>
                  <a:pt x="2555163" y="313440"/>
                </a:lnTo>
                <a:lnTo>
                  <a:pt x="2558302" y="311766"/>
                </a:lnTo>
                <a:cubicBezTo>
                  <a:pt x="2612273" y="212630"/>
                  <a:pt x="2695012" y="127817"/>
                  <a:pt x="2802058" y="70763"/>
                </a:cubicBezTo>
                <a:cubicBezTo>
                  <a:pt x="2893611" y="21965"/>
                  <a:pt x="2992110" y="-751"/>
                  <a:pt x="3089036" y="19"/>
                </a:cubicBezTo>
                <a:close/>
              </a:path>
            </a:pathLst>
          </a:custGeom>
          <a:solidFill>
            <a:srgbClr val="EAEAEA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MH_Other_2"/>
          <p:cNvSpPr/>
          <p:nvPr>
            <p:custDataLst>
              <p:tags r:id="rId3"/>
            </p:custDataLst>
          </p:nvPr>
        </p:nvSpPr>
        <p:spPr>
          <a:xfrm flipH="1">
            <a:off x="2598738" y="1843088"/>
            <a:ext cx="987425" cy="987425"/>
          </a:xfrm>
          <a:prstGeom prst="ellipse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  <a:effectLst/>
        </p:spPr>
        <p:txBody>
          <a:bodyPr lIns="0" tIns="0" rIns="0" bIns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04</a:t>
            </a: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3" name="MH_Other_3"/>
          <p:cNvSpPr/>
          <p:nvPr>
            <p:custDataLst>
              <p:tags r:id="rId4"/>
            </p:custDataLst>
          </p:nvPr>
        </p:nvSpPr>
        <p:spPr>
          <a:xfrm flipH="1">
            <a:off x="2614613" y="4791075"/>
            <a:ext cx="987425" cy="987425"/>
          </a:xfrm>
          <a:prstGeom prst="ellipse">
            <a:avLst/>
          </a:prstGeom>
          <a:solidFill>
            <a:schemeClr val="accent3"/>
          </a:solidFill>
          <a:ln w="19050" cap="flat" cmpd="sng" algn="ctr">
            <a:noFill/>
            <a:prstDash val="solid"/>
          </a:ln>
          <a:effectLst/>
        </p:spPr>
        <p:txBody>
          <a:bodyPr lIns="0" tIns="0" rIns="0" bIns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05</a:t>
            </a: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5" name="MH_Title_1"/>
          <p:cNvSpPr/>
          <p:nvPr>
            <p:custDataLst>
              <p:tags r:id="rId5"/>
            </p:custDataLst>
          </p:nvPr>
        </p:nvSpPr>
        <p:spPr>
          <a:xfrm>
            <a:off x="0" y="2932113"/>
            <a:ext cx="1411288" cy="1760537"/>
          </a:xfrm>
          <a:custGeom>
            <a:avLst/>
            <a:gdLst>
              <a:gd name="connsiteX0" fmla="*/ 586959 w 1529609"/>
              <a:gd name="connsiteY0" fmla="*/ 65 h 1907431"/>
              <a:gd name="connsiteX1" fmla="*/ 1529544 w 1529609"/>
              <a:gd name="connsiteY1" fmla="*/ 964782 h 1907431"/>
              <a:gd name="connsiteX2" fmla="*/ 564827 w 1529609"/>
              <a:gd name="connsiteY2" fmla="*/ 1907366 h 1907431"/>
              <a:gd name="connsiteX3" fmla="*/ 0 w 1529609"/>
              <a:gd name="connsiteY3" fmla="*/ 1712632 h 1907431"/>
              <a:gd name="connsiteX4" fmla="*/ 0 w 1529609"/>
              <a:gd name="connsiteY4" fmla="*/ 194607 h 1907431"/>
              <a:gd name="connsiteX5" fmla="*/ 586959 w 1529609"/>
              <a:gd name="connsiteY5" fmla="*/ 65 h 1907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29609" h="1907431">
                <a:moveTo>
                  <a:pt x="586959" y="65"/>
                </a:moveTo>
                <a:cubicBezTo>
                  <a:pt x="1113646" y="6177"/>
                  <a:pt x="1535656" y="438095"/>
                  <a:pt x="1529544" y="964782"/>
                </a:cubicBezTo>
                <a:cubicBezTo>
                  <a:pt x="1523433" y="1491469"/>
                  <a:pt x="1091515" y="1913478"/>
                  <a:pt x="564827" y="1907366"/>
                </a:cubicBezTo>
                <a:cubicBezTo>
                  <a:pt x="352169" y="1904899"/>
                  <a:pt x="156577" y="1833014"/>
                  <a:pt x="0" y="1712632"/>
                </a:cubicBezTo>
                <a:lnTo>
                  <a:pt x="0" y="194607"/>
                </a:lnTo>
                <a:cubicBezTo>
                  <a:pt x="162454" y="70026"/>
                  <a:pt x="366397" y="-2494"/>
                  <a:pt x="586959" y="65"/>
                </a:cubicBezTo>
                <a:close/>
              </a:path>
            </a:pathLst>
          </a:custGeom>
          <a:solidFill>
            <a:srgbClr val="A9A9A9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bIns="0" anchor="ctr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接口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引脚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7" name="MH_SubTitle_1"/>
          <p:cNvSpPr txBox="1"/>
          <p:nvPr>
            <p:custDataLst>
              <p:tags r:id="rId6"/>
            </p:custDataLst>
          </p:nvPr>
        </p:nvSpPr>
        <p:spPr>
          <a:xfrm>
            <a:off x="3781424" y="1538343"/>
            <a:ext cx="5142043" cy="2388197"/>
          </a:xfrm>
          <a:prstGeom prst="rect">
            <a:avLst/>
          </a:prstGeom>
          <a:noFill/>
        </p:spPr>
        <p:txBody>
          <a:bodyPr lIns="72000" tIns="0" rIns="72000" bIns="0" anchor="ctr">
            <a:normAutofit lnSpcReduction="10000"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读写控制线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（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4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条）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20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CS</a:t>
            </a:r>
            <a:r>
              <a:rPr lang="zh-CN" altLang="en-US" sz="20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：片选信号，低电平有效</a:t>
            </a:r>
            <a:endParaRPr lang="en-US" altLang="zh-CN" sz="2000" b="1" kern="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RD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：读写信号，低电平有效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342900" lvl="0" indent="-342900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WR</a:t>
            </a:r>
            <a:r>
              <a:rPr lang="zh-CN" altLang="en-US" sz="20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：写信号，低电平有效 </a:t>
            </a:r>
            <a:endParaRPr lang="en-US" altLang="zh-CN" sz="2000" b="1" kern="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342900" lvl="0" indent="-342900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20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AO: 8259A</a:t>
            </a:r>
            <a:r>
              <a:rPr lang="zh-CN" altLang="en-US" sz="20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内部寄存器选择信号（</a:t>
            </a:r>
            <a:r>
              <a:rPr lang="en-US" altLang="zh-CN" sz="20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0:</a:t>
            </a:r>
            <a:r>
              <a:rPr lang="zh-CN" altLang="en-US" sz="20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偶地址，</a:t>
            </a:r>
            <a:r>
              <a:rPr lang="en-US" altLang="zh-CN" sz="20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1:</a:t>
            </a:r>
            <a:r>
              <a:rPr lang="zh-CN" altLang="en-US" sz="20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奇地址</a:t>
            </a:r>
            <a:r>
              <a:rPr lang="en-US" altLang="zh-CN" sz="20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) </a:t>
            </a: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8" name="MH_SubTitle_3"/>
          <p:cNvSpPr txBox="1"/>
          <p:nvPr>
            <p:custDataLst>
              <p:tags r:id="rId7"/>
            </p:custDataLst>
          </p:nvPr>
        </p:nvSpPr>
        <p:spPr>
          <a:xfrm>
            <a:off x="3767631" y="3812381"/>
            <a:ext cx="5520468" cy="2743200"/>
          </a:xfrm>
          <a:prstGeom prst="rect">
            <a:avLst/>
          </a:prstGeom>
          <a:noFill/>
        </p:spPr>
        <p:txBody>
          <a:bodyPr lIns="72000" tIns="0" rIns="72000" bIns="0" anchor="ctr">
            <a:normAutofit/>
          </a:bodyPr>
          <a:lstStyle/>
          <a:p>
            <a:pPr lvl="0">
              <a:lnSpc>
                <a:spcPct val="130000"/>
              </a:lnSpc>
              <a:defRPr/>
            </a:pPr>
            <a:r>
              <a:rPr lang="zh-CN" altLang="en-US" sz="24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级联线（</a:t>
            </a:r>
            <a:r>
              <a:rPr lang="en-US" altLang="zh-CN" sz="24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4</a:t>
            </a:r>
            <a:r>
              <a:rPr lang="zh-CN" altLang="en-US" sz="24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条）</a:t>
            </a:r>
            <a:endParaRPr lang="en-US" altLang="zh-CN" sz="2400" b="1" kern="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342900" lvl="0" indent="-342900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20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CAS2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~CAS0</a:t>
            </a:r>
            <a:r>
              <a:rPr lang="zh-CN" altLang="en-US" sz="20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：级联信号线，需与</a:t>
            </a:r>
            <a:r>
              <a:rPr lang="en-US" altLang="zh-CN" sz="20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SP/EN</a:t>
            </a:r>
            <a:r>
              <a:rPr lang="zh-CN" altLang="en-US" sz="20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配合</a:t>
            </a:r>
            <a:endParaRPr lang="en-US" altLang="zh-CN" sz="2000" b="1" kern="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342900" lvl="0" indent="-342900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SP/EN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：作输入时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SP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（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0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：从片，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：主片）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lvl="0">
              <a:lnSpc>
                <a:spcPct val="130000"/>
              </a:lnSpc>
              <a:defRPr/>
            </a:pPr>
            <a:r>
              <a:rPr lang="en-US" altLang="zh-CN" sz="20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			</a:t>
            </a:r>
            <a:r>
              <a:rPr lang="zh-CN" altLang="en-US" sz="20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作输出时</a:t>
            </a:r>
            <a:r>
              <a:rPr lang="en-US" altLang="zh-CN" sz="20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EN</a:t>
            </a:r>
            <a:r>
              <a:rPr lang="zh-CN" altLang="en-US" sz="20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（控制总线驱动方向）</a:t>
            </a:r>
            <a:endParaRPr lang="en-US" altLang="zh-CN" sz="2000" b="1" kern="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lvl="0">
              <a:lnSpc>
                <a:spcPct val="130000"/>
              </a:lnSpc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  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（</a:t>
            </a:r>
            <a:r>
              <a:rPr lang="en-US" altLang="zh-CN" sz="20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SP</a:t>
            </a:r>
            <a:r>
              <a:rPr lang="zh-CN" altLang="en-US" sz="20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：</a:t>
            </a:r>
            <a:r>
              <a:rPr lang="en-US" altLang="zh-CN" sz="20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Slave Program/EN</a:t>
            </a:r>
            <a:r>
              <a:rPr lang="zh-CN" altLang="en-US" sz="20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：</a:t>
            </a:r>
            <a:r>
              <a:rPr lang="en-US" altLang="zh-CN" sz="2000" b="1" kern="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Enable Buffer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）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4132263" y="2079550"/>
            <a:ext cx="3230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4132263" y="2443490"/>
            <a:ext cx="3230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4132263" y="2846976"/>
            <a:ext cx="3230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4132263" y="5094307"/>
            <a:ext cx="3230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4572000" y="5094307"/>
            <a:ext cx="32301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9" name="ïšḻïdê"/>
          <p:cNvSpPr txBox="1"/>
          <p:nvPr/>
        </p:nvSpPr>
        <p:spPr bwMode="auto">
          <a:xfrm>
            <a:off x="-1" y="162085"/>
            <a:ext cx="828190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6.5 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可编程中断控制器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 </a:t>
            </a:r>
            <a:endParaRPr lang="zh-CN" altLang="en-US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63" name="right-arrowheads_44810"/>
          <p:cNvSpPr>
            <a:spLocks noChangeAspect="1"/>
          </p:cNvSpPr>
          <p:nvPr/>
        </p:nvSpPr>
        <p:spPr bwMode="auto">
          <a:xfrm>
            <a:off x="152015" y="929658"/>
            <a:ext cx="411251" cy="316320"/>
          </a:xfrm>
          <a:custGeom>
            <a:avLst/>
            <a:gdLst>
              <a:gd name="T0" fmla="*/ 59 w 415"/>
              <a:gd name="T1" fmla="*/ 406 h 406"/>
              <a:gd name="T2" fmla="*/ 25 w 415"/>
              <a:gd name="T3" fmla="*/ 394 h 406"/>
              <a:gd name="T4" fmla="*/ 19 w 415"/>
              <a:gd name="T5" fmla="*/ 318 h 406"/>
              <a:gd name="T6" fmla="*/ 114 w 415"/>
              <a:gd name="T7" fmla="*/ 206 h 406"/>
              <a:gd name="T8" fmla="*/ 19 w 415"/>
              <a:gd name="T9" fmla="*/ 94 h 406"/>
              <a:gd name="T10" fmla="*/ 25 w 415"/>
              <a:gd name="T11" fmla="*/ 19 h 406"/>
              <a:gd name="T12" fmla="*/ 100 w 415"/>
              <a:gd name="T13" fmla="*/ 25 h 406"/>
              <a:gd name="T14" fmla="*/ 225 w 415"/>
              <a:gd name="T15" fmla="*/ 172 h 406"/>
              <a:gd name="T16" fmla="*/ 225 w 415"/>
              <a:gd name="T17" fmla="*/ 241 h 406"/>
              <a:gd name="T18" fmla="*/ 100 w 415"/>
              <a:gd name="T19" fmla="*/ 388 h 406"/>
              <a:gd name="T20" fmla="*/ 59 w 415"/>
              <a:gd name="T21" fmla="*/ 406 h 406"/>
              <a:gd name="T22" fmla="*/ 273 w 415"/>
              <a:gd name="T23" fmla="*/ 388 h 406"/>
              <a:gd name="T24" fmla="*/ 398 w 415"/>
              <a:gd name="T25" fmla="*/ 241 h 406"/>
              <a:gd name="T26" fmla="*/ 398 w 415"/>
              <a:gd name="T27" fmla="*/ 172 h 406"/>
              <a:gd name="T28" fmla="*/ 273 w 415"/>
              <a:gd name="T29" fmla="*/ 25 h 406"/>
              <a:gd name="T30" fmla="*/ 198 w 415"/>
              <a:gd name="T31" fmla="*/ 19 h 406"/>
              <a:gd name="T32" fmla="*/ 192 w 415"/>
              <a:gd name="T33" fmla="*/ 94 h 406"/>
              <a:gd name="T34" fmla="*/ 287 w 415"/>
              <a:gd name="T35" fmla="*/ 206 h 406"/>
              <a:gd name="T36" fmla="*/ 192 w 415"/>
              <a:gd name="T37" fmla="*/ 318 h 406"/>
              <a:gd name="T38" fmla="*/ 198 w 415"/>
              <a:gd name="T39" fmla="*/ 394 h 406"/>
              <a:gd name="T40" fmla="*/ 232 w 415"/>
              <a:gd name="T41" fmla="*/ 406 h 406"/>
              <a:gd name="T42" fmla="*/ 273 w 415"/>
              <a:gd name="T43" fmla="*/ 388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5" h="406">
                <a:moveTo>
                  <a:pt x="59" y="406"/>
                </a:moveTo>
                <a:cubicBezTo>
                  <a:pt x="47" y="406"/>
                  <a:pt x="35" y="402"/>
                  <a:pt x="25" y="394"/>
                </a:cubicBezTo>
                <a:cubicBezTo>
                  <a:pt x="2" y="375"/>
                  <a:pt x="0" y="341"/>
                  <a:pt x="19" y="318"/>
                </a:cubicBezTo>
                <a:lnTo>
                  <a:pt x="114" y="206"/>
                </a:lnTo>
                <a:lnTo>
                  <a:pt x="19" y="94"/>
                </a:lnTo>
                <a:cubicBezTo>
                  <a:pt x="0" y="71"/>
                  <a:pt x="2" y="38"/>
                  <a:pt x="25" y="19"/>
                </a:cubicBezTo>
                <a:cubicBezTo>
                  <a:pt x="47" y="0"/>
                  <a:pt x="81" y="2"/>
                  <a:pt x="100" y="25"/>
                </a:cubicBezTo>
                <a:lnTo>
                  <a:pt x="225" y="172"/>
                </a:lnTo>
                <a:cubicBezTo>
                  <a:pt x="242" y="192"/>
                  <a:pt x="242" y="221"/>
                  <a:pt x="225" y="241"/>
                </a:cubicBezTo>
                <a:lnTo>
                  <a:pt x="100" y="388"/>
                </a:lnTo>
                <a:cubicBezTo>
                  <a:pt x="89" y="400"/>
                  <a:pt x="74" y="406"/>
                  <a:pt x="59" y="406"/>
                </a:cubicBezTo>
                <a:close/>
                <a:moveTo>
                  <a:pt x="273" y="388"/>
                </a:moveTo>
                <a:lnTo>
                  <a:pt x="398" y="241"/>
                </a:lnTo>
                <a:cubicBezTo>
                  <a:pt x="415" y="221"/>
                  <a:pt x="415" y="192"/>
                  <a:pt x="398" y="172"/>
                </a:cubicBezTo>
                <a:lnTo>
                  <a:pt x="273" y="25"/>
                </a:lnTo>
                <a:cubicBezTo>
                  <a:pt x="254" y="2"/>
                  <a:pt x="220" y="0"/>
                  <a:pt x="198" y="19"/>
                </a:cubicBezTo>
                <a:cubicBezTo>
                  <a:pt x="175" y="38"/>
                  <a:pt x="173" y="71"/>
                  <a:pt x="192" y="94"/>
                </a:cubicBezTo>
                <a:lnTo>
                  <a:pt x="287" y="206"/>
                </a:lnTo>
                <a:lnTo>
                  <a:pt x="192" y="318"/>
                </a:lnTo>
                <a:cubicBezTo>
                  <a:pt x="173" y="341"/>
                  <a:pt x="175" y="375"/>
                  <a:pt x="198" y="394"/>
                </a:cubicBezTo>
                <a:cubicBezTo>
                  <a:pt x="208" y="402"/>
                  <a:pt x="220" y="406"/>
                  <a:pt x="232" y="406"/>
                </a:cubicBezTo>
                <a:cubicBezTo>
                  <a:pt x="247" y="406"/>
                  <a:pt x="262" y="400"/>
                  <a:pt x="273" y="3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4" name="矩形 63"/>
          <p:cNvSpPr/>
          <p:nvPr/>
        </p:nvSpPr>
        <p:spPr>
          <a:xfrm>
            <a:off x="584781" y="858016"/>
            <a:ext cx="7429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8259A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的工作方式 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MH_Other_1"/>
          <p:cNvSpPr/>
          <p:nvPr>
            <p:custDataLst>
              <p:tags r:id="rId2"/>
            </p:custDataLst>
          </p:nvPr>
        </p:nvSpPr>
        <p:spPr>
          <a:xfrm>
            <a:off x="5513388" y="3873500"/>
            <a:ext cx="1398587" cy="450850"/>
          </a:xfrm>
          <a:custGeom>
            <a:avLst/>
            <a:gdLst>
              <a:gd name="connsiteX0" fmla="*/ 0 w 2952750"/>
              <a:gd name="connsiteY0" fmla="*/ 952500 h 952500"/>
              <a:gd name="connsiteX1" fmla="*/ 2000250 w 2952750"/>
              <a:gd name="connsiteY1" fmla="*/ 952500 h 952500"/>
              <a:gd name="connsiteX2" fmla="*/ 2952750 w 2952750"/>
              <a:gd name="connsiteY2" fmla="*/ 0 h 95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52750" h="952500">
                <a:moveTo>
                  <a:pt x="0" y="952500"/>
                </a:moveTo>
                <a:lnTo>
                  <a:pt x="2000250" y="952500"/>
                </a:lnTo>
                <a:lnTo>
                  <a:pt x="2952750" y="0"/>
                </a:lnTo>
              </a:path>
            </a:pathLst>
          </a:custGeom>
          <a:noFill/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MH_Other_2"/>
          <p:cNvSpPr/>
          <p:nvPr>
            <p:custDataLst>
              <p:tags r:id="rId3"/>
            </p:custDataLst>
          </p:nvPr>
        </p:nvSpPr>
        <p:spPr>
          <a:xfrm rot="10800000">
            <a:off x="2111375" y="3422650"/>
            <a:ext cx="1398588" cy="450850"/>
          </a:xfrm>
          <a:custGeom>
            <a:avLst/>
            <a:gdLst>
              <a:gd name="connsiteX0" fmla="*/ 0 w 2952750"/>
              <a:gd name="connsiteY0" fmla="*/ 952500 h 952500"/>
              <a:gd name="connsiteX1" fmla="*/ 2000250 w 2952750"/>
              <a:gd name="connsiteY1" fmla="*/ 952500 h 952500"/>
              <a:gd name="connsiteX2" fmla="*/ 2952750 w 2952750"/>
              <a:gd name="connsiteY2" fmla="*/ 0 h 95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52750" h="952500">
                <a:moveTo>
                  <a:pt x="0" y="952500"/>
                </a:moveTo>
                <a:lnTo>
                  <a:pt x="2000250" y="952500"/>
                </a:lnTo>
                <a:lnTo>
                  <a:pt x="2952750" y="0"/>
                </a:lnTo>
              </a:path>
            </a:pathLst>
          </a:custGeom>
          <a:noFill/>
          <a:ln w="1270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MH_Other_3"/>
          <p:cNvSpPr/>
          <p:nvPr>
            <p:custDataLst>
              <p:tags r:id="rId4"/>
            </p:custDataLst>
          </p:nvPr>
        </p:nvSpPr>
        <p:spPr>
          <a:xfrm>
            <a:off x="5902325" y="2393950"/>
            <a:ext cx="31750" cy="138271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MH_Other_4"/>
          <p:cNvSpPr/>
          <p:nvPr>
            <p:custDataLst>
              <p:tags r:id="rId5"/>
            </p:custDataLst>
          </p:nvPr>
        </p:nvSpPr>
        <p:spPr>
          <a:xfrm>
            <a:off x="854075" y="3822700"/>
            <a:ext cx="33338" cy="13811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b="1" kern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MH_Other_5"/>
          <p:cNvSpPr/>
          <p:nvPr>
            <p:custDataLst>
              <p:tags r:id="rId6"/>
            </p:custDataLst>
          </p:nvPr>
        </p:nvSpPr>
        <p:spPr>
          <a:xfrm>
            <a:off x="3363913" y="2654300"/>
            <a:ext cx="2398712" cy="2408238"/>
          </a:xfrm>
          <a:custGeom>
            <a:avLst/>
            <a:gdLst>
              <a:gd name="connsiteX0" fmla="*/ 1269440 w 2545728"/>
              <a:gd name="connsiteY0" fmla="*/ 0 h 2555827"/>
              <a:gd name="connsiteX1" fmla="*/ 1398396 w 2545728"/>
              <a:gd name="connsiteY1" fmla="*/ 6511 h 2555827"/>
              <a:gd name="connsiteX2" fmla="*/ 2545728 w 2545728"/>
              <a:gd name="connsiteY2" fmla="*/ 1277913 h 2555827"/>
              <a:gd name="connsiteX3" fmla="*/ 1398396 w 2545728"/>
              <a:gd name="connsiteY3" fmla="*/ 2549315 h 2555827"/>
              <a:gd name="connsiteX4" fmla="*/ 1269440 w 2545728"/>
              <a:gd name="connsiteY4" fmla="*/ 2555827 h 2555827"/>
              <a:gd name="connsiteX5" fmla="*/ 1142416 w 2545728"/>
              <a:gd name="connsiteY5" fmla="*/ 2549413 h 2555827"/>
              <a:gd name="connsiteX6" fmla="*/ 1132157 w 2545728"/>
              <a:gd name="connsiteY6" fmla="*/ 2548044 h 2555827"/>
              <a:gd name="connsiteX7" fmla="*/ 1017127 w 2545728"/>
              <a:gd name="connsiteY7" fmla="*/ 2530489 h 2555827"/>
              <a:gd name="connsiteX8" fmla="*/ 1005921 w 2545728"/>
              <a:gd name="connsiteY8" fmla="*/ 2527977 h 2555827"/>
              <a:gd name="connsiteX9" fmla="*/ 893396 w 2545728"/>
              <a:gd name="connsiteY9" fmla="*/ 2499044 h 2555827"/>
              <a:gd name="connsiteX10" fmla="*/ 888250 w 2545728"/>
              <a:gd name="connsiteY10" fmla="*/ 2497409 h 2555827"/>
              <a:gd name="connsiteX11" fmla="*/ 773697 w 2545728"/>
              <a:gd name="connsiteY11" fmla="*/ 2455481 h 2555827"/>
              <a:gd name="connsiteX12" fmla="*/ 458225 w 2545728"/>
              <a:gd name="connsiteY12" fmla="*/ 2264080 h 2555827"/>
              <a:gd name="connsiteX13" fmla="*/ 408745 w 2545728"/>
              <a:gd name="connsiteY13" fmla="*/ 2219110 h 2555827"/>
              <a:gd name="connsiteX14" fmla="*/ 344960 w 2545728"/>
              <a:gd name="connsiteY14" fmla="*/ 2156829 h 2555827"/>
              <a:gd name="connsiteX15" fmla="*/ 284985 w 2545728"/>
              <a:gd name="connsiteY15" fmla="*/ 2090840 h 2555827"/>
              <a:gd name="connsiteX16" fmla="*/ 19116 w 2545728"/>
              <a:gd name="connsiteY16" fmla="*/ 1535475 h 2555827"/>
              <a:gd name="connsiteX17" fmla="*/ 0 w 2545728"/>
              <a:gd name="connsiteY17" fmla="*/ 1410221 h 2555827"/>
              <a:gd name="connsiteX18" fmla="*/ 228347 w 2545728"/>
              <a:gd name="connsiteY18" fmla="*/ 1410221 h 2555827"/>
              <a:gd name="connsiteX19" fmla="*/ 240408 w 2545728"/>
              <a:gd name="connsiteY19" fmla="*/ 1489248 h 2555827"/>
              <a:gd name="connsiteX20" fmla="*/ 291840 w 2545728"/>
              <a:gd name="connsiteY20" fmla="*/ 1662418 h 2555827"/>
              <a:gd name="connsiteX21" fmla="*/ 348446 w 2545728"/>
              <a:gd name="connsiteY21" fmla="*/ 1776414 h 2555827"/>
              <a:gd name="connsiteX22" fmla="*/ 349090 w 2545728"/>
              <a:gd name="connsiteY22" fmla="*/ 1777750 h 2555827"/>
              <a:gd name="connsiteX23" fmla="*/ 349199 w 2545728"/>
              <a:gd name="connsiteY23" fmla="*/ 1777929 h 2555827"/>
              <a:gd name="connsiteX24" fmla="*/ 370916 w 2545728"/>
              <a:gd name="connsiteY24" fmla="*/ 1821664 h 2555827"/>
              <a:gd name="connsiteX25" fmla="*/ 400016 w 2545728"/>
              <a:gd name="connsiteY25" fmla="*/ 1861575 h 2555827"/>
              <a:gd name="connsiteX26" fmla="*/ 401616 w 2545728"/>
              <a:gd name="connsiteY26" fmla="*/ 1864209 h 2555827"/>
              <a:gd name="connsiteX27" fmla="*/ 414450 w 2545728"/>
              <a:gd name="connsiteY27" fmla="*/ 1881371 h 2555827"/>
              <a:gd name="connsiteX28" fmla="*/ 474813 w 2545728"/>
              <a:gd name="connsiteY28" fmla="*/ 1964161 h 2555827"/>
              <a:gd name="connsiteX29" fmla="*/ 516043 w 2545728"/>
              <a:gd name="connsiteY29" fmla="*/ 2004419 h 2555827"/>
              <a:gd name="connsiteX30" fmla="*/ 529662 w 2545728"/>
              <a:gd name="connsiteY30" fmla="*/ 2019403 h 2555827"/>
              <a:gd name="connsiteX31" fmla="*/ 554636 w 2545728"/>
              <a:gd name="connsiteY31" fmla="*/ 2042101 h 2555827"/>
              <a:gd name="connsiteX32" fmla="*/ 600705 w 2545728"/>
              <a:gd name="connsiteY32" fmla="*/ 2087083 h 2555827"/>
              <a:gd name="connsiteX33" fmla="*/ 647418 w 2545728"/>
              <a:gd name="connsiteY33" fmla="*/ 2119454 h 2555827"/>
              <a:gd name="connsiteX34" fmla="*/ 684856 w 2545728"/>
              <a:gd name="connsiteY34" fmla="*/ 2147449 h 2555827"/>
              <a:gd name="connsiteX35" fmla="*/ 708873 w 2545728"/>
              <a:gd name="connsiteY35" fmla="*/ 2162040 h 2555827"/>
              <a:gd name="connsiteX36" fmla="*/ 745768 w 2545728"/>
              <a:gd name="connsiteY36" fmla="*/ 2187607 h 2555827"/>
              <a:gd name="connsiteX37" fmla="*/ 768126 w 2545728"/>
              <a:gd name="connsiteY37" fmla="*/ 2198038 h 2555827"/>
              <a:gd name="connsiteX38" fmla="*/ 771315 w 2545728"/>
              <a:gd name="connsiteY38" fmla="*/ 2199975 h 2555827"/>
              <a:gd name="connsiteX39" fmla="*/ 862980 w 2545728"/>
              <a:gd name="connsiteY39" fmla="*/ 2244132 h 2555827"/>
              <a:gd name="connsiteX40" fmla="*/ 881310 w 2545728"/>
              <a:gd name="connsiteY40" fmla="*/ 2250841 h 2555827"/>
              <a:gd name="connsiteX41" fmla="*/ 907176 w 2545728"/>
              <a:gd name="connsiteY41" fmla="*/ 2262908 h 2555827"/>
              <a:gd name="connsiteX42" fmla="*/ 993126 w 2545728"/>
              <a:gd name="connsiteY42" fmla="*/ 2290216 h 2555827"/>
              <a:gd name="connsiteX43" fmla="*/ 1057709 w 2545728"/>
              <a:gd name="connsiteY43" fmla="*/ 2304692 h 2555827"/>
              <a:gd name="connsiteX44" fmla="*/ 1059817 w 2545728"/>
              <a:gd name="connsiteY44" fmla="*/ 2305234 h 2555827"/>
              <a:gd name="connsiteX45" fmla="*/ 1060789 w 2545728"/>
              <a:gd name="connsiteY45" fmla="*/ 2305383 h 2555827"/>
              <a:gd name="connsiteX46" fmla="*/ 1082104 w 2545728"/>
              <a:gd name="connsiteY46" fmla="*/ 2310160 h 2555827"/>
              <a:gd name="connsiteX47" fmla="*/ 1161396 w 2545728"/>
              <a:gd name="connsiteY47" fmla="*/ 2320737 h 2555827"/>
              <a:gd name="connsiteX48" fmla="*/ 1163936 w 2545728"/>
              <a:gd name="connsiteY48" fmla="*/ 2321124 h 2555827"/>
              <a:gd name="connsiteX49" fmla="*/ 1164525 w 2545728"/>
              <a:gd name="connsiteY49" fmla="*/ 2321154 h 2555827"/>
              <a:gd name="connsiteX50" fmla="*/ 1173756 w 2545728"/>
              <a:gd name="connsiteY50" fmla="*/ 2322385 h 2555827"/>
              <a:gd name="connsiteX51" fmla="*/ 1267728 w 2545728"/>
              <a:gd name="connsiteY51" fmla="*/ 2326538 h 2555827"/>
              <a:gd name="connsiteX52" fmla="*/ 1269440 w 2545728"/>
              <a:gd name="connsiteY52" fmla="*/ 2326452 h 2555827"/>
              <a:gd name="connsiteX53" fmla="*/ 1271152 w 2545728"/>
              <a:gd name="connsiteY53" fmla="*/ 2326538 h 2555827"/>
              <a:gd name="connsiteX54" fmla="*/ 2319777 w 2545728"/>
              <a:gd name="connsiteY54" fmla="*/ 1277913 h 2555827"/>
              <a:gd name="connsiteX55" fmla="*/ 1271152 w 2545728"/>
              <a:gd name="connsiteY55" fmla="*/ 229288 h 2555827"/>
              <a:gd name="connsiteX56" fmla="*/ 1269440 w 2545728"/>
              <a:gd name="connsiteY56" fmla="*/ 229375 h 2555827"/>
              <a:gd name="connsiteX57" fmla="*/ 1267728 w 2545728"/>
              <a:gd name="connsiteY57" fmla="*/ 229288 h 2555827"/>
              <a:gd name="connsiteX58" fmla="*/ 1267728 w 2545728"/>
              <a:gd name="connsiteY58" fmla="*/ 86 h 2555827"/>
              <a:gd name="connsiteX59" fmla="*/ 1269440 w 2545728"/>
              <a:gd name="connsiteY59" fmla="*/ 0 h 2555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2545728" h="2555827">
                <a:moveTo>
                  <a:pt x="1269440" y="0"/>
                </a:moveTo>
                <a:lnTo>
                  <a:pt x="1398396" y="6511"/>
                </a:lnTo>
                <a:cubicBezTo>
                  <a:pt x="2042836" y="71958"/>
                  <a:pt x="2545728" y="616207"/>
                  <a:pt x="2545728" y="1277913"/>
                </a:cubicBezTo>
                <a:cubicBezTo>
                  <a:pt x="2545728" y="1939619"/>
                  <a:pt x="2042836" y="2483869"/>
                  <a:pt x="1398396" y="2549315"/>
                </a:cubicBezTo>
                <a:lnTo>
                  <a:pt x="1269440" y="2555827"/>
                </a:lnTo>
                <a:lnTo>
                  <a:pt x="1142416" y="2549413"/>
                </a:lnTo>
                <a:lnTo>
                  <a:pt x="1132157" y="2548044"/>
                </a:lnTo>
                <a:lnTo>
                  <a:pt x="1017127" y="2530489"/>
                </a:lnTo>
                <a:lnTo>
                  <a:pt x="1005921" y="2527977"/>
                </a:lnTo>
                <a:lnTo>
                  <a:pt x="893396" y="2499044"/>
                </a:lnTo>
                <a:lnTo>
                  <a:pt x="888250" y="2497409"/>
                </a:lnTo>
                <a:lnTo>
                  <a:pt x="773697" y="2455481"/>
                </a:lnTo>
                <a:cubicBezTo>
                  <a:pt x="659023" y="2406979"/>
                  <a:pt x="552903" y="2342215"/>
                  <a:pt x="458225" y="2264080"/>
                </a:cubicBezTo>
                <a:lnTo>
                  <a:pt x="408745" y="2219110"/>
                </a:lnTo>
                <a:lnTo>
                  <a:pt x="344960" y="2156829"/>
                </a:lnTo>
                <a:lnTo>
                  <a:pt x="284985" y="2090840"/>
                </a:lnTo>
                <a:cubicBezTo>
                  <a:pt x="154761" y="1933044"/>
                  <a:pt x="61677" y="1743462"/>
                  <a:pt x="19116" y="1535475"/>
                </a:cubicBezTo>
                <a:lnTo>
                  <a:pt x="0" y="1410221"/>
                </a:lnTo>
                <a:lnTo>
                  <a:pt x="228347" y="1410221"/>
                </a:lnTo>
                <a:lnTo>
                  <a:pt x="240408" y="1489248"/>
                </a:lnTo>
                <a:cubicBezTo>
                  <a:pt x="252631" y="1548978"/>
                  <a:pt x="269931" y="1606859"/>
                  <a:pt x="291840" y="1662418"/>
                </a:cubicBezTo>
                <a:lnTo>
                  <a:pt x="348446" y="1776414"/>
                </a:lnTo>
                <a:lnTo>
                  <a:pt x="349090" y="1777750"/>
                </a:lnTo>
                <a:lnTo>
                  <a:pt x="349199" y="1777929"/>
                </a:lnTo>
                <a:lnTo>
                  <a:pt x="370916" y="1821664"/>
                </a:lnTo>
                <a:lnTo>
                  <a:pt x="400016" y="1861575"/>
                </a:lnTo>
                <a:lnTo>
                  <a:pt x="401616" y="1864209"/>
                </a:lnTo>
                <a:lnTo>
                  <a:pt x="414450" y="1881371"/>
                </a:lnTo>
                <a:lnTo>
                  <a:pt x="474813" y="1964161"/>
                </a:lnTo>
                <a:lnTo>
                  <a:pt x="516043" y="2004419"/>
                </a:lnTo>
                <a:lnTo>
                  <a:pt x="529662" y="2019403"/>
                </a:lnTo>
                <a:lnTo>
                  <a:pt x="554636" y="2042101"/>
                </a:lnTo>
                <a:lnTo>
                  <a:pt x="600705" y="2087083"/>
                </a:lnTo>
                <a:lnTo>
                  <a:pt x="647418" y="2119454"/>
                </a:lnTo>
                <a:lnTo>
                  <a:pt x="684856" y="2147449"/>
                </a:lnTo>
                <a:lnTo>
                  <a:pt x="708873" y="2162040"/>
                </a:lnTo>
                <a:lnTo>
                  <a:pt x="745768" y="2187607"/>
                </a:lnTo>
                <a:lnTo>
                  <a:pt x="768126" y="2198038"/>
                </a:lnTo>
                <a:lnTo>
                  <a:pt x="771315" y="2199975"/>
                </a:lnTo>
                <a:cubicBezTo>
                  <a:pt x="801032" y="2216118"/>
                  <a:pt x="831616" y="2230866"/>
                  <a:pt x="862980" y="2244132"/>
                </a:cubicBezTo>
                <a:lnTo>
                  <a:pt x="881310" y="2250841"/>
                </a:lnTo>
                <a:lnTo>
                  <a:pt x="907176" y="2262908"/>
                </a:lnTo>
                <a:cubicBezTo>
                  <a:pt x="935282" y="2273199"/>
                  <a:pt x="963952" y="2282322"/>
                  <a:pt x="993126" y="2290216"/>
                </a:cubicBezTo>
                <a:lnTo>
                  <a:pt x="1057709" y="2304692"/>
                </a:lnTo>
                <a:lnTo>
                  <a:pt x="1059817" y="2305234"/>
                </a:lnTo>
                <a:lnTo>
                  <a:pt x="1060789" y="2305383"/>
                </a:lnTo>
                <a:lnTo>
                  <a:pt x="1082104" y="2310160"/>
                </a:lnTo>
                <a:lnTo>
                  <a:pt x="1161396" y="2320737"/>
                </a:lnTo>
                <a:lnTo>
                  <a:pt x="1163936" y="2321124"/>
                </a:lnTo>
                <a:lnTo>
                  <a:pt x="1164525" y="2321154"/>
                </a:lnTo>
                <a:lnTo>
                  <a:pt x="1173756" y="2322385"/>
                </a:lnTo>
                <a:cubicBezTo>
                  <a:pt x="1204713" y="2325134"/>
                  <a:pt x="1236057" y="2326538"/>
                  <a:pt x="1267728" y="2326538"/>
                </a:cubicBezTo>
                <a:lnTo>
                  <a:pt x="1269440" y="2326452"/>
                </a:lnTo>
                <a:lnTo>
                  <a:pt x="1271152" y="2326538"/>
                </a:lnTo>
                <a:cubicBezTo>
                  <a:pt x="1850292" y="2326538"/>
                  <a:pt x="2319777" y="1857053"/>
                  <a:pt x="2319777" y="1277913"/>
                </a:cubicBezTo>
                <a:cubicBezTo>
                  <a:pt x="2319777" y="698773"/>
                  <a:pt x="1850292" y="229288"/>
                  <a:pt x="1271152" y="229288"/>
                </a:cubicBezTo>
                <a:lnTo>
                  <a:pt x="1269440" y="229375"/>
                </a:lnTo>
                <a:lnTo>
                  <a:pt x="1267728" y="229288"/>
                </a:lnTo>
                <a:lnTo>
                  <a:pt x="1267728" y="86"/>
                </a:lnTo>
                <a:lnTo>
                  <a:pt x="126944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MH_Other_6"/>
          <p:cNvSpPr/>
          <p:nvPr>
            <p:custDataLst>
              <p:tags r:id="rId7"/>
            </p:custDataLst>
          </p:nvPr>
        </p:nvSpPr>
        <p:spPr>
          <a:xfrm>
            <a:off x="4229100" y="2220913"/>
            <a:ext cx="1588" cy="0"/>
          </a:xfrm>
          <a:custGeom>
            <a:avLst/>
            <a:gdLst>
              <a:gd name="connsiteX0" fmla="*/ 0 w 1712"/>
              <a:gd name="connsiteY0" fmla="*/ 0 h 173"/>
              <a:gd name="connsiteX1" fmla="*/ 1712 w 1712"/>
              <a:gd name="connsiteY1" fmla="*/ 87 h 173"/>
              <a:gd name="connsiteX2" fmla="*/ 0 w 1712"/>
              <a:gd name="connsiteY2" fmla="*/ 173 h 173"/>
              <a:gd name="connsiteX3" fmla="*/ 0 w 1712"/>
              <a:gd name="connsiteY3" fmla="*/ 0 h 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2" h="173">
                <a:moveTo>
                  <a:pt x="0" y="0"/>
                </a:moveTo>
                <a:lnTo>
                  <a:pt x="1712" y="87"/>
                </a:lnTo>
                <a:lnTo>
                  <a:pt x="0" y="17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MH_Other_7"/>
          <p:cNvSpPr/>
          <p:nvPr>
            <p:custDataLst>
              <p:tags r:id="rId8"/>
            </p:custDataLst>
          </p:nvPr>
        </p:nvSpPr>
        <p:spPr>
          <a:xfrm>
            <a:off x="3363913" y="2654300"/>
            <a:ext cx="1155700" cy="1285875"/>
          </a:xfrm>
          <a:custGeom>
            <a:avLst/>
            <a:gdLst>
              <a:gd name="connsiteX0" fmla="*/ 1274576 w 1276288"/>
              <a:gd name="connsiteY0" fmla="*/ 0 h 1398633"/>
              <a:gd name="connsiteX1" fmla="*/ 1274576 w 1276288"/>
              <a:gd name="connsiteY1" fmla="*/ 229202 h 1398633"/>
              <a:gd name="connsiteX2" fmla="*/ 1276288 w 1276288"/>
              <a:gd name="connsiteY2" fmla="*/ 229289 h 1398633"/>
              <a:gd name="connsiteX3" fmla="*/ 1170784 w 1276288"/>
              <a:gd name="connsiteY3" fmla="*/ 234616 h 1398633"/>
              <a:gd name="connsiteX4" fmla="*/ 229375 w 1276288"/>
              <a:gd name="connsiteY4" fmla="*/ 1277827 h 1398633"/>
              <a:gd name="connsiteX5" fmla="*/ 234789 w 1276288"/>
              <a:gd name="connsiteY5" fmla="*/ 1385043 h 1398633"/>
              <a:gd name="connsiteX6" fmla="*/ 236863 w 1276288"/>
              <a:gd name="connsiteY6" fmla="*/ 1398633 h 1398633"/>
              <a:gd name="connsiteX7" fmla="*/ 6100 w 1276288"/>
              <a:gd name="connsiteY7" fmla="*/ 1398633 h 1398633"/>
              <a:gd name="connsiteX8" fmla="*/ 0 w 1276288"/>
              <a:gd name="connsiteY8" fmla="*/ 1277827 h 1398633"/>
              <a:gd name="connsiteX9" fmla="*/ 1147332 w 1276288"/>
              <a:gd name="connsiteY9" fmla="*/ 6425 h 1398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6288" h="1398633">
                <a:moveTo>
                  <a:pt x="1274576" y="0"/>
                </a:moveTo>
                <a:lnTo>
                  <a:pt x="1274576" y="229202"/>
                </a:lnTo>
                <a:lnTo>
                  <a:pt x="1276288" y="229289"/>
                </a:lnTo>
                <a:lnTo>
                  <a:pt x="1170784" y="234616"/>
                </a:lnTo>
                <a:cubicBezTo>
                  <a:pt x="642008" y="288316"/>
                  <a:pt x="229375" y="734883"/>
                  <a:pt x="229375" y="1277827"/>
                </a:cubicBezTo>
                <a:cubicBezTo>
                  <a:pt x="229375" y="1314023"/>
                  <a:pt x="231209" y="1349791"/>
                  <a:pt x="234789" y="1385043"/>
                </a:cubicBezTo>
                <a:lnTo>
                  <a:pt x="236863" y="1398633"/>
                </a:lnTo>
                <a:lnTo>
                  <a:pt x="6100" y="1398633"/>
                </a:lnTo>
                <a:lnTo>
                  <a:pt x="0" y="1277827"/>
                </a:lnTo>
                <a:cubicBezTo>
                  <a:pt x="0" y="616121"/>
                  <a:pt x="502893" y="71872"/>
                  <a:pt x="1147332" y="6425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MH_SubTitle_1"/>
          <p:cNvSpPr/>
          <p:nvPr>
            <p:custDataLst>
              <p:tags r:id="rId9"/>
            </p:custDataLst>
          </p:nvPr>
        </p:nvSpPr>
        <p:spPr>
          <a:xfrm>
            <a:off x="1016000" y="3981450"/>
            <a:ext cx="1989138" cy="461963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/>
          <a:p>
            <a:pPr>
              <a:defRPr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中断嵌套方式</a:t>
            </a:r>
            <a:endParaRPr lang="zh-CN" altLang="en-US" sz="2400" b="1" kern="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" name="MH_SubTitle_2"/>
          <p:cNvSpPr/>
          <p:nvPr>
            <p:custDataLst>
              <p:tags r:id="rId10"/>
            </p:custDataLst>
          </p:nvPr>
        </p:nvSpPr>
        <p:spPr>
          <a:xfrm>
            <a:off x="6088063" y="2576513"/>
            <a:ext cx="2297133" cy="46196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优先级变化方式</a:t>
            </a:r>
            <a:endParaRPr lang="zh-CN" altLang="en-US" sz="2400" b="1" kern="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570288" y="3191967"/>
            <a:ext cx="1907551" cy="1057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Bef>
                <a:spcPct val="15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优先级管理方式 </a:t>
            </a:r>
            <a:endParaRPr lang="zh-CN" altLang="en-US" sz="28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9" name="ïšḻïdê"/>
          <p:cNvSpPr txBox="1"/>
          <p:nvPr/>
        </p:nvSpPr>
        <p:spPr bwMode="auto">
          <a:xfrm>
            <a:off x="-1" y="162085"/>
            <a:ext cx="828190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6.5 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可编程中断控制器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 </a:t>
            </a:r>
            <a:endParaRPr lang="zh-CN" altLang="en-US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63" name="right-arrowheads_44810"/>
          <p:cNvSpPr>
            <a:spLocks noChangeAspect="1"/>
          </p:cNvSpPr>
          <p:nvPr/>
        </p:nvSpPr>
        <p:spPr bwMode="auto">
          <a:xfrm>
            <a:off x="152015" y="929658"/>
            <a:ext cx="411251" cy="316320"/>
          </a:xfrm>
          <a:custGeom>
            <a:avLst/>
            <a:gdLst>
              <a:gd name="T0" fmla="*/ 59 w 415"/>
              <a:gd name="T1" fmla="*/ 406 h 406"/>
              <a:gd name="T2" fmla="*/ 25 w 415"/>
              <a:gd name="T3" fmla="*/ 394 h 406"/>
              <a:gd name="T4" fmla="*/ 19 w 415"/>
              <a:gd name="T5" fmla="*/ 318 h 406"/>
              <a:gd name="T6" fmla="*/ 114 w 415"/>
              <a:gd name="T7" fmla="*/ 206 h 406"/>
              <a:gd name="T8" fmla="*/ 19 w 415"/>
              <a:gd name="T9" fmla="*/ 94 h 406"/>
              <a:gd name="T10" fmla="*/ 25 w 415"/>
              <a:gd name="T11" fmla="*/ 19 h 406"/>
              <a:gd name="T12" fmla="*/ 100 w 415"/>
              <a:gd name="T13" fmla="*/ 25 h 406"/>
              <a:gd name="T14" fmla="*/ 225 w 415"/>
              <a:gd name="T15" fmla="*/ 172 h 406"/>
              <a:gd name="T16" fmla="*/ 225 w 415"/>
              <a:gd name="T17" fmla="*/ 241 h 406"/>
              <a:gd name="T18" fmla="*/ 100 w 415"/>
              <a:gd name="T19" fmla="*/ 388 h 406"/>
              <a:gd name="T20" fmla="*/ 59 w 415"/>
              <a:gd name="T21" fmla="*/ 406 h 406"/>
              <a:gd name="T22" fmla="*/ 273 w 415"/>
              <a:gd name="T23" fmla="*/ 388 h 406"/>
              <a:gd name="T24" fmla="*/ 398 w 415"/>
              <a:gd name="T25" fmla="*/ 241 h 406"/>
              <a:gd name="T26" fmla="*/ 398 w 415"/>
              <a:gd name="T27" fmla="*/ 172 h 406"/>
              <a:gd name="T28" fmla="*/ 273 w 415"/>
              <a:gd name="T29" fmla="*/ 25 h 406"/>
              <a:gd name="T30" fmla="*/ 198 w 415"/>
              <a:gd name="T31" fmla="*/ 19 h 406"/>
              <a:gd name="T32" fmla="*/ 192 w 415"/>
              <a:gd name="T33" fmla="*/ 94 h 406"/>
              <a:gd name="T34" fmla="*/ 287 w 415"/>
              <a:gd name="T35" fmla="*/ 206 h 406"/>
              <a:gd name="T36" fmla="*/ 192 w 415"/>
              <a:gd name="T37" fmla="*/ 318 h 406"/>
              <a:gd name="T38" fmla="*/ 198 w 415"/>
              <a:gd name="T39" fmla="*/ 394 h 406"/>
              <a:gd name="T40" fmla="*/ 232 w 415"/>
              <a:gd name="T41" fmla="*/ 406 h 406"/>
              <a:gd name="T42" fmla="*/ 273 w 415"/>
              <a:gd name="T43" fmla="*/ 388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5" h="406">
                <a:moveTo>
                  <a:pt x="59" y="406"/>
                </a:moveTo>
                <a:cubicBezTo>
                  <a:pt x="47" y="406"/>
                  <a:pt x="35" y="402"/>
                  <a:pt x="25" y="394"/>
                </a:cubicBezTo>
                <a:cubicBezTo>
                  <a:pt x="2" y="375"/>
                  <a:pt x="0" y="341"/>
                  <a:pt x="19" y="318"/>
                </a:cubicBezTo>
                <a:lnTo>
                  <a:pt x="114" y="206"/>
                </a:lnTo>
                <a:lnTo>
                  <a:pt x="19" y="94"/>
                </a:lnTo>
                <a:cubicBezTo>
                  <a:pt x="0" y="71"/>
                  <a:pt x="2" y="38"/>
                  <a:pt x="25" y="19"/>
                </a:cubicBezTo>
                <a:cubicBezTo>
                  <a:pt x="47" y="0"/>
                  <a:pt x="81" y="2"/>
                  <a:pt x="100" y="25"/>
                </a:cubicBezTo>
                <a:lnTo>
                  <a:pt x="225" y="172"/>
                </a:lnTo>
                <a:cubicBezTo>
                  <a:pt x="242" y="192"/>
                  <a:pt x="242" y="221"/>
                  <a:pt x="225" y="241"/>
                </a:cubicBezTo>
                <a:lnTo>
                  <a:pt x="100" y="388"/>
                </a:lnTo>
                <a:cubicBezTo>
                  <a:pt x="89" y="400"/>
                  <a:pt x="74" y="406"/>
                  <a:pt x="59" y="406"/>
                </a:cubicBezTo>
                <a:close/>
                <a:moveTo>
                  <a:pt x="273" y="388"/>
                </a:moveTo>
                <a:lnTo>
                  <a:pt x="398" y="241"/>
                </a:lnTo>
                <a:cubicBezTo>
                  <a:pt x="415" y="221"/>
                  <a:pt x="415" y="192"/>
                  <a:pt x="398" y="172"/>
                </a:cubicBezTo>
                <a:lnTo>
                  <a:pt x="273" y="25"/>
                </a:lnTo>
                <a:cubicBezTo>
                  <a:pt x="254" y="2"/>
                  <a:pt x="220" y="0"/>
                  <a:pt x="198" y="19"/>
                </a:cubicBezTo>
                <a:cubicBezTo>
                  <a:pt x="175" y="38"/>
                  <a:pt x="173" y="71"/>
                  <a:pt x="192" y="94"/>
                </a:cubicBezTo>
                <a:lnTo>
                  <a:pt x="287" y="206"/>
                </a:lnTo>
                <a:lnTo>
                  <a:pt x="192" y="318"/>
                </a:lnTo>
                <a:cubicBezTo>
                  <a:pt x="173" y="341"/>
                  <a:pt x="175" y="375"/>
                  <a:pt x="198" y="394"/>
                </a:cubicBezTo>
                <a:cubicBezTo>
                  <a:pt x="208" y="402"/>
                  <a:pt x="220" y="406"/>
                  <a:pt x="232" y="406"/>
                </a:cubicBezTo>
                <a:cubicBezTo>
                  <a:pt x="247" y="406"/>
                  <a:pt x="262" y="400"/>
                  <a:pt x="273" y="3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4" name="矩形 63"/>
          <p:cNvSpPr/>
          <p:nvPr/>
        </p:nvSpPr>
        <p:spPr>
          <a:xfrm>
            <a:off x="584781" y="858016"/>
            <a:ext cx="7429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中断嵌套方式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MH_Other_1"/>
          <p:cNvSpPr/>
          <p:nvPr>
            <p:custDataLst>
              <p:tags r:id="rId2"/>
            </p:custDataLst>
          </p:nvPr>
        </p:nvSpPr>
        <p:spPr>
          <a:xfrm>
            <a:off x="4184650" y="2229966"/>
            <a:ext cx="774700" cy="2659062"/>
          </a:xfrm>
          <a:custGeom>
            <a:avLst/>
            <a:gdLst>
              <a:gd name="connsiteX0" fmla="*/ 286341 w 572682"/>
              <a:gd name="connsiteY0" fmla="*/ 0 h 1963148"/>
              <a:gd name="connsiteX1" fmla="*/ 572682 w 572682"/>
              <a:gd name="connsiteY1" fmla="*/ 286341 h 1963148"/>
              <a:gd name="connsiteX2" fmla="*/ 488815 w 572682"/>
              <a:gd name="connsiteY2" fmla="*/ 488815 h 1963148"/>
              <a:gd name="connsiteX3" fmla="*/ 452012 w 572682"/>
              <a:gd name="connsiteY3" fmla="*/ 513628 h 1963148"/>
              <a:gd name="connsiteX4" fmla="*/ 452012 w 572682"/>
              <a:gd name="connsiteY4" fmla="*/ 1449520 h 1963148"/>
              <a:gd name="connsiteX5" fmla="*/ 488815 w 572682"/>
              <a:gd name="connsiteY5" fmla="*/ 1474333 h 1963148"/>
              <a:gd name="connsiteX6" fmla="*/ 572682 w 572682"/>
              <a:gd name="connsiteY6" fmla="*/ 1676807 h 1963148"/>
              <a:gd name="connsiteX7" fmla="*/ 286341 w 572682"/>
              <a:gd name="connsiteY7" fmla="*/ 1963148 h 1963148"/>
              <a:gd name="connsiteX8" fmla="*/ 0 w 572682"/>
              <a:gd name="connsiteY8" fmla="*/ 1676807 h 1963148"/>
              <a:gd name="connsiteX9" fmla="*/ 83868 w 572682"/>
              <a:gd name="connsiteY9" fmla="*/ 1474333 h 1963148"/>
              <a:gd name="connsiteX10" fmla="*/ 120669 w 572682"/>
              <a:gd name="connsiteY10" fmla="*/ 1449521 h 1963148"/>
              <a:gd name="connsiteX11" fmla="*/ 120669 w 572682"/>
              <a:gd name="connsiteY11" fmla="*/ 513627 h 1963148"/>
              <a:gd name="connsiteX12" fmla="*/ 83868 w 572682"/>
              <a:gd name="connsiteY12" fmla="*/ 488815 h 1963148"/>
              <a:gd name="connsiteX13" fmla="*/ 0 w 572682"/>
              <a:gd name="connsiteY13" fmla="*/ 286341 h 1963148"/>
              <a:gd name="connsiteX14" fmla="*/ 286341 w 572682"/>
              <a:gd name="connsiteY14" fmla="*/ 0 h 196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72682" h="1963148">
                <a:moveTo>
                  <a:pt x="286341" y="0"/>
                </a:moveTo>
                <a:cubicBezTo>
                  <a:pt x="444483" y="0"/>
                  <a:pt x="572682" y="128199"/>
                  <a:pt x="572682" y="286341"/>
                </a:cubicBezTo>
                <a:cubicBezTo>
                  <a:pt x="572682" y="365412"/>
                  <a:pt x="540632" y="436997"/>
                  <a:pt x="488815" y="488815"/>
                </a:cubicBezTo>
                <a:lnTo>
                  <a:pt x="452012" y="513628"/>
                </a:lnTo>
                <a:lnTo>
                  <a:pt x="452012" y="1449520"/>
                </a:lnTo>
                <a:lnTo>
                  <a:pt x="488815" y="1474333"/>
                </a:lnTo>
                <a:cubicBezTo>
                  <a:pt x="540632" y="1526151"/>
                  <a:pt x="572682" y="1597736"/>
                  <a:pt x="572682" y="1676807"/>
                </a:cubicBezTo>
                <a:cubicBezTo>
                  <a:pt x="572682" y="1834949"/>
                  <a:pt x="444483" y="1963148"/>
                  <a:pt x="286341" y="1963148"/>
                </a:cubicBezTo>
                <a:cubicBezTo>
                  <a:pt x="128199" y="1963148"/>
                  <a:pt x="0" y="1834949"/>
                  <a:pt x="0" y="1676807"/>
                </a:cubicBezTo>
                <a:cubicBezTo>
                  <a:pt x="0" y="1597736"/>
                  <a:pt x="32050" y="1526151"/>
                  <a:pt x="83868" y="1474333"/>
                </a:cubicBezTo>
                <a:lnTo>
                  <a:pt x="120669" y="1449521"/>
                </a:lnTo>
                <a:lnTo>
                  <a:pt x="120669" y="513627"/>
                </a:lnTo>
                <a:lnTo>
                  <a:pt x="83868" y="488815"/>
                </a:lnTo>
                <a:cubicBezTo>
                  <a:pt x="32050" y="436997"/>
                  <a:pt x="0" y="365412"/>
                  <a:pt x="0" y="286341"/>
                </a:cubicBezTo>
                <a:cubicBezTo>
                  <a:pt x="0" y="128199"/>
                  <a:pt x="128199" y="0"/>
                  <a:pt x="286341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6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MH_Other_2"/>
          <p:cNvSpPr/>
          <p:nvPr>
            <p:custDataLst>
              <p:tags r:id="rId3"/>
            </p:custDataLst>
          </p:nvPr>
        </p:nvSpPr>
        <p:spPr>
          <a:xfrm>
            <a:off x="4318593" y="2363887"/>
            <a:ext cx="506815" cy="506815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innerShdw blurRad="63500" dist="254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6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MH_SubTitle_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697538" y="2369666"/>
            <a:ext cx="3446462" cy="50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特殊全嵌套方式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" name="MH_Text_2"/>
          <p:cNvSpPr/>
          <p:nvPr>
            <p:custDataLst>
              <p:tags r:id="rId5"/>
            </p:custDataLst>
          </p:nvPr>
        </p:nvSpPr>
        <p:spPr>
          <a:xfrm>
            <a:off x="5051425" y="2831628"/>
            <a:ext cx="3915074" cy="212725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它与固定优先级方式基本相同。</a:t>
            </a:r>
            <a:endParaRPr lang="zh-CN" altLang="en-US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区别：允许同级中断进行嵌套</a:t>
            </a:r>
            <a:endParaRPr lang="zh-CN" altLang="en-US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只允许主片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使用特殊全嵌套方式，以实现从片中的高低优先级之间的嵌套。</a:t>
            </a:r>
            <a:endParaRPr lang="zh-CN" altLang="en-US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MH_Other_3"/>
          <p:cNvSpPr/>
          <p:nvPr>
            <p:custDataLst>
              <p:tags r:id="rId6"/>
            </p:custDataLst>
          </p:nvPr>
        </p:nvSpPr>
        <p:spPr>
          <a:xfrm>
            <a:off x="4318593" y="4247355"/>
            <a:ext cx="506815" cy="506815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innerShdw blurRad="63500" dist="254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6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3" name="MH_SubTitle_1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 flipH="1">
            <a:off x="14288" y="4254028"/>
            <a:ext cx="3432175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普通全嵌套方式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MH_Text_1"/>
          <p:cNvSpPr/>
          <p:nvPr>
            <p:custDataLst>
              <p:tags r:id="rId8"/>
            </p:custDataLst>
          </p:nvPr>
        </p:nvSpPr>
        <p:spPr>
          <a:xfrm>
            <a:off x="405375" y="1806103"/>
            <a:ext cx="3754248" cy="212725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这是最常用、最基本的工作方式，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初始化后没有设置其他优先级方式，则默认为是该方式。</a:t>
            </a:r>
            <a:endParaRPr lang="zh-CN" altLang="en-US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当一个中断正被响应时，只有比它优先级更高的中断请求才会被响应。</a:t>
            </a:r>
            <a:endParaRPr lang="zh-CN" altLang="en-US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MH_Other_4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5051425" y="2514128"/>
            <a:ext cx="304800" cy="241300"/>
          </a:xfrm>
          <a:custGeom>
            <a:avLst/>
            <a:gdLst>
              <a:gd name="T0" fmla="*/ 457481883 w 5616"/>
              <a:gd name="T1" fmla="*/ 457857528 h 4433"/>
              <a:gd name="T2" fmla="*/ 457481883 w 5616"/>
              <a:gd name="T3" fmla="*/ 457857528 h 4433"/>
              <a:gd name="T4" fmla="*/ 457481883 w 5616"/>
              <a:gd name="T5" fmla="*/ 457857528 h 4433"/>
              <a:gd name="T6" fmla="*/ 457481883 w 5616"/>
              <a:gd name="T7" fmla="*/ 457857528 h 4433"/>
              <a:gd name="T8" fmla="*/ 457481883 w 5616"/>
              <a:gd name="T9" fmla="*/ 457857528 h 4433"/>
              <a:gd name="T10" fmla="*/ 457481883 w 5616"/>
              <a:gd name="T11" fmla="*/ 457857528 h 4433"/>
              <a:gd name="T12" fmla="*/ 457481883 w 5616"/>
              <a:gd name="T13" fmla="*/ 457857528 h 4433"/>
              <a:gd name="T14" fmla="*/ 457481883 w 5616"/>
              <a:gd name="T15" fmla="*/ 457857528 h 4433"/>
              <a:gd name="T16" fmla="*/ 457481883 w 5616"/>
              <a:gd name="T17" fmla="*/ 457857528 h 4433"/>
              <a:gd name="T18" fmla="*/ 457481883 w 5616"/>
              <a:gd name="T19" fmla="*/ 457857528 h 4433"/>
              <a:gd name="T20" fmla="*/ 457481883 w 5616"/>
              <a:gd name="T21" fmla="*/ 457857528 h 4433"/>
              <a:gd name="T22" fmla="*/ 457481883 w 5616"/>
              <a:gd name="T23" fmla="*/ 457857528 h 4433"/>
              <a:gd name="T24" fmla="*/ 457481883 w 5616"/>
              <a:gd name="T25" fmla="*/ 457857528 h 4433"/>
              <a:gd name="T26" fmla="*/ 457481883 w 5616"/>
              <a:gd name="T27" fmla="*/ 457857528 h 443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5616" h="4433">
                <a:moveTo>
                  <a:pt x="1854" y="1391"/>
                </a:moveTo>
                <a:lnTo>
                  <a:pt x="0" y="983"/>
                </a:lnTo>
                <a:lnTo>
                  <a:pt x="346" y="2217"/>
                </a:lnTo>
                <a:lnTo>
                  <a:pt x="0" y="3451"/>
                </a:lnTo>
                <a:lnTo>
                  <a:pt x="1854" y="3043"/>
                </a:lnTo>
                <a:lnTo>
                  <a:pt x="2116" y="2217"/>
                </a:lnTo>
                <a:lnTo>
                  <a:pt x="1854" y="1391"/>
                </a:lnTo>
                <a:close/>
                <a:moveTo>
                  <a:pt x="5616" y="2217"/>
                </a:moveTo>
                <a:lnTo>
                  <a:pt x="1777" y="0"/>
                </a:lnTo>
                <a:lnTo>
                  <a:pt x="2481" y="2217"/>
                </a:lnTo>
                <a:lnTo>
                  <a:pt x="1777" y="4433"/>
                </a:lnTo>
                <a:lnTo>
                  <a:pt x="5616" y="2217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6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MH_Other_5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 flipH="1">
            <a:off x="3803650" y="4412778"/>
            <a:ext cx="304800" cy="241300"/>
          </a:xfrm>
          <a:custGeom>
            <a:avLst/>
            <a:gdLst>
              <a:gd name="T0" fmla="*/ 457481883 w 5616"/>
              <a:gd name="T1" fmla="*/ 457857528 h 4433"/>
              <a:gd name="T2" fmla="*/ 457481883 w 5616"/>
              <a:gd name="T3" fmla="*/ 457857528 h 4433"/>
              <a:gd name="T4" fmla="*/ 457481883 w 5616"/>
              <a:gd name="T5" fmla="*/ 457857528 h 4433"/>
              <a:gd name="T6" fmla="*/ 457481883 w 5616"/>
              <a:gd name="T7" fmla="*/ 457857528 h 4433"/>
              <a:gd name="T8" fmla="*/ 457481883 w 5616"/>
              <a:gd name="T9" fmla="*/ 457857528 h 4433"/>
              <a:gd name="T10" fmla="*/ 457481883 w 5616"/>
              <a:gd name="T11" fmla="*/ 457857528 h 4433"/>
              <a:gd name="T12" fmla="*/ 457481883 w 5616"/>
              <a:gd name="T13" fmla="*/ 457857528 h 4433"/>
              <a:gd name="T14" fmla="*/ 457481883 w 5616"/>
              <a:gd name="T15" fmla="*/ 457857528 h 4433"/>
              <a:gd name="T16" fmla="*/ 457481883 w 5616"/>
              <a:gd name="T17" fmla="*/ 457857528 h 4433"/>
              <a:gd name="T18" fmla="*/ 457481883 w 5616"/>
              <a:gd name="T19" fmla="*/ 457857528 h 4433"/>
              <a:gd name="T20" fmla="*/ 457481883 w 5616"/>
              <a:gd name="T21" fmla="*/ 457857528 h 4433"/>
              <a:gd name="T22" fmla="*/ 457481883 w 5616"/>
              <a:gd name="T23" fmla="*/ 457857528 h 4433"/>
              <a:gd name="T24" fmla="*/ 457481883 w 5616"/>
              <a:gd name="T25" fmla="*/ 457857528 h 4433"/>
              <a:gd name="T26" fmla="*/ 457481883 w 5616"/>
              <a:gd name="T27" fmla="*/ 457857528 h 443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5616" h="4433">
                <a:moveTo>
                  <a:pt x="1854" y="1391"/>
                </a:moveTo>
                <a:lnTo>
                  <a:pt x="0" y="983"/>
                </a:lnTo>
                <a:lnTo>
                  <a:pt x="346" y="2217"/>
                </a:lnTo>
                <a:lnTo>
                  <a:pt x="0" y="3451"/>
                </a:lnTo>
                <a:lnTo>
                  <a:pt x="1854" y="3043"/>
                </a:lnTo>
                <a:lnTo>
                  <a:pt x="2116" y="2217"/>
                </a:lnTo>
                <a:lnTo>
                  <a:pt x="1854" y="1391"/>
                </a:lnTo>
                <a:close/>
                <a:moveTo>
                  <a:pt x="5616" y="2217"/>
                </a:moveTo>
                <a:lnTo>
                  <a:pt x="1777" y="0"/>
                </a:lnTo>
                <a:lnTo>
                  <a:pt x="2481" y="2217"/>
                </a:lnTo>
                <a:lnTo>
                  <a:pt x="1777" y="4433"/>
                </a:lnTo>
                <a:lnTo>
                  <a:pt x="5616" y="2217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6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65345" y="5584485"/>
            <a:ext cx="8013309" cy="830997"/>
          </a:xfrm>
          <a:prstGeom prst="rect">
            <a:avLst/>
          </a:prstGeom>
          <a:noFill/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全嵌套和特殊全嵌套方式中各中断源的优先级顺序是固定的，优先级从高到低顺序为</a:t>
            </a:r>
            <a:r>
              <a:rPr lang="en-US" altLang="zh-CN" sz="2400" b="1" kern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IR0</a:t>
            </a:r>
            <a:r>
              <a:rPr lang="zh-CN" altLang="en-US" sz="2400" b="1" kern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400" b="1" kern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IR1</a:t>
            </a:r>
            <a:r>
              <a:rPr lang="zh-CN" altLang="en-US" sz="2400" b="1" kern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400" b="1" kern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……IR7</a:t>
            </a:r>
            <a:r>
              <a:rPr lang="zh-CN" altLang="en-US" sz="2400" b="1" kern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2400" b="1" kern="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9" name="ïšḻïdê"/>
          <p:cNvSpPr txBox="1"/>
          <p:nvPr/>
        </p:nvSpPr>
        <p:spPr bwMode="auto">
          <a:xfrm>
            <a:off x="-1" y="162085"/>
            <a:ext cx="828190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6.5 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可编程中断控制器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 </a:t>
            </a:r>
            <a:endParaRPr lang="zh-CN" altLang="en-US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63" name="right-arrowheads_44810"/>
          <p:cNvSpPr>
            <a:spLocks noChangeAspect="1"/>
          </p:cNvSpPr>
          <p:nvPr/>
        </p:nvSpPr>
        <p:spPr bwMode="auto">
          <a:xfrm>
            <a:off x="152015" y="929658"/>
            <a:ext cx="411251" cy="316320"/>
          </a:xfrm>
          <a:custGeom>
            <a:avLst/>
            <a:gdLst>
              <a:gd name="T0" fmla="*/ 59 w 415"/>
              <a:gd name="T1" fmla="*/ 406 h 406"/>
              <a:gd name="T2" fmla="*/ 25 w 415"/>
              <a:gd name="T3" fmla="*/ 394 h 406"/>
              <a:gd name="T4" fmla="*/ 19 w 415"/>
              <a:gd name="T5" fmla="*/ 318 h 406"/>
              <a:gd name="T6" fmla="*/ 114 w 415"/>
              <a:gd name="T7" fmla="*/ 206 h 406"/>
              <a:gd name="T8" fmla="*/ 19 w 415"/>
              <a:gd name="T9" fmla="*/ 94 h 406"/>
              <a:gd name="T10" fmla="*/ 25 w 415"/>
              <a:gd name="T11" fmla="*/ 19 h 406"/>
              <a:gd name="T12" fmla="*/ 100 w 415"/>
              <a:gd name="T13" fmla="*/ 25 h 406"/>
              <a:gd name="T14" fmla="*/ 225 w 415"/>
              <a:gd name="T15" fmla="*/ 172 h 406"/>
              <a:gd name="T16" fmla="*/ 225 w 415"/>
              <a:gd name="T17" fmla="*/ 241 h 406"/>
              <a:gd name="T18" fmla="*/ 100 w 415"/>
              <a:gd name="T19" fmla="*/ 388 h 406"/>
              <a:gd name="T20" fmla="*/ 59 w 415"/>
              <a:gd name="T21" fmla="*/ 406 h 406"/>
              <a:gd name="T22" fmla="*/ 273 w 415"/>
              <a:gd name="T23" fmla="*/ 388 h 406"/>
              <a:gd name="T24" fmla="*/ 398 w 415"/>
              <a:gd name="T25" fmla="*/ 241 h 406"/>
              <a:gd name="T26" fmla="*/ 398 w 415"/>
              <a:gd name="T27" fmla="*/ 172 h 406"/>
              <a:gd name="T28" fmla="*/ 273 w 415"/>
              <a:gd name="T29" fmla="*/ 25 h 406"/>
              <a:gd name="T30" fmla="*/ 198 w 415"/>
              <a:gd name="T31" fmla="*/ 19 h 406"/>
              <a:gd name="T32" fmla="*/ 192 w 415"/>
              <a:gd name="T33" fmla="*/ 94 h 406"/>
              <a:gd name="T34" fmla="*/ 287 w 415"/>
              <a:gd name="T35" fmla="*/ 206 h 406"/>
              <a:gd name="T36" fmla="*/ 192 w 415"/>
              <a:gd name="T37" fmla="*/ 318 h 406"/>
              <a:gd name="T38" fmla="*/ 198 w 415"/>
              <a:gd name="T39" fmla="*/ 394 h 406"/>
              <a:gd name="T40" fmla="*/ 232 w 415"/>
              <a:gd name="T41" fmla="*/ 406 h 406"/>
              <a:gd name="T42" fmla="*/ 273 w 415"/>
              <a:gd name="T43" fmla="*/ 388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5" h="406">
                <a:moveTo>
                  <a:pt x="59" y="406"/>
                </a:moveTo>
                <a:cubicBezTo>
                  <a:pt x="47" y="406"/>
                  <a:pt x="35" y="402"/>
                  <a:pt x="25" y="394"/>
                </a:cubicBezTo>
                <a:cubicBezTo>
                  <a:pt x="2" y="375"/>
                  <a:pt x="0" y="341"/>
                  <a:pt x="19" y="318"/>
                </a:cubicBezTo>
                <a:lnTo>
                  <a:pt x="114" y="206"/>
                </a:lnTo>
                <a:lnTo>
                  <a:pt x="19" y="94"/>
                </a:lnTo>
                <a:cubicBezTo>
                  <a:pt x="0" y="71"/>
                  <a:pt x="2" y="38"/>
                  <a:pt x="25" y="19"/>
                </a:cubicBezTo>
                <a:cubicBezTo>
                  <a:pt x="47" y="0"/>
                  <a:pt x="81" y="2"/>
                  <a:pt x="100" y="25"/>
                </a:cubicBezTo>
                <a:lnTo>
                  <a:pt x="225" y="172"/>
                </a:lnTo>
                <a:cubicBezTo>
                  <a:pt x="242" y="192"/>
                  <a:pt x="242" y="221"/>
                  <a:pt x="225" y="241"/>
                </a:cubicBezTo>
                <a:lnTo>
                  <a:pt x="100" y="388"/>
                </a:lnTo>
                <a:cubicBezTo>
                  <a:pt x="89" y="400"/>
                  <a:pt x="74" y="406"/>
                  <a:pt x="59" y="406"/>
                </a:cubicBezTo>
                <a:close/>
                <a:moveTo>
                  <a:pt x="273" y="388"/>
                </a:moveTo>
                <a:lnTo>
                  <a:pt x="398" y="241"/>
                </a:lnTo>
                <a:cubicBezTo>
                  <a:pt x="415" y="221"/>
                  <a:pt x="415" y="192"/>
                  <a:pt x="398" y="172"/>
                </a:cubicBezTo>
                <a:lnTo>
                  <a:pt x="273" y="25"/>
                </a:lnTo>
                <a:cubicBezTo>
                  <a:pt x="254" y="2"/>
                  <a:pt x="220" y="0"/>
                  <a:pt x="198" y="19"/>
                </a:cubicBezTo>
                <a:cubicBezTo>
                  <a:pt x="175" y="38"/>
                  <a:pt x="173" y="71"/>
                  <a:pt x="192" y="94"/>
                </a:cubicBezTo>
                <a:lnTo>
                  <a:pt x="287" y="206"/>
                </a:lnTo>
                <a:lnTo>
                  <a:pt x="192" y="318"/>
                </a:lnTo>
                <a:cubicBezTo>
                  <a:pt x="173" y="341"/>
                  <a:pt x="175" y="375"/>
                  <a:pt x="198" y="394"/>
                </a:cubicBezTo>
                <a:cubicBezTo>
                  <a:pt x="208" y="402"/>
                  <a:pt x="220" y="406"/>
                  <a:pt x="232" y="406"/>
                </a:cubicBezTo>
                <a:cubicBezTo>
                  <a:pt x="247" y="406"/>
                  <a:pt x="262" y="400"/>
                  <a:pt x="273" y="3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4" name="矩形 63"/>
          <p:cNvSpPr/>
          <p:nvPr/>
        </p:nvSpPr>
        <p:spPr>
          <a:xfrm>
            <a:off x="584781" y="858016"/>
            <a:ext cx="7429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优先级变化方式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MH_Other_1"/>
          <p:cNvSpPr/>
          <p:nvPr>
            <p:custDataLst>
              <p:tags r:id="rId2"/>
            </p:custDataLst>
          </p:nvPr>
        </p:nvSpPr>
        <p:spPr>
          <a:xfrm>
            <a:off x="4184650" y="2229966"/>
            <a:ext cx="774700" cy="2659062"/>
          </a:xfrm>
          <a:custGeom>
            <a:avLst/>
            <a:gdLst>
              <a:gd name="connsiteX0" fmla="*/ 286341 w 572682"/>
              <a:gd name="connsiteY0" fmla="*/ 0 h 1963148"/>
              <a:gd name="connsiteX1" fmla="*/ 572682 w 572682"/>
              <a:gd name="connsiteY1" fmla="*/ 286341 h 1963148"/>
              <a:gd name="connsiteX2" fmla="*/ 488815 w 572682"/>
              <a:gd name="connsiteY2" fmla="*/ 488815 h 1963148"/>
              <a:gd name="connsiteX3" fmla="*/ 452012 w 572682"/>
              <a:gd name="connsiteY3" fmla="*/ 513628 h 1963148"/>
              <a:gd name="connsiteX4" fmla="*/ 452012 w 572682"/>
              <a:gd name="connsiteY4" fmla="*/ 1449520 h 1963148"/>
              <a:gd name="connsiteX5" fmla="*/ 488815 w 572682"/>
              <a:gd name="connsiteY5" fmla="*/ 1474333 h 1963148"/>
              <a:gd name="connsiteX6" fmla="*/ 572682 w 572682"/>
              <a:gd name="connsiteY6" fmla="*/ 1676807 h 1963148"/>
              <a:gd name="connsiteX7" fmla="*/ 286341 w 572682"/>
              <a:gd name="connsiteY7" fmla="*/ 1963148 h 1963148"/>
              <a:gd name="connsiteX8" fmla="*/ 0 w 572682"/>
              <a:gd name="connsiteY8" fmla="*/ 1676807 h 1963148"/>
              <a:gd name="connsiteX9" fmla="*/ 83868 w 572682"/>
              <a:gd name="connsiteY9" fmla="*/ 1474333 h 1963148"/>
              <a:gd name="connsiteX10" fmla="*/ 120669 w 572682"/>
              <a:gd name="connsiteY10" fmla="*/ 1449521 h 1963148"/>
              <a:gd name="connsiteX11" fmla="*/ 120669 w 572682"/>
              <a:gd name="connsiteY11" fmla="*/ 513627 h 1963148"/>
              <a:gd name="connsiteX12" fmla="*/ 83868 w 572682"/>
              <a:gd name="connsiteY12" fmla="*/ 488815 h 1963148"/>
              <a:gd name="connsiteX13" fmla="*/ 0 w 572682"/>
              <a:gd name="connsiteY13" fmla="*/ 286341 h 1963148"/>
              <a:gd name="connsiteX14" fmla="*/ 286341 w 572682"/>
              <a:gd name="connsiteY14" fmla="*/ 0 h 196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72682" h="1963148">
                <a:moveTo>
                  <a:pt x="286341" y="0"/>
                </a:moveTo>
                <a:cubicBezTo>
                  <a:pt x="444483" y="0"/>
                  <a:pt x="572682" y="128199"/>
                  <a:pt x="572682" y="286341"/>
                </a:cubicBezTo>
                <a:cubicBezTo>
                  <a:pt x="572682" y="365412"/>
                  <a:pt x="540632" y="436997"/>
                  <a:pt x="488815" y="488815"/>
                </a:cubicBezTo>
                <a:lnTo>
                  <a:pt x="452012" y="513628"/>
                </a:lnTo>
                <a:lnTo>
                  <a:pt x="452012" y="1449520"/>
                </a:lnTo>
                <a:lnTo>
                  <a:pt x="488815" y="1474333"/>
                </a:lnTo>
                <a:cubicBezTo>
                  <a:pt x="540632" y="1526151"/>
                  <a:pt x="572682" y="1597736"/>
                  <a:pt x="572682" y="1676807"/>
                </a:cubicBezTo>
                <a:cubicBezTo>
                  <a:pt x="572682" y="1834949"/>
                  <a:pt x="444483" y="1963148"/>
                  <a:pt x="286341" y="1963148"/>
                </a:cubicBezTo>
                <a:cubicBezTo>
                  <a:pt x="128199" y="1963148"/>
                  <a:pt x="0" y="1834949"/>
                  <a:pt x="0" y="1676807"/>
                </a:cubicBezTo>
                <a:cubicBezTo>
                  <a:pt x="0" y="1597736"/>
                  <a:pt x="32050" y="1526151"/>
                  <a:pt x="83868" y="1474333"/>
                </a:cubicBezTo>
                <a:lnTo>
                  <a:pt x="120669" y="1449521"/>
                </a:lnTo>
                <a:lnTo>
                  <a:pt x="120669" y="513627"/>
                </a:lnTo>
                <a:lnTo>
                  <a:pt x="83868" y="488815"/>
                </a:lnTo>
                <a:cubicBezTo>
                  <a:pt x="32050" y="436997"/>
                  <a:pt x="0" y="365412"/>
                  <a:pt x="0" y="286341"/>
                </a:cubicBezTo>
                <a:cubicBezTo>
                  <a:pt x="0" y="128199"/>
                  <a:pt x="128199" y="0"/>
                  <a:pt x="286341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6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MH_Other_2"/>
          <p:cNvSpPr/>
          <p:nvPr>
            <p:custDataLst>
              <p:tags r:id="rId3"/>
            </p:custDataLst>
          </p:nvPr>
        </p:nvSpPr>
        <p:spPr>
          <a:xfrm>
            <a:off x="4318593" y="2363887"/>
            <a:ext cx="506815" cy="506815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innerShdw blurRad="63500" dist="254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6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MH_SubTitle_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697538" y="2369666"/>
            <a:ext cx="3446462" cy="50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优先级特殊循环方式 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" name="MH_Text_2"/>
          <p:cNvSpPr/>
          <p:nvPr>
            <p:custDataLst>
              <p:tags r:id="rId5"/>
            </p:custDataLst>
          </p:nvPr>
        </p:nvSpPr>
        <p:spPr>
          <a:xfrm>
            <a:off x="5051425" y="2831628"/>
            <a:ext cx="3915074" cy="212725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它与优先级自动循环方式的区别是初始的最低优先级由编程来确定（由操作命令字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OCW2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设置），从而优先级队列及最高优先级中断也由此而定。</a:t>
            </a:r>
            <a:endParaRPr lang="zh-CN" altLang="en-US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例如，程序确定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IR5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为最低优先级，则优先级队列为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IR6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IR7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IR0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IR1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…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IR5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MH_Other_3"/>
          <p:cNvSpPr/>
          <p:nvPr>
            <p:custDataLst>
              <p:tags r:id="rId6"/>
            </p:custDataLst>
          </p:nvPr>
        </p:nvSpPr>
        <p:spPr>
          <a:xfrm>
            <a:off x="4318593" y="4247355"/>
            <a:ext cx="506815" cy="506815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innerShdw blurRad="63500" dist="254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6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3" name="MH_SubTitle_1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 flipH="1">
            <a:off x="1187353" y="4254028"/>
            <a:ext cx="2819795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优先级自动循环方式 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MH_Text_1"/>
          <p:cNvSpPr/>
          <p:nvPr>
            <p:custDataLst>
              <p:tags r:id="rId8"/>
            </p:custDataLst>
          </p:nvPr>
        </p:nvSpPr>
        <p:spPr>
          <a:xfrm>
            <a:off x="405375" y="1806103"/>
            <a:ext cx="3754248" cy="212725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优先队列是变化的，一个中断源得到中断服务后，它的优先级自动降为最低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该方式适合于系统中各个中断源级别相当，能够得到均衡的服务。</a:t>
            </a:r>
            <a:endParaRPr lang="zh-CN" altLang="en-US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MH_Other_4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5051425" y="2514128"/>
            <a:ext cx="304800" cy="241300"/>
          </a:xfrm>
          <a:custGeom>
            <a:avLst/>
            <a:gdLst>
              <a:gd name="T0" fmla="*/ 457481883 w 5616"/>
              <a:gd name="T1" fmla="*/ 457857528 h 4433"/>
              <a:gd name="T2" fmla="*/ 457481883 w 5616"/>
              <a:gd name="T3" fmla="*/ 457857528 h 4433"/>
              <a:gd name="T4" fmla="*/ 457481883 w 5616"/>
              <a:gd name="T5" fmla="*/ 457857528 h 4433"/>
              <a:gd name="T6" fmla="*/ 457481883 w 5616"/>
              <a:gd name="T7" fmla="*/ 457857528 h 4433"/>
              <a:gd name="T8" fmla="*/ 457481883 w 5616"/>
              <a:gd name="T9" fmla="*/ 457857528 h 4433"/>
              <a:gd name="T10" fmla="*/ 457481883 w 5616"/>
              <a:gd name="T11" fmla="*/ 457857528 h 4433"/>
              <a:gd name="T12" fmla="*/ 457481883 w 5616"/>
              <a:gd name="T13" fmla="*/ 457857528 h 4433"/>
              <a:gd name="T14" fmla="*/ 457481883 w 5616"/>
              <a:gd name="T15" fmla="*/ 457857528 h 4433"/>
              <a:gd name="T16" fmla="*/ 457481883 w 5616"/>
              <a:gd name="T17" fmla="*/ 457857528 h 4433"/>
              <a:gd name="T18" fmla="*/ 457481883 w 5616"/>
              <a:gd name="T19" fmla="*/ 457857528 h 4433"/>
              <a:gd name="T20" fmla="*/ 457481883 w 5616"/>
              <a:gd name="T21" fmla="*/ 457857528 h 4433"/>
              <a:gd name="T22" fmla="*/ 457481883 w 5616"/>
              <a:gd name="T23" fmla="*/ 457857528 h 4433"/>
              <a:gd name="T24" fmla="*/ 457481883 w 5616"/>
              <a:gd name="T25" fmla="*/ 457857528 h 4433"/>
              <a:gd name="T26" fmla="*/ 457481883 w 5616"/>
              <a:gd name="T27" fmla="*/ 457857528 h 443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5616" h="4433">
                <a:moveTo>
                  <a:pt x="1854" y="1391"/>
                </a:moveTo>
                <a:lnTo>
                  <a:pt x="0" y="983"/>
                </a:lnTo>
                <a:lnTo>
                  <a:pt x="346" y="2217"/>
                </a:lnTo>
                <a:lnTo>
                  <a:pt x="0" y="3451"/>
                </a:lnTo>
                <a:lnTo>
                  <a:pt x="1854" y="3043"/>
                </a:lnTo>
                <a:lnTo>
                  <a:pt x="2116" y="2217"/>
                </a:lnTo>
                <a:lnTo>
                  <a:pt x="1854" y="1391"/>
                </a:lnTo>
                <a:close/>
                <a:moveTo>
                  <a:pt x="5616" y="2217"/>
                </a:moveTo>
                <a:lnTo>
                  <a:pt x="1777" y="0"/>
                </a:lnTo>
                <a:lnTo>
                  <a:pt x="2481" y="2217"/>
                </a:lnTo>
                <a:lnTo>
                  <a:pt x="1777" y="4433"/>
                </a:lnTo>
                <a:lnTo>
                  <a:pt x="5616" y="2217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6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MH_Other_5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 flipH="1">
            <a:off x="3803650" y="4412778"/>
            <a:ext cx="304800" cy="241300"/>
          </a:xfrm>
          <a:custGeom>
            <a:avLst/>
            <a:gdLst>
              <a:gd name="T0" fmla="*/ 457481883 w 5616"/>
              <a:gd name="T1" fmla="*/ 457857528 h 4433"/>
              <a:gd name="T2" fmla="*/ 457481883 w 5616"/>
              <a:gd name="T3" fmla="*/ 457857528 h 4433"/>
              <a:gd name="T4" fmla="*/ 457481883 w 5616"/>
              <a:gd name="T5" fmla="*/ 457857528 h 4433"/>
              <a:gd name="T6" fmla="*/ 457481883 w 5616"/>
              <a:gd name="T7" fmla="*/ 457857528 h 4433"/>
              <a:gd name="T8" fmla="*/ 457481883 w 5616"/>
              <a:gd name="T9" fmla="*/ 457857528 h 4433"/>
              <a:gd name="T10" fmla="*/ 457481883 w 5616"/>
              <a:gd name="T11" fmla="*/ 457857528 h 4433"/>
              <a:gd name="T12" fmla="*/ 457481883 w 5616"/>
              <a:gd name="T13" fmla="*/ 457857528 h 4433"/>
              <a:gd name="T14" fmla="*/ 457481883 w 5616"/>
              <a:gd name="T15" fmla="*/ 457857528 h 4433"/>
              <a:gd name="T16" fmla="*/ 457481883 w 5616"/>
              <a:gd name="T17" fmla="*/ 457857528 h 4433"/>
              <a:gd name="T18" fmla="*/ 457481883 w 5616"/>
              <a:gd name="T19" fmla="*/ 457857528 h 4433"/>
              <a:gd name="T20" fmla="*/ 457481883 w 5616"/>
              <a:gd name="T21" fmla="*/ 457857528 h 4433"/>
              <a:gd name="T22" fmla="*/ 457481883 w 5616"/>
              <a:gd name="T23" fmla="*/ 457857528 h 4433"/>
              <a:gd name="T24" fmla="*/ 457481883 w 5616"/>
              <a:gd name="T25" fmla="*/ 457857528 h 4433"/>
              <a:gd name="T26" fmla="*/ 457481883 w 5616"/>
              <a:gd name="T27" fmla="*/ 457857528 h 443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5616" h="4433">
                <a:moveTo>
                  <a:pt x="1854" y="1391"/>
                </a:moveTo>
                <a:lnTo>
                  <a:pt x="0" y="983"/>
                </a:lnTo>
                <a:lnTo>
                  <a:pt x="346" y="2217"/>
                </a:lnTo>
                <a:lnTo>
                  <a:pt x="0" y="3451"/>
                </a:lnTo>
                <a:lnTo>
                  <a:pt x="1854" y="3043"/>
                </a:lnTo>
                <a:lnTo>
                  <a:pt x="2116" y="2217"/>
                </a:lnTo>
                <a:lnTo>
                  <a:pt x="1854" y="1391"/>
                </a:lnTo>
                <a:close/>
                <a:moveTo>
                  <a:pt x="5616" y="2217"/>
                </a:moveTo>
                <a:lnTo>
                  <a:pt x="1777" y="0"/>
                </a:lnTo>
                <a:lnTo>
                  <a:pt x="2481" y="2217"/>
                </a:lnTo>
                <a:lnTo>
                  <a:pt x="1777" y="4433"/>
                </a:lnTo>
                <a:lnTo>
                  <a:pt x="5616" y="2217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6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9" name="ïšḻïdê"/>
          <p:cNvSpPr txBox="1"/>
          <p:nvPr/>
        </p:nvSpPr>
        <p:spPr bwMode="auto">
          <a:xfrm>
            <a:off x="-1" y="162085"/>
            <a:ext cx="828190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6.5 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可编程中断控制器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 </a:t>
            </a:r>
            <a:endParaRPr lang="zh-CN" altLang="en-US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63" name="right-arrowheads_44810"/>
          <p:cNvSpPr>
            <a:spLocks noChangeAspect="1"/>
          </p:cNvSpPr>
          <p:nvPr/>
        </p:nvSpPr>
        <p:spPr bwMode="auto">
          <a:xfrm>
            <a:off x="152015" y="929658"/>
            <a:ext cx="411251" cy="316320"/>
          </a:xfrm>
          <a:custGeom>
            <a:avLst/>
            <a:gdLst>
              <a:gd name="T0" fmla="*/ 59 w 415"/>
              <a:gd name="T1" fmla="*/ 406 h 406"/>
              <a:gd name="T2" fmla="*/ 25 w 415"/>
              <a:gd name="T3" fmla="*/ 394 h 406"/>
              <a:gd name="T4" fmla="*/ 19 w 415"/>
              <a:gd name="T5" fmla="*/ 318 h 406"/>
              <a:gd name="T6" fmla="*/ 114 w 415"/>
              <a:gd name="T7" fmla="*/ 206 h 406"/>
              <a:gd name="T8" fmla="*/ 19 w 415"/>
              <a:gd name="T9" fmla="*/ 94 h 406"/>
              <a:gd name="T10" fmla="*/ 25 w 415"/>
              <a:gd name="T11" fmla="*/ 19 h 406"/>
              <a:gd name="T12" fmla="*/ 100 w 415"/>
              <a:gd name="T13" fmla="*/ 25 h 406"/>
              <a:gd name="T14" fmla="*/ 225 w 415"/>
              <a:gd name="T15" fmla="*/ 172 h 406"/>
              <a:gd name="T16" fmla="*/ 225 w 415"/>
              <a:gd name="T17" fmla="*/ 241 h 406"/>
              <a:gd name="T18" fmla="*/ 100 w 415"/>
              <a:gd name="T19" fmla="*/ 388 h 406"/>
              <a:gd name="T20" fmla="*/ 59 w 415"/>
              <a:gd name="T21" fmla="*/ 406 h 406"/>
              <a:gd name="T22" fmla="*/ 273 w 415"/>
              <a:gd name="T23" fmla="*/ 388 h 406"/>
              <a:gd name="T24" fmla="*/ 398 w 415"/>
              <a:gd name="T25" fmla="*/ 241 h 406"/>
              <a:gd name="T26" fmla="*/ 398 w 415"/>
              <a:gd name="T27" fmla="*/ 172 h 406"/>
              <a:gd name="T28" fmla="*/ 273 w 415"/>
              <a:gd name="T29" fmla="*/ 25 h 406"/>
              <a:gd name="T30" fmla="*/ 198 w 415"/>
              <a:gd name="T31" fmla="*/ 19 h 406"/>
              <a:gd name="T32" fmla="*/ 192 w 415"/>
              <a:gd name="T33" fmla="*/ 94 h 406"/>
              <a:gd name="T34" fmla="*/ 287 w 415"/>
              <a:gd name="T35" fmla="*/ 206 h 406"/>
              <a:gd name="T36" fmla="*/ 192 w 415"/>
              <a:gd name="T37" fmla="*/ 318 h 406"/>
              <a:gd name="T38" fmla="*/ 198 w 415"/>
              <a:gd name="T39" fmla="*/ 394 h 406"/>
              <a:gd name="T40" fmla="*/ 232 w 415"/>
              <a:gd name="T41" fmla="*/ 406 h 406"/>
              <a:gd name="T42" fmla="*/ 273 w 415"/>
              <a:gd name="T43" fmla="*/ 388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5" h="406">
                <a:moveTo>
                  <a:pt x="59" y="406"/>
                </a:moveTo>
                <a:cubicBezTo>
                  <a:pt x="47" y="406"/>
                  <a:pt x="35" y="402"/>
                  <a:pt x="25" y="394"/>
                </a:cubicBezTo>
                <a:cubicBezTo>
                  <a:pt x="2" y="375"/>
                  <a:pt x="0" y="341"/>
                  <a:pt x="19" y="318"/>
                </a:cubicBezTo>
                <a:lnTo>
                  <a:pt x="114" y="206"/>
                </a:lnTo>
                <a:lnTo>
                  <a:pt x="19" y="94"/>
                </a:lnTo>
                <a:cubicBezTo>
                  <a:pt x="0" y="71"/>
                  <a:pt x="2" y="38"/>
                  <a:pt x="25" y="19"/>
                </a:cubicBezTo>
                <a:cubicBezTo>
                  <a:pt x="47" y="0"/>
                  <a:pt x="81" y="2"/>
                  <a:pt x="100" y="25"/>
                </a:cubicBezTo>
                <a:lnTo>
                  <a:pt x="225" y="172"/>
                </a:lnTo>
                <a:cubicBezTo>
                  <a:pt x="242" y="192"/>
                  <a:pt x="242" y="221"/>
                  <a:pt x="225" y="241"/>
                </a:cubicBezTo>
                <a:lnTo>
                  <a:pt x="100" y="388"/>
                </a:lnTo>
                <a:cubicBezTo>
                  <a:pt x="89" y="400"/>
                  <a:pt x="74" y="406"/>
                  <a:pt x="59" y="406"/>
                </a:cubicBezTo>
                <a:close/>
                <a:moveTo>
                  <a:pt x="273" y="388"/>
                </a:moveTo>
                <a:lnTo>
                  <a:pt x="398" y="241"/>
                </a:lnTo>
                <a:cubicBezTo>
                  <a:pt x="415" y="221"/>
                  <a:pt x="415" y="192"/>
                  <a:pt x="398" y="172"/>
                </a:cubicBezTo>
                <a:lnTo>
                  <a:pt x="273" y="25"/>
                </a:lnTo>
                <a:cubicBezTo>
                  <a:pt x="254" y="2"/>
                  <a:pt x="220" y="0"/>
                  <a:pt x="198" y="19"/>
                </a:cubicBezTo>
                <a:cubicBezTo>
                  <a:pt x="175" y="38"/>
                  <a:pt x="173" y="71"/>
                  <a:pt x="192" y="94"/>
                </a:cubicBezTo>
                <a:lnTo>
                  <a:pt x="287" y="206"/>
                </a:lnTo>
                <a:lnTo>
                  <a:pt x="192" y="318"/>
                </a:lnTo>
                <a:cubicBezTo>
                  <a:pt x="173" y="341"/>
                  <a:pt x="175" y="375"/>
                  <a:pt x="198" y="394"/>
                </a:cubicBezTo>
                <a:cubicBezTo>
                  <a:pt x="208" y="402"/>
                  <a:pt x="220" y="406"/>
                  <a:pt x="232" y="406"/>
                </a:cubicBezTo>
                <a:cubicBezTo>
                  <a:pt x="247" y="406"/>
                  <a:pt x="262" y="400"/>
                  <a:pt x="273" y="3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4" name="矩形 63"/>
          <p:cNvSpPr/>
          <p:nvPr/>
        </p:nvSpPr>
        <p:spPr>
          <a:xfrm>
            <a:off x="584781" y="858016"/>
            <a:ext cx="7429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屏蔽中断源方式 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MH_Other_1"/>
          <p:cNvSpPr/>
          <p:nvPr>
            <p:custDataLst>
              <p:tags r:id="rId2"/>
            </p:custDataLst>
          </p:nvPr>
        </p:nvSpPr>
        <p:spPr>
          <a:xfrm>
            <a:off x="3745671" y="1062840"/>
            <a:ext cx="1049337" cy="1049337"/>
          </a:xfrm>
          <a:prstGeom prst="ellipse">
            <a:avLst/>
          </a:prstGeom>
          <a:solidFill>
            <a:srgbClr val="FFFFFF"/>
          </a:solidFill>
          <a:ln w="3175">
            <a:solidFill>
              <a:srgbClr val="DDDDDD"/>
            </a:solidFill>
          </a:ln>
          <a:effectLst>
            <a:outerShdw dist="635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9" name="MH_Other_2"/>
          <p:cNvSpPr/>
          <p:nvPr>
            <p:custDataLst>
              <p:tags r:id="rId3"/>
            </p:custDataLst>
          </p:nvPr>
        </p:nvSpPr>
        <p:spPr>
          <a:xfrm>
            <a:off x="3839229" y="1155401"/>
            <a:ext cx="863260" cy="86326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innerShdw dist="76200" dir="13500000">
              <a:prstClr val="black">
                <a:alpha val="12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0" name="MH_Other_3"/>
          <p:cNvSpPr/>
          <p:nvPr>
            <p:custDataLst>
              <p:tags r:id="rId4"/>
            </p:custDataLst>
          </p:nvPr>
        </p:nvSpPr>
        <p:spPr>
          <a:xfrm>
            <a:off x="4853746" y="1140627"/>
            <a:ext cx="198437" cy="893763"/>
          </a:xfrm>
          <a:custGeom>
            <a:avLst/>
            <a:gdLst>
              <a:gd name="connsiteX0" fmla="*/ 0 w 200069"/>
              <a:gd name="connsiteY0" fmla="*/ 0 h 904875"/>
              <a:gd name="connsiteX1" fmla="*/ 200025 w 200069"/>
              <a:gd name="connsiteY1" fmla="*/ 490538 h 904875"/>
              <a:gd name="connsiteX2" fmla="*/ 14288 w 200069"/>
              <a:gd name="connsiteY2" fmla="*/ 904875 h 904875"/>
              <a:gd name="connsiteX0-1" fmla="*/ 0 w 202450"/>
              <a:gd name="connsiteY0-2" fmla="*/ 0 h 904875"/>
              <a:gd name="connsiteX1-3" fmla="*/ 202407 w 202450"/>
              <a:gd name="connsiteY1-4" fmla="*/ 471488 h 904875"/>
              <a:gd name="connsiteX2-5" fmla="*/ 14288 w 202450"/>
              <a:gd name="connsiteY2-6" fmla="*/ 904875 h 904875"/>
              <a:gd name="connsiteX0-7" fmla="*/ 0 w 202558"/>
              <a:gd name="connsiteY0-8" fmla="*/ 0 h 904875"/>
              <a:gd name="connsiteX1-9" fmla="*/ 202407 w 202558"/>
              <a:gd name="connsiteY1-10" fmla="*/ 471488 h 904875"/>
              <a:gd name="connsiteX2-11" fmla="*/ 14288 w 202558"/>
              <a:gd name="connsiteY2-12" fmla="*/ 904875 h 904875"/>
              <a:gd name="connsiteX0-13" fmla="*/ 0 w 204846"/>
              <a:gd name="connsiteY0-14" fmla="*/ 0 h 897731"/>
              <a:gd name="connsiteX1-15" fmla="*/ 204788 w 204846"/>
              <a:gd name="connsiteY1-16" fmla="*/ 464344 h 897731"/>
              <a:gd name="connsiteX2-17" fmla="*/ 16669 w 204846"/>
              <a:gd name="connsiteY2-18" fmla="*/ 897731 h 897731"/>
              <a:gd name="connsiteX0-19" fmla="*/ 0 w 204846"/>
              <a:gd name="connsiteY0-20" fmla="*/ 0 h 897731"/>
              <a:gd name="connsiteX1-21" fmla="*/ 204788 w 204846"/>
              <a:gd name="connsiteY1-22" fmla="*/ 464344 h 897731"/>
              <a:gd name="connsiteX2-23" fmla="*/ 16669 w 204846"/>
              <a:gd name="connsiteY2-24" fmla="*/ 897731 h 897731"/>
              <a:gd name="connsiteX0-25" fmla="*/ 0 w 204798"/>
              <a:gd name="connsiteY0-26" fmla="*/ 0 h 916781"/>
              <a:gd name="connsiteX1-27" fmla="*/ 204788 w 204798"/>
              <a:gd name="connsiteY1-28" fmla="*/ 464344 h 916781"/>
              <a:gd name="connsiteX2-29" fmla="*/ 7144 w 204798"/>
              <a:gd name="connsiteY2-30" fmla="*/ 916781 h 916781"/>
              <a:gd name="connsiteX0-31" fmla="*/ 0 w 204800"/>
              <a:gd name="connsiteY0-32" fmla="*/ 0 h 916781"/>
              <a:gd name="connsiteX1-33" fmla="*/ 204788 w 204800"/>
              <a:gd name="connsiteY1-34" fmla="*/ 464344 h 916781"/>
              <a:gd name="connsiteX2-35" fmla="*/ 7144 w 204800"/>
              <a:gd name="connsiteY2-36" fmla="*/ 916781 h 91678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04800" h="916781">
                <a:moveTo>
                  <a:pt x="0" y="0"/>
                </a:moveTo>
                <a:cubicBezTo>
                  <a:pt x="158353" y="148432"/>
                  <a:pt x="203597" y="311547"/>
                  <a:pt x="204788" y="464344"/>
                </a:cubicBezTo>
                <a:cubicBezTo>
                  <a:pt x="205979" y="617141"/>
                  <a:pt x="120253" y="789782"/>
                  <a:pt x="7144" y="916781"/>
                </a:cubicBezTo>
              </a:path>
            </a:pathLst>
          </a:custGeom>
          <a:noFill/>
          <a:ln w="25400">
            <a:solidFill>
              <a:schemeClr val="accent2"/>
            </a:solidFill>
            <a:headEnd type="oval" w="sm" len="sm"/>
            <a:tailEnd type="oval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cxnSp>
        <p:nvCxnSpPr>
          <p:cNvPr id="11" name="MH_Other_4"/>
          <p:cNvCxnSpPr/>
          <p:nvPr>
            <p:custDataLst>
              <p:tags r:id="rId5"/>
            </p:custDataLst>
          </p:nvPr>
        </p:nvCxnSpPr>
        <p:spPr>
          <a:xfrm>
            <a:off x="5050596" y="1585127"/>
            <a:ext cx="225425" cy="0"/>
          </a:xfrm>
          <a:prstGeom prst="line">
            <a:avLst/>
          </a:prstGeom>
          <a:ln w="25400">
            <a:solidFill>
              <a:schemeClr val="accent2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MH_Other_5"/>
          <p:cNvSpPr/>
          <p:nvPr>
            <p:custDataLst>
              <p:tags r:id="rId6"/>
            </p:custDataLst>
          </p:nvPr>
        </p:nvSpPr>
        <p:spPr>
          <a:xfrm>
            <a:off x="4988683" y="1523215"/>
            <a:ext cx="123825" cy="1222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3" name="MH_Other_6"/>
          <p:cNvSpPr/>
          <p:nvPr>
            <p:custDataLst>
              <p:tags r:id="rId7"/>
            </p:custDataLst>
          </p:nvPr>
        </p:nvSpPr>
        <p:spPr>
          <a:xfrm>
            <a:off x="4055233" y="1435902"/>
            <a:ext cx="431800" cy="296863"/>
          </a:xfrm>
          <a:custGeom>
            <a:avLst/>
            <a:gdLst>
              <a:gd name="connsiteX0" fmla="*/ 1720704 w 1721074"/>
              <a:gd name="connsiteY0" fmla="*/ 0 h 1180530"/>
              <a:gd name="connsiteX1" fmla="*/ 1721074 w 1721074"/>
              <a:gd name="connsiteY1" fmla="*/ 328961 h 1180530"/>
              <a:gd name="connsiteX2" fmla="*/ 1609393 w 1721074"/>
              <a:gd name="connsiteY2" fmla="*/ 253106 h 1180530"/>
              <a:gd name="connsiteX3" fmla="*/ 1153934 w 1721074"/>
              <a:gd name="connsiteY3" fmla="*/ 933995 h 1180530"/>
              <a:gd name="connsiteX4" fmla="*/ 899597 w 1721074"/>
              <a:gd name="connsiteY4" fmla="*/ 519521 h 1180530"/>
              <a:gd name="connsiteX5" fmla="*/ 532223 w 1721074"/>
              <a:gd name="connsiteY5" fmla="*/ 1009354 h 1180530"/>
              <a:gd name="connsiteX6" fmla="*/ 292016 w 1721074"/>
              <a:gd name="connsiteY6" fmla="*/ 792697 h 1180530"/>
              <a:gd name="connsiteX7" fmla="*/ 0 w 1721074"/>
              <a:gd name="connsiteY7" fmla="*/ 1180530 h 1180530"/>
              <a:gd name="connsiteX8" fmla="*/ 0 w 1721074"/>
              <a:gd name="connsiteY8" fmla="*/ 996382 h 1180530"/>
              <a:gd name="connsiteX9" fmla="*/ 277886 w 1721074"/>
              <a:gd name="connsiteY9" fmla="*/ 613720 h 1180530"/>
              <a:gd name="connsiteX10" fmla="*/ 503963 w 1721074"/>
              <a:gd name="connsiteY10" fmla="*/ 839796 h 1180530"/>
              <a:gd name="connsiteX11" fmla="*/ 923147 w 1721074"/>
              <a:gd name="connsiteY11" fmla="*/ 316994 h 1180530"/>
              <a:gd name="connsiteX12" fmla="*/ 1158644 w 1721074"/>
              <a:gd name="connsiteY12" fmla="*/ 731468 h 1180530"/>
              <a:gd name="connsiteX13" fmla="*/ 1529274 w 1721074"/>
              <a:gd name="connsiteY13" fmla="*/ 198688 h 1180530"/>
              <a:gd name="connsiteX14" fmla="*/ 1414772 w 1721074"/>
              <a:gd name="connsiteY14" fmla="*/ 120917 h 1180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721074" h="1180530">
                <a:moveTo>
                  <a:pt x="1720704" y="0"/>
                </a:moveTo>
                <a:lnTo>
                  <a:pt x="1721074" y="328961"/>
                </a:lnTo>
                <a:lnTo>
                  <a:pt x="1609393" y="253106"/>
                </a:lnTo>
                <a:lnTo>
                  <a:pt x="1153934" y="933995"/>
                </a:lnTo>
                <a:lnTo>
                  <a:pt x="899597" y="519521"/>
                </a:lnTo>
                <a:lnTo>
                  <a:pt x="532223" y="1009354"/>
                </a:lnTo>
                <a:lnTo>
                  <a:pt x="292016" y="792697"/>
                </a:lnTo>
                <a:lnTo>
                  <a:pt x="0" y="1180530"/>
                </a:lnTo>
                <a:lnTo>
                  <a:pt x="0" y="996382"/>
                </a:lnTo>
                <a:lnTo>
                  <a:pt x="277886" y="613720"/>
                </a:lnTo>
                <a:lnTo>
                  <a:pt x="503963" y="839796"/>
                </a:lnTo>
                <a:lnTo>
                  <a:pt x="923147" y="316994"/>
                </a:lnTo>
                <a:lnTo>
                  <a:pt x="1158644" y="731468"/>
                </a:lnTo>
                <a:lnTo>
                  <a:pt x="1529274" y="198688"/>
                </a:lnTo>
                <a:lnTo>
                  <a:pt x="1414772" y="12091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5" tIns="25718" rIns="51435" bIns="25718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4" name="MH_Other_7"/>
          <p:cNvSpPr/>
          <p:nvPr>
            <p:custDataLst>
              <p:tags r:id="rId8"/>
            </p:custDataLst>
          </p:nvPr>
        </p:nvSpPr>
        <p:spPr>
          <a:xfrm flipH="1">
            <a:off x="3566788" y="2446926"/>
            <a:ext cx="1049337" cy="1049338"/>
          </a:xfrm>
          <a:prstGeom prst="ellipse">
            <a:avLst/>
          </a:prstGeom>
          <a:solidFill>
            <a:srgbClr val="FFFFFF"/>
          </a:solidFill>
          <a:ln w="3175">
            <a:solidFill>
              <a:srgbClr val="DDDDDD"/>
            </a:solidFill>
          </a:ln>
          <a:effectLst>
            <a:outerShdw dist="635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5" name="MH_Other_8"/>
          <p:cNvSpPr/>
          <p:nvPr>
            <p:custDataLst>
              <p:tags r:id="rId9"/>
            </p:custDataLst>
          </p:nvPr>
        </p:nvSpPr>
        <p:spPr>
          <a:xfrm flipH="1">
            <a:off x="3659597" y="2540138"/>
            <a:ext cx="863260" cy="86326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innerShdw dist="76200" dir="13500000">
              <a:prstClr val="black">
                <a:alpha val="12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6" name="MH_Other_9"/>
          <p:cNvSpPr/>
          <p:nvPr>
            <p:custDataLst>
              <p:tags r:id="rId10"/>
            </p:custDataLst>
          </p:nvPr>
        </p:nvSpPr>
        <p:spPr>
          <a:xfrm flipH="1">
            <a:off x="3309613" y="2524714"/>
            <a:ext cx="198437" cy="893762"/>
          </a:xfrm>
          <a:custGeom>
            <a:avLst/>
            <a:gdLst>
              <a:gd name="connsiteX0" fmla="*/ 0 w 200069"/>
              <a:gd name="connsiteY0" fmla="*/ 0 h 904875"/>
              <a:gd name="connsiteX1" fmla="*/ 200025 w 200069"/>
              <a:gd name="connsiteY1" fmla="*/ 490538 h 904875"/>
              <a:gd name="connsiteX2" fmla="*/ 14288 w 200069"/>
              <a:gd name="connsiteY2" fmla="*/ 904875 h 904875"/>
              <a:gd name="connsiteX0-1" fmla="*/ 0 w 202450"/>
              <a:gd name="connsiteY0-2" fmla="*/ 0 h 904875"/>
              <a:gd name="connsiteX1-3" fmla="*/ 202407 w 202450"/>
              <a:gd name="connsiteY1-4" fmla="*/ 471488 h 904875"/>
              <a:gd name="connsiteX2-5" fmla="*/ 14288 w 202450"/>
              <a:gd name="connsiteY2-6" fmla="*/ 904875 h 904875"/>
              <a:gd name="connsiteX0-7" fmla="*/ 0 w 202558"/>
              <a:gd name="connsiteY0-8" fmla="*/ 0 h 904875"/>
              <a:gd name="connsiteX1-9" fmla="*/ 202407 w 202558"/>
              <a:gd name="connsiteY1-10" fmla="*/ 471488 h 904875"/>
              <a:gd name="connsiteX2-11" fmla="*/ 14288 w 202558"/>
              <a:gd name="connsiteY2-12" fmla="*/ 904875 h 904875"/>
              <a:gd name="connsiteX0-13" fmla="*/ 0 w 204846"/>
              <a:gd name="connsiteY0-14" fmla="*/ 0 h 897731"/>
              <a:gd name="connsiteX1-15" fmla="*/ 204788 w 204846"/>
              <a:gd name="connsiteY1-16" fmla="*/ 464344 h 897731"/>
              <a:gd name="connsiteX2-17" fmla="*/ 16669 w 204846"/>
              <a:gd name="connsiteY2-18" fmla="*/ 897731 h 897731"/>
              <a:gd name="connsiteX0-19" fmla="*/ 0 w 204846"/>
              <a:gd name="connsiteY0-20" fmla="*/ 0 h 897731"/>
              <a:gd name="connsiteX1-21" fmla="*/ 204788 w 204846"/>
              <a:gd name="connsiteY1-22" fmla="*/ 464344 h 897731"/>
              <a:gd name="connsiteX2-23" fmla="*/ 16669 w 204846"/>
              <a:gd name="connsiteY2-24" fmla="*/ 897731 h 897731"/>
              <a:gd name="connsiteX0-25" fmla="*/ 0 w 204798"/>
              <a:gd name="connsiteY0-26" fmla="*/ 0 h 916781"/>
              <a:gd name="connsiteX1-27" fmla="*/ 204788 w 204798"/>
              <a:gd name="connsiteY1-28" fmla="*/ 464344 h 916781"/>
              <a:gd name="connsiteX2-29" fmla="*/ 7144 w 204798"/>
              <a:gd name="connsiteY2-30" fmla="*/ 916781 h 916781"/>
              <a:gd name="connsiteX0-31" fmla="*/ 0 w 204800"/>
              <a:gd name="connsiteY0-32" fmla="*/ 0 h 916781"/>
              <a:gd name="connsiteX1-33" fmla="*/ 204788 w 204800"/>
              <a:gd name="connsiteY1-34" fmla="*/ 464344 h 916781"/>
              <a:gd name="connsiteX2-35" fmla="*/ 7144 w 204800"/>
              <a:gd name="connsiteY2-36" fmla="*/ 916781 h 91678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04800" h="916781">
                <a:moveTo>
                  <a:pt x="0" y="0"/>
                </a:moveTo>
                <a:cubicBezTo>
                  <a:pt x="158353" y="148432"/>
                  <a:pt x="203597" y="311547"/>
                  <a:pt x="204788" y="464344"/>
                </a:cubicBezTo>
                <a:cubicBezTo>
                  <a:pt x="205979" y="617141"/>
                  <a:pt x="120253" y="789782"/>
                  <a:pt x="7144" y="916781"/>
                </a:cubicBezTo>
              </a:path>
            </a:pathLst>
          </a:custGeom>
          <a:noFill/>
          <a:ln w="25400">
            <a:solidFill>
              <a:schemeClr val="accent1"/>
            </a:solidFill>
            <a:headEnd type="oval" w="sm" len="sm"/>
            <a:tailEnd type="oval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cxnSp>
        <p:nvCxnSpPr>
          <p:cNvPr id="17" name="MH_Other_10"/>
          <p:cNvCxnSpPr/>
          <p:nvPr>
            <p:custDataLst>
              <p:tags r:id="rId11"/>
            </p:custDataLst>
          </p:nvPr>
        </p:nvCxnSpPr>
        <p:spPr>
          <a:xfrm flipH="1">
            <a:off x="3085775" y="2969214"/>
            <a:ext cx="225425" cy="0"/>
          </a:xfrm>
          <a:prstGeom prst="line">
            <a:avLst/>
          </a:prstGeom>
          <a:ln w="25400">
            <a:solidFill>
              <a:schemeClr val="accent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MH_Other_11"/>
          <p:cNvSpPr/>
          <p:nvPr>
            <p:custDataLst>
              <p:tags r:id="rId12"/>
            </p:custDataLst>
          </p:nvPr>
        </p:nvSpPr>
        <p:spPr>
          <a:xfrm flipH="1">
            <a:off x="3249288" y="2907301"/>
            <a:ext cx="123825" cy="123825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9" name="MH_Other_12"/>
          <p:cNvSpPr/>
          <p:nvPr>
            <p:custDataLst>
              <p:tags r:id="rId13"/>
            </p:custDataLst>
          </p:nvPr>
        </p:nvSpPr>
        <p:spPr bwMode="auto">
          <a:xfrm>
            <a:off x="3895400" y="2804114"/>
            <a:ext cx="390525" cy="390525"/>
          </a:xfrm>
          <a:custGeom>
            <a:avLst/>
            <a:gdLst>
              <a:gd name="T0" fmla="*/ 984018 w 1589088"/>
              <a:gd name="T1" fmla="*/ 589506 h 1589088"/>
              <a:gd name="T2" fmla="*/ 955171 w 1589088"/>
              <a:gd name="T3" fmla="*/ 645802 h 1589088"/>
              <a:gd name="T4" fmla="*/ 898294 w 1589088"/>
              <a:gd name="T5" fmla="*/ 673272 h 1589088"/>
              <a:gd name="T6" fmla="*/ 881422 w 1589088"/>
              <a:gd name="T7" fmla="*/ 964824 h 1589088"/>
              <a:gd name="T8" fmla="*/ 873530 w 1589088"/>
              <a:gd name="T9" fmla="*/ 1040159 h 1589088"/>
              <a:gd name="T10" fmla="*/ 824817 w 1589088"/>
              <a:gd name="T11" fmla="*/ 1084490 h 1589088"/>
              <a:gd name="T12" fmla="*/ 756238 w 1589088"/>
              <a:gd name="T13" fmla="*/ 1088026 h 1589088"/>
              <a:gd name="T14" fmla="*/ 703444 w 1589088"/>
              <a:gd name="T15" fmla="*/ 1048590 h 1589088"/>
              <a:gd name="T16" fmla="*/ 686571 w 1589088"/>
              <a:gd name="T17" fmla="*/ 985493 h 1589088"/>
              <a:gd name="T18" fmla="*/ 486007 w 1589088"/>
              <a:gd name="T19" fmla="*/ 893024 h 1589088"/>
              <a:gd name="T20" fmla="*/ 398106 w 1589088"/>
              <a:gd name="T21" fmla="*/ 820680 h 1589088"/>
              <a:gd name="T22" fmla="*/ 402189 w 1589088"/>
              <a:gd name="T23" fmla="*/ 755134 h 1589088"/>
              <a:gd name="T24" fmla="*/ 446547 w 1589088"/>
              <a:gd name="T25" fmla="*/ 706452 h 1589088"/>
              <a:gd name="T26" fmla="*/ 514037 w 1589088"/>
              <a:gd name="T27" fmla="*/ 696389 h 1589088"/>
              <a:gd name="T28" fmla="*/ 570641 w 1589088"/>
              <a:gd name="T29" fmla="*/ 730385 h 1589088"/>
              <a:gd name="T30" fmla="*/ 593501 w 1589088"/>
              <a:gd name="T31" fmla="*/ 794027 h 1589088"/>
              <a:gd name="T32" fmla="*/ 818558 w 1589088"/>
              <a:gd name="T33" fmla="*/ 648522 h 1589088"/>
              <a:gd name="T34" fmla="*/ 785901 w 1589088"/>
              <a:gd name="T35" fmla="*/ 575091 h 1589088"/>
              <a:gd name="T36" fmla="*/ 808761 w 1589088"/>
              <a:gd name="T37" fmla="*/ 511721 h 1589088"/>
              <a:gd name="T38" fmla="*/ 865365 w 1589088"/>
              <a:gd name="T39" fmla="*/ 477726 h 1589088"/>
              <a:gd name="T40" fmla="*/ 728574 w 1589088"/>
              <a:gd name="T41" fmla="*/ 144010 h 1589088"/>
              <a:gd name="T42" fmla="*/ 531280 w 1589088"/>
              <a:gd name="T43" fmla="*/ 182593 h 1589088"/>
              <a:gd name="T44" fmla="*/ 353281 w 1589088"/>
              <a:gd name="T45" fmla="*/ 288291 h 1589088"/>
              <a:gd name="T46" fmla="*/ 219577 w 1589088"/>
              <a:gd name="T47" fmla="*/ 451592 h 1589088"/>
              <a:gd name="T48" fmla="*/ 152454 w 1589088"/>
              <a:gd name="T49" fmla="*/ 642880 h 1589088"/>
              <a:gd name="T50" fmla="*/ 152454 w 1589088"/>
              <a:gd name="T51" fmla="*/ 843135 h 1589088"/>
              <a:gd name="T52" fmla="*/ 219577 w 1589088"/>
              <a:gd name="T53" fmla="*/ 1034422 h 1589088"/>
              <a:gd name="T54" fmla="*/ 353281 w 1589088"/>
              <a:gd name="T55" fmla="*/ 1197724 h 1589088"/>
              <a:gd name="T56" fmla="*/ 531280 w 1589088"/>
              <a:gd name="T57" fmla="*/ 1303421 h 1589088"/>
              <a:gd name="T58" fmla="*/ 728574 w 1589088"/>
              <a:gd name="T59" fmla="*/ 1341734 h 1589088"/>
              <a:gd name="T60" fmla="*/ 927227 w 1589088"/>
              <a:gd name="T61" fmla="*/ 1312931 h 1589088"/>
              <a:gd name="T62" fmla="*/ 1109302 w 1589088"/>
              <a:gd name="T63" fmla="*/ 1217015 h 1589088"/>
              <a:gd name="T64" fmla="*/ 1251431 w 1589088"/>
              <a:gd name="T65" fmla="*/ 1059964 h 1589088"/>
              <a:gd name="T66" fmla="*/ 1328065 w 1589088"/>
              <a:gd name="T67" fmla="*/ 871393 h 1589088"/>
              <a:gd name="T68" fmla="*/ 1337576 w 1589088"/>
              <a:gd name="T69" fmla="*/ 671410 h 1589088"/>
              <a:gd name="T70" fmla="*/ 1280237 w 1589088"/>
              <a:gd name="T71" fmla="*/ 477677 h 1589088"/>
              <a:gd name="T72" fmla="*/ 1155500 w 1589088"/>
              <a:gd name="T73" fmla="*/ 308670 h 1589088"/>
              <a:gd name="T74" fmla="*/ 981849 w 1589088"/>
              <a:gd name="T75" fmla="*/ 193462 h 1589088"/>
              <a:gd name="T76" fmla="*/ 785915 w 1589088"/>
              <a:gd name="T77" fmla="*/ 145640 h 1589088"/>
              <a:gd name="T78" fmla="*/ 902226 w 1589088"/>
              <a:gd name="T79" fmla="*/ 17390 h 1589088"/>
              <a:gd name="T80" fmla="*/ 1136207 w 1589088"/>
              <a:gd name="T81" fmla="*/ 112491 h 1589088"/>
              <a:gd name="T82" fmla="*/ 1320999 w 1589088"/>
              <a:gd name="T83" fmla="*/ 276063 h 1589088"/>
              <a:gd name="T84" fmla="*/ 1429702 w 1589088"/>
              <a:gd name="T85" fmla="*/ 459201 h 1589088"/>
              <a:gd name="T86" fmla="*/ 1481334 w 1589088"/>
              <a:gd name="T87" fmla="*/ 660270 h 1589088"/>
              <a:gd name="T88" fmla="*/ 1475356 w 1589088"/>
              <a:gd name="T89" fmla="*/ 866502 h 1589088"/>
              <a:gd name="T90" fmla="*/ 1412581 w 1589088"/>
              <a:gd name="T91" fmla="*/ 1064855 h 1589088"/>
              <a:gd name="T92" fmla="*/ 1892771 w 1589088"/>
              <a:gd name="T93" fmla="*/ 1636001 h 1589088"/>
              <a:gd name="T94" fmla="*/ 1896304 w 1589088"/>
              <a:gd name="T95" fmla="*/ 1759632 h 1589088"/>
              <a:gd name="T96" fmla="*/ 1783798 w 1589088"/>
              <a:gd name="T97" fmla="*/ 1885980 h 1589088"/>
              <a:gd name="T98" fmla="*/ 1662866 w 1589088"/>
              <a:gd name="T99" fmla="*/ 1900381 h 1589088"/>
              <a:gd name="T100" fmla="*/ 1104954 w 1589088"/>
              <a:gd name="T101" fmla="*/ 1391458 h 1589088"/>
              <a:gd name="T102" fmla="*/ 909835 w 1589088"/>
              <a:gd name="T103" fmla="*/ 1466451 h 1589088"/>
              <a:gd name="T104" fmla="*/ 704388 w 1589088"/>
              <a:gd name="T105" fmla="*/ 1484656 h 1589088"/>
              <a:gd name="T106" fmla="*/ 501116 w 1589088"/>
              <a:gd name="T107" fmla="*/ 1445528 h 1589088"/>
              <a:gd name="T108" fmla="*/ 313061 w 1589088"/>
              <a:gd name="T109" fmla="*/ 1349069 h 1589088"/>
              <a:gd name="T110" fmla="*/ 143758 w 1589088"/>
              <a:gd name="T111" fmla="*/ 1181965 h 1589088"/>
              <a:gd name="T112" fmla="*/ 30708 w 1589088"/>
              <a:gd name="T113" fmla="*/ 954538 h 1589088"/>
              <a:gd name="T114" fmla="*/ 815 w 1589088"/>
              <a:gd name="T115" fmla="*/ 707277 h 1589088"/>
              <a:gd name="T116" fmla="*/ 54351 w 1589088"/>
              <a:gd name="T117" fmla="*/ 463275 h 1589088"/>
              <a:gd name="T118" fmla="*/ 191315 w 1589088"/>
              <a:gd name="T119" fmla="*/ 245360 h 1589088"/>
              <a:gd name="T120" fmla="*/ 397577 w 1589088"/>
              <a:gd name="T121" fmla="*/ 85319 h 1589088"/>
              <a:gd name="T122" fmla="*/ 636177 w 1589088"/>
              <a:gd name="T123" fmla="*/ 7880 h 1589088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1589088" h="1589088">
                <a:moveTo>
                  <a:pt x="916859" y="288925"/>
                </a:moveTo>
                <a:lnTo>
                  <a:pt x="954088" y="332030"/>
                </a:lnTo>
                <a:lnTo>
                  <a:pt x="816067" y="450682"/>
                </a:lnTo>
                <a:lnTo>
                  <a:pt x="817430" y="454085"/>
                </a:lnTo>
                <a:lnTo>
                  <a:pt x="818338" y="457488"/>
                </a:lnTo>
                <a:lnTo>
                  <a:pt x="819246" y="461118"/>
                </a:lnTo>
                <a:lnTo>
                  <a:pt x="820381" y="464748"/>
                </a:lnTo>
                <a:lnTo>
                  <a:pt x="820835" y="468378"/>
                </a:lnTo>
                <a:lnTo>
                  <a:pt x="821289" y="472008"/>
                </a:lnTo>
                <a:lnTo>
                  <a:pt x="821743" y="475865"/>
                </a:lnTo>
                <a:lnTo>
                  <a:pt x="821743" y="479722"/>
                </a:lnTo>
                <a:lnTo>
                  <a:pt x="821743" y="483805"/>
                </a:lnTo>
                <a:lnTo>
                  <a:pt x="821289" y="487662"/>
                </a:lnTo>
                <a:lnTo>
                  <a:pt x="820835" y="491746"/>
                </a:lnTo>
                <a:lnTo>
                  <a:pt x="820154" y="495602"/>
                </a:lnTo>
                <a:lnTo>
                  <a:pt x="819246" y="499459"/>
                </a:lnTo>
                <a:lnTo>
                  <a:pt x="818338" y="503089"/>
                </a:lnTo>
                <a:lnTo>
                  <a:pt x="816976" y="506946"/>
                </a:lnTo>
                <a:lnTo>
                  <a:pt x="815840" y="510349"/>
                </a:lnTo>
                <a:lnTo>
                  <a:pt x="814251" y="513979"/>
                </a:lnTo>
                <a:lnTo>
                  <a:pt x="812662" y="517382"/>
                </a:lnTo>
                <a:lnTo>
                  <a:pt x="810619" y="520785"/>
                </a:lnTo>
                <a:lnTo>
                  <a:pt x="808803" y="523961"/>
                </a:lnTo>
                <a:lnTo>
                  <a:pt x="806760" y="527137"/>
                </a:lnTo>
                <a:lnTo>
                  <a:pt x="804263" y="530313"/>
                </a:lnTo>
                <a:lnTo>
                  <a:pt x="801993" y="533036"/>
                </a:lnTo>
                <a:lnTo>
                  <a:pt x="799496" y="535985"/>
                </a:lnTo>
                <a:lnTo>
                  <a:pt x="796772" y="538707"/>
                </a:lnTo>
                <a:lnTo>
                  <a:pt x="794048" y="541203"/>
                </a:lnTo>
                <a:lnTo>
                  <a:pt x="791324" y="543698"/>
                </a:lnTo>
                <a:lnTo>
                  <a:pt x="788146" y="545967"/>
                </a:lnTo>
                <a:lnTo>
                  <a:pt x="785194" y="548009"/>
                </a:lnTo>
                <a:lnTo>
                  <a:pt x="781789" y="550051"/>
                </a:lnTo>
                <a:lnTo>
                  <a:pt x="778611" y="552093"/>
                </a:lnTo>
                <a:lnTo>
                  <a:pt x="775433" y="553908"/>
                </a:lnTo>
                <a:lnTo>
                  <a:pt x="771801" y="555496"/>
                </a:lnTo>
                <a:lnTo>
                  <a:pt x="768396" y="556857"/>
                </a:lnTo>
                <a:lnTo>
                  <a:pt x="764537" y="558218"/>
                </a:lnTo>
                <a:lnTo>
                  <a:pt x="760905" y="559352"/>
                </a:lnTo>
                <a:lnTo>
                  <a:pt x="757046" y="560260"/>
                </a:lnTo>
                <a:lnTo>
                  <a:pt x="753413" y="560940"/>
                </a:lnTo>
                <a:lnTo>
                  <a:pt x="749327" y="561621"/>
                </a:lnTo>
                <a:lnTo>
                  <a:pt x="745241" y="562075"/>
                </a:lnTo>
                <a:lnTo>
                  <a:pt x="692121" y="754005"/>
                </a:lnTo>
                <a:lnTo>
                  <a:pt x="697343" y="756728"/>
                </a:lnTo>
                <a:lnTo>
                  <a:pt x="702110" y="759904"/>
                </a:lnTo>
                <a:lnTo>
                  <a:pt x="706650" y="763080"/>
                </a:lnTo>
                <a:lnTo>
                  <a:pt x="710963" y="766937"/>
                </a:lnTo>
                <a:lnTo>
                  <a:pt x="715049" y="770794"/>
                </a:lnTo>
                <a:lnTo>
                  <a:pt x="718908" y="774877"/>
                </a:lnTo>
                <a:lnTo>
                  <a:pt x="722313" y="779188"/>
                </a:lnTo>
                <a:lnTo>
                  <a:pt x="725718" y="783952"/>
                </a:lnTo>
                <a:lnTo>
                  <a:pt x="728670" y="788943"/>
                </a:lnTo>
                <a:lnTo>
                  <a:pt x="731167" y="793934"/>
                </a:lnTo>
                <a:lnTo>
                  <a:pt x="733437" y="799379"/>
                </a:lnTo>
                <a:lnTo>
                  <a:pt x="735253" y="804824"/>
                </a:lnTo>
                <a:lnTo>
                  <a:pt x="736615" y="810496"/>
                </a:lnTo>
                <a:lnTo>
                  <a:pt x="737750" y="816167"/>
                </a:lnTo>
                <a:lnTo>
                  <a:pt x="738431" y="822066"/>
                </a:lnTo>
                <a:lnTo>
                  <a:pt x="738658" y="828191"/>
                </a:lnTo>
                <a:lnTo>
                  <a:pt x="738658" y="832729"/>
                </a:lnTo>
                <a:lnTo>
                  <a:pt x="738431" y="836812"/>
                </a:lnTo>
                <a:lnTo>
                  <a:pt x="737523" y="840896"/>
                </a:lnTo>
                <a:lnTo>
                  <a:pt x="736842" y="844980"/>
                </a:lnTo>
                <a:lnTo>
                  <a:pt x="735934" y="849063"/>
                </a:lnTo>
                <a:lnTo>
                  <a:pt x="734799" y="852920"/>
                </a:lnTo>
                <a:lnTo>
                  <a:pt x="733664" y="856777"/>
                </a:lnTo>
                <a:lnTo>
                  <a:pt x="732075" y="860407"/>
                </a:lnTo>
                <a:lnTo>
                  <a:pt x="730259" y="864263"/>
                </a:lnTo>
                <a:lnTo>
                  <a:pt x="728670" y="867666"/>
                </a:lnTo>
                <a:lnTo>
                  <a:pt x="726626" y="871296"/>
                </a:lnTo>
                <a:lnTo>
                  <a:pt x="724583" y="874699"/>
                </a:lnTo>
                <a:lnTo>
                  <a:pt x="722086" y="877876"/>
                </a:lnTo>
                <a:lnTo>
                  <a:pt x="719589" y="881052"/>
                </a:lnTo>
                <a:lnTo>
                  <a:pt x="717092" y="884228"/>
                </a:lnTo>
                <a:lnTo>
                  <a:pt x="714141" y="886950"/>
                </a:lnTo>
                <a:lnTo>
                  <a:pt x="711417" y="889673"/>
                </a:lnTo>
                <a:lnTo>
                  <a:pt x="708239" y="892395"/>
                </a:lnTo>
                <a:lnTo>
                  <a:pt x="705288" y="894891"/>
                </a:lnTo>
                <a:lnTo>
                  <a:pt x="702110" y="896933"/>
                </a:lnTo>
                <a:lnTo>
                  <a:pt x="698705" y="899428"/>
                </a:lnTo>
                <a:lnTo>
                  <a:pt x="695299" y="901243"/>
                </a:lnTo>
                <a:lnTo>
                  <a:pt x="691440" y="903058"/>
                </a:lnTo>
                <a:lnTo>
                  <a:pt x="688035" y="904646"/>
                </a:lnTo>
                <a:lnTo>
                  <a:pt x="684176" y="906234"/>
                </a:lnTo>
                <a:lnTo>
                  <a:pt x="680317" y="907595"/>
                </a:lnTo>
                <a:lnTo>
                  <a:pt x="676231" y="908730"/>
                </a:lnTo>
                <a:lnTo>
                  <a:pt x="672372" y="909637"/>
                </a:lnTo>
                <a:lnTo>
                  <a:pt x="668286" y="910318"/>
                </a:lnTo>
                <a:lnTo>
                  <a:pt x="664199" y="910771"/>
                </a:lnTo>
                <a:lnTo>
                  <a:pt x="659886" y="911225"/>
                </a:lnTo>
                <a:lnTo>
                  <a:pt x="655573" y="911225"/>
                </a:lnTo>
                <a:lnTo>
                  <a:pt x="651260" y="911225"/>
                </a:lnTo>
                <a:lnTo>
                  <a:pt x="646947" y="910771"/>
                </a:lnTo>
                <a:lnTo>
                  <a:pt x="643088" y="910318"/>
                </a:lnTo>
                <a:lnTo>
                  <a:pt x="638775" y="909637"/>
                </a:lnTo>
                <a:lnTo>
                  <a:pt x="634915" y="908730"/>
                </a:lnTo>
                <a:lnTo>
                  <a:pt x="630829" y="907595"/>
                </a:lnTo>
                <a:lnTo>
                  <a:pt x="627197" y="906234"/>
                </a:lnTo>
                <a:lnTo>
                  <a:pt x="623338" y="904646"/>
                </a:lnTo>
                <a:lnTo>
                  <a:pt x="619706" y="903058"/>
                </a:lnTo>
                <a:lnTo>
                  <a:pt x="616074" y="901243"/>
                </a:lnTo>
                <a:lnTo>
                  <a:pt x="612669" y="899428"/>
                </a:lnTo>
                <a:lnTo>
                  <a:pt x="609037" y="896933"/>
                </a:lnTo>
                <a:lnTo>
                  <a:pt x="605858" y="894891"/>
                </a:lnTo>
                <a:lnTo>
                  <a:pt x="602680" y="892395"/>
                </a:lnTo>
                <a:lnTo>
                  <a:pt x="599729" y="889673"/>
                </a:lnTo>
                <a:lnTo>
                  <a:pt x="596778" y="886950"/>
                </a:lnTo>
                <a:lnTo>
                  <a:pt x="594054" y="884228"/>
                </a:lnTo>
                <a:lnTo>
                  <a:pt x="591557" y="881052"/>
                </a:lnTo>
                <a:lnTo>
                  <a:pt x="588833" y="877876"/>
                </a:lnTo>
                <a:lnTo>
                  <a:pt x="586790" y="874699"/>
                </a:lnTo>
                <a:lnTo>
                  <a:pt x="584520" y="871296"/>
                </a:lnTo>
                <a:lnTo>
                  <a:pt x="582704" y="867666"/>
                </a:lnTo>
                <a:lnTo>
                  <a:pt x="580661" y="864263"/>
                </a:lnTo>
                <a:lnTo>
                  <a:pt x="579072" y="860407"/>
                </a:lnTo>
                <a:lnTo>
                  <a:pt x="577710" y="856777"/>
                </a:lnTo>
                <a:lnTo>
                  <a:pt x="576348" y="852920"/>
                </a:lnTo>
                <a:lnTo>
                  <a:pt x="575212" y="849063"/>
                </a:lnTo>
                <a:lnTo>
                  <a:pt x="574077" y="844980"/>
                </a:lnTo>
                <a:lnTo>
                  <a:pt x="573396" y="840896"/>
                </a:lnTo>
                <a:lnTo>
                  <a:pt x="572942" y="836812"/>
                </a:lnTo>
                <a:lnTo>
                  <a:pt x="572488" y="832729"/>
                </a:lnTo>
                <a:lnTo>
                  <a:pt x="572488" y="828191"/>
                </a:lnTo>
                <a:lnTo>
                  <a:pt x="572488" y="825242"/>
                </a:lnTo>
                <a:lnTo>
                  <a:pt x="572715" y="822066"/>
                </a:lnTo>
                <a:lnTo>
                  <a:pt x="573623" y="815940"/>
                </a:lnTo>
                <a:lnTo>
                  <a:pt x="574986" y="810042"/>
                </a:lnTo>
                <a:lnTo>
                  <a:pt x="576575" y="804370"/>
                </a:lnTo>
                <a:lnTo>
                  <a:pt x="454445" y="733134"/>
                </a:lnTo>
                <a:lnTo>
                  <a:pt x="449904" y="736083"/>
                </a:lnTo>
                <a:lnTo>
                  <a:pt x="444910" y="738352"/>
                </a:lnTo>
                <a:lnTo>
                  <a:pt x="439689" y="740166"/>
                </a:lnTo>
                <a:lnTo>
                  <a:pt x="434468" y="741981"/>
                </a:lnTo>
                <a:lnTo>
                  <a:pt x="429020" y="743569"/>
                </a:lnTo>
                <a:lnTo>
                  <a:pt x="423571" y="744477"/>
                </a:lnTo>
                <a:lnTo>
                  <a:pt x="417669" y="745158"/>
                </a:lnTo>
                <a:lnTo>
                  <a:pt x="412221" y="745384"/>
                </a:lnTo>
                <a:lnTo>
                  <a:pt x="408589" y="745158"/>
                </a:lnTo>
                <a:lnTo>
                  <a:pt x="405411" y="744931"/>
                </a:lnTo>
                <a:lnTo>
                  <a:pt x="398828" y="744023"/>
                </a:lnTo>
                <a:lnTo>
                  <a:pt x="305755" y="898294"/>
                </a:lnTo>
                <a:lnTo>
                  <a:pt x="257175" y="869255"/>
                </a:lnTo>
                <a:lnTo>
                  <a:pt x="349113" y="716118"/>
                </a:lnTo>
                <a:lnTo>
                  <a:pt x="347070" y="713396"/>
                </a:lnTo>
                <a:lnTo>
                  <a:pt x="344573" y="710220"/>
                </a:lnTo>
                <a:lnTo>
                  <a:pt x="342757" y="707497"/>
                </a:lnTo>
                <a:lnTo>
                  <a:pt x="340714" y="704321"/>
                </a:lnTo>
                <a:lnTo>
                  <a:pt x="339125" y="701145"/>
                </a:lnTo>
                <a:lnTo>
                  <a:pt x="337536" y="697969"/>
                </a:lnTo>
                <a:lnTo>
                  <a:pt x="335720" y="694793"/>
                </a:lnTo>
                <a:lnTo>
                  <a:pt x="334358" y="691390"/>
                </a:lnTo>
                <a:lnTo>
                  <a:pt x="333223" y="687987"/>
                </a:lnTo>
                <a:lnTo>
                  <a:pt x="332087" y="684584"/>
                </a:lnTo>
                <a:lnTo>
                  <a:pt x="331179" y="680954"/>
                </a:lnTo>
                <a:lnTo>
                  <a:pt x="330498" y="677324"/>
                </a:lnTo>
                <a:lnTo>
                  <a:pt x="329590" y="673467"/>
                </a:lnTo>
                <a:lnTo>
                  <a:pt x="329136" y="670064"/>
                </a:lnTo>
                <a:lnTo>
                  <a:pt x="328909" y="665981"/>
                </a:lnTo>
                <a:lnTo>
                  <a:pt x="328909" y="662351"/>
                </a:lnTo>
                <a:lnTo>
                  <a:pt x="328909" y="658040"/>
                </a:lnTo>
                <a:lnTo>
                  <a:pt x="329363" y="653730"/>
                </a:lnTo>
                <a:lnTo>
                  <a:pt x="330044" y="649646"/>
                </a:lnTo>
                <a:lnTo>
                  <a:pt x="330725" y="645335"/>
                </a:lnTo>
                <a:lnTo>
                  <a:pt x="331633" y="641479"/>
                </a:lnTo>
                <a:lnTo>
                  <a:pt x="332768" y="637395"/>
                </a:lnTo>
                <a:lnTo>
                  <a:pt x="333904" y="633765"/>
                </a:lnTo>
                <a:lnTo>
                  <a:pt x="335493" y="629908"/>
                </a:lnTo>
                <a:lnTo>
                  <a:pt x="337082" y="626279"/>
                </a:lnTo>
                <a:lnTo>
                  <a:pt x="339125" y="622649"/>
                </a:lnTo>
                <a:lnTo>
                  <a:pt x="340941" y="619246"/>
                </a:lnTo>
                <a:lnTo>
                  <a:pt x="342984" y="615843"/>
                </a:lnTo>
                <a:lnTo>
                  <a:pt x="345481" y="612666"/>
                </a:lnTo>
                <a:lnTo>
                  <a:pt x="347978" y="609263"/>
                </a:lnTo>
                <a:lnTo>
                  <a:pt x="350475" y="606314"/>
                </a:lnTo>
                <a:lnTo>
                  <a:pt x="353426" y="603592"/>
                </a:lnTo>
                <a:lnTo>
                  <a:pt x="356150" y="600642"/>
                </a:lnTo>
                <a:lnTo>
                  <a:pt x="359101" y="598147"/>
                </a:lnTo>
                <a:lnTo>
                  <a:pt x="362279" y="595878"/>
                </a:lnTo>
                <a:lnTo>
                  <a:pt x="365458" y="593383"/>
                </a:lnTo>
                <a:lnTo>
                  <a:pt x="369090" y="591341"/>
                </a:lnTo>
                <a:lnTo>
                  <a:pt x="372495" y="589299"/>
                </a:lnTo>
                <a:lnTo>
                  <a:pt x="376127" y="587484"/>
                </a:lnTo>
                <a:lnTo>
                  <a:pt x="379759" y="585669"/>
                </a:lnTo>
                <a:lnTo>
                  <a:pt x="383618" y="584308"/>
                </a:lnTo>
                <a:lnTo>
                  <a:pt x="387250" y="582947"/>
                </a:lnTo>
                <a:lnTo>
                  <a:pt x="391336" y="581812"/>
                </a:lnTo>
                <a:lnTo>
                  <a:pt x="395196" y="580905"/>
                </a:lnTo>
                <a:lnTo>
                  <a:pt x="399509" y="580224"/>
                </a:lnTo>
                <a:lnTo>
                  <a:pt x="403368" y="579544"/>
                </a:lnTo>
                <a:lnTo>
                  <a:pt x="407681" y="579317"/>
                </a:lnTo>
                <a:lnTo>
                  <a:pt x="412221" y="579090"/>
                </a:lnTo>
                <a:lnTo>
                  <a:pt x="416307" y="579317"/>
                </a:lnTo>
                <a:lnTo>
                  <a:pt x="420620" y="579544"/>
                </a:lnTo>
                <a:lnTo>
                  <a:pt x="424707" y="580224"/>
                </a:lnTo>
                <a:lnTo>
                  <a:pt x="428793" y="580905"/>
                </a:lnTo>
                <a:lnTo>
                  <a:pt x="432652" y="581812"/>
                </a:lnTo>
                <a:lnTo>
                  <a:pt x="436738" y="582947"/>
                </a:lnTo>
                <a:lnTo>
                  <a:pt x="440597" y="584308"/>
                </a:lnTo>
                <a:lnTo>
                  <a:pt x="444456" y="585669"/>
                </a:lnTo>
                <a:lnTo>
                  <a:pt x="447861" y="587484"/>
                </a:lnTo>
                <a:lnTo>
                  <a:pt x="451720" y="589299"/>
                </a:lnTo>
                <a:lnTo>
                  <a:pt x="454899" y="591341"/>
                </a:lnTo>
                <a:lnTo>
                  <a:pt x="458531" y="593383"/>
                </a:lnTo>
                <a:lnTo>
                  <a:pt x="461709" y="595878"/>
                </a:lnTo>
                <a:lnTo>
                  <a:pt x="464887" y="598147"/>
                </a:lnTo>
                <a:lnTo>
                  <a:pt x="467838" y="600642"/>
                </a:lnTo>
                <a:lnTo>
                  <a:pt x="470562" y="603592"/>
                </a:lnTo>
                <a:lnTo>
                  <a:pt x="473513" y="606314"/>
                </a:lnTo>
                <a:lnTo>
                  <a:pt x="476010" y="609263"/>
                </a:lnTo>
                <a:lnTo>
                  <a:pt x="478734" y="612666"/>
                </a:lnTo>
                <a:lnTo>
                  <a:pt x="481004" y="615843"/>
                </a:lnTo>
                <a:lnTo>
                  <a:pt x="483047" y="619246"/>
                </a:lnTo>
                <a:lnTo>
                  <a:pt x="484864" y="622649"/>
                </a:lnTo>
                <a:lnTo>
                  <a:pt x="486907" y="626279"/>
                </a:lnTo>
                <a:lnTo>
                  <a:pt x="488496" y="629908"/>
                </a:lnTo>
                <a:lnTo>
                  <a:pt x="490085" y="633765"/>
                </a:lnTo>
                <a:lnTo>
                  <a:pt x="491220" y="637395"/>
                </a:lnTo>
                <a:lnTo>
                  <a:pt x="492355" y="641479"/>
                </a:lnTo>
                <a:lnTo>
                  <a:pt x="493490" y="645335"/>
                </a:lnTo>
                <a:lnTo>
                  <a:pt x="494171" y="649646"/>
                </a:lnTo>
                <a:lnTo>
                  <a:pt x="494625" y="653730"/>
                </a:lnTo>
                <a:lnTo>
                  <a:pt x="495079" y="658040"/>
                </a:lnTo>
                <a:lnTo>
                  <a:pt x="495079" y="662351"/>
                </a:lnTo>
                <a:lnTo>
                  <a:pt x="495079" y="665527"/>
                </a:lnTo>
                <a:lnTo>
                  <a:pt x="494852" y="669157"/>
                </a:lnTo>
                <a:lnTo>
                  <a:pt x="494398" y="672333"/>
                </a:lnTo>
                <a:lnTo>
                  <a:pt x="493944" y="675509"/>
                </a:lnTo>
                <a:lnTo>
                  <a:pt x="492355" y="682088"/>
                </a:lnTo>
                <a:lnTo>
                  <a:pt x="490539" y="688214"/>
                </a:lnTo>
                <a:lnTo>
                  <a:pt x="610853" y="758543"/>
                </a:lnTo>
                <a:lnTo>
                  <a:pt x="616528" y="755140"/>
                </a:lnTo>
                <a:lnTo>
                  <a:pt x="622430" y="752417"/>
                </a:lnTo>
                <a:lnTo>
                  <a:pt x="628559" y="749922"/>
                </a:lnTo>
                <a:lnTo>
                  <a:pt x="634915" y="748107"/>
                </a:lnTo>
                <a:lnTo>
                  <a:pt x="690305" y="547101"/>
                </a:lnTo>
                <a:lnTo>
                  <a:pt x="686673" y="544152"/>
                </a:lnTo>
                <a:lnTo>
                  <a:pt x="682814" y="540976"/>
                </a:lnTo>
                <a:lnTo>
                  <a:pt x="679409" y="537800"/>
                </a:lnTo>
                <a:lnTo>
                  <a:pt x="676004" y="533943"/>
                </a:lnTo>
                <a:lnTo>
                  <a:pt x="673053" y="530540"/>
                </a:lnTo>
                <a:lnTo>
                  <a:pt x="670102" y="526456"/>
                </a:lnTo>
                <a:lnTo>
                  <a:pt x="667605" y="522373"/>
                </a:lnTo>
                <a:lnTo>
                  <a:pt x="665107" y="518062"/>
                </a:lnTo>
                <a:lnTo>
                  <a:pt x="662837" y="513979"/>
                </a:lnTo>
                <a:lnTo>
                  <a:pt x="661021" y="509214"/>
                </a:lnTo>
                <a:lnTo>
                  <a:pt x="659432" y="504450"/>
                </a:lnTo>
                <a:lnTo>
                  <a:pt x="658070" y="499913"/>
                </a:lnTo>
                <a:lnTo>
                  <a:pt x="657162" y="494922"/>
                </a:lnTo>
                <a:lnTo>
                  <a:pt x="656027" y="489931"/>
                </a:lnTo>
                <a:lnTo>
                  <a:pt x="655573" y="484940"/>
                </a:lnTo>
                <a:lnTo>
                  <a:pt x="655573" y="479722"/>
                </a:lnTo>
                <a:lnTo>
                  <a:pt x="655573" y="475411"/>
                </a:lnTo>
                <a:lnTo>
                  <a:pt x="655800" y="471327"/>
                </a:lnTo>
                <a:lnTo>
                  <a:pt x="656708" y="467017"/>
                </a:lnTo>
                <a:lnTo>
                  <a:pt x="657389" y="463160"/>
                </a:lnTo>
                <a:lnTo>
                  <a:pt x="658297" y="458850"/>
                </a:lnTo>
                <a:lnTo>
                  <a:pt x="659432" y="455220"/>
                </a:lnTo>
                <a:lnTo>
                  <a:pt x="660567" y="451136"/>
                </a:lnTo>
                <a:lnTo>
                  <a:pt x="661929" y="447506"/>
                </a:lnTo>
                <a:lnTo>
                  <a:pt x="663745" y="443649"/>
                </a:lnTo>
                <a:lnTo>
                  <a:pt x="665561" y="440246"/>
                </a:lnTo>
                <a:lnTo>
                  <a:pt x="667605" y="436617"/>
                </a:lnTo>
                <a:lnTo>
                  <a:pt x="669648" y="433440"/>
                </a:lnTo>
                <a:lnTo>
                  <a:pt x="672145" y="430037"/>
                </a:lnTo>
                <a:lnTo>
                  <a:pt x="674642" y="426861"/>
                </a:lnTo>
                <a:lnTo>
                  <a:pt x="677139" y="423912"/>
                </a:lnTo>
                <a:lnTo>
                  <a:pt x="679863" y="420963"/>
                </a:lnTo>
                <a:lnTo>
                  <a:pt x="682814" y="418240"/>
                </a:lnTo>
                <a:lnTo>
                  <a:pt x="685765" y="415518"/>
                </a:lnTo>
                <a:lnTo>
                  <a:pt x="688943" y="413249"/>
                </a:lnTo>
                <a:lnTo>
                  <a:pt x="692121" y="410980"/>
                </a:lnTo>
                <a:lnTo>
                  <a:pt x="695526" y="408712"/>
                </a:lnTo>
                <a:lnTo>
                  <a:pt x="698932" y="406670"/>
                </a:lnTo>
                <a:lnTo>
                  <a:pt x="702791" y="404855"/>
                </a:lnTo>
                <a:lnTo>
                  <a:pt x="706196" y="403267"/>
                </a:lnTo>
                <a:lnTo>
                  <a:pt x="710055" y="401679"/>
                </a:lnTo>
                <a:lnTo>
                  <a:pt x="713914" y="400318"/>
                </a:lnTo>
                <a:lnTo>
                  <a:pt x="718000" y="399410"/>
                </a:lnTo>
                <a:lnTo>
                  <a:pt x="721859" y="398503"/>
                </a:lnTo>
                <a:lnTo>
                  <a:pt x="725945" y="397595"/>
                </a:lnTo>
                <a:lnTo>
                  <a:pt x="730032" y="397141"/>
                </a:lnTo>
                <a:lnTo>
                  <a:pt x="734345" y="396915"/>
                </a:lnTo>
                <a:lnTo>
                  <a:pt x="738658" y="396688"/>
                </a:lnTo>
                <a:lnTo>
                  <a:pt x="744106" y="396915"/>
                </a:lnTo>
                <a:lnTo>
                  <a:pt x="749554" y="397595"/>
                </a:lnTo>
                <a:lnTo>
                  <a:pt x="754775" y="398276"/>
                </a:lnTo>
                <a:lnTo>
                  <a:pt x="759770" y="399637"/>
                </a:lnTo>
                <a:lnTo>
                  <a:pt x="764764" y="400998"/>
                </a:lnTo>
                <a:lnTo>
                  <a:pt x="769758" y="403040"/>
                </a:lnTo>
                <a:lnTo>
                  <a:pt x="774298" y="405082"/>
                </a:lnTo>
                <a:lnTo>
                  <a:pt x="778838" y="407577"/>
                </a:lnTo>
                <a:lnTo>
                  <a:pt x="916859" y="288925"/>
                </a:lnTo>
                <a:close/>
                <a:moveTo>
                  <a:pt x="607752" y="120128"/>
                </a:moveTo>
                <a:lnTo>
                  <a:pt x="595738" y="120581"/>
                </a:lnTo>
                <a:lnTo>
                  <a:pt x="583950" y="121488"/>
                </a:lnTo>
                <a:lnTo>
                  <a:pt x="571936" y="122621"/>
                </a:lnTo>
                <a:lnTo>
                  <a:pt x="559921" y="123755"/>
                </a:lnTo>
                <a:lnTo>
                  <a:pt x="548133" y="125341"/>
                </a:lnTo>
                <a:lnTo>
                  <a:pt x="536119" y="127154"/>
                </a:lnTo>
                <a:lnTo>
                  <a:pt x="524331" y="129421"/>
                </a:lnTo>
                <a:lnTo>
                  <a:pt x="512543" y="131688"/>
                </a:lnTo>
                <a:lnTo>
                  <a:pt x="500755" y="134407"/>
                </a:lnTo>
                <a:lnTo>
                  <a:pt x="489194" y="137581"/>
                </a:lnTo>
                <a:lnTo>
                  <a:pt x="477406" y="140754"/>
                </a:lnTo>
                <a:lnTo>
                  <a:pt x="466072" y="144380"/>
                </a:lnTo>
                <a:lnTo>
                  <a:pt x="454511" y="148234"/>
                </a:lnTo>
                <a:lnTo>
                  <a:pt x="443176" y="152313"/>
                </a:lnTo>
                <a:lnTo>
                  <a:pt x="431615" y="156620"/>
                </a:lnTo>
                <a:lnTo>
                  <a:pt x="420508" y="161380"/>
                </a:lnTo>
                <a:lnTo>
                  <a:pt x="409400" y="166593"/>
                </a:lnTo>
                <a:lnTo>
                  <a:pt x="398519" y="171579"/>
                </a:lnTo>
                <a:lnTo>
                  <a:pt x="387411" y="177246"/>
                </a:lnTo>
                <a:lnTo>
                  <a:pt x="376530" y="183139"/>
                </a:lnTo>
                <a:lnTo>
                  <a:pt x="365876" y="189485"/>
                </a:lnTo>
                <a:lnTo>
                  <a:pt x="355221" y="195831"/>
                </a:lnTo>
                <a:lnTo>
                  <a:pt x="344794" y="202631"/>
                </a:lnTo>
                <a:lnTo>
                  <a:pt x="334593" y="209431"/>
                </a:lnTo>
                <a:lnTo>
                  <a:pt x="324392" y="216684"/>
                </a:lnTo>
                <a:lnTo>
                  <a:pt x="314191" y="224163"/>
                </a:lnTo>
                <a:lnTo>
                  <a:pt x="304443" y="232323"/>
                </a:lnTo>
                <a:lnTo>
                  <a:pt x="294695" y="240483"/>
                </a:lnTo>
                <a:lnTo>
                  <a:pt x="284948" y="248869"/>
                </a:lnTo>
                <a:lnTo>
                  <a:pt x="275654" y="257482"/>
                </a:lnTo>
                <a:lnTo>
                  <a:pt x="266359" y="266548"/>
                </a:lnTo>
                <a:lnTo>
                  <a:pt x="257518" y="275614"/>
                </a:lnTo>
                <a:lnTo>
                  <a:pt x="248678" y="285134"/>
                </a:lnTo>
                <a:lnTo>
                  <a:pt x="240290" y="294654"/>
                </a:lnTo>
                <a:lnTo>
                  <a:pt x="232129" y="304400"/>
                </a:lnTo>
                <a:lnTo>
                  <a:pt x="224195" y="314373"/>
                </a:lnTo>
                <a:lnTo>
                  <a:pt x="216714" y="324346"/>
                </a:lnTo>
                <a:lnTo>
                  <a:pt x="209460" y="334545"/>
                </a:lnTo>
                <a:lnTo>
                  <a:pt x="202433" y="344971"/>
                </a:lnTo>
                <a:lnTo>
                  <a:pt x="195632" y="355397"/>
                </a:lnTo>
                <a:lnTo>
                  <a:pt x="189058" y="366050"/>
                </a:lnTo>
                <a:lnTo>
                  <a:pt x="183164" y="376703"/>
                </a:lnTo>
                <a:lnTo>
                  <a:pt x="177271" y="387583"/>
                </a:lnTo>
                <a:lnTo>
                  <a:pt x="171603" y="398462"/>
                </a:lnTo>
                <a:lnTo>
                  <a:pt x="166390" y="409342"/>
                </a:lnTo>
                <a:lnTo>
                  <a:pt x="161402" y="420448"/>
                </a:lnTo>
                <a:lnTo>
                  <a:pt x="156642" y="431554"/>
                </a:lnTo>
                <a:lnTo>
                  <a:pt x="152108" y="443114"/>
                </a:lnTo>
                <a:lnTo>
                  <a:pt x="148028" y="454673"/>
                </a:lnTo>
                <a:lnTo>
                  <a:pt x="144174" y="466006"/>
                </a:lnTo>
                <a:lnTo>
                  <a:pt x="140774" y="477565"/>
                </a:lnTo>
                <a:lnTo>
                  <a:pt x="137373" y="489125"/>
                </a:lnTo>
                <a:lnTo>
                  <a:pt x="134426" y="500911"/>
                </a:lnTo>
                <a:lnTo>
                  <a:pt x="131706" y="512470"/>
                </a:lnTo>
                <a:lnTo>
                  <a:pt x="129213" y="524256"/>
                </a:lnTo>
                <a:lnTo>
                  <a:pt x="127172" y="536269"/>
                </a:lnTo>
                <a:lnTo>
                  <a:pt x="125359" y="548055"/>
                </a:lnTo>
                <a:lnTo>
                  <a:pt x="123772" y="560068"/>
                </a:lnTo>
                <a:lnTo>
                  <a:pt x="122185" y="571854"/>
                </a:lnTo>
                <a:lnTo>
                  <a:pt x="121278" y="583867"/>
                </a:lnTo>
                <a:lnTo>
                  <a:pt x="120598" y="595880"/>
                </a:lnTo>
                <a:lnTo>
                  <a:pt x="120145" y="607666"/>
                </a:lnTo>
                <a:lnTo>
                  <a:pt x="120145" y="619905"/>
                </a:lnTo>
                <a:lnTo>
                  <a:pt x="120145" y="631918"/>
                </a:lnTo>
                <a:lnTo>
                  <a:pt x="120598" y="643704"/>
                </a:lnTo>
                <a:lnTo>
                  <a:pt x="121278" y="655717"/>
                </a:lnTo>
                <a:lnTo>
                  <a:pt x="122185" y="667503"/>
                </a:lnTo>
                <a:lnTo>
                  <a:pt x="123772" y="679516"/>
                </a:lnTo>
                <a:lnTo>
                  <a:pt x="125359" y="691529"/>
                </a:lnTo>
                <a:lnTo>
                  <a:pt x="127172" y="703315"/>
                </a:lnTo>
                <a:lnTo>
                  <a:pt x="129213" y="715328"/>
                </a:lnTo>
                <a:lnTo>
                  <a:pt x="131706" y="726887"/>
                </a:lnTo>
                <a:lnTo>
                  <a:pt x="134426" y="738673"/>
                </a:lnTo>
                <a:lnTo>
                  <a:pt x="137373" y="750460"/>
                </a:lnTo>
                <a:lnTo>
                  <a:pt x="140774" y="762019"/>
                </a:lnTo>
                <a:lnTo>
                  <a:pt x="144174" y="773579"/>
                </a:lnTo>
                <a:lnTo>
                  <a:pt x="148028" y="784911"/>
                </a:lnTo>
                <a:lnTo>
                  <a:pt x="152108" y="796471"/>
                </a:lnTo>
                <a:lnTo>
                  <a:pt x="156642" y="807804"/>
                </a:lnTo>
                <a:lnTo>
                  <a:pt x="161402" y="819136"/>
                </a:lnTo>
                <a:lnTo>
                  <a:pt x="166390" y="830016"/>
                </a:lnTo>
                <a:lnTo>
                  <a:pt x="171603" y="841122"/>
                </a:lnTo>
                <a:lnTo>
                  <a:pt x="177271" y="852002"/>
                </a:lnTo>
                <a:lnTo>
                  <a:pt x="183164" y="862881"/>
                </a:lnTo>
                <a:lnTo>
                  <a:pt x="189058" y="873534"/>
                </a:lnTo>
                <a:lnTo>
                  <a:pt x="195632" y="884187"/>
                </a:lnTo>
                <a:lnTo>
                  <a:pt x="202433" y="894613"/>
                </a:lnTo>
                <a:lnTo>
                  <a:pt x="209460" y="904813"/>
                </a:lnTo>
                <a:lnTo>
                  <a:pt x="216714" y="915239"/>
                </a:lnTo>
                <a:lnTo>
                  <a:pt x="224195" y="925212"/>
                </a:lnTo>
                <a:lnTo>
                  <a:pt x="232129" y="934958"/>
                </a:lnTo>
                <a:lnTo>
                  <a:pt x="240290" y="944931"/>
                </a:lnTo>
                <a:lnTo>
                  <a:pt x="248678" y="954450"/>
                </a:lnTo>
                <a:lnTo>
                  <a:pt x="257518" y="963743"/>
                </a:lnTo>
                <a:lnTo>
                  <a:pt x="266359" y="973036"/>
                </a:lnTo>
                <a:lnTo>
                  <a:pt x="275654" y="982102"/>
                </a:lnTo>
                <a:lnTo>
                  <a:pt x="284948" y="990715"/>
                </a:lnTo>
                <a:lnTo>
                  <a:pt x="294695" y="999102"/>
                </a:lnTo>
                <a:lnTo>
                  <a:pt x="304443" y="1007261"/>
                </a:lnTo>
                <a:lnTo>
                  <a:pt x="314191" y="1015194"/>
                </a:lnTo>
                <a:lnTo>
                  <a:pt x="324392" y="1022674"/>
                </a:lnTo>
                <a:lnTo>
                  <a:pt x="334593" y="1029927"/>
                </a:lnTo>
                <a:lnTo>
                  <a:pt x="344794" y="1036953"/>
                </a:lnTo>
                <a:lnTo>
                  <a:pt x="355221" y="1043753"/>
                </a:lnTo>
                <a:lnTo>
                  <a:pt x="365876" y="1050099"/>
                </a:lnTo>
                <a:lnTo>
                  <a:pt x="376530" y="1056446"/>
                </a:lnTo>
                <a:lnTo>
                  <a:pt x="387411" y="1062339"/>
                </a:lnTo>
                <a:lnTo>
                  <a:pt x="398292" y="1067779"/>
                </a:lnTo>
                <a:lnTo>
                  <a:pt x="409400" y="1072992"/>
                </a:lnTo>
                <a:lnTo>
                  <a:pt x="420508" y="1078205"/>
                </a:lnTo>
                <a:lnTo>
                  <a:pt x="431615" y="1082738"/>
                </a:lnTo>
                <a:lnTo>
                  <a:pt x="443176" y="1087271"/>
                </a:lnTo>
                <a:lnTo>
                  <a:pt x="454511" y="1091351"/>
                </a:lnTo>
                <a:lnTo>
                  <a:pt x="466072" y="1095204"/>
                </a:lnTo>
                <a:lnTo>
                  <a:pt x="477406" y="1098830"/>
                </a:lnTo>
                <a:lnTo>
                  <a:pt x="489194" y="1102004"/>
                </a:lnTo>
                <a:lnTo>
                  <a:pt x="500755" y="1104950"/>
                </a:lnTo>
                <a:lnTo>
                  <a:pt x="512543" y="1107897"/>
                </a:lnTo>
                <a:lnTo>
                  <a:pt x="524331" y="1110163"/>
                </a:lnTo>
                <a:lnTo>
                  <a:pt x="536119" y="1112203"/>
                </a:lnTo>
                <a:lnTo>
                  <a:pt x="548133" y="1114243"/>
                </a:lnTo>
                <a:lnTo>
                  <a:pt x="559921" y="1115830"/>
                </a:lnTo>
                <a:lnTo>
                  <a:pt x="571936" y="1116963"/>
                </a:lnTo>
                <a:lnTo>
                  <a:pt x="583950" y="1118096"/>
                </a:lnTo>
                <a:lnTo>
                  <a:pt x="595738" y="1118776"/>
                </a:lnTo>
                <a:lnTo>
                  <a:pt x="607752" y="1119230"/>
                </a:lnTo>
                <a:lnTo>
                  <a:pt x="619540" y="1119230"/>
                </a:lnTo>
                <a:lnTo>
                  <a:pt x="631782" y="1119230"/>
                </a:lnTo>
                <a:lnTo>
                  <a:pt x="643796" y="1118776"/>
                </a:lnTo>
                <a:lnTo>
                  <a:pt x="655584" y="1118096"/>
                </a:lnTo>
                <a:lnTo>
                  <a:pt x="667598" y="1116963"/>
                </a:lnTo>
                <a:lnTo>
                  <a:pt x="679613" y="1115830"/>
                </a:lnTo>
                <a:lnTo>
                  <a:pt x="691401" y="1114243"/>
                </a:lnTo>
                <a:lnTo>
                  <a:pt x="703415" y="1112203"/>
                </a:lnTo>
                <a:lnTo>
                  <a:pt x="715203" y="1110163"/>
                </a:lnTo>
                <a:lnTo>
                  <a:pt x="726991" y="1107897"/>
                </a:lnTo>
                <a:lnTo>
                  <a:pt x="738779" y="1104950"/>
                </a:lnTo>
                <a:lnTo>
                  <a:pt x="750340" y="1102004"/>
                </a:lnTo>
                <a:lnTo>
                  <a:pt x="762128" y="1098830"/>
                </a:lnTo>
                <a:lnTo>
                  <a:pt x="773462" y="1095204"/>
                </a:lnTo>
                <a:lnTo>
                  <a:pt x="785023" y="1091351"/>
                </a:lnTo>
                <a:lnTo>
                  <a:pt x="796358" y="1087271"/>
                </a:lnTo>
                <a:lnTo>
                  <a:pt x="807692" y="1082738"/>
                </a:lnTo>
                <a:lnTo>
                  <a:pt x="819026" y="1078205"/>
                </a:lnTo>
                <a:lnTo>
                  <a:pt x="830134" y="1072992"/>
                </a:lnTo>
                <a:lnTo>
                  <a:pt x="841015" y="1067779"/>
                </a:lnTo>
                <a:lnTo>
                  <a:pt x="852123" y="1062339"/>
                </a:lnTo>
                <a:lnTo>
                  <a:pt x="862777" y="1056446"/>
                </a:lnTo>
                <a:lnTo>
                  <a:pt x="873658" y="1050099"/>
                </a:lnTo>
                <a:lnTo>
                  <a:pt x="884086" y="1043753"/>
                </a:lnTo>
                <a:lnTo>
                  <a:pt x="894740" y="1036953"/>
                </a:lnTo>
                <a:lnTo>
                  <a:pt x="904941" y="1029927"/>
                </a:lnTo>
                <a:lnTo>
                  <a:pt x="915142" y="1022674"/>
                </a:lnTo>
                <a:lnTo>
                  <a:pt x="925343" y="1015194"/>
                </a:lnTo>
                <a:lnTo>
                  <a:pt x="935091" y="1007261"/>
                </a:lnTo>
                <a:lnTo>
                  <a:pt x="944839" y="999102"/>
                </a:lnTo>
                <a:lnTo>
                  <a:pt x="954586" y="990715"/>
                </a:lnTo>
                <a:lnTo>
                  <a:pt x="963880" y="982102"/>
                </a:lnTo>
                <a:lnTo>
                  <a:pt x="972948" y="973036"/>
                </a:lnTo>
                <a:lnTo>
                  <a:pt x="982016" y="963743"/>
                </a:lnTo>
                <a:lnTo>
                  <a:pt x="990856" y="954450"/>
                </a:lnTo>
                <a:lnTo>
                  <a:pt x="999244" y="944931"/>
                </a:lnTo>
                <a:lnTo>
                  <a:pt x="1007405" y="934958"/>
                </a:lnTo>
                <a:lnTo>
                  <a:pt x="1015339" y="925212"/>
                </a:lnTo>
                <a:lnTo>
                  <a:pt x="1022820" y="915239"/>
                </a:lnTo>
                <a:lnTo>
                  <a:pt x="1030074" y="904813"/>
                </a:lnTo>
                <a:lnTo>
                  <a:pt x="1037101" y="894613"/>
                </a:lnTo>
                <a:lnTo>
                  <a:pt x="1043902" y="884187"/>
                </a:lnTo>
                <a:lnTo>
                  <a:pt x="1050249" y="873534"/>
                </a:lnTo>
                <a:lnTo>
                  <a:pt x="1056370" y="862881"/>
                </a:lnTo>
                <a:lnTo>
                  <a:pt x="1062263" y="852002"/>
                </a:lnTo>
                <a:lnTo>
                  <a:pt x="1067931" y="841122"/>
                </a:lnTo>
                <a:lnTo>
                  <a:pt x="1073144" y="830016"/>
                </a:lnTo>
                <a:lnTo>
                  <a:pt x="1078132" y="819136"/>
                </a:lnTo>
                <a:lnTo>
                  <a:pt x="1082892" y="807804"/>
                </a:lnTo>
                <a:lnTo>
                  <a:pt x="1087426" y="796471"/>
                </a:lnTo>
                <a:lnTo>
                  <a:pt x="1091280" y="784911"/>
                </a:lnTo>
                <a:lnTo>
                  <a:pt x="1095360" y="773579"/>
                </a:lnTo>
                <a:lnTo>
                  <a:pt x="1098760" y="762019"/>
                </a:lnTo>
                <a:lnTo>
                  <a:pt x="1102161" y="750460"/>
                </a:lnTo>
                <a:lnTo>
                  <a:pt x="1105108" y="738673"/>
                </a:lnTo>
                <a:lnTo>
                  <a:pt x="1107828" y="726887"/>
                </a:lnTo>
                <a:lnTo>
                  <a:pt x="1110321" y="715328"/>
                </a:lnTo>
                <a:lnTo>
                  <a:pt x="1112362" y="703315"/>
                </a:lnTo>
                <a:lnTo>
                  <a:pt x="1114175" y="691529"/>
                </a:lnTo>
                <a:lnTo>
                  <a:pt x="1115762" y="679516"/>
                </a:lnTo>
                <a:lnTo>
                  <a:pt x="1117122" y="667503"/>
                </a:lnTo>
                <a:lnTo>
                  <a:pt x="1118256" y="655717"/>
                </a:lnTo>
                <a:lnTo>
                  <a:pt x="1118936" y="643704"/>
                </a:lnTo>
                <a:lnTo>
                  <a:pt x="1119389" y="631918"/>
                </a:lnTo>
                <a:lnTo>
                  <a:pt x="1119389" y="619905"/>
                </a:lnTo>
                <a:lnTo>
                  <a:pt x="1119389" y="607666"/>
                </a:lnTo>
                <a:lnTo>
                  <a:pt x="1118936" y="595880"/>
                </a:lnTo>
                <a:lnTo>
                  <a:pt x="1118256" y="583867"/>
                </a:lnTo>
                <a:lnTo>
                  <a:pt x="1117122" y="571854"/>
                </a:lnTo>
                <a:lnTo>
                  <a:pt x="1115762" y="560068"/>
                </a:lnTo>
                <a:lnTo>
                  <a:pt x="1114175" y="548055"/>
                </a:lnTo>
                <a:lnTo>
                  <a:pt x="1112362" y="536269"/>
                </a:lnTo>
                <a:lnTo>
                  <a:pt x="1110321" y="524256"/>
                </a:lnTo>
                <a:lnTo>
                  <a:pt x="1107828" y="512470"/>
                </a:lnTo>
                <a:lnTo>
                  <a:pt x="1105108" y="500911"/>
                </a:lnTo>
                <a:lnTo>
                  <a:pt x="1102161" y="489125"/>
                </a:lnTo>
                <a:lnTo>
                  <a:pt x="1098760" y="477565"/>
                </a:lnTo>
                <a:lnTo>
                  <a:pt x="1095360" y="466006"/>
                </a:lnTo>
                <a:lnTo>
                  <a:pt x="1091280" y="454673"/>
                </a:lnTo>
                <a:lnTo>
                  <a:pt x="1087426" y="443114"/>
                </a:lnTo>
                <a:lnTo>
                  <a:pt x="1082892" y="431554"/>
                </a:lnTo>
                <a:lnTo>
                  <a:pt x="1078132" y="420448"/>
                </a:lnTo>
                <a:lnTo>
                  <a:pt x="1073144" y="409342"/>
                </a:lnTo>
                <a:lnTo>
                  <a:pt x="1067931" y="398462"/>
                </a:lnTo>
                <a:lnTo>
                  <a:pt x="1062263" y="387583"/>
                </a:lnTo>
                <a:lnTo>
                  <a:pt x="1056370" y="376703"/>
                </a:lnTo>
                <a:lnTo>
                  <a:pt x="1050249" y="366050"/>
                </a:lnTo>
                <a:lnTo>
                  <a:pt x="1043902" y="355397"/>
                </a:lnTo>
                <a:lnTo>
                  <a:pt x="1037101" y="344971"/>
                </a:lnTo>
                <a:lnTo>
                  <a:pt x="1030074" y="334545"/>
                </a:lnTo>
                <a:lnTo>
                  <a:pt x="1022820" y="324346"/>
                </a:lnTo>
                <a:lnTo>
                  <a:pt x="1015339" y="314373"/>
                </a:lnTo>
                <a:lnTo>
                  <a:pt x="1007405" y="304400"/>
                </a:lnTo>
                <a:lnTo>
                  <a:pt x="999244" y="294654"/>
                </a:lnTo>
                <a:lnTo>
                  <a:pt x="990856" y="285134"/>
                </a:lnTo>
                <a:lnTo>
                  <a:pt x="982016" y="275614"/>
                </a:lnTo>
                <a:lnTo>
                  <a:pt x="972948" y="266548"/>
                </a:lnTo>
                <a:lnTo>
                  <a:pt x="963880" y="257482"/>
                </a:lnTo>
                <a:lnTo>
                  <a:pt x="954586" y="248869"/>
                </a:lnTo>
                <a:lnTo>
                  <a:pt x="944839" y="240483"/>
                </a:lnTo>
                <a:lnTo>
                  <a:pt x="935091" y="232323"/>
                </a:lnTo>
                <a:lnTo>
                  <a:pt x="925343" y="224163"/>
                </a:lnTo>
                <a:lnTo>
                  <a:pt x="915142" y="216684"/>
                </a:lnTo>
                <a:lnTo>
                  <a:pt x="904941" y="209431"/>
                </a:lnTo>
                <a:lnTo>
                  <a:pt x="894740" y="202631"/>
                </a:lnTo>
                <a:lnTo>
                  <a:pt x="884086" y="195831"/>
                </a:lnTo>
                <a:lnTo>
                  <a:pt x="873658" y="189485"/>
                </a:lnTo>
                <a:lnTo>
                  <a:pt x="862777" y="183139"/>
                </a:lnTo>
                <a:lnTo>
                  <a:pt x="852123" y="177246"/>
                </a:lnTo>
                <a:lnTo>
                  <a:pt x="841015" y="171579"/>
                </a:lnTo>
                <a:lnTo>
                  <a:pt x="830134" y="166593"/>
                </a:lnTo>
                <a:lnTo>
                  <a:pt x="819026" y="161380"/>
                </a:lnTo>
                <a:lnTo>
                  <a:pt x="807692" y="156620"/>
                </a:lnTo>
                <a:lnTo>
                  <a:pt x="796358" y="152313"/>
                </a:lnTo>
                <a:lnTo>
                  <a:pt x="785023" y="148234"/>
                </a:lnTo>
                <a:lnTo>
                  <a:pt x="773462" y="144380"/>
                </a:lnTo>
                <a:lnTo>
                  <a:pt x="762128" y="140754"/>
                </a:lnTo>
                <a:lnTo>
                  <a:pt x="750340" y="137581"/>
                </a:lnTo>
                <a:lnTo>
                  <a:pt x="738779" y="134407"/>
                </a:lnTo>
                <a:lnTo>
                  <a:pt x="726991" y="131688"/>
                </a:lnTo>
                <a:lnTo>
                  <a:pt x="715203" y="129421"/>
                </a:lnTo>
                <a:lnTo>
                  <a:pt x="703415" y="127154"/>
                </a:lnTo>
                <a:lnTo>
                  <a:pt x="691401" y="125341"/>
                </a:lnTo>
                <a:lnTo>
                  <a:pt x="679613" y="123755"/>
                </a:lnTo>
                <a:lnTo>
                  <a:pt x="667598" y="122621"/>
                </a:lnTo>
                <a:lnTo>
                  <a:pt x="655584" y="121488"/>
                </a:lnTo>
                <a:lnTo>
                  <a:pt x="643796" y="120581"/>
                </a:lnTo>
                <a:lnTo>
                  <a:pt x="631782" y="120128"/>
                </a:lnTo>
                <a:lnTo>
                  <a:pt x="619540" y="120128"/>
                </a:lnTo>
                <a:lnTo>
                  <a:pt x="607752" y="120128"/>
                </a:lnTo>
                <a:close/>
                <a:moveTo>
                  <a:pt x="619540" y="0"/>
                </a:moveTo>
                <a:lnTo>
                  <a:pt x="634502" y="227"/>
                </a:lnTo>
                <a:lnTo>
                  <a:pt x="649690" y="907"/>
                </a:lnTo>
                <a:lnTo>
                  <a:pt x="664198" y="1587"/>
                </a:lnTo>
                <a:lnTo>
                  <a:pt x="678933" y="3173"/>
                </a:lnTo>
                <a:lnTo>
                  <a:pt x="694121" y="4533"/>
                </a:lnTo>
                <a:lnTo>
                  <a:pt x="708629" y="6573"/>
                </a:lnTo>
                <a:lnTo>
                  <a:pt x="723364" y="8840"/>
                </a:lnTo>
                <a:lnTo>
                  <a:pt x="738098" y="11560"/>
                </a:lnTo>
                <a:lnTo>
                  <a:pt x="752607" y="14506"/>
                </a:lnTo>
                <a:lnTo>
                  <a:pt x="767115" y="17906"/>
                </a:lnTo>
                <a:lnTo>
                  <a:pt x="781623" y="21533"/>
                </a:lnTo>
                <a:lnTo>
                  <a:pt x="796131" y="25839"/>
                </a:lnTo>
                <a:lnTo>
                  <a:pt x="810412" y="30146"/>
                </a:lnTo>
                <a:lnTo>
                  <a:pt x="824694" y="34905"/>
                </a:lnTo>
                <a:lnTo>
                  <a:pt x="838975" y="40118"/>
                </a:lnTo>
                <a:lnTo>
                  <a:pt x="853030" y="45558"/>
                </a:lnTo>
                <a:lnTo>
                  <a:pt x="866858" y="51451"/>
                </a:lnTo>
                <a:lnTo>
                  <a:pt x="880686" y="57571"/>
                </a:lnTo>
                <a:lnTo>
                  <a:pt x="894514" y="64144"/>
                </a:lnTo>
                <a:lnTo>
                  <a:pt x="907888" y="71170"/>
                </a:lnTo>
                <a:lnTo>
                  <a:pt x="921263" y="78423"/>
                </a:lnTo>
                <a:lnTo>
                  <a:pt x="934638" y="85903"/>
                </a:lnTo>
                <a:lnTo>
                  <a:pt x="947786" y="93836"/>
                </a:lnTo>
                <a:lnTo>
                  <a:pt x="960934" y="102222"/>
                </a:lnTo>
                <a:lnTo>
                  <a:pt x="973401" y="110835"/>
                </a:lnTo>
                <a:lnTo>
                  <a:pt x="986096" y="119901"/>
                </a:lnTo>
                <a:lnTo>
                  <a:pt x="998791" y="129421"/>
                </a:lnTo>
                <a:lnTo>
                  <a:pt x="1010805" y="139167"/>
                </a:lnTo>
                <a:lnTo>
                  <a:pt x="1023046" y="149140"/>
                </a:lnTo>
                <a:lnTo>
                  <a:pt x="1034607" y="159793"/>
                </a:lnTo>
                <a:lnTo>
                  <a:pt x="1046395" y="170446"/>
                </a:lnTo>
                <a:lnTo>
                  <a:pt x="1057956" y="181779"/>
                </a:lnTo>
                <a:lnTo>
                  <a:pt x="1067251" y="191072"/>
                </a:lnTo>
                <a:lnTo>
                  <a:pt x="1076318" y="200591"/>
                </a:lnTo>
                <a:lnTo>
                  <a:pt x="1084932" y="210564"/>
                </a:lnTo>
                <a:lnTo>
                  <a:pt x="1093546" y="220310"/>
                </a:lnTo>
                <a:lnTo>
                  <a:pt x="1101934" y="230283"/>
                </a:lnTo>
                <a:lnTo>
                  <a:pt x="1110095" y="240709"/>
                </a:lnTo>
                <a:lnTo>
                  <a:pt x="1117802" y="250909"/>
                </a:lnTo>
                <a:lnTo>
                  <a:pt x="1125510" y="261108"/>
                </a:lnTo>
                <a:lnTo>
                  <a:pt x="1132764" y="271988"/>
                </a:lnTo>
                <a:lnTo>
                  <a:pt x="1139791" y="282414"/>
                </a:lnTo>
                <a:lnTo>
                  <a:pt x="1146592" y="293294"/>
                </a:lnTo>
                <a:lnTo>
                  <a:pt x="1153166" y="304173"/>
                </a:lnTo>
                <a:lnTo>
                  <a:pt x="1159513" y="315279"/>
                </a:lnTo>
                <a:lnTo>
                  <a:pt x="1165634" y="326159"/>
                </a:lnTo>
                <a:lnTo>
                  <a:pt x="1171527" y="337492"/>
                </a:lnTo>
                <a:lnTo>
                  <a:pt x="1177195" y="348598"/>
                </a:lnTo>
                <a:lnTo>
                  <a:pt x="1182408" y="360157"/>
                </a:lnTo>
                <a:lnTo>
                  <a:pt x="1187622" y="371490"/>
                </a:lnTo>
                <a:lnTo>
                  <a:pt x="1192610" y="383050"/>
                </a:lnTo>
                <a:lnTo>
                  <a:pt x="1197143" y="394609"/>
                </a:lnTo>
                <a:lnTo>
                  <a:pt x="1201677" y="406395"/>
                </a:lnTo>
                <a:lnTo>
                  <a:pt x="1205984" y="418181"/>
                </a:lnTo>
                <a:lnTo>
                  <a:pt x="1209611" y="429741"/>
                </a:lnTo>
                <a:lnTo>
                  <a:pt x="1213465" y="441754"/>
                </a:lnTo>
                <a:lnTo>
                  <a:pt x="1216865" y="453540"/>
                </a:lnTo>
                <a:lnTo>
                  <a:pt x="1219812" y="465552"/>
                </a:lnTo>
                <a:lnTo>
                  <a:pt x="1222986" y="477792"/>
                </a:lnTo>
                <a:lnTo>
                  <a:pt x="1225706" y="489578"/>
                </a:lnTo>
                <a:lnTo>
                  <a:pt x="1228200" y="501818"/>
                </a:lnTo>
                <a:lnTo>
                  <a:pt x="1230240" y="514057"/>
                </a:lnTo>
                <a:lnTo>
                  <a:pt x="1232280" y="526070"/>
                </a:lnTo>
                <a:lnTo>
                  <a:pt x="1233867" y="538536"/>
                </a:lnTo>
                <a:lnTo>
                  <a:pt x="1235680" y="550775"/>
                </a:lnTo>
                <a:lnTo>
                  <a:pt x="1236814" y="563015"/>
                </a:lnTo>
                <a:lnTo>
                  <a:pt x="1237720" y="575254"/>
                </a:lnTo>
                <a:lnTo>
                  <a:pt x="1238401" y="587720"/>
                </a:lnTo>
                <a:lnTo>
                  <a:pt x="1239081" y="599733"/>
                </a:lnTo>
                <a:lnTo>
                  <a:pt x="1239307" y="612199"/>
                </a:lnTo>
                <a:lnTo>
                  <a:pt x="1239307" y="624665"/>
                </a:lnTo>
                <a:lnTo>
                  <a:pt x="1239081" y="636678"/>
                </a:lnTo>
                <a:lnTo>
                  <a:pt x="1238627" y="649144"/>
                </a:lnTo>
                <a:lnTo>
                  <a:pt x="1237947" y="661610"/>
                </a:lnTo>
                <a:lnTo>
                  <a:pt x="1237040" y="673623"/>
                </a:lnTo>
                <a:lnTo>
                  <a:pt x="1235907" y="686089"/>
                </a:lnTo>
                <a:lnTo>
                  <a:pt x="1234320" y="698102"/>
                </a:lnTo>
                <a:lnTo>
                  <a:pt x="1232507" y="710341"/>
                </a:lnTo>
                <a:lnTo>
                  <a:pt x="1230693" y="722807"/>
                </a:lnTo>
                <a:lnTo>
                  <a:pt x="1228653" y="734820"/>
                </a:lnTo>
                <a:lnTo>
                  <a:pt x="1226159" y="746833"/>
                </a:lnTo>
                <a:lnTo>
                  <a:pt x="1223439" y="759073"/>
                </a:lnTo>
                <a:lnTo>
                  <a:pt x="1220719" y="771085"/>
                </a:lnTo>
                <a:lnTo>
                  <a:pt x="1217545" y="783098"/>
                </a:lnTo>
                <a:lnTo>
                  <a:pt x="1214145" y="795111"/>
                </a:lnTo>
                <a:lnTo>
                  <a:pt x="1210518" y="806897"/>
                </a:lnTo>
                <a:lnTo>
                  <a:pt x="1206664" y="818683"/>
                </a:lnTo>
                <a:lnTo>
                  <a:pt x="1202357" y="830469"/>
                </a:lnTo>
                <a:lnTo>
                  <a:pt x="1198277" y="842255"/>
                </a:lnTo>
                <a:lnTo>
                  <a:pt x="1193516" y="853588"/>
                </a:lnTo>
                <a:lnTo>
                  <a:pt x="1188529" y="865374"/>
                </a:lnTo>
                <a:lnTo>
                  <a:pt x="1183769" y="876934"/>
                </a:lnTo>
                <a:lnTo>
                  <a:pt x="1178328" y="888267"/>
                </a:lnTo>
                <a:lnTo>
                  <a:pt x="1172661" y="899599"/>
                </a:lnTo>
                <a:lnTo>
                  <a:pt x="1166767" y="910706"/>
                </a:lnTo>
                <a:lnTo>
                  <a:pt x="1160646" y="921812"/>
                </a:lnTo>
                <a:lnTo>
                  <a:pt x="1534229" y="1295115"/>
                </a:lnTo>
                <a:lnTo>
                  <a:pt x="1540350" y="1301461"/>
                </a:lnTo>
                <a:lnTo>
                  <a:pt x="1545790" y="1308034"/>
                </a:lnTo>
                <a:lnTo>
                  <a:pt x="1551231" y="1314607"/>
                </a:lnTo>
                <a:lnTo>
                  <a:pt x="1556445" y="1321407"/>
                </a:lnTo>
                <a:lnTo>
                  <a:pt x="1560752" y="1328433"/>
                </a:lnTo>
                <a:lnTo>
                  <a:pt x="1565286" y="1335460"/>
                </a:lnTo>
                <a:lnTo>
                  <a:pt x="1569366" y="1342713"/>
                </a:lnTo>
                <a:lnTo>
                  <a:pt x="1572766" y="1349966"/>
                </a:lnTo>
                <a:lnTo>
                  <a:pt x="1576167" y="1357219"/>
                </a:lnTo>
                <a:lnTo>
                  <a:pt x="1578887" y="1364698"/>
                </a:lnTo>
                <a:lnTo>
                  <a:pt x="1581381" y="1372178"/>
                </a:lnTo>
                <a:lnTo>
                  <a:pt x="1583648" y="1379658"/>
                </a:lnTo>
                <a:lnTo>
                  <a:pt x="1585461" y="1387137"/>
                </a:lnTo>
                <a:lnTo>
                  <a:pt x="1586821" y="1394617"/>
                </a:lnTo>
                <a:lnTo>
                  <a:pt x="1587955" y="1402323"/>
                </a:lnTo>
                <a:lnTo>
                  <a:pt x="1588635" y="1409803"/>
                </a:lnTo>
                <a:lnTo>
                  <a:pt x="1589088" y="1417283"/>
                </a:lnTo>
                <a:lnTo>
                  <a:pt x="1589088" y="1424762"/>
                </a:lnTo>
                <a:lnTo>
                  <a:pt x="1588861" y="1432242"/>
                </a:lnTo>
                <a:lnTo>
                  <a:pt x="1588181" y="1439495"/>
                </a:lnTo>
                <a:lnTo>
                  <a:pt x="1587274" y="1446748"/>
                </a:lnTo>
                <a:lnTo>
                  <a:pt x="1585914" y="1454001"/>
                </a:lnTo>
                <a:lnTo>
                  <a:pt x="1584101" y="1461027"/>
                </a:lnTo>
                <a:lnTo>
                  <a:pt x="1581834" y="1467827"/>
                </a:lnTo>
                <a:lnTo>
                  <a:pt x="1579340" y="1474627"/>
                </a:lnTo>
                <a:lnTo>
                  <a:pt x="1576620" y="1481200"/>
                </a:lnTo>
                <a:lnTo>
                  <a:pt x="1573220" y="1487773"/>
                </a:lnTo>
                <a:lnTo>
                  <a:pt x="1569593" y="1494119"/>
                </a:lnTo>
                <a:lnTo>
                  <a:pt x="1565512" y="1500239"/>
                </a:lnTo>
                <a:lnTo>
                  <a:pt x="1561432" y="1506132"/>
                </a:lnTo>
                <a:lnTo>
                  <a:pt x="1556445" y="1511572"/>
                </a:lnTo>
                <a:lnTo>
                  <a:pt x="1551231" y="1517011"/>
                </a:lnTo>
                <a:lnTo>
                  <a:pt x="1517228" y="1551237"/>
                </a:lnTo>
                <a:lnTo>
                  <a:pt x="1511787" y="1556223"/>
                </a:lnTo>
                <a:lnTo>
                  <a:pt x="1506120" y="1561209"/>
                </a:lnTo>
                <a:lnTo>
                  <a:pt x="1500226" y="1565516"/>
                </a:lnTo>
                <a:lnTo>
                  <a:pt x="1494106" y="1569369"/>
                </a:lnTo>
                <a:lnTo>
                  <a:pt x="1487985" y="1573222"/>
                </a:lnTo>
                <a:lnTo>
                  <a:pt x="1481411" y="1576395"/>
                </a:lnTo>
                <a:lnTo>
                  <a:pt x="1474837" y="1579342"/>
                </a:lnTo>
                <a:lnTo>
                  <a:pt x="1468036" y="1581835"/>
                </a:lnTo>
                <a:lnTo>
                  <a:pt x="1461009" y="1583875"/>
                </a:lnTo>
                <a:lnTo>
                  <a:pt x="1453982" y="1585688"/>
                </a:lnTo>
                <a:lnTo>
                  <a:pt x="1446728" y="1587275"/>
                </a:lnTo>
                <a:lnTo>
                  <a:pt x="1439474" y="1588182"/>
                </a:lnTo>
                <a:lnTo>
                  <a:pt x="1432219" y="1588862"/>
                </a:lnTo>
                <a:lnTo>
                  <a:pt x="1424739" y="1589088"/>
                </a:lnTo>
                <a:lnTo>
                  <a:pt x="1417258" y="1589088"/>
                </a:lnTo>
                <a:lnTo>
                  <a:pt x="1409777" y="1588862"/>
                </a:lnTo>
                <a:lnTo>
                  <a:pt x="1402296" y="1587955"/>
                </a:lnTo>
                <a:lnTo>
                  <a:pt x="1394589" y="1587048"/>
                </a:lnTo>
                <a:lnTo>
                  <a:pt x="1387108" y="1585235"/>
                </a:lnTo>
                <a:lnTo>
                  <a:pt x="1379628" y="1583422"/>
                </a:lnTo>
                <a:lnTo>
                  <a:pt x="1372147" y="1581382"/>
                </a:lnTo>
                <a:lnTo>
                  <a:pt x="1364666" y="1578662"/>
                </a:lnTo>
                <a:lnTo>
                  <a:pt x="1357186" y="1575942"/>
                </a:lnTo>
                <a:lnTo>
                  <a:pt x="1349931" y="1572769"/>
                </a:lnTo>
                <a:lnTo>
                  <a:pt x="1342677" y="1569142"/>
                </a:lnTo>
                <a:lnTo>
                  <a:pt x="1335423" y="1565289"/>
                </a:lnTo>
                <a:lnTo>
                  <a:pt x="1328396" y="1560756"/>
                </a:lnTo>
                <a:lnTo>
                  <a:pt x="1321369" y="1556223"/>
                </a:lnTo>
                <a:lnTo>
                  <a:pt x="1314568" y="1551237"/>
                </a:lnTo>
                <a:lnTo>
                  <a:pt x="1307994" y="1545797"/>
                </a:lnTo>
                <a:lnTo>
                  <a:pt x="1301420" y="1540130"/>
                </a:lnTo>
                <a:lnTo>
                  <a:pt x="1295299" y="1534011"/>
                </a:lnTo>
                <a:lnTo>
                  <a:pt x="921716" y="1160708"/>
                </a:lnTo>
                <a:lnTo>
                  <a:pt x="910835" y="1166827"/>
                </a:lnTo>
                <a:lnTo>
                  <a:pt x="899501" y="1172720"/>
                </a:lnTo>
                <a:lnTo>
                  <a:pt x="888166" y="1178160"/>
                </a:lnTo>
                <a:lnTo>
                  <a:pt x="876832" y="1183600"/>
                </a:lnTo>
                <a:lnTo>
                  <a:pt x="865498" y="1188586"/>
                </a:lnTo>
                <a:lnTo>
                  <a:pt x="853710" y="1193346"/>
                </a:lnTo>
                <a:lnTo>
                  <a:pt x="842375" y="1198106"/>
                </a:lnTo>
                <a:lnTo>
                  <a:pt x="830588" y="1202412"/>
                </a:lnTo>
                <a:lnTo>
                  <a:pt x="818573" y="1206492"/>
                </a:lnTo>
                <a:lnTo>
                  <a:pt x="807012" y="1210572"/>
                </a:lnTo>
                <a:lnTo>
                  <a:pt x="794997" y="1213972"/>
                </a:lnTo>
                <a:lnTo>
                  <a:pt x="783210" y="1217598"/>
                </a:lnTo>
                <a:lnTo>
                  <a:pt x="771195" y="1220545"/>
                </a:lnTo>
                <a:lnTo>
                  <a:pt x="758954" y="1223265"/>
                </a:lnTo>
                <a:lnTo>
                  <a:pt x="746939" y="1226211"/>
                </a:lnTo>
                <a:lnTo>
                  <a:pt x="734698" y="1228478"/>
                </a:lnTo>
                <a:lnTo>
                  <a:pt x="722457" y="1230518"/>
                </a:lnTo>
                <a:lnTo>
                  <a:pt x="710442" y="1232784"/>
                </a:lnTo>
                <a:lnTo>
                  <a:pt x="698201" y="1234371"/>
                </a:lnTo>
                <a:lnTo>
                  <a:pt x="685960" y="1235731"/>
                </a:lnTo>
                <a:lnTo>
                  <a:pt x="673719" y="1236864"/>
                </a:lnTo>
                <a:lnTo>
                  <a:pt x="661478" y="1237771"/>
                </a:lnTo>
                <a:lnTo>
                  <a:pt x="649010" y="1238451"/>
                </a:lnTo>
                <a:lnTo>
                  <a:pt x="636769" y="1239131"/>
                </a:lnTo>
                <a:lnTo>
                  <a:pt x="624527" y="1239357"/>
                </a:lnTo>
                <a:lnTo>
                  <a:pt x="612060" y="1239357"/>
                </a:lnTo>
                <a:lnTo>
                  <a:pt x="599818" y="1239131"/>
                </a:lnTo>
                <a:lnTo>
                  <a:pt x="587577" y="1238451"/>
                </a:lnTo>
                <a:lnTo>
                  <a:pt x="575109" y="1237544"/>
                </a:lnTo>
                <a:lnTo>
                  <a:pt x="562868" y="1236638"/>
                </a:lnTo>
                <a:lnTo>
                  <a:pt x="550627" y="1235504"/>
                </a:lnTo>
                <a:lnTo>
                  <a:pt x="538612" y="1233918"/>
                </a:lnTo>
                <a:lnTo>
                  <a:pt x="526145" y="1232331"/>
                </a:lnTo>
                <a:lnTo>
                  <a:pt x="513903" y="1230291"/>
                </a:lnTo>
                <a:lnTo>
                  <a:pt x="501889" y="1228025"/>
                </a:lnTo>
                <a:lnTo>
                  <a:pt x="489648" y="1225758"/>
                </a:lnTo>
                <a:lnTo>
                  <a:pt x="477633" y="1222811"/>
                </a:lnTo>
                <a:lnTo>
                  <a:pt x="465619" y="1219865"/>
                </a:lnTo>
                <a:lnTo>
                  <a:pt x="453604" y="1216918"/>
                </a:lnTo>
                <a:lnTo>
                  <a:pt x="441590" y="1213292"/>
                </a:lnTo>
                <a:lnTo>
                  <a:pt x="429802" y="1209665"/>
                </a:lnTo>
                <a:lnTo>
                  <a:pt x="418014" y="1205812"/>
                </a:lnTo>
                <a:lnTo>
                  <a:pt x="406453" y="1201506"/>
                </a:lnTo>
                <a:lnTo>
                  <a:pt x="394665" y="1197199"/>
                </a:lnTo>
                <a:lnTo>
                  <a:pt x="383104" y="1192440"/>
                </a:lnTo>
                <a:lnTo>
                  <a:pt x="371543" y="1187680"/>
                </a:lnTo>
                <a:lnTo>
                  <a:pt x="359982" y="1182467"/>
                </a:lnTo>
                <a:lnTo>
                  <a:pt x="348647" y="1177027"/>
                </a:lnTo>
                <a:lnTo>
                  <a:pt x="337313" y="1171360"/>
                </a:lnTo>
                <a:lnTo>
                  <a:pt x="326205" y="1165694"/>
                </a:lnTo>
                <a:lnTo>
                  <a:pt x="315097" y="1159574"/>
                </a:lnTo>
                <a:lnTo>
                  <a:pt x="304216" y="1153228"/>
                </a:lnTo>
                <a:lnTo>
                  <a:pt x="293109" y="1146655"/>
                </a:lnTo>
                <a:lnTo>
                  <a:pt x="282454" y="1139629"/>
                </a:lnTo>
                <a:lnTo>
                  <a:pt x="272026" y="1132602"/>
                </a:lnTo>
                <a:lnTo>
                  <a:pt x="261145" y="1125349"/>
                </a:lnTo>
                <a:lnTo>
                  <a:pt x="250944" y="1117643"/>
                </a:lnTo>
                <a:lnTo>
                  <a:pt x="240517" y="1109937"/>
                </a:lnTo>
                <a:lnTo>
                  <a:pt x="230316" y="1101777"/>
                </a:lnTo>
                <a:lnTo>
                  <a:pt x="220341" y="1093617"/>
                </a:lnTo>
                <a:lnTo>
                  <a:pt x="210367" y="1085004"/>
                </a:lnTo>
                <a:lnTo>
                  <a:pt x="200620" y="1076391"/>
                </a:lnTo>
                <a:lnTo>
                  <a:pt x="191099" y="1067099"/>
                </a:lnTo>
                <a:lnTo>
                  <a:pt x="181578" y="1057806"/>
                </a:lnTo>
                <a:lnTo>
                  <a:pt x="170470" y="1046473"/>
                </a:lnTo>
                <a:lnTo>
                  <a:pt x="159589" y="1034913"/>
                </a:lnTo>
                <a:lnTo>
                  <a:pt x="149161" y="1022901"/>
                </a:lnTo>
                <a:lnTo>
                  <a:pt x="139187" y="1010888"/>
                </a:lnTo>
                <a:lnTo>
                  <a:pt x="129213" y="998648"/>
                </a:lnTo>
                <a:lnTo>
                  <a:pt x="119918" y="985956"/>
                </a:lnTo>
                <a:lnTo>
                  <a:pt x="110851" y="973489"/>
                </a:lnTo>
                <a:lnTo>
                  <a:pt x="102237" y="960797"/>
                </a:lnTo>
                <a:lnTo>
                  <a:pt x="93849" y="947651"/>
                </a:lnTo>
                <a:lnTo>
                  <a:pt x="85688" y="934505"/>
                </a:lnTo>
                <a:lnTo>
                  <a:pt x="78208" y="921358"/>
                </a:lnTo>
                <a:lnTo>
                  <a:pt x="70954" y="907986"/>
                </a:lnTo>
                <a:lnTo>
                  <a:pt x="64153" y="894386"/>
                </a:lnTo>
                <a:lnTo>
                  <a:pt x="57579" y="880560"/>
                </a:lnTo>
                <a:lnTo>
                  <a:pt x="51232" y="866734"/>
                </a:lnTo>
                <a:lnTo>
                  <a:pt x="45338" y="852908"/>
                </a:lnTo>
                <a:lnTo>
                  <a:pt x="39897" y="838856"/>
                </a:lnTo>
                <a:lnTo>
                  <a:pt x="34910" y="824803"/>
                </a:lnTo>
                <a:lnTo>
                  <a:pt x="30150" y="810524"/>
                </a:lnTo>
                <a:lnTo>
                  <a:pt x="25616" y="796244"/>
                </a:lnTo>
                <a:lnTo>
                  <a:pt x="21535" y="781738"/>
                </a:lnTo>
                <a:lnTo>
                  <a:pt x="17682" y="767232"/>
                </a:lnTo>
                <a:lnTo>
                  <a:pt x="14508" y="752726"/>
                </a:lnTo>
                <a:lnTo>
                  <a:pt x="11334" y="738220"/>
                </a:lnTo>
                <a:lnTo>
                  <a:pt x="8841" y="723487"/>
                </a:lnTo>
                <a:lnTo>
                  <a:pt x="6574" y="708755"/>
                </a:lnTo>
                <a:lnTo>
                  <a:pt x="4307" y="694022"/>
                </a:lnTo>
                <a:lnTo>
                  <a:pt x="2947" y="679289"/>
                </a:lnTo>
                <a:lnTo>
                  <a:pt x="1587" y="664330"/>
                </a:lnTo>
                <a:lnTo>
                  <a:pt x="680" y="649597"/>
                </a:lnTo>
                <a:lnTo>
                  <a:pt x="227" y="634638"/>
                </a:lnTo>
                <a:lnTo>
                  <a:pt x="0" y="619905"/>
                </a:lnTo>
                <a:lnTo>
                  <a:pt x="227" y="604946"/>
                </a:lnTo>
                <a:lnTo>
                  <a:pt x="680" y="589987"/>
                </a:lnTo>
                <a:lnTo>
                  <a:pt x="1587" y="575254"/>
                </a:lnTo>
                <a:lnTo>
                  <a:pt x="2947" y="560295"/>
                </a:lnTo>
                <a:lnTo>
                  <a:pt x="4307" y="545562"/>
                </a:lnTo>
                <a:lnTo>
                  <a:pt x="6574" y="530830"/>
                </a:lnTo>
                <a:lnTo>
                  <a:pt x="8841" y="516097"/>
                </a:lnTo>
                <a:lnTo>
                  <a:pt x="11334" y="501364"/>
                </a:lnTo>
                <a:lnTo>
                  <a:pt x="14508" y="486858"/>
                </a:lnTo>
                <a:lnTo>
                  <a:pt x="17682" y="472352"/>
                </a:lnTo>
                <a:lnTo>
                  <a:pt x="21535" y="457846"/>
                </a:lnTo>
                <a:lnTo>
                  <a:pt x="25616" y="443340"/>
                </a:lnTo>
                <a:lnTo>
                  <a:pt x="30150" y="429061"/>
                </a:lnTo>
                <a:lnTo>
                  <a:pt x="34910" y="414781"/>
                </a:lnTo>
                <a:lnTo>
                  <a:pt x="39897" y="400502"/>
                </a:lnTo>
                <a:lnTo>
                  <a:pt x="45338" y="386449"/>
                </a:lnTo>
                <a:lnTo>
                  <a:pt x="51232" y="372850"/>
                </a:lnTo>
                <a:lnTo>
                  <a:pt x="57579" y="359024"/>
                </a:lnTo>
                <a:lnTo>
                  <a:pt x="64153" y="345198"/>
                </a:lnTo>
                <a:lnTo>
                  <a:pt x="70954" y="331599"/>
                </a:lnTo>
                <a:lnTo>
                  <a:pt x="78208" y="318226"/>
                </a:lnTo>
                <a:lnTo>
                  <a:pt x="85688" y="304853"/>
                </a:lnTo>
                <a:lnTo>
                  <a:pt x="93849" y="291934"/>
                </a:lnTo>
                <a:lnTo>
                  <a:pt x="102237" y="278788"/>
                </a:lnTo>
                <a:lnTo>
                  <a:pt x="110851" y="266095"/>
                </a:lnTo>
                <a:lnTo>
                  <a:pt x="119918" y="253402"/>
                </a:lnTo>
                <a:lnTo>
                  <a:pt x="129213" y="240936"/>
                </a:lnTo>
                <a:lnTo>
                  <a:pt x="139187" y="228697"/>
                </a:lnTo>
                <a:lnTo>
                  <a:pt x="149161" y="216457"/>
                </a:lnTo>
                <a:lnTo>
                  <a:pt x="159589" y="204671"/>
                </a:lnTo>
                <a:lnTo>
                  <a:pt x="170470" y="193111"/>
                </a:lnTo>
                <a:lnTo>
                  <a:pt x="181578" y="181779"/>
                </a:lnTo>
                <a:lnTo>
                  <a:pt x="193139" y="170446"/>
                </a:lnTo>
                <a:lnTo>
                  <a:pt x="204473" y="159793"/>
                </a:lnTo>
                <a:lnTo>
                  <a:pt x="216488" y="149140"/>
                </a:lnTo>
                <a:lnTo>
                  <a:pt x="228729" y="139167"/>
                </a:lnTo>
                <a:lnTo>
                  <a:pt x="240743" y="129421"/>
                </a:lnTo>
                <a:lnTo>
                  <a:pt x="253438" y="119901"/>
                </a:lnTo>
                <a:lnTo>
                  <a:pt x="266133" y="110835"/>
                </a:lnTo>
                <a:lnTo>
                  <a:pt x="278600" y="102222"/>
                </a:lnTo>
                <a:lnTo>
                  <a:pt x="291748" y="93836"/>
                </a:lnTo>
                <a:lnTo>
                  <a:pt x="304896" y="85903"/>
                </a:lnTo>
                <a:lnTo>
                  <a:pt x="318271" y="78423"/>
                </a:lnTo>
                <a:lnTo>
                  <a:pt x="331646" y="71170"/>
                </a:lnTo>
                <a:lnTo>
                  <a:pt x="345020" y="64144"/>
                </a:lnTo>
                <a:lnTo>
                  <a:pt x="358848" y="57571"/>
                </a:lnTo>
                <a:lnTo>
                  <a:pt x="372676" y="51451"/>
                </a:lnTo>
                <a:lnTo>
                  <a:pt x="386504" y="45558"/>
                </a:lnTo>
                <a:lnTo>
                  <a:pt x="400559" y="40118"/>
                </a:lnTo>
                <a:lnTo>
                  <a:pt x="414840" y="34905"/>
                </a:lnTo>
                <a:lnTo>
                  <a:pt x="429122" y="30146"/>
                </a:lnTo>
                <a:lnTo>
                  <a:pt x="443403" y="25839"/>
                </a:lnTo>
                <a:lnTo>
                  <a:pt x="457911" y="21533"/>
                </a:lnTo>
                <a:lnTo>
                  <a:pt x="472419" y="17906"/>
                </a:lnTo>
                <a:lnTo>
                  <a:pt x="486927" y="14506"/>
                </a:lnTo>
                <a:lnTo>
                  <a:pt x="501435" y="11560"/>
                </a:lnTo>
                <a:lnTo>
                  <a:pt x="515944" y="8840"/>
                </a:lnTo>
                <a:lnTo>
                  <a:pt x="530678" y="6573"/>
                </a:lnTo>
                <a:lnTo>
                  <a:pt x="545413" y="4533"/>
                </a:lnTo>
                <a:lnTo>
                  <a:pt x="560148" y="3173"/>
                </a:lnTo>
                <a:lnTo>
                  <a:pt x="575109" y="1587"/>
                </a:lnTo>
                <a:lnTo>
                  <a:pt x="589844" y="907"/>
                </a:lnTo>
                <a:lnTo>
                  <a:pt x="604806" y="227"/>
                </a:lnTo>
                <a:lnTo>
                  <a:pt x="61954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+mn-lt"/>
              <a:ea typeface="+mn-ea"/>
            </a:endParaRPr>
          </a:p>
        </p:txBody>
      </p:sp>
      <p:sp>
        <p:nvSpPr>
          <p:cNvPr id="20" name="MH_SubTitle_1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 flipH="1">
            <a:off x="-317825" y="2735851"/>
            <a:ext cx="3343275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Aft>
                <a:spcPct val="30000"/>
              </a:spcAft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常规屏蔽方式 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1" name="MH_SubTitle_2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5325233" y="1351765"/>
            <a:ext cx="3341688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特殊屏蔽方式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2" name="MH_Text_2"/>
          <p:cNvSpPr/>
          <p:nvPr>
            <p:custDataLst>
              <p:tags r:id="rId16"/>
            </p:custDataLst>
          </p:nvPr>
        </p:nvSpPr>
        <p:spPr>
          <a:xfrm>
            <a:off x="4487033" y="2036871"/>
            <a:ext cx="4351337" cy="1512887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使正在处理的中断所对应的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IMR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位置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，并使对应的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ISR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位清零，这样任何优先级的中断都可得到响应。</a:t>
            </a:r>
            <a:endParaRPr lang="zh-CN" altLang="en-US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主要用在中断服务程序中需要动态地改变系统的优先级结构的情况。</a:t>
            </a:r>
            <a:endParaRPr lang="zh-CN" altLang="en-US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例如，在执行中断服务程序的某一部分时，需要禁止比本中断优先级低的其他中断请求，而在执行另一部分时，又希望开放这些中断请求。</a:t>
            </a:r>
            <a:endParaRPr lang="zh-CN" altLang="en-US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3" name="MH_Text_2"/>
          <p:cNvSpPr/>
          <p:nvPr>
            <p:custDataLst>
              <p:tags r:id="rId17"/>
            </p:custDataLst>
          </p:nvPr>
        </p:nvSpPr>
        <p:spPr>
          <a:xfrm>
            <a:off x="478715" y="3367823"/>
            <a:ext cx="2894398" cy="1512887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的每个中断请求输入端都可通过对应的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IMR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位的设置被屏蔽。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IMR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某位为“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1”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表示屏蔽对应的中断请求。</a:t>
            </a:r>
            <a:endParaRPr lang="zh-CN" altLang="en-US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9" name="ïšḻïdê"/>
          <p:cNvSpPr txBox="1"/>
          <p:nvPr/>
        </p:nvSpPr>
        <p:spPr bwMode="auto">
          <a:xfrm>
            <a:off x="-1" y="162085"/>
            <a:ext cx="828190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6.5 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可编程中断控制器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 </a:t>
            </a:r>
            <a:endParaRPr lang="zh-CN" altLang="en-US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63" name="right-arrowheads_44810"/>
          <p:cNvSpPr>
            <a:spLocks noChangeAspect="1"/>
          </p:cNvSpPr>
          <p:nvPr/>
        </p:nvSpPr>
        <p:spPr bwMode="auto">
          <a:xfrm>
            <a:off x="152015" y="929658"/>
            <a:ext cx="411251" cy="316320"/>
          </a:xfrm>
          <a:custGeom>
            <a:avLst/>
            <a:gdLst>
              <a:gd name="T0" fmla="*/ 59 w 415"/>
              <a:gd name="T1" fmla="*/ 406 h 406"/>
              <a:gd name="T2" fmla="*/ 25 w 415"/>
              <a:gd name="T3" fmla="*/ 394 h 406"/>
              <a:gd name="T4" fmla="*/ 19 w 415"/>
              <a:gd name="T5" fmla="*/ 318 h 406"/>
              <a:gd name="T6" fmla="*/ 114 w 415"/>
              <a:gd name="T7" fmla="*/ 206 h 406"/>
              <a:gd name="T8" fmla="*/ 19 w 415"/>
              <a:gd name="T9" fmla="*/ 94 h 406"/>
              <a:gd name="T10" fmla="*/ 25 w 415"/>
              <a:gd name="T11" fmla="*/ 19 h 406"/>
              <a:gd name="T12" fmla="*/ 100 w 415"/>
              <a:gd name="T13" fmla="*/ 25 h 406"/>
              <a:gd name="T14" fmla="*/ 225 w 415"/>
              <a:gd name="T15" fmla="*/ 172 h 406"/>
              <a:gd name="T16" fmla="*/ 225 w 415"/>
              <a:gd name="T17" fmla="*/ 241 h 406"/>
              <a:gd name="T18" fmla="*/ 100 w 415"/>
              <a:gd name="T19" fmla="*/ 388 h 406"/>
              <a:gd name="T20" fmla="*/ 59 w 415"/>
              <a:gd name="T21" fmla="*/ 406 h 406"/>
              <a:gd name="T22" fmla="*/ 273 w 415"/>
              <a:gd name="T23" fmla="*/ 388 h 406"/>
              <a:gd name="T24" fmla="*/ 398 w 415"/>
              <a:gd name="T25" fmla="*/ 241 h 406"/>
              <a:gd name="T26" fmla="*/ 398 w 415"/>
              <a:gd name="T27" fmla="*/ 172 h 406"/>
              <a:gd name="T28" fmla="*/ 273 w 415"/>
              <a:gd name="T29" fmla="*/ 25 h 406"/>
              <a:gd name="T30" fmla="*/ 198 w 415"/>
              <a:gd name="T31" fmla="*/ 19 h 406"/>
              <a:gd name="T32" fmla="*/ 192 w 415"/>
              <a:gd name="T33" fmla="*/ 94 h 406"/>
              <a:gd name="T34" fmla="*/ 287 w 415"/>
              <a:gd name="T35" fmla="*/ 206 h 406"/>
              <a:gd name="T36" fmla="*/ 192 w 415"/>
              <a:gd name="T37" fmla="*/ 318 h 406"/>
              <a:gd name="T38" fmla="*/ 198 w 415"/>
              <a:gd name="T39" fmla="*/ 394 h 406"/>
              <a:gd name="T40" fmla="*/ 232 w 415"/>
              <a:gd name="T41" fmla="*/ 406 h 406"/>
              <a:gd name="T42" fmla="*/ 273 w 415"/>
              <a:gd name="T43" fmla="*/ 388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5" h="406">
                <a:moveTo>
                  <a:pt x="59" y="406"/>
                </a:moveTo>
                <a:cubicBezTo>
                  <a:pt x="47" y="406"/>
                  <a:pt x="35" y="402"/>
                  <a:pt x="25" y="394"/>
                </a:cubicBezTo>
                <a:cubicBezTo>
                  <a:pt x="2" y="375"/>
                  <a:pt x="0" y="341"/>
                  <a:pt x="19" y="318"/>
                </a:cubicBezTo>
                <a:lnTo>
                  <a:pt x="114" y="206"/>
                </a:lnTo>
                <a:lnTo>
                  <a:pt x="19" y="94"/>
                </a:lnTo>
                <a:cubicBezTo>
                  <a:pt x="0" y="71"/>
                  <a:pt x="2" y="38"/>
                  <a:pt x="25" y="19"/>
                </a:cubicBezTo>
                <a:cubicBezTo>
                  <a:pt x="47" y="0"/>
                  <a:pt x="81" y="2"/>
                  <a:pt x="100" y="25"/>
                </a:cubicBezTo>
                <a:lnTo>
                  <a:pt x="225" y="172"/>
                </a:lnTo>
                <a:cubicBezTo>
                  <a:pt x="242" y="192"/>
                  <a:pt x="242" y="221"/>
                  <a:pt x="225" y="241"/>
                </a:cubicBezTo>
                <a:lnTo>
                  <a:pt x="100" y="388"/>
                </a:lnTo>
                <a:cubicBezTo>
                  <a:pt x="89" y="400"/>
                  <a:pt x="74" y="406"/>
                  <a:pt x="59" y="406"/>
                </a:cubicBezTo>
                <a:close/>
                <a:moveTo>
                  <a:pt x="273" y="388"/>
                </a:moveTo>
                <a:lnTo>
                  <a:pt x="398" y="241"/>
                </a:lnTo>
                <a:cubicBezTo>
                  <a:pt x="415" y="221"/>
                  <a:pt x="415" y="192"/>
                  <a:pt x="398" y="172"/>
                </a:cubicBezTo>
                <a:lnTo>
                  <a:pt x="273" y="25"/>
                </a:lnTo>
                <a:cubicBezTo>
                  <a:pt x="254" y="2"/>
                  <a:pt x="220" y="0"/>
                  <a:pt x="198" y="19"/>
                </a:cubicBezTo>
                <a:cubicBezTo>
                  <a:pt x="175" y="38"/>
                  <a:pt x="173" y="71"/>
                  <a:pt x="192" y="94"/>
                </a:cubicBezTo>
                <a:lnTo>
                  <a:pt x="287" y="206"/>
                </a:lnTo>
                <a:lnTo>
                  <a:pt x="192" y="318"/>
                </a:lnTo>
                <a:cubicBezTo>
                  <a:pt x="173" y="341"/>
                  <a:pt x="175" y="375"/>
                  <a:pt x="198" y="394"/>
                </a:cubicBezTo>
                <a:cubicBezTo>
                  <a:pt x="208" y="402"/>
                  <a:pt x="220" y="406"/>
                  <a:pt x="232" y="406"/>
                </a:cubicBezTo>
                <a:cubicBezTo>
                  <a:pt x="247" y="406"/>
                  <a:pt x="262" y="400"/>
                  <a:pt x="273" y="3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4" name="矩形 63"/>
          <p:cNvSpPr/>
          <p:nvPr/>
        </p:nvSpPr>
        <p:spPr>
          <a:xfrm>
            <a:off x="584781" y="858016"/>
            <a:ext cx="7429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中断结束（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EOI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）的处理方式 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8" name="MH_Other_1"/>
          <p:cNvSpPr/>
          <p:nvPr>
            <p:custDataLst>
              <p:tags r:id="rId2"/>
            </p:custDataLst>
          </p:nvPr>
        </p:nvSpPr>
        <p:spPr>
          <a:xfrm>
            <a:off x="-3175" y="1738313"/>
            <a:ext cx="4135438" cy="4152900"/>
          </a:xfrm>
          <a:custGeom>
            <a:avLst/>
            <a:gdLst>
              <a:gd name="connsiteX0" fmla="*/ 3089036 w 4134954"/>
              <a:gd name="connsiteY0" fmla="*/ 19 h 4152849"/>
              <a:gd name="connsiteX1" fmla="*/ 3615265 w 4134954"/>
              <a:gd name="connsiteY1" fmla="*/ 318497 h 4152849"/>
              <a:gd name="connsiteX2" fmla="*/ 3367532 w 4134954"/>
              <a:gd name="connsiteY2" fmla="*/ 1131705 h 4152849"/>
              <a:gd name="connsiteX3" fmla="*/ 2936624 w 4134954"/>
              <a:gd name="connsiteY3" fmla="*/ 1183097 h 4152849"/>
              <a:gd name="connsiteX4" fmla="*/ 2121962 w 4134954"/>
              <a:gd name="connsiteY4" fmla="*/ 1375343 h 4152849"/>
              <a:gd name="connsiteX5" fmla="*/ 1711534 w 4134954"/>
              <a:gd name="connsiteY5" fmla="*/ 1673204 h 4152849"/>
              <a:gd name="connsiteX6" fmla="*/ 1673139 w 4134954"/>
              <a:gd name="connsiteY6" fmla="*/ 1714588 h 4152849"/>
              <a:gd name="connsiteX7" fmla="*/ 1723384 w 4134954"/>
              <a:gd name="connsiteY7" fmla="*/ 1734930 h 4152849"/>
              <a:gd name="connsiteX8" fmla="*/ 2269957 w 4134954"/>
              <a:gd name="connsiteY8" fmla="*/ 1825448 h 4152849"/>
              <a:gd name="connsiteX9" fmla="*/ 3086034 w 4134954"/>
              <a:gd name="connsiteY9" fmla="*/ 1618355 h 4152849"/>
              <a:gd name="connsiteX10" fmla="*/ 3203403 w 4134954"/>
              <a:gd name="connsiteY10" fmla="*/ 1516313 h 4152849"/>
              <a:gd name="connsiteX11" fmla="*/ 3207674 w 4134954"/>
              <a:gd name="connsiteY11" fmla="*/ 1511619 h 4152849"/>
              <a:gd name="connsiteX12" fmla="*/ 3211231 w 4134954"/>
              <a:gd name="connsiteY12" fmla="*/ 1511660 h 4152849"/>
              <a:gd name="connsiteX13" fmla="*/ 3540812 w 4134954"/>
              <a:gd name="connsiteY13" fmla="*/ 1417449 h 4152849"/>
              <a:gd name="connsiteX14" fmla="*/ 4134913 w 4134954"/>
              <a:gd name="connsiteY14" fmla="*/ 2025498 h 4152849"/>
              <a:gd name="connsiteX15" fmla="*/ 3526862 w 4134954"/>
              <a:gd name="connsiteY15" fmla="*/ 2619598 h 4152849"/>
              <a:gd name="connsiteX16" fmla="*/ 3124277 w 4134954"/>
              <a:gd name="connsiteY16" fmla="*/ 2457589 h 4152849"/>
              <a:gd name="connsiteX17" fmla="*/ 2317463 w 4134954"/>
              <a:gd name="connsiteY17" fmla="*/ 2234686 h 4152849"/>
              <a:gd name="connsiteX18" fmla="*/ 1707569 w 4134954"/>
              <a:gd name="connsiteY18" fmla="*/ 2334249 h 4152849"/>
              <a:gd name="connsiteX19" fmla="*/ 1682125 w 4134954"/>
              <a:gd name="connsiteY19" fmla="*/ 2345343 h 4152849"/>
              <a:gd name="connsiteX20" fmla="*/ 1710521 w 4134954"/>
              <a:gd name="connsiteY20" fmla="*/ 2382713 h 4152849"/>
              <a:gd name="connsiteX21" fmla="*/ 2134084 w 4134954"/>
              <a:gd name="connsiteY21" fmla="*/ 2739826 h 4152849"/>
              <a:gd name="connsiteX22" fmla="*/ 2941390 w 4134954"/>
              <a:gd name="connsiteY22" fmla="*/ 2978840 h 4152849"/>
              <a:gd name="connsiteX23" fmla="*/ 3094422 w 4134954"/>
              <a:gd name="connsiteY23" fmla="*/ 2951105 h 4152849"/>
              <a:gd name="connsiteX24" fmla="*/ 3100492 w 4134954"/>
              <a:gd name="connsiteY24" fmla="*/ 2949252 h 4152849"/>
              <a:gd name="connsiteX25" fmla="*/ 3103528 w 4134954"/>
              <a:gd name="connsiteY25" fmla="*/ 2951105 h 4152849"/>
              <a:gd name="connsiteX26" fmla="*/ 3434970 w 4134954"/>
              <a:gd name="connsiteY26" fmla="*/ 3038544 h 4152849"/>
              <a:gd name="connsiteX27" fmla="*/ 3634923 w 4134954"/>
              <a:gd name="connsiteY27" fmla="*/ 3864800 h 4152849"/>
              <a:gd name="connsiteX28" fmla="*/ 2808666 w 4134954"/>
              <a:gd name="connsiteY28" fmla="*/ 4064751 h 4152849"/>
              <a:gd name="connsiteX29" fmla="*/ 2545403 w 4134954"/>
              <a:gd name="connsiteY29" fmla="*/ 3719766 h 4152849"/>
              <a:gd name="connsiteX30" fmla="*/ 1965793 w 4134954"/>
              <a:gd name="connsiteY30" fmla="*/ 3115873 h 4152849"/>
              <a:gd name="connsiteX31" fmla="*/ 1187140 w 4134954"/>
              <a:gd name="connsiteY31" fmla="*/ 2874272 h 4152849"/>
              <a:gd name="connsiteX32" fmla="*/ 1102375 w 4134954"/>
              <a:gd name="connsiteY32" fmla="*/ 2882353 h 4152849"/>
              <a:gd name="connsiteX33" fmla="*/ 1096470 w 4134954"/>
              <a:gd name="connsiteY33" fmla="*/ 2886778 h 4152849"/>
              <a:gd name="connsiteX34" fmla="*/ 994951 w 4134954"/>
              <a:gd name="connsiteY34" fmla="*/ 2942378 h 4152849"/>
              <a:gd name="connsiteX35" fmla="*/ 977538 w 4134954"/>
              <a:gd name="connsiteY35" fmla="*/ 2952616 h 4152849"/>
              <a:gd name="connsiteX36" fmla="*/ 46328 w 4134954"/>
              <a:gd name="connsiteY36" fmla="*/ 2911558 h 4152849"/>
              <a:gd name="connsiteX37" fmla="*/ 1 w 4134954"/>
              <a:gd name="connsiteY37" fmla="*/ 2878176 h 4152849"/>
              <a:gd name="connsiteX38" fmla="*/ 0 w 4134954"/>
              <a:gd name="connsiteY38" fmla="*/ 1926001 h 4152849"/>
              <a:gd name="connsiteX39" fmla="*/ 1 w 4134954"/>
              <a:gd name="connsiteY39" fmla="*/ 1926000 h 4152849"/>
              <a:gd name="connsiteX40" fmla="*/ 1 w 4134954"/>
              <a:gd name="connsiteY40" fmla="*/ 1257695 h 4152849"/>
              <a:gd name="connsiteX41" fmla="*/ 61658 w 4134954"/>
              <a:gd name="connsiteY41" fmla="*/ 1219491 h 4152849"/>
              <a:gd name="connsiteX42" fmla="*/ 503519 w 4134954"/>
              <a:gd name="connsiteY42" fmla="*/ 1105956 h 4152849"/>
              <a:gd name="connsiteX43" fmla="*/ 569031 w 4134954"/>
              <a:gd name="connsiteY43" fmla="*/ 1109032 h 4152849"/>
              <a:gd name="connsiteX44" fmla="*/ 585555 w 4134954"/>
              <a:gd name="connsiteY44" fmla="*/ 1107907 h 4152849"/>
              <a:gd name="connsiteX45" fmla="*/ 1027609 w 4134954"/>
              <a:gd name="connsiteY45" fmla="*/ 1220683 h 4152849"/>
              <a:gd name="connsiteX46" fmla="*/ 1039650 w 4134954"/>
              <a:gd name="connsiteY46" fmla="*/ 1228036 h 4152849"/>
              <a:gd name="connsiteX47" fmla="*/ 1128582 w 4134954"/>
              <a:gd name="connsiteY47" fmla="*/ 1237940 h 4152849"/>
              <a:gd name="connsiteX48" fmla="*/ 1883635 w 4134954"/>
              <a:gd name="connsiteY48" fmla="*/ 1039286 h 4152849"/>
              <a:gd name="connsiteX49" fmla="*/ 2499782 w 4134954"/>
              <a:gd name="connsiteY49" fmla="*/ 465499 h 4152849"/>
              <a:gd name="connsiteX50" fmla="*/ 2553672 w 4134954"/>
              <a:gd name="connsiteY50" fmla="*/ 319609 h 4152849"/>
              <a:gd name="connsiteX51" fmla="*/ 2555163 w 4134954"/>
              <a:gd name="connsiteY51" fmla="*/ 313440 h 4152849"/>
              <a:gd name="connsiteX52" fmla="*/ 2558302 w 4134954"/>
              <a:gd name="connsiteY52" fmla="*/ 311766 h 4152849"/>
              <a:gd name="connsiteX53" fmla="*/ 2802058 w 4134954"/>
              <a:gd name="connsiteY53" fmla="*/ 70763 h 4152849"/>
              <a:gd name="connsiteX54" fmla="*/ 3089036 w 4134954"/>
              <a:gd name="connsiteY54" fmla="*/ 19 h 4152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134954" h="4152849">
                <a:moveTo>
                  <a:pt x="3089036" y="19"/>
                </a:moveTo>
                <a:cubicBezTo>
                  <a:pt x="3302275" y="1712"/>
                  <a:pt x="3507912" y="117078"/>
                  <a:pt x="3615265" y="318497"/>
                </a:cubicBezTo>
                <a:cubicBezTo>
                  <a:pt x="3771417" y="611467"/>
                  <a:pt x="3660503" y="975553"/>
                  <a:pt x="3367532" y="1131705"/>
                </a:cubicBezTo>
                <a:cubicBezTo>
                  <a:pt x="3229889" y="1205067"/>
                  <a:pt x="3076552" y="1219481"/>
                  <a:pt x="2936624" y="1183097"/>
                </a:cubicBezTo>
                <a:cubicBezTo>
                  <a:pt x="2713131" y="1154646"/>
                  <a:pt x="2414345" y="1219506"/>
                  <a:pt x="2121962" y="1375343"/>
                </a:cubicBezTo>
                <a:cubicBezTo>
                  <a:pt x="1960645" y="1461323"/>
                  <a:pt x="1821233" y="1564362"/>
                  <a:pt x="1711534" y="1673204"/>
                </a:cubicBezTo>
                <a:lnTo>
                  <a:pt x="1673139" y="1714588"/>
                </a:lnTo>
                <a:lnTo>
                  <a:pt x="1723384" y="1734930"/>
                </a:lnTo>
                <a:cubicBezTo>
                  <a:pt x="1880619" y="1790042"/>
                  <a:pt x="2068224" y="1823107"/>
                  <a:pt x="2269957" y="1825448"/>
                </a:cubicBezTo>
                <a:cubicBezTo>
                  <a:pt x="2603814" y="1829322"/>
                  <a:pt x="2900939" y="1748173"/>
                  <a:pt x="3086034" y="1618355"/>
                </a:cubicBezTo>
                <a:cubicBezTo>
                  <a:pt x="3120263" y="1579223"/>
                  <a:pt x="3159863" y="1545006"/>
                  <a:pt x="3203403" y="1516313"/>
                </a:cubicBezTo>
                <a:lnTo>
                  <a:pt x="3207674" y="1511619"/>
                </a:lnTo>
                <a:lnTo>
                  <a:pt x="3211231" y="1511660"/>
                </a:lnTo>
                <a:cubicBezTo>
                  <a:pt x="3306202" y="1450657"/>
                  <a:pt x="3419519" y="1416041"/>
                  <a:pt x="3540812" y="1417449"/>
                </a:cubicBezTo>
                <a:cubicBezTo>
                  <a:pt x="3872776" y="1421301"/>
                  <a:pt x="4138765" y="1693533"/>
                  <a:pt x="4134913" y="2025498"/>
                </a:cubicBezTo>
                <a:cubicBezTo>
                  <a:pt x="4131061" y="2357462"/>
                  <a:pt x="3858827" y="2623450"/>
                  <a:pt x="3526862" y="2619598"/>
                </a:cubicBezTo>
                <a:cubicBezTo>
                  <a:pt x="3370902" y="2617788"/>
                  <a:pt x="3229503" y="2556741"/>
                  <a:pt x="3124277" y="2457589"/>
                </a:cubicBezTo>
                <a:cubicBezTo>
                  <a:pt x="2941955" y="2325237"/>
                  <a:pt x="2648762" y="2238531"/>
                  <a:pt x="2317463" y="2234686"/>
                </a:cubicBezTo>
                <a:cubicBezTo>
                  <a:pt x="2088980" y="2232035"/>
                  <a:pt x="1877701" y="2269206"/>
                  <a:pt x="1707569" y="2334249"/>
                </a:cubicBezTo>
                <a:lnTo>
                  <a:pt x="1682125" y="2345343"/>
                </a:lnTo>
                <a:lnTo>
                  <a:pt x="1710521" y="2382713"/>
                </a:lnTo>
                <a:cubicBezTo>
                  <a:pt x="1817513" y="2510436"/>
                  <a:pt x="1961876" y="2634726"/>
                  <a:pt x="2134084" y="2739826"/>
                </a:cubicBezTo>
                <a:cubicBezTo>
                  <a:pt x="2419079" y="2913761"/>
                  <a:pt x="2715948" y="2995842"/>
                  <a:pt x="2941390" y="2978840"/>
                </a:cubicBezTo>
                <a:cubicBezTo>
                  <a:pt x="2990809" y="2962696"/>
                  <a:pt x="3042333" y="2953519"/>
                  <a:pt x="3094422" y="2951105"/>
                </a:cubicBezTo>
                <a:lnTo>
                  <a:pt x="3100492" y="2949252"/>
                </a:lnTo>
                <a:lnTo>
                  <a:pt x="3103528" y="2951105"/>
                </a:lnTo>
                <a:cubicBezTo>
                  <a:pt x="3216336" y="2947200"/>
                  <a:pt x="3331429" y="2975352"/>
                  <a:pt x="3434970" y="3038544"/>
                </a:cubicBezTo>
                <a:cubicBezTo>
                  <a:pt x="3718349" y="3211493"/>
                  <a:pt x="3807872" y="3581420"/>
                  <a:pt x="3634923" y="3864800"/>
                </a:cubicBezTo>
                <a:cubicBezTo>
                  <a:pt x="3461973" y="4148179"/>
                  <a:pt x="3092046" y="4237700"/>
                  <a:pt x="2808666" y="4064751"/>
                </a:cubicBezTo>
                <a:cubicBezTo>
                  <a:pt x="2675531" y="3983497"/>
                  <a:pt x="2585185" y="3858766"/>
                  <a:pt x="2545403" y="3719766"/>
                </a:cubicBezTo>
                <a:cubicBezTo>
                  <a:pt x="2456318" y="3512832"/>
                  <a:pt x="2248604" y="3288475"/>
                  <a:pt x="1965793" y="3115873"/>
                </a:cubicBezTo>
                <a:cubicBezTo>
                  <a:pt x="1692733" y="2949223"/>
                  <a:pt x="1408771" y="2866892"/>
                  <a:pt x="1187140" y="2874272"/>
                </a:cubicBezTo>
                <a:lnTo>
                  <a:pt x="1102375" y="2882353"/>
                </a:lnTo>
                <a:lnTo>
                  <a:pt x="1096470" y="2886778"/>
                </a:lnTo>
                <a:lnTo>
                  <a:pt x="994951" y="2942378"/>
                </a:lnTo>
                <a:lnTo>
                  <a:pt x="977538" y="2952616"/>
                </a:lnTo>
                <a:cubicBezTo>
                  <a:pt x="690820" y="3094618"/>
                  <a:pt x="339714" y="3090613"/>
                  <a:pt x="46328" y="2911558"/>
                </a:cubicBezTo>
                <a:lnTo>
                  <a:pt x="1" y="2878176"/>
                </a:lnTo>
                <a:lnTo>
                  <a:pt x="0" y="1926001"/>
                </a:lnTo>
                <a:lnTo>
                  <a:pt x="1" y="1926000"/>
                </a:lnTo>
                <a:lnTo>
                  <a:pt x="1" y="1257695"/>
                </a:lnTo>
                <a:cubicBezTo>
                  <a:pt x="19193" y="1243150"/>
                  <a:pt x="40119" y="1230971"/>
                  <a:pt x="61658" y="1219491"/>
                </a:cubicBezTo>
                <a:cubicBezTo>
                  <a:pt x="202725" y="1144303"/>
                  <a:pt x="354052" y="1107642"/>
                  <a:pt x="503519" y="1105956"/>
                </a:cubicBezTo>
                <a:lnTo>
                  <a:pt x="569031" y="1109032"/>
                </a:lnTo>
                <a:lnTo>
                  <a:pt x="585555" y="1107907"/>
                </a:lnTo>
                <a:cubicBezTo>
                  <a:pt x="745397" y="1109762"/>
                  <a:pt x="895722" y="1150334"/>
                  <a:pt x="1027609" y="1220683"/>
                </a:cubicBezTo>
                <a:lnTo>
                  <a:pt x="1039650" y="1228036"/>
                </a:lnTo>
                <a:lnTo>
                  <a:pt x="1128582" y="1237940"/>
                </a:lnTo>
                <a:cubicBezTo>
                  <a:pt x="1344181" y="1248064"/>
                  <a:pt x="1616580" y="1181625"/>
                  <a:pt x="1883635" y="1039286"/>
                </a:cubicBezTo>
                <a:cubicBezTo>
                  <a:pt x="2178277" y="882244"/>
                  <a:pt x="2399846" y="668293"/>
                  <a:pt x="2499782" y="465499"/>
                </a:cubicBezTo>
                <a:cubicBezTo>
                  <a:pt x="2510996" y="414732"/>
                  <a:pt x="2529280" y="365696"/>
                  <a:pt x="2553672" y="319609"/>
                </a:cubicBezTo>
                <a:lnTo>
                  <a:pt x="2555163" y="313440"/>
                </a:lnTo>
                <a:lnTo>
                  <a:pt x="2558302" y="311766"/>
                </a:lnTo>
                <a:cubicBezTo>
                  <a:pt x="2612273" y="212630"/>
                  <a:pt x="2695012" y="127817"/>
                  <a:pt x="2802058" y="70763"/>
                </a:cubicBezTo>
                <a:cubicBezTo>
                  <a:pt x="2893611" y="21965"/>
                  <a:pt x="2992110" y="-751"/>
                  <a:pt x="3089036" y="19"/>
                </a:cubicBezTo>
                <a:close/>
              </a:path>
            </a:pathLst>
          </a:custGeom>
          <a:solidFill>
            <a:srgbClr val="EAEAEA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9" name="MH_Other_2"/>
          <p:cNvSpPr/>
          <p:nvPr>
            <p:custDataLst>
              <p:tags r:id="rId3"/>
            </p:custDataLst>
          </p:nvPr>
        </p:nvSpPr>
        <p:spPr>
          <a:xfrm flipH="1">
            <a:off x="2598738" y="1843088"/>
            <a:ext cx="987425" cy="987425"/>
          </a:xfrm>
          <a:prstGeom prst="ellipse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  <a:effectLst/>
        </p:spPr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kern="0" dirty="0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01</a:t>
            </a:r>
            <a:endParaRPr lang="zh-CN" altLang="en-US" sz="3600" kern="0" dirty="0">
              <a:solidFill>
                <a:srgbClr val="FFFFFF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0" name="MH_Other_3"/>
          <p:cNvSpPr/>
          <p:nvPr>
            <p:custDataLst>
              <p:tags r:id="rId4"/>
            </p:custDataLst>
          </p:nvPr>
        </p:nvSpPr>
        <p:spPr>
          <a:xfrm flipH="1">
            <a:off x="2614613" y="4791075"/>
            <a:ext cx="987425" cy="987425"/>
          </a:xfrm>
          <a:prstGeom prst="ellipse">
            <a:avLst/>
          </a:prstGeom>
          <a:solidFill>
            <a:schemeClr val="accent3"/>
          </a:solidFill>
          <a:ln w="19050" cap="flat" cmpd="sng" algn="ctr">
            <a:noFill/>
            <a:prstDash val="solid"/>
          </a:ln>
          <a:effectLst/>
        </p:spPr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kern="0" dirty="0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03</a:t>
            </a:r>
            <a:endParaRPr lang="zh-CN" altLang="en-US" sz="3600" kern="0" dirty="0">
              <a:solidFill>
                <a:srgbClr val="FFFFFF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1" name="MH_Other_4"/>
          <p:cNvSpPr/>
          <p:nvPr>
            <p:custDataLst>
              <p:tags r:id="rId5"/>
            </p:custDataLst>
          </p:nvPr>
        </p:nvSpPr>
        <p:spPr>
          <a:xfrm flipH="1">
            <a:off x="3038475" y="3260725"/>
            <a:ext cx="987425" cy="987425"/>
          </a:xfrm>
          <a:prstGeom prst="ellipse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  <a:effectLst/>
        </p:spPr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kern="0" dirty="0">
                <a:solidFill>
                  <a:srgbClr val="FFFF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02</a:t>
            </a:r>
            <a:endParaRPr lang="zh-CN" altLang="en-US" sz="3600" kern="0" dirty="0">
              <a:solidFill>
                <a:srgbClr val="FFFFFF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2" name="MH_Title_1"/>
          <p:cNvSpPr/>
          <p:nvPr>
            <p:custDataLst>
              <p:tags r:id="rId6"/>
            </p:custDataLst>
          </p:nvPr>
        </p:nvSpPr>
        <p:spPr>
          <a:xfrm>
            <a:off x="0" y="2932113"/>
            <a:ext cx="1411288" cy="1760537"/>
          </a:xfrm>
          <a:custGeom>
            <a:avLst/>
            <a:gdLst>
              <a:gd name="connsiteX0" fmla="*/ 586959 w 1529609"/>
              <a:gd name="connsiteY0" fmla="*/ 65 h 1907431"/>
              <a:gd name="connsiteX1" fmla="*/ 1529544 w 1529609"/>
              <a:gd name="connsiteY1" fmla="*/ 964782 h 1907431"/>
              <a:gd name="connsiteX2" fmla="*/ 564827 w 1529609"/>
              <a:gd name="connsiteY2" fmla="*/ 1907366 h 1907431"/>
              <a:gd name="connsiteX3" fmla="*/ 0 w 1529609"/>
              <a:gd name="connsiteY3" fmla="*/ 1712632 h 1907431"/>
              <a:gd name="connsiteX4" fmla="*/ 0 w 1529609"/>
              <a:gd name="connsiteY4" fmla="*/ 194607 h 1907431"/>
              <a:gd name="connsiteX5" fmla="*/ 586959 w 1529609"/>
              <a:gd name="connsiteY5" fmla="*/ 65 h 1907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29609" h="1907431">
                <a:moveTo>
                  <a:pt x="586959" y="65"/>
                </a:moveTo>
                <a:cubicBezTo>
                  <a:pt x="1113646" y="6177"/>
                  <a:pt x="1535656" y="438095"/>
                  <a:pt x="1529544" y="964782"/>
                </a:cubicBezTo>
                <a:cubicBezTo>
                  <a:pt x="1523433" y="1491469"/>
                  <a:pt x="1091515" y="1913478"/>
                  <a:pt x="564827" y="1907366"/>
                </a:cubicBezTo>
                <a:cubicBezTo>
                  <a:pt x="352169" y="1904899"/>
                  <a:pt x="156577" y="1833014"/>
                  <a:pt x="0" y="1712632"/>
                </a:cubicBezTo>
                <a:lnTo>
                  <a:pt x="0" y="194607"/>
                </a:lnTo>
                <a:cubicBezTo>
                  <a:pt x="162454" y="70026"/>
                  <a:pt x="366397" y="-2494"/>
                  <a:pt x="586959" y="65"/>
                </a:cubicBezTo>
                <a:close/>
              </a:path>
            </a:pathLst>
          </a:custGeom>
          <a:solidFill>
            <a:srgbClr val="A9A9A9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bIns="0" anchor="ctr">
            <a:normAutofit/>
          </a:bodyPr>
          <a:lstStyle/>
          <a:p>
            <a:pPr algn="ctr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200" dirty="0">
                <a:solidFill>
                  <a:srgbClr val="FFFFFF"/>
                </a:solidFill>
              </a:rPr>
              <a:t>EOI</a:t>
            </a:r>
            <a:endParaRPr lang="zh-CN" altLang="en-US" sz="3200" dirty="0">
              <a:solidFill>
                <a:srgbClr val="FFFFFF"/>
              </a:solidFill>
            </a:endParaRPr>
          </a:p>
        </p:txBody>
      </p:sp>
      <p:sp>
        <p:nvSpPr>
          <p:cNvPr id="23" name="MH_SubTitle_2"/>
          <p:cNvSpPr txBox="1"/>
          <p:nvPr>
            <p:custDataLst>
              <p:tags r:id="rId7"/>
            </p:custDataLst>
          </p:nvPr>
        </p:nvSpPr>
        <p:spPr>
          <a:xfrm>
            <a:off x="4025900" y="3022544"/>
            <a:ext cx="5181846" cy="1409607"/>
          </a:xfrm>
          <a:prstGeom prst="rect">
            <a:avLst/>
          </a:prstGeom>
          <a:noFill/>
        </p:spPr>
        <p:txBody>
          <a:bodyPr lIns="72000" tIns="0" rIns="72000" bIns="0" anchor="ctr">
            <a:norm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2400" b="1" kern="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正常中断结束方式 </a:t>
            </a:r>
            <a:endParaRPr lang="zh-CN" altLang="en-US" sz="2000" b="1" kern="0" dirty="0">
              <a:latin typeface="楷体" panose="02010609060101010101" pitchFamily="49" charset="-122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4" name="MH_SubTitle_1"/>
          <p:cNvSpPr txBox="1"/>
          <p:nvPr>
            <p:custDataLst>
              <p:tags r:id="rId8"/>
            </p:custDataLst>
          </p:nvPr>
        </p:nvSpPr>
        <p:spPr>
          <a:xfrm>
            <a:off x="3781425" y="1538344"/>
            <a:ext cx="4831234" cy="1284231"/>
          </a:xfrm>
          <a:prstGeom prst="rect">
            <a:avLst/>
          </a:prstGeom>
          <a:noFill/>
        </p:spPr>
        <p:txBody>
          <a:bodyPr lIns="72000" tIns="0" rIns="72000" bIns="0" anchor="ctr">
            <a:norm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2400" b="1" kern="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自动中断结束方式 </a:t>
            </a:r>
            <a:endParaRPr lang="zh-CN" altLang="en-US" sz="2000" b="1" kern="0" dirty="0">
              <a:latin typeface="楷体" panose="02010609060101010101" pitchFamily="49" charset="-122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5" name="MH_SubTitle_3"/>
          <p:cNvSpPr txBox="1"/>
          <p:nvPr>
            <p:custDataLst>
              <p:tags r:id="rId9"/>
            </p:custDataLst>
          </p:nvPr>
        </p:nvSpPr>
        <p:spPr>
          <a:xfrm>
            <a:off x="3801033" y="4152452"/>
            <a:ext cx="5520468" cy="2231096"/>
          </a:xfrm>
          <a:prstGeom prst="rect">
            <a:avLst/>
          </a:prstGeom>
          <a:noFill/>
        </p:spPr>
        <p:txBody>
          <a:bodyPr lIns="72000" tIns="0" rIns="72000" bIns="0" anchor="ctr">
            <a:norm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2400" b="1" kern="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特殊中断结束方式 </a:t>
            </a:r>
            <a:endParaRPr lang="zh-CN" altLang="en-US" sz="2400" b="1" kern="0" dirty="0">
              <a:latin typeface="楷体" panose="02010609060101010101" pitchFamily="49" charset="-122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9" name="ïšḻïdê"/>
          <p:cNvSpPr txBox="1"/>
          <p:nvPr/>
        </p:nvSpPr>
        <p:spPr bwMode="auto">
          <a:xfrm>
            <a:off x="-1" y="162085"/>
            <a:ext cx="828190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6.5 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可编程中断控制器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 </a:t>
            </a:r>
            <a:endParaRPr lang="zh-CN" altLang="en-US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63" name="right-arrowheads_44810"/>
          <p:cNvSpPr>
            <a:spLocks noChangeAspect="1"/>
          </p:cNvSpPr>
          <p:nvPr/>
        </p:nvSpPr>
        <p:spPr bwMode="auto">
          <a:xfrm>
            <a:off x="152015" y="929658"/>
            <a:ext cx="411251" cy="316320"/>
          </a:xfrm>
          <a:custGeom>
            <a:avLst/>
            <a:gdLst>
              <a:gd name="T0" fmla="*/ 59 w 415"/>
              <a:gd name="T1" fmla="*/ 406 h 406"/>
              <a:gd name="T2" fmla="*/ 25 w 415"/>
              <a:gd name="T3" fmla="*/ 394 h 406"/>
              <a:gd name="T4" fmla="*/ 19 w 415"/>
              <a:gd name="T5" fmla="*/ 318 h 406"/>
              <a:gd name="T6" fmla="*/ 114 w 415"/>
              <a:gd name="T7" fmla="*/ 206 h 406"/>
              <a:gd name="T8" fmla="*/ 19 w 415"/>
              <a:gd name="T9" fmla="*/ 94 h 406"/>
              <a:gd name="T10" fmla="*/ 25 w 415"/>
              <a:gd name="T11" fmla="*/ 19 h 406"/>
              <a:gd name="T12" fmla="*/ 100 w 415"/>
              <a:gd name="T13" fmla="*/ 25 h 406"/>
              <a:gd name="T14" fmla="*/ 225 w 415"/>
              <a:gd name="T15" fmla="*/ 172 h 406"/>
              <a:gd name="T16" fmla="*/ 225 w 415"/>
              <a:gd name="T17" fmla="*/ 241 h 406"/>
              <a:gd name="T18" fmla="*/ 100 w 415"/>
              <a:gd name="T19" fmla="*/ 388 h 406"/>
              <a:gd name="T20" fmla="*/ 59 w 415"/>
              <a:gd name="T21" fmla="*/ 406 h 406"/>
              <a:gd name="T22" fmla="*/ 273 w 415"/>
              <a:gd name="T23" fmla="*/ 388 h 406"/>
              <a:gd name="T24" fmla="*/ 398 w 415"/>
              <a:gd name="T25" fmla="*/ 241 h 406"/>
              <a:gd name="T26" fmla="*/ 398 w 415"/>
              <a:gd name="T27" fmla="*/ 172 h 406"/>
              <a:gd name="T28" fmla="*/ 273 w 415"/>
              <a:gd name="T29" fmla="*/ 25 h 406"/>
              <a:gd name="T30" fmla="*/ 198 w 415"/>
              <a:gd name="T31" fmla="*/ 19 h 406"/>
              <a:gd name="T32" fmla="*/ 192 w 415"/>
              <a:gd name="T33" fmla="*/ 94 h 406"/>
              <a:gd name="T34" fmla="*/ 287 w 415"/>
              <a:gd name="T35" fmla="*/ 206 h 406"/>
              <a:gd name="T36" fmla="*/ 192 w 415"/>
              <a:gd name="T37" fmla="*/ 318 h 406"/>
              <a:gd name="T38" fmla="*/ 198 w 415"/>
              <a:gd name="T39" fmla="*/ 394 h 406"/>
              <a:gd name="T40" fmla="*/ 232 w 415"/>
              <a:gd name="T41" fmla="*/ 406 h 406"/>
              <a:gd name="T42" fmla="*/ 273 w 415"/>
              <a:gd name="T43" fmla="*/ 388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5" h="406">
                <a:moveTo>
                  <a:pt x="59" y="406"/>
                </a:moveTo>
                <a:cubicBezTo>
                  <a:pt x="47" y="406"/>
                  <a:pt x="35" y="402"/>
                  <a:pt x="25" y="394"/>
                </a:cubicBezTo>
                <a:cubicBezTo>
                  <a:pt x="2" y="375"/>
                  <a:pt x="0" y="341"/>
                  <a:pt x="19" y="318"/>
                </a:cubicBezTo>
                <a:lnTo>
                  <a:pt x="114" y="206"/>
                </a:lnTo>
                <a:lnTo>
                  <a:pt x="19" y="94"/>
                </a:lnTo>
                <a:cubicBezTo>
                  <a:pt x="0" y="71"/>
                  <a:pt x="2" y="38"/>
                  <a:pt x="25" y="19"/>
                </a:cubicBezTo>
                <a:cubicBezTo>
                  <a:pt x="47" y="0"/>
                  <a:pt x="81" y="2"/>
                  <a:pt x="100" y="25"/>
                </a:cubicBezTo>
                <a:lnTo>
                  <a:pt x="225" y="172"/>
                </a:lnTo>
                <a:cubicBezTo>
                  <a:pt x="242" y="192"/>
                  <a:pt x="242" y="221"/>
                  <a:pt x="225" y="241"/>
                </a:cubicBezTo>
                <a:lnTo>
                  <a:pt x="100" y="388"/>
                </a:lnTo>
                <a:cubicBezTo>
                  <a:pt x="89" y="400"/>
                  <a:pt x="74" y="406"/>
                  <a:pt x="59" y="406"/>
                </a:cubicBezTo>
                <a:close/>
                <a:moveTo>
                  <a:pt x="273" y="388"/>
                </a:moveTo>
                <a:lnTo>
                  <a:pt x="398" y="241"/>
                </a:lnTo>
                <a:cubicBezTo>
                  <a:pt x="415" y="221"/>
                  <a:pt x="415" y="192"/>
                  <a:pt x="398" y="172"/>
                </a:cubicBezTo>
                <a:lnTo>
                  <a:pt x="273" y="25"/>
                </a:lnTo>
                <a:cubicBezTo>
                  <a:pt x="254" y="2"/>
                  <a:pt x="220" y="0"/>
                  <a:pt x="198" y="19"/>
                </a:cubicBezTo>
                <a:cubicBezTo>
                  <a:pt x="175" y="38"/>
                  <a:pt x="173" y="71"/>
                  <a:pt x="192" y="94"/>
                </a:cubicBezTo>
                <a:lnTo>
                  <a:pt x="287" y="206"/>
                </a:lnTo>
                <a:lnTo>
                  <a:pt x="192" y="318"/>
                </a:lnTo>
                <a:cubicBezTo>
                  <a:pt x="173" y="341"/>
                  <a:pt x="175" y="375"/>
                  <a:pt x="198" y="394"/>
                </a:cubicBezTo>
                <a:cubicBezTo>
                  <a:pt x="208" y="402"/>
                  <a:pt x="220" y="406"/>
                  <a:pt x="232" y="406"/>
                </a:cubicBezTo>
                <a:cubicBezTo>
                  <a:pt x="247" y="406"/>
                  <a:pt x="262" y="400"/>
                  <a:pt x="273" y="3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4" name="矩形 63"/>
          <p:cNvSpPr/>
          <p:nvPr/>
        </p:nvSpPr>
        <p:spPr>
          <a:xfrm>
            <a:off x="584781" y="858016"/>
            <a:ext cx="7429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自动中断结束方式 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MH_Other_1"/>
          <p:cNvSpPr/>
          <p:nvPr>
            <p:custDataLst>
              <p:tags r:id="rId2"/>
            </p:custDataLst>
          </p:nvPr>
        </p:nvSpPr>
        <p:spPr>
          <a:xfrm>
            <a:off x="1795463" y="1424410"/>
            <a:ext cx="2251075" cy="334963"/>
          </a:xfrm>
          <a:prstGeom prst="round2SameRect">
            <a:avLst>
              <a:gd name="adj1" fmla="val 19408"/>
              <a:gd name="adj2" fmla="val 0"/>
            </a:avLst>
          </a:prstGeom>
          <a:solidFill>
            <a:schemeClr val="accent1"/>
          </a:solidFill>
        </p:spPr>
        <p:txBody>
          <a:bodyPr lIns="36000" tIns="0" bIns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FFFFFF"/>
                </a:solidFill>
                <a:latin typeface="+mn-lt"/>
                <a:ea typeface="+mn-ea"/>
              </a:rPr>
              <a:t>01</a:t>
            </a:r>
            <a:endParaRPr lang="zh-CN" altLang="en-US" b="1" dirty="0" err="1">
              <a:solidFill>
                <a:srgbClr val="FFFFFF"/>
              </a:solidFill>
              <a:latin typeface="+mn-lt"/>
              <a:ea typeface="+mn-ea"/>
            </a:endParaRPr>
          </a:p>
        </p:txBody>
      </p:sp>
      <p:sp>
        <p:nvSpPr>
          <p:cNvPr id="9" name="MH_SubTitle_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157413" y="1468860"/>
            <a:ext cx="4829175" cy="77640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miter lim="800000"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just">
              <a:defRPr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它是最简单的中断结束方式。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MH_Other_2"/>
          <p:cNvSpPr/>
          <p:nvPr>
            <p:custDataLst>
              <p:tags r:id="rId4"/>
            </p:custDataLst>
          </p:nvPr>
        </p:nvSpPr>
        <p:spPr>
          <a:xfrm>
            <a:off x="1795463" y="3907684"/>
            <a:ext cx="2251075" cy="334962"/>
          </a:xfrm>
          <a:prstGeom prst="round2SameRect">
            <a:avLst>
              <a:gd name="adj1" fmla="val 19408"/>
              <a:gd name="adj2" fmla="val 0"/>
            </a:avLst>
          </a:prstGeom>
          <a:solidFill>
            <a:schemeClr val="accent3"/>
          </a:solidFill>
        </p:spPr>
        <p:txBody>
          <a:bodyPr lIns="36000" tIns="0" bIns="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FFFFFF"/>
                </a:solidFill>
                <a:latin typeface="+mn-lt"/>
                <a:ea typeface="+mn-ea"/>
              </a:rPr>
              <a:t>03</a:t>
            </a:r>
            <a:endParaRPr lang="zh-CN" altLang="en-US" b="1" dirty="0" err="1">
              <a:solidFill>
                <a:srgbClr val="FFFFFF"/>
              </a:solidFill>
              <a:latin typeface="+mn-lt"/>
              <a:ea typeface="+mn-ea"/>
            </a:endParaRPr>
          </a:p>
        </p:txBody>
      </p:sp>
      <p:sp>
        <p:nvSpPr>
          <p:cNvPr id="11" name="MH_SubTitle_3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157413" y="3952133"/>
            <a:ext cx="4829175" cy="152851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miter lim="800000"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just"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当系统正在为某外设进行中断服务，但在</a:t>
            </a: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ISR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中却没有对应位指示，故该方式只能用于非嵌套方式处理。</a:t>
            </a:r>
            <a:endParaRPr lang="zh-CN" altLang="en-US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MH_Other_3"/>
          <p:cNvSpPr/>
          <p:nvPr>
            <p:custDataLst>
              <p:tags r:id="rId6"/>
            </p:custDataLst>
          </p:nvPr>
        </p:nvSpPr>
        <p:spPr>
          <a:xfrm>
            <a:off x="5099050" y="5543465"/>
            <a:ext cx="2249488" cy="336550"/>
          </a:xfrm>
          <a:prstGeom prst="round2SameRect">
            <a:avLst>
              <a:gd name="adj1" fmla="val 19408"/>
              <a:gd name="adj2" fmla="val 0"/>
            </a:avLst>
          </a:prstGeom>
          <a:solidFill>
            <a:schemeClr val="accent4"/>
          </a:solidFill>
        </p:spPr>
        <p:txBody>
          <a:bodyPr lIns="90000" tIns="0" rIns="36000" bIns="0" anchor="ctr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FFFFFF"/>
                </a:solidFill>
                <a:latin typeface="+mn-lt"/>
                <a:ea typeface="+mn-ea"/>
              </a:rPr>
              <a:t>04</a:t>
            </a:r>
            <a:endParaRPr lang="zh-CN" altLang="en-US" b="1" dirty="0" err="1">
              <a:solidFill>
                <a:srgbClr val="FFFFFF"/>
              </a:solidFill>
              <a:latin typeface="+mn-lt"/>
              <a:ea typeface="+mn-ea"/>
            </a:endParaRPr>
          </a:p>
        </p:txBody>
      </p:sp>
      <p:sp>
        <p:nvSpPr>
          <p:cNvPr id="13" name="MH_SubTitle_4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2157413" y="5589502"/>
            <a:ext cx="4829175" cy="103908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miter lim="800000"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just">
              <a:defRPr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在初始化时由初始化命令字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ICW4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AEOI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位置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实现。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MH_Other_4"/>
          <p:cNvSpPr/>
          <p:nvPr>
            <p:custDataLst>
              <p:tags r:id="rId8"/>
            </p:custDataLst>
          </p:nvPr>
        </p:nvSpPr>
        <p:spPr>
          <a:xfrm>
            <a:off x="5099049" y="2385455"/>
            <a:ext cx="2249488" cy="336550"/>
          </a:xfrm>
          <a:prstGeom prst="round2SameRect">
            <a:avLst>
              <a:gd name="adj1" fmla="val 19408"/>
              <a:gd name="adj2" fmla="val 0"/>
            </a:avLst>
          </a:prstGeom>
          <a:solidFill>
            <a:schemeClr val="accent2"/>
          </a:solidFill>
        </p:spPr>
        <p:txBody>
          <a:bodyPr lIns="90000" tIns="0" rIns="36000" bIns="0" anchor="ctr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FFFFFF"/>
                </a:solidFill>
                <a:latin typeface="+mn-lt"/>
                <a:ea typeface="+mn-ea"/>
              </a:rPr>
              <a:t>02</a:t>
            </a:r>
            <a:endParaRPr lang="zh-CN" altLang="en-US" b="1" dirty="0" err="1">
              <a:solidFill>
                <a:srgbClr val="FFFFFF"/>
              </a:solidFill>
              <a:latin typeface="+mn-lt"/>
              <a:ea typeface="+mn-ea"/>
            </a:endParaRPr>
          </a:p>
        </p:txBody>
      </p:sp>
      <p:sp>
        <p:nvSpPr>
          <p:cNvPr id="15" name="MH_SubTitle_2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2157412" y="2431491"/>
            <a:ext cx="4829175" cy="1326555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miter lim="800000"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just">
              <a:defRPr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系统进入中断过程，在第二个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INTA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脉冲的后沿，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将当前处理的中断所对应的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ISR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位清零。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9" name="ïšḻïdê"/>
          <p:cNvSpPr txBox="1"/>
          <p:nvPr/>
        </p:nvSpPr>
        <p:spPr bwMode="auto">
          <a:xfrm>
            <a:off x="-1" y="162085"/>
            <a:ext cx="828190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6.5 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可编程中断控制器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 </a:t>
            </a:r>
            <a:endParaRPr lang="zh-CN" altLang="en-US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63" name="right-arrowheads_44810"/>
          <p:cNvSpPr>
            <a:spLocks noChangeAspect="1"/>
          </p:cNvSpPr>
          <p:nvPr/>
        </p:nvSpPr>
        <p:spPr bwMode="auto">
          <a:xfrm>
            <a:off x="152015" y="929658"/>
            <a:ext cx="411251" cy="316320"/>
          </a:xfrm>
          <a:custGeom>
            <a:avLst/>
            <a:gdLst>
              <a:gd name="T0" fmla="*/ 59 w 415"/>
              <a:gd name="T1" fmla="*/ 406 h 406"/>
              <a:gd name="T2" fmla="*/ 25 w 415"/>
              <a:gd name="T3" fmla="*/ 394 h 406"/>
              <a:gd name="T4" fmla="*/ 19 w 415"/>
              <a:gd name="T5" fmla="*/ 318 h 406"/>
              <a:gd name="T6" fmla="*/ 114 w 415"/>
              <a:gd name="T7" fmla="*/ 206 h 406"/>
              <a:gd name="T8" fmla="*/ 19 w 415"/>
              <a:gd name="T9" fmla="*/ 94 h 406"/>
              <a:gd name="T10" fmla="*/ 25 w 415"/>
              <a:gd name="T11" fmla="*/ 19 h 406"/>
              <a:gd name="T12" fmla="*/ 100 w 415"/>
              <a:gd name="T13" fmla="*/ 25 h 406"/>
              <a:gd name="T14" fmla="*/ 225 w 415"/>
              <a:gd name="T15" fmla="*/ 172 h 406"/>
              <a:gd name="T16" fmla="*/ 225 w 415"/>
              <a:gd name="T17" fmla="*/ 241 h 406"/>
              <a:gd name="T18" fmla="*/ 100 w 415"/>
              <a:gd name="T19" fmla="*/ 388 h 406"/>
              <a:gd name="T20" fmla="*/ 59 w 415"/>
              <a:gd name="T21" fmla="*/ 406 h 406"/>
              <a:gd name="T22" fmla="*/ 273 w 415"/>
              <a:gd name="T23" fmla="*/ 388 h 406"/>
              <a:gd name="T24" fmla="*/ 398 w 415"/>
              <a:gd name="T25" fmla="*/ 241 h 406"/>
              <a:gd name="T26" fmla="*/ 398 w 415"/>
              <a:gd name="T27" fmla="*/ 172 h 406"/>
              <a:gd name="T28" fmla="*/ 273 w 415"/>
              <a:gd name="T29" fmla="*/ 25 h 406"/>
              <a:gd name="T30" fmla="*/ 198 w 415"/>
              <a:gd name="T31" fmla="*/ 19 h 406"/>
              <a:gd name="T32" fmla="*/ 192 w 415"/>
              <a:gd name="T33" fmla="*/ 94 h 406"/>
              <a:gd name="T34" fmla="*/ 287 w 415"/>
              <a:gd name="T35" fmla="*/ 206 h 406"/>
              <a:gd name="T36" fmla="*/ 192 w 415"/>
              <a:gd name="T37" fmla="*/ 318 h 406"/>
              <a:gd name="T38" fmla="*/ 198 w 415"/>
              <a:gd name="T39" fmla="*/ 394 h 406"/>
              <a:gd name="T40" fmla="*/ 232 w 415"/>
              <a:gd name="T41" fmla="*/ 406 h 406"/>
              <a:gd name="T42" fmla="*/ 273 w 415"/>
              <a:gd name="T43" fmla="*/ 388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5" h="406">
                <a:moveTo>
                  <a:pt x="59" y="406"/>
                </a:moveTo>
                <a:cubicBezTo>
                  <a:pt x="47" y="406"/>
                  <a:pt x="35" y="402"/>
                  <a:pt x="25" y="394"/>
                </a:cubicBezTo>
                <a:cubicBezTo>
                  <a:pt x="2" y="375"/>
                  <a:pt x="0" y="341"/>
                  <a:pt x="19" y="318"/>
                </a:cubicBezTo>
                <a:lnTo>
                  <a:pt x="114" y="206"/>
                </a:lnTo>
                <a:lnTo>
                  <a:pt x="19" y="94"/>
                </a:lnTo>
                <a:cubicBezTo>
                  <a:pt x="0" y="71"/>
                  <a:pt x="2" y="38"/>
                  <a:pt x="25" y="19"/>
                </a:cubicBezTo>
                <a:cubicBezTo>
                  <a:pt x="47" y="0"/>
                  <a:pt x="81" y="2"/>
                  <a:pt x="100" y="25"/>
                </a:cubicBezTo>
                <a:lnTo>
                  <a:pt x="225" y="172"/>
                </a:lnTo>
                <a:cubicBezTo>
                  <a:pt x="242" y="192"/>
                  <a:pt x="242" y="221"/>
                  <a:pt x="225" y="241"/>
                </a:cubicBezTo>
                <a:lnTo>
                  <a:pt x="100" y="388"/>
                </a:lnTo>
                <a:cubicBezTo>
                  <a:pt x="89" y="400"/>
                  <a:pt x="74" y="406"/>
                  <a:pt x="59" y="406"/>
                </a:cubicBezTo>
                <a:close/>
                <a:moveTo>
                  <a:pt x="273" y="388"/>
                </a:moveTo>
                <a:lnTo>
                  <a:pt x="398" y="241"/>
                </a:lnTo>
                <a:cubicBezTo>
                  <a:pt x="415" y="221"/>
                  <a:pt x="415" y="192"/>
                  <a:pt x="398" y="172"/>
                </a:cubicBezTo>
                <a:lnTo>
                  <a:pt x="273" y="25"/>
                </a:lnTo>
                <a:cubicBezTo>
                  <a:pt x="254" y="2"/>
                  <a:pt x="220" y="0"/>
                  <a:pt x="198" y="19"/>
                </a:cubicBezTo>
                <a:cubicBezTo>
                  <a:pt x="175" y="38"/>
                  <a:pt x="173" y="71"/>
                  <a:pt x="192" y="94"/>
                </a:cubicBezTo>
                <a:lnTo>
                  <a:pt x="287" y="206"/>
                </a:lnTo>
                <a:lnTo>
                  <a:pt x="192" y="318"/>
                </a:lnTo>
                <a:cubicBezTo>
                  <a:pt x="173" y="341"/>
                  <a:pt x="175" y="375"/>
                  <a:pt x="198" y="394"/>
                </a:cubicBezTo>
                <a:cubicBezTo>
                  <a:pt x="208" y="402"/>
                  <a:pt x="220" y="406"/>
                  <a:pt x="232" y="406"/>
                </a:cubicBezTo>
                <a:cubicBezTo>
                  <a:pt x="247" y="406"/>
                  <a:pt x="262" y="400"/>
                  <a:pt x="273" y="3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4" name="矩形 63"/>
          <p:cNvSpPr/>
          <p:nvPr/>
        </p:nvSpPr>
        <p:spPr>
          <a:xfrm>
            <a:off x="584781" y="858016"/>
            <a:ext cx="7429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正常中断结束方式 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MH_SubTitle_2"/>
          <p:cNvSpPr/>
          <p:nvPr>
            <p:custDataLst>
              <p:tags r:id="rId2"/>
            </p:custDataLst>
          </p:nvPr>
        </p:nvSpPr>
        <p:spPr>
          <a:xfrm>
            <a:off x="2136775" y="2143125"/>
            <a:ext cx="1535113" cy="1535113"/>
          </a:xfrm>
          <a:custGeom>
            <a:avLst/>
            <a:gdLst>
              <a:gd name="connsiteX0" fmla="*/ 487973 w 975946"/>
              <a:gd name="connsiteY0" fmla="*/ 975946 h 975946"/>
              <a:gd name="connsiteX1" fmla="*/ 487973 w 975946"/>
              <a:gd name="connsiteY1" fmla="*/ 975946 h 975946"/>
              <a:gd name="connsiteX2" fmla="*/ 487973 w 975946"/>
              <a:gd name="connsiteY2" fmla="*/ 975946 h 975946"/>
              <a:gd name="connsiteX3" fmla="*/ 487974 w 975946"/>
              <a:gd name="connsiteY3" fmla="*/ 90410 h 975946"/>
              <a:gd name="connsiteX4" fmla="*/ 885537 w 975946"/>
              <a:gd name="connsiteY4" fmla="*/ 487974 h 975946"/>
              <a:gd name="connsiteX5" fmla="*/ 627207 w 975946"/>
              <a:gd name="connsiteY5" fmla="*/ 746304 h 975946"/>
              <a:gd name="connsiteX6" fmla="*/ 599882 w 975946"/>
              <a:gd name="connsiteY6" fmla="*/ 705776 h 975946"/>
              <a:gd name="connsiteX7" fmla="*/ 487974 w 975946"/>
              <a:gd name="connsiteY7" fmla="*/ 659422 h 975946"/>
              <a:gd name="connsiteX8" fmla="*/ 376066 w 975946"/>
              <a:gd name="connsiteY8" fmla="*/ 705776 h 975946"/>
              <a:gd name="connsiteX9" fmla="*/ 348741 w 975946"/>
              <a:gd name="connsiteY9" fmla="*/ 746304 h 975946"/>
              <a:gd name="connsiteX10" fmla="*/ 90410 w 975946"/>
              <a:gd name="connsiteY10" fmla="*/ 487974 h 975946"/>
              <a:gd name="connsiteX11" fmla="*/ 487973 w 975946"/>
              <a:gd name="connsiteY11" fmla="*/ 0 h 975946"/>
              <a:gd name="connsiteX12" fmla="*/ 975946 w 975946"/>
              <a:gd name="connsiteY12" fmla="*/ 487973 h 975946"/>
              <a:gd name="connsiteX13" fmla="*/ 646236 w 975946"/>
              <a:gd name="connsiteY13" fmla="*/ 817683 h 975946"/>
              <a:gd name="connsiteX14" fmla="*/ 639590 w 975946"/>
              <a:gd name="connsiteY14" fmla="*/ 784765 h 975946"/>
              <a:gd name="connsiteX15" fmla="*/ 936381 w 975946"/>
              <a:gd name="connsiteY15" fmla="*/ 487974 h 975946"/>
              <a:gd name="connsiteX16" fmla="*/ 487974 w 975946"/>
              <a:gd name="connsiteY16" fmla="*/ 39566 h 975946"/>
              <a:gd name="connsiteX17" fmla="*/ 39566 w 975946"/>
              <a:gd name="connsiteY17" fmla="*/ 487974 h 975946"/>
              <a:gd name="connsiteX18" fmla="*/ 336358 w 975946"/>
              <a:gd name="connsiteY18" fmla="*/ 784765 h 975946"/>
              <a:gd name="connsiteX19" fmla="*/ 329712 w 975946"/>
              <a:gd name="connsiteY19" fmla="*/ 817684 h 975946"/>
              <a:gd name="connsiteX20" fmla="*/ 329712 w 975946"/>
              <a:gd name="connsiteY20" fmla="*/ 817686 h 975946"/>
              <a:gd name="connsiteX21" fmla="*/ 0 w 975946"/>
              <a:gd name="connsiteY21" fmla="*/ 487973 h 975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975946" h="975946">
                <a:moveTo>
                  <a:pt x="487973" y="975946"/>
                </a:moveTo>
                <a:lnTo>
                  <a:pt x="487973" y="975946"/>
                </a:lnTo>
                <a:lnTo>
                  <a:pt x="487973" y="975946"/>
                </a:lnTo>
                <a:close/>
                <a:moveTo>
                  <a:pt x="487974" y="90410"/>
                </a:moveTo>
                <a:lnTo>
                  <a:pt x="885537" y="487974"/>
                </a:lnTo>
                <a:lnTo>
                  <a:pt x="627207" y="746304"/>
                </a:lnTo>
                <a:lnTo>
                  <a:pt x="599882" y="705776"/>
                </a:lnTo>
                <a:cubicBezTo>
                  <a:pt x="571243" y="677136"/>
                  <a:pt x="531677" y="659422"/>
                  <a:pt x="487974" y="659422"/>
                </a:cubicBezTo>
                <a:cubicBezTo>
                  <a:pt x="444271" y="659422"/>
                  <a:pt x="404706" y="677136"/>
                  <a:pt x="376066" y="705776"/>
                </a:cubicBezTo>
                <a:lnTo>
                  <a:pt x="348741" y="746304"/>
                </a:lnTo>
                <a:lnTo>
                  <a:pt x="90410" y="487974"/>
                </a:lnTo>
                <a:close/>
                <a:moveTo>
                  <a:pt x="487973" y="0"/>
                </a:moveTo>
                <a:lnTo>
                  <a:pt x="975946" y="487973"/>
                </a:lnTo>
                <a:lnTo>
                  <a:pt x="646236" y="817683"/>
                </a:lnTo>
                <a:lnTo>
                  <a:pt x="639590" y="784765"/>
                </a:lnTo>
                <a:lnTo>
                  <a:pt x="936381" y="487974"/>
                </a:lnTo>
                <a:lnTo>
                  <a:pt x="487974" y="39566"/>
                </a:lnTo>
                <a:lnTo>
                  <a:pt x="39566" y="487974"/>
                </a:lnTo>
                <a:lnTo>
                  <a:pt x="336358" y="784765"/>
                </a:lnTo>
                <a:lnTo>
                  <a:pt x="329712" y="817684"/>
                </a:lnTo>
                <a:lnTo>
                  <a:pt x="329712" y="817686"/>
                </a:lnTo>
                <a:lnTo>
                  <a:pt x="0" y="48797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800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FFFFFF"/>
                </a:solidFill>
              </a:rPr>
              <a:t>01</a:t>
            </a:r>
            <a:endParaRPr lang="zh-CN" altLang="en-US" sz="2000" dirty="0">
              <a:solidFill>
                <a:srgbClr val="FFFFFF"/>
              </a:solidFill>
            </a:endParaRPr>
          </a:p>
        </p:txBody>
      </p:sp>
      <p:sp>
        <p:nvSpPr>
          <p:cNvPr id="9" name="MH_Other_1"/>
          <p:cNvSpPr/>
          <p:nvPr>
            <p:custDataLst>
              <p:tags r:id="rId3"/>
            </p:custDataLst>
          </p:nvPr>
        </p:nvSpPr>
        <p:spPr>
          <a:xfrm>
            <a:off x="1771650" y="3249613"/>
            <a:ext cx="2265363" cy="401637"/>
          </a:xfrm>
          <a:custGeom>
            <a:avLst/>
            <a:gdLst>
              <a:gd name="connsiteX0" fmla="*/ 720001 w 1440000"/>
              <a:gd name="connsiteY0" fmla="*/ 0 h 254975"/>
              <a:gd name="connsiteX1" fmla="*/ 838697 w 1440000"/>
              <a:gd name="connsiteY1" fmla="*/ 118696 h 254975"/>
              <a:gd name="connsiteX2" fmla="*/ 803932 w 1440000"/>
              <a:gd name="connsiteY2" fmla="*/ 202627 h 254975"/>
              <a:gd name="connsiteX3" fmla="*/ 779684 w 1440000"/>
              <a:gd name="connsiteY3" fmla="*/ 218975 h 254975"/>
              <a:gd name="connsiteX4" fmla="*/ 1422000 w 1440000"/>
              <a:gd name="connsiteY4" fmla="*/ 218975 h 254975"/>
              <a:gd name="connsiteX5" fmla="*/ 1440000 w 1440000"/>
              <a:gd name="connsiteY5" fmla="*/ 236975 h 254975"/>
              <a:gd name="connsiteX6" fmla="*/ 1422000 w 1440000"/>
              <a:gd name="connsiteY6" fmla="*/ 254975 h 254975"/>
              <a:gd name="connsiteX7" fmla="*/ 18000 w 1440000"/>
              <a:gd name="connsiteY7" fmla="*/ 254975 h 254975"/>
              <a:gd name="connsiteX8" fmla="*/ 0 w 1440000"/>
              <a:gd name="connsiteY8" fmla="*/ 236975 h 254975"/>
              <a:gd name="connsiteX9" fmla="*/ 18000 w 1440000"/>
              <a:gd name="connsiteY9" fmla="*/ 218975 h 254975"/>
              <a:gd name="connsiteX10" fmla="*/ 660318 w 1440000"/>
              <a:gd name="connsiteY10" fmla="*/ 218975 h 254975"/>
              <a:gd name="connsiteX11" fmla="*/ 636070 w 1440000"/>
              <a:gd name="connsiteY11" fmla="*/ 202627 h 254975"/>
              <a:gd name="connsiteX12" fmla="*/ 601305 w 1440000"/>
              <a:gd name="connsiteY12" fmla="*/ 118696 h 254975"/>
              <a:gd name="connsiteX13" fmla="*/ 720001 w 1440000"/>
              <a:gd name="connsiteY13" fmla="*/ 0 h 25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40000" h="254975">
                <a:moveTo>
                  <a:pt x="720001" y="0"/>
                </a:moveTo>
                <a:cubicBezTo>
                  <a:pt x="785555" y="0"/>
                  <a:pt x="838697" y="53142"/>
                  <a:pt x="838697" y="118696"/>
                </a:cubicBezTo>
                <a:cubicBezTo>
                  <a:pt x="838697" y="151473"/>
                  <a:pt x="825412" y="181147"/>
                  <a:pt x="803932" y="202627"/>
                </a:cubicBezTo>
                <a:lnTo>
                  <a:pt x="779684" y="218975"/>
                </a:lnTo>
                <a:lnTo>
                  <a:pt x="1422000" y="218975"/>
                </a:lnTo>
                <a:cubicBezTo>
                  <a:pt x="1431941" y="218975"/>
                  <a:pt x="1440000" y="227034"/>
                  <a:pt x="1440000" y="236975"/>
                </a:cubicBezTo>
                <a:cubicBezTo>
                  <a:pt x="1440000" y="246916"/>
                  <a:pt x="1431941" y="254975"/>
                  <a:pt x="1422000" y="254975"/>
                </a:cubicBezTo>
                <a:lnTo>
                  <a:pt x="18000" y="254975"/>
                </a:lnTo>
                <a:cubicBezTo>
                  <a:pt x="8059" y="254975"/>
                  <a:pt x="0" y="246916"/>
                  <a:pt x="0" y="236975"/>
                </a:cubicBezTo>
                <a:cubicBezTo>
                  <a:pt x="0" y="227034"/>
                  <a:pt x="8059" y="218975"/>
                  <a:pt x="18000" y="218975"/>
                </a:cubicBezTo>
                <a:lnTo>
                  <a:pt x="660318" y="218975"/>
                </a:lnTo>
                <a:lnTo>
                  <a:pt x="636070" y="202627"/>
                </a:lnTo>
                <a:cubicBezTo>
                  <a:pt x="614591" y="181147"/>
                  <a:pt x="601305" y="151473"/>
                  <a:pt x="601305" y="118696"/>
                </a:cubicBezTo>
                <a:cubicBezTo>
                  <a:pt x="601305" y="53142"/>
                  <a:pt x="654447" y="0"/>
                  <a:pt x="720001" y="0"/>
                </a:cubicBezTo>
                <a:close/>
              </a:path>
            </a:pathLst>
          </a:cu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800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600">
              <a:solidFill>
                <a:srgbClr val="FFFFFF"/>
              </a:solidFill>
            </a:endParaRPr>
          </a:p>
        </p:txBody>
      </p:sp>
      <p:sp>
        <p:nvSpPr>
          <p:cNvPr id="10" name="MH_Text_1"/>
          <p:cNvSpPr/>
          <p:nvPr>
            <p:custDataLst>
              <p:tags r:id="rId4"/>
            </p:custDataLst>
          </p:nvPr>
        </p:nvSpPr>
        <p:spPr>
          <a:xfrm>
            <a:off x="1066800" y="3766242"/>
            <a:ext cx="3461508" cy="22463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它用在两种全嵌套方式下，当</a:t>
            </a:r>
            <a:r>
              <a:rPr lang="en-US" altLang="zh-CN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向</a:t>
            </a:r>
            <a:r>
              <a:rPr lang="en-US" altLang="zh-CN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发出中断结束命令时，</a:t>
            </a:r>
            <a:r>
              <a:rPr lang="en-US" altLang="zh-CN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将</a:t>
            </a:r>
            <a:r>
              <a:rPr lang="en-US" altLang="zh-CN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ISR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中优先级最高的位复位（即当前正在进行的中断服务结束）。</a:t>
            </a:r>
            <a:endParaRPr lang="zh-CN" altLang="en-US" sz="2400" b="1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" name="MH_SubTitle_1"/>
          <p:cNvSpPr/>
          <p:nvPr>
            <p:custDataLst>
              <p:tags r:id="rId5"/>
            </p:custDataLst>
          </p:nvPr>
        </p:nvSpPr>
        <p:spPr>
          <a:xfrm>
            <a:off x="5461000" y="2143125"/>
            <a:ext cx="1536700" cy="1535113"/>
          </a:xfrm>
          <a:custGeom>
            <a:avLst/>
            <a:gdLst>
              <a:gd name="connsiteX0" fmla="*/ 487973 w 975946"/>
              <a:gd name="connsiteY0" fmla="*/ 975946 h 975946"/>
              <a:gd name="connsiteX1" fmla="*/ 487973 w 975946"/>
              <a:gd name="connsiteY1" fmla="*/ 975946 h 975946"/>
              <a:gd name="connsiteX2" fmla="*/ 487973 w 975946"/>
              <a:gd name="connsiteY2" fmla="*/ 975946 h 975946"/>
              <a:gd name="connsiteX3" fmla="*/ 487974 w 975946"/>
              <a:gd name="connsiteY3" fmla="*/ 90410 h 975946"/>
              <a:gd name="connsiteX4" fmla="*/ 885537 w 975946"/>
              <a:gd name="connsiteY4" fmla="*/ 487974 h 975946"/>
              <a:gd name="connsiteX5" fmla="*/ 627207 w 975946"/>
              <a:gd name="connsiteY5" fmla="*/ 746304 h 975946"/>
              <a:gd name="connsiteX6" fmla="*/ 599882 w 975946"/>
              <a:gd name="connsiteY6" fmla="*/ 705776 h 975946"/>
              <a:gd name="connsiteX7" fmla="*/ 487974 w 975946"/>
              <a:gd name="connsiteY7" fmla="*/ 659422 h 975946"/>
              <a:gd name="connsiteX8" fmla="*/ 376066 w 975946"/>
              <a:gd name="connsiteY8" fmla="*/ 705776 h 975946"/>
              <a:gd name="connsiteX9" fmla="*/ 348741 w 975946"/>
              <a:gd name="connsiteY9" fmla="*/ 746304 h 975946"/>
              <a:gd name="connsiteX10" fmla="*/ 90410 w 975946"/>
              <a:gd name="connsiteY10" fmla="*/ 487974 h 975946"/>
              <a:gd name="connsiteX11" fmla="*/ 487973 w 975946"/>
              <a:gd name="connsiteY11" fmla="*/ 0 h 975946"/>
              <a:gd name="connsiteX12" fmla="*/ 975946 w 975946"/>
              <a:gd name="connsiteY12" fmla="*/ 487973 h 975946"/>
              <a:gd name="connsiteX13" fmla="*/ 646236 w 975946"/>
              <a:gd name="connsiteY13" fmla="*/ 817683 h 975946"/>
              <a:gd name="connsiteX14" fmla="*/ 639590 w 975946"/>
              <a:gd name="connsiteY14" fmla="*/ 784765 h 975946"/>
              <a:gd name="connsiteX15" fmla="*/ 936381 w 975946"/>
              <a:gd name="connsiteY15" fmla="*/ 487974 h 975946"/>
              <a:gd name="connsiteX16" fmla="*/ 487974 w 975946"/>
              <a:gd name="connsiteY16" fmla="*/ 39566 h 975946"/>
              <a:gd name="connsiteX17" fmla="*/ 39566 w 975946"/>
              <a:gd name="connsiteY17" fmla="*/ 487974 h 975946"/>
              <a:gd name="connsiteX18" fmla="*/ 336358 w 975946"/>
              <a:gd name="connsiteY18" fmla="*/ 784765 h 975946"/>
              <a:gd name="connsiteX19" fmla="*/ 329712 w 975946"/>
              <a:gd name="connsiteY19" fmla="*/ 817684 h 975946"/>
              <a:gd name="connsiteX20" fmla="*/ 329712 w 975946"/>
              <a:gd name="connsiteY20" fmla="*/ 817686 h 975946"/>
              <a:gd name="connsiteX21" fmla="*/ 0 w 975946"/>
              <a:gd name="connsiteY21" fmla="*/ 487973 h 975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975946" h="975946">
                <a:moveTo>
                  <a:pt x="487973" y="975946"/>
                </a:moveTo>
                <a:lnTo>
                  <a:pt x="487973" y="975946"/>
                </a:lnTo>
                <a:lnTo>
                  <a:pt x="487973" y="975946"/>
                </a:lnTo>
                <a:close/>
                <a:moveTo>
                  <a:pt x="487974" y="90410"/>
                </a:moveTo>
                <a:lnTo>
                  <a:pt x="885537" y="487974"/>
                </a:lnTo>
                <a:lnTo>
                  <a:pt x="627207" y="746304"/>
                </a:lnTo>
                <a:lnTo>
                  <a:pt x="599882" y="705776"/>
                </a:lnTo>
                <a:cubicBezTo>
                  <a:pt x="571243" y="677136"/>
                  <a:pt x="531677" y="659422"/>
                  <a:pt x="487974" y="659422"/>
                </a:cubicBezTo>
                <a:cubicBezTo>
                  <a:pt x="444271" y="659422"/>
                  <a:pt x="404706" y="677136"/>
                  <a:pt x="376066" y="705776"/>
                </a:cubicBezTo>
                <a:lnTo>
                  <a:pt x="348741" y="746304"/>
                </a:lnTo>
                <a:lnTo>
                  <a:pt x="90410" y="487974"/>
                </a:lnTo>
                <a:close/>
                <a:moveTo>
                  <a:pt x="487973" y="0"/>
                </a:moveTo>
                <a:lnTo>
                  <a:pt x="975946" y="487973"/>
                </a:lnTo>
                <a:lnTo>
                  <a:pt x="646236" y="817683"/>
                </a:lnTo>
                <a:lnTo>
                  <a:pt x="639590" y="784765"/>
                </a:lnTo>
                <a:lnTo>
                  <a:pt x="936381" y="487974"/>
                </a:lnTo>
                <a:lnTo>
                  <a:pt x="487974" y="39566"/>
                </a:lnTo>
                <a:lnTo>
                  <a:pt x="39566" y="487974"/>
                </a:lnTo>
                <a:lnTo>
                  <a:pt x="336358" y="784765"/>
                </a:lnTo>
                <a:lnTo>
                  <a:pt x="329712" y="817684"/>
                </a:lnTo>
                <a:lnTo>
                  <a:pt x="329712" y="817686"/>
                </a:lnTo>
                <a:lnTo>
                  <a:pt x="0" y="48797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800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FFFFFF"/>
                </a:solidFill>
              </a:rPr>
              <a:t>02</a:t>
            </a:r>
            <a:endParaRPr lang="zh-CN" altLang="en-US" sz="2000" dirty="0">
              <a:solidFill>
                <a:srgbClr val="FFFFFF"/>
              </a:solidFill>
            </a:endParaRPr>
          </a:p>
        </p:txBody>
      </p:sp>
      <p:sp>
        <p:nvSpPr>
          <p:cNvPr id="12" name="MH_Other_2"/>
          <p:cNvSpPr/>
          <p:nvPr>
            <p:custDataLst>
              <p:tags r:id="rId6"/>
            </p:custDataLst>
          </p:nvPr>
        </p:nvSpPr>
        <p:spPr>
          <a:xfrm>
            <a:off x="5095875" y="3249613"/>
            <a:ext cx="2266950" cy="401637"/>
          </a:xfrm>
          <a:custGeom>
            <a:avLst/>
            <a:gdLst>
              <a:gd name="connsiteX0" fmla="*/ 720001 w 1440000"/>
              <a:gd name="connsiteY0" fmla="*/ 0 h 254975"/>
              <a:gd name="connsiteX1" fmla="*/ 838697 w 1440000"/>
              <a:gd name="connsiteY1" fmla="*/ 118696 h 254975"/>
              <a:gd name="connsiteX2" fmla="*/ 803932 w 1440000"/>
              <a:gd name="connsiteY2" fmla="*/ 202627 h 254975"/>
              <a:gd name="connsiteX3" fmla="*/ 779684 w 1440000"/>
              <a:gd name="connsiteY3" fmla="*/ 218975 h 254975"/>
              <a:gd name="connsiteX4" fmla="*/ 1422000 w 1440000"/>
              <a:gd name="connsiteY4" fmla="*/ 218975 h 254975"/>
              <a:gd name="connsiteX5" fmla="*/ 1440000 w 1440000"/>
              <a:gd name="connsiteY5" fmla="*/ 236975 h 254975"/>
              <a:gd name="connsiteX6" fmla="*/ 1422000 w 1440000"/>
              <a:gd name="connsiteY6" fmla="*/ 254975 h 254975"/>
              <a:gd name="connsiteX7" fmla="*/ 18000 w 1440000"/>
              <a:gd name="connsiteY7" fmla="*/ 254975 h 254975"/>
              <a:gd name="connsiteX8" fmla="*/ 0 w 1440000"/>
              <a:gd name="connsiteY8" fmla="*/ 236975 h 254975"/>
              <a:gd name="connsiteX9" fmla="*/ 18000 w 1440000"/>
              <a:gd name="connsiteY9" fmla="*/ 218975 h 254975"/>
              <a:gd name="connsiteX10" fmla="*/ 660318 w 1440000"/>
              <a:gd name="connsiteY10" fmla="*/ 218975 h 254975"/>
              <a:gd name="connsiteX11" fmla="*/ 636070 w 1440000"/>
              <a:gd name="connsiteY11" fmla="*/ 202627 h 254975"/>
              <a:gd name="connsiteX12" fmla="*/ 601305 w 1440000"/>
              <a:gd name="connsiteY12" fmla="*/ 118696 h 254975"/>
              <a:gd name="connsiteX13" fmla="*/ 720001 w 1440000"/>
              <a:gd name="connsiteY13" fmla="*/ 0 h 25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40000" h="254975">
                <a:moveTo>
                  <a:pt x="720001" y="0"/>
                </a:moveTo>
                <a:cubicBezTo>
                  <a:pt x="785555" y="0"/>
                  <a:pt x="838697" y="53142"/>
                  <a:pt x="838697" y="118696"/>
                </a:cubicBezTo>
                <a:cubicBezTo>
                  <a:pt x="838697" y="151473"/>
                  <a:pt x="825412" y="181147"/>
                  <a:pt x="803932" y="202627"/>
                </a:cubicBezTo>
                <a:lnTo>
                  <a:pt x="779684" y="218975"/>
                </a:lnTo>
                <a:lnTo>
                  <a:pt x="1422000" y="218975"/>
                </a:lnTo>
                <a:cubicBezTo>
                  <a:pt x="1431941" y="218975"/>
                  <a:pt x="1440000" y="227034"/>
                  <a:pt x="1440000" y="236975"/>
                </a:cubicBezTo>
                <a:cubicBezTo>
                  <a:pt x="1440000" y="246916"/>
                  <a:pt x="1431941" y="254975"/>
                  <a:pt x="1422000" y="254975"/>
                </a:cubicBezTo>
                <a:lnTo>
                  <a:pt x="18000" y="254975"/>
                </a:lnTo>
                <a:cubicBezTo>
                  <a:pt x="8059" y="254975"/>
                  <a:pt x="0" y="246916"/>
                  <a:pt x="0" y="236975"/>
                </a:cubicBezTo>
                <a:cubicBezTo>
                  <a:pt x="0" y="227034"/>
                  <a:pt x="8059" y="218975"/>
                  <a:pt x="18000" y="218975"/>
                </a:cubicBezTo>
                <a:lnTo>
                  <a:pt x="660318" y="218975"/>
                </a:lnTo>
                <a:lnTo>
                  <a:pt x="636070" y="202627"/>
                </a:lnTo>
                <a:cubicBezTo>
                  <a:pt x="614591" y="181147"/>
                  <a:pt x="601305" y="151473"/>
                  <a:pt x="601305" y="118696"/>
                </a:cubicBezTo>
                <a:cubicBezTo>
                  <a:pt x="601305" y="53142"/>
                  <a:pt x="654447" y="0"/>
                  <a:pt x="720001" y="0"/>
                </a:cubicBezTo>
                <a:close/>
              </a:path>
            </a:pathLst>
          </a:custGeom>
          <a:solidFill>
            <a:schemeClr val="accent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800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3600">
              <a:solidFill>
                <a:srgbClr val="FFFFFF"/>
              </a:solidFill>
            </a:endParaRPr>
          </a:p>
        </p:txBody>
      </p:sp>
      <p:sp>
        <p:nvSpPr>
          <p:cNvPr id="13" name="MH_Text_2"/>
          <p:cNvSpPr/>
          <p:nvPr>
            <p:custDataLst>
              <p:tags r:id="rId7"/>
            </p:custDataLst>
          </p:nvPr>
        </p:nvSpPr>
        <p:spPr>
          <a:xfrm>
            <a:off x="4784699" y="3753672"/>
            <a:ext cx="3534548" cy="22463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这种结束方式的操作很简单，通过向</a:t>
            </a:r>
            <a:r>
              <a:rPr lang="en-US" altLang="zh-CN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的偶地址端口输出一个操作命令字</a:t>
            </a:r>
            <a:r>
              <a:rPr lang="en-US" altLang="zh-CN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OCW2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来发</a:t>
            </a:r>
            <a:r>
              <a:rPr lang="en-US" altLang="zh-CN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EOI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命令。</a:t>
            </a:r>
            <a:endParaRPr lang="zh-CN" altLang="en-US" sz="2400" b="1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9" name="ïšḻïdê"/>
          <p:cNvSpPr txBox="1"/>
          <p:nvPr/>
        </p:nvSpPr>
        <p:spPr bwMode="auto">
          <a:xfrm>
            <a:off x="-1" y="162085"/>
            <a:ext cx="828190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6.5 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可编程中断控制器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 </a:t>
            </a:r>
            <a:endParaRPr lang="zh-CN" altLang="en-US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63" name="right-arrowheads_44810"/>
          <p:cNvSpPr>
            <a:spLocks noChangeAspect="1"/>
          </p:cNvSpPr>
          <p:nvPr/>
        </p:nvSpPr>
        <p:spPr bwMode="auto">
          <a:xfrm>
            <a:off x="152015" y="929658"/>
            <a:ext cx="411251" cy="316320"/>
          </a:xfrm>
          <a:custGeom>
            <a:avLst/>
            <a:gdLst>
              <a:gd name="T0" fmla="*/ 59 w 415"/>
              <a:gd name="T1" fmla="*/ 406 h 406"/>
              <a:gd name="T2" fmla="*/ 25 w 415"/>
              <a:gd name="T3" fmla="*/ 394 h 406"/>
              <a:gd name="T4" fmla="*/ 19 w 415"/>
              <a:gd name="T5" fmla="*/ 318 h 406"/>
              <a:gd name="T6" fmla="*/ 114 w 415"/>
              <a:gd name="T7" fmla="*/ 206 h 406"/>
              <a:gd name="T8" fmla="*/ 19 w 415"/>
              <a:gd name="T9" fmla="*/ 94 h 406"/>
              <a:gd name="T10" fmla="*/ 25 w 415"/>
              <a:gd name="T11" fmla="*/ 19 h 406"/>
              <a:gd name="T12" fmla="*/ 100 w 415"/>
              <a:gd name="T13" fmla="*/ 25 h 406"/>
              <a:gd name="T14" fmla="*/ 225 w 415"/>
              <a:gd name="T15" fmla="*/ 172 h 406"/>
              <a:gd name="T16" fmla="*/ 225 w 415"/>
              <a:gd name="T17" fmla="*/ 241 h 406"/>
              <a:gd name="T18" fmla="*/ 100 w 415"/>
              <a:gd name="T19" fmla="*/ 388 h 406"/>
              <a:gd name="T20" fmla="*/ 59 w 415"/>
              <a:gd name="T21" fmla="*/ 406 h 406"/>
              <a:gd name="T22" fmla="*/ 273 w 415"/>
              <a:gd name="T23" fmla="*/ 388 h 406"/>
              <a:gd name="T24" fmla="*/ 398 w 415"/>
              <a:gd name="T25" fmla="*/ 241 h 406"/>
              <a:gd name="T26" fmla="*/ 398 w 415"/>
              <a:gd name="T27" fmla="*/ 172 h 406"/>
              <a:gd name="T28" fmla="*/ 273 w 415"/>
              <a:gd name="T29" fmla="*/ 25 h 406"/>
              <a:gd name="T30" fmla="*/ 198 w 415"/>
              <a:gd name="T31" fmla="*/ 19 h 406"/>
              <a:gd name="T32" fmla="*/ 192 w 415"/>
              <a:gd name="T33" fmla="*/ 94 h 406"/>
              <a:gd name="T34" fmla="*/ 287 w 415"/>
              <a:gd name="T35" fmla="*/ 206 h 406"/>
              <a:gd name="T36" fmla="*/ 192 w 415"/>
              <a:gd name="T37" fmla="*/ 318 h 406"/>
              <a:gd name="T38" fmla="*/ 198 w 415"/>
              <a:gd name="T39" fmla="*/ 394 h 406"/>
              <a:gd name="T40" fmla="*/ 232 w 415"/>
              <a:gd name="T41" fmla="*/ 406 h 406"/>
              <a:gd name="T42" fmla="*/ 273 w 415"/>
              <a:gd name="T43" fmla="*/ 388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5" h="406">
                <a:moveTo>
                  <a:pt x="59" y="406"/>
                </a:moveTo>
                <a:cubicBezTo>
                  <a:pt x="47" y="406"/>
                  <a:pt x="35" y="402"/>
                  <a:pt x="25" y="394"/>
                </a:cubicBezTo>
                <a:cubicBezTo>
                  <a:pt x="2" y="375"/>
                  <a:pt x="0" y="341"/>
                  <a:pt x="19" y="318"/>
                </a:cubicBezTo>
                <a:lnTo>
                  <a:pt x="114" y="206"/>
                </a:lnTo>
                <a:lnTo>
                  <a:pt x="19" y="94"/>
                </a:lnTo>
                <a:cubicBezTo>
                  <a:pt x="0" y="71"/>
                  <a:pt x="2" y="38"/>
                  <a:pt x="25" y="19"/>
                </a:cubicBezTo>
                <a:cubicBezTo>
                  <a:pt x="47" y="0"/>
                  <a:pt x="81" y="2"/>
                  <a:pt x="100" y="25"/>
                </a:cubicBezTo>
                <a:lnTo>
                  <a:pt x="225" y="172"/>
                </a:lnTo>
                <a:cubicBezTo>
                  <a:pt x="242" y="192"/>
                  <a:pt x="242" y="221"/>
                  <a:pt x="225" y="241"/>
                </a:cubicBezTo>
                <a:lnTo>
                  <a:pt x="100" y="388"/>
                </a:lnTo>
                <a:cubicBezTo>
                  <a:pt x="89" y="400"/>
                  <a:pt x="74" y="406"/>
                  <a:pt x="59" y="406"/>
                </a:cubicBezTo>
                <a:close/>
                <a:moveTo>
                  <a:pt x="273" y="388"/>
                </a:moveTo>
                <a:lnTo>
                  <a:pt x="398" y="241"/>
                </a:lnTo>
                <a:cubicBezTo>
                  <a:pt x="415" y="221"/>
                  <a:pt x="415" y="192"/>
                  <a:pt x="398" y="172"/>
                </a:cubicBezTo>
                <a:lnTo>
                  <a:pt x="273" y="25"/>
                </a:lnTo>
                <a:cubicBezTo>
                  <a:pt x="254" y="2"/>
                  <a:pt x="220" y="0"/>
                  <a:pt x="198" y="19"/>
                </a:cubicBezTo>
                <a:cubicBezTo>
                  <a:pt x="175" y="38"/>
                  <a:pt x="173" y="71"/>
                  <a:pt x="192" y="94"/>
                </a:cubicBezTo>
                <a:lnTo>
                  <a:pt x="287" y="206"/>
                </a:lnTo>
                <a:lnTo>
                  <a:pt x="192" y="318"/>
                </a:lnTo>
                <a:cubicBezTo>
                  <a:pt x="173" y="341"/>
                  <a:pt x="175" y="375"/>
                  <a:pt x="198" y="394"/>
                </a:cubicBezTo>
                <a:cubicBezTo>
                  <a:pt x="208" y="402"/>
                  <a:pt x="220" y="406"/>
                  <a:pt x="232" y="406"/>
                </a:cubicBezTo>
                <a:cubicBezTo>
                  <a:pt x="247" y="406"/>
                  <a:pt x="262" y="400"/>
                  <a:pt x="273" y="3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4" name="矩形 63"/>
          <p:cNvSpPr/>
          <p:nvPr/>
        </p:nvSpPr>
        <p:spPr>
          <a:xfrm>
            <a:off x="584781" y="858016"/>
            <a:ext cx="7429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特殊中断结束方式 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MH_Other_1"/>
          <p:cNvSpPr/>
          <p:nvPr>
            <p:custDataLst>
              <p:tags r:id="rId2"/>
            </p:custDataLst>
          </p:nvPr>
        </p:nvSpPr>
        <p:spPr>
          <a:xfrm rot="21439215">
            <a:off x="481018" y="3743325"/>
            <a:ext cx="1028700" cy="1041400"/>
          </a:xfrm>
          <a:prstGeom prst="roundRect">
            <a:avLst>
              <a:gd name="adj" fmla="val 18567"/>
            </a:avLst>
          </a:prstGeom>
          <a:solidFill>
            <a:schemeClr val="accent3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800" dirty="0">
                <a:solidFill>
                  <a:srgbClr val="FFFFFF"/>
                </a:solidFill>
              </a:rPr>
              <a:t>1</a:t>
            </a:r>
            <a:endParaRPr lang="zh-CN" altLang="en-US" sz="4800" dirty="0">
              <a:solidFill>
                <a:srgbClr val="FFFFFF"/>
              </a:solidFill>
            </a:endParaRPr>
          </a:p>
        </p:txBody>
      </p:sp>
      <p:cxnSp>
        <p:nvCxnSpPr>
          <p:cNvPr id="9" name="MH_Other_2"/>
          <p:cNvCxnSpPr/>
          <p:nvPr>
            <p:custDataLst>
              <p:tags r:id="rId3"/>
            </p:custDataLst>
          </p:nvPr>
        </p:nvCxnSpPr>
        <p:spPr>
          <a:xfrm>
            <a:off x="1509718" y="4235450"/>
            <a:ext cx="1236662" cy="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MH_Other_3"/>
          <p:cNvSpPr/>
          <p:nvPr>
            <p:custDataLst>
              <p:tags r:id="rId4"/>
            </p:custDataLst>
          </p:nvPr>
        </p:nvSpPr>
        <p:spPr>
          <a:xfrm rot="21439215">
            <a:off x="703268" y="2692400"/>
            <a:ext cx="1028700" cy="1041400"/>
          </a:xfrm>
          <a:prstGeom prst="roundRect">
            <a:avLst>
              <a:gd name="adj" fmla="val 18567"/>
            </a:avLst>
          </a:prstGeom>
          <a:solidFill>
            <a:schemeClr val="accent2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800" dirty="0">
                <a:solidFill>
                  <a:srgbClr val="FFFFFF"/>
                </a:solidFill>
              </a:rPr>
              <a:t>2</a:t>
            </a:r>
            <a:endParaRPr lang="zh-CN" altLang="en-US" sz="4800" dirty="0">
              <a:solidFill>
                <a:srgbClr val="FFFFFF"/>
              </a:solidFill>
            </a:endParaRPr>
          </a:p>
        </p:txBody>
      </p:sp>
      <p:cxnSp>
        <p:nvCxnSpPr>
          <p:cNvPr id="11" name="MH_Other_4"/>
          <p:cNvCxnSpPr/>
          <p:nvPr>
            <p:custDataLst>
              <p:tags r:id="rId5"/>
            </p:custDataLst>
          </p:nvPr>
        </p:nvCxnSpPr>
        <p:spPr>
          <a:xfrm>
            <a:off x="1720855" y="3157538"/>
            <a:ext cx="1236663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MH_Other_5"/>
          <p:cNvSpPr/>
          <p:nvPr>
            <p:custDataLst>
              <p:tags r:id="rId6"/>
            </p:custDataLst>
          </p:nvPr>
        </p:nvSpPr>
        <p:spPr>
          <a:xfrm rot="21116664">
            <a:off x="363543" y="1668463"/>
            <a:ext cx="1027112" cy="1041400"/>
          </a:xfrm>
          <a:prstGeom prst="roundRect">
            <a:avLst>
              <a:gd name="adj" fmla="val 18567"/>
            </a:avLst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5400" dirty="0">
                <a:solidFill>
                  <a:srgbClr val="FFFFFF"/>
                </a:solidFill>
              </a:rPr>
              <a:t>3</a:t>
            </a:r>
            <a:endParaRPr lang="zh-CN" altLang="en-US" sz="5400" dirty="0">
              <a:solidFill>
                <a:srgbClr val="FFFFFF"/>
              </a:solidFill>
            </a:endParaRPr>
          </a:p>
        </p:txBody>
      </p:sp>
      <p:cxnSp>
        <p:nvCxnSpPr>
          <p:cNvPr id="13" name="MH_Other_6"/>
          <p:cNvCxnSpPr/>
          <p:nvPr>
            <p:custDataLst>
              <p:tags r:id="rId7"/>
            </p:custDataLst>
          </p:nvPr>
        </p:nvCxnSpPr>
        <p:spPr>
          <a:xfrm>
            <a:off x="1366843" y="2066925"/>
            <a:ext cx="1236662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MH_SubTitle_3"/>
          <p:cNvSpPr txBox="1"/>
          <p:nvPr>
            <p:custDataLst>
              <p:tags r:id="rId8"/>
            </p:custDataLst>
          </p:nvPr>
        </p:nvSpPr>
        <p:spPr bwMode="auto">
          <a:xfrm>
            <a:off x="2909893" y="3757280"/>
            <a:ext cx="5975242" cy="1490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实际上，也是通过向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的偶地址端口输出一个操作命令字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OCW2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，其中的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L2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L1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L0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这三位指出了对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ISR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中的哪一位进行清除。 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MH_SubTitle_2"/>
          <p:cNvSpPr txBox="1"/>
          <p:nvPr>
            <p:custDataLst>
              <p:tags r:id="rId9"/>
            </p:custDataLst>
          </p:nvPr>
        </p:nvSpPr>
        <p:spPr bwMode="auto">
          <a:xfrm>
            <a:off x="3122618" y="2489204"/>
            <a:ext cx="5634434" cy="1268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用这种方式结束中断时，在程序中要发一条特殊中断结束命令，指出当前中断服务寄存器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ISR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中的哪一位将被清除。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" name="MH_SubTitle_1"/>
          <p:cNvSpPr txBox="1"/>
          <p:nvPr>
            <p:custDataLst>
              <p:tags r:id="rId10"/>
            </p:custDataLst>
          </p:nvPr>
        </p:nvSpPr>
        <p:spPr bwMode="auto">
          <a:xfrm>
            <a:off x="2746379" y="1411293"/>
            <a:ext cx="6165391" cy="948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该方式用于中断优先级顺序会改变的非全嵌套方式（两种优先级循环方式），无法判断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ISR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的哪位是当前处理的中断。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52015" y="5184376"/>
            <a:ext cx="8846385" cy="1631216"/>
          </a:xfrm>
          <a:prstGeom prst="rect">
            <a:avLst/>
          </a:prstGeom>
          <a:noFill/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 defTabSz="9144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2000" b="1" kern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对于多片</a:t>
            </a:r>
            <a:r>
              <a:rPr lang="en-US" altLang="zh-CN" sz="2000" b="1" kern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000" b="1" kern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级联情况，如果不是自动中断结束方式，在中断服务程序的最后需要发两次</a:t>
            </a:r>
            <a:r>
              <a:rPr lang="en-US" altLang="zh-CN" sz="2000" b="1" kern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EOI</a:t>
            </a:r>
            <a:r>
              <a:rPr lang="zh-CN" altLang="en-US" sz="2000" b="1" kern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命令，分别清除从片中的</a:t>
            </a:r>
            <a:r>
              <a:rPr lang="en-US" altLang="zh-CN" sz="2000" b="1" kern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ISR</a:t>
            </a:r>
            <a:r>
              <a:rPr lang="zh-CN" altLang="en-US" sz="2000" b="1" kern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位和主片中的</a:t>
            </a:r>
            <a:r>
              <a:rPr lang="en-US" altLang="zh-CN" sz="2000" b="1" kern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ISR</a:t>
            </a:r>
            <a:r>
              <a:rPr lang="zh-CN" altLang="en-US" sz="2000" b="1" kern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位。</a:t>
            </a:r>
            <a:endParaRPr lang="en-US" altLang="zh-CN" sz="2000" b="1" kern="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 defTabSz="9144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2000" b="1" kern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对于采用特殊嵌套方式的多片级联，从片中可能嵌套有多个中断源，应先向从片发</a:t>
            </a:r>
            <a:r>
              <a:rPr lang="en-US" altLang="zh-CN" sz="2000" b="1" kern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EOI</a:t>
            </a:r>
            <a:r>
              <a:rPr lang="zh-CN" altLang="en-US" sz="2000" b="1" kern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命令，然后读</a:t>
            </a:r>
            <a:r>
              <a:rPr lang="en-US" altLang="zh-CN" sz="2000" b="1" kern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ISR</a:t>
            </a:r>
            <a:r>
              <a:rPr lang="zh-CN" altLang="en-US" sz="2000" b="1" kern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，检查还有无为</a:t>
            </a:r>
            <a:r>
              <a:rPr lang="en-US" altLang="zh-CN" sz="2000" b="1" kern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b="1" kern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的位，如无则才能向主片发</a:t>
            </a:r>
            <a:r>
              <a:rPr lang="en-US" altLang="zh-CN" sz="2000" b="1" kern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EOI</a:t>
            </a:r>
            <a:r>
              <a:rPr lang="zh-CN" altLang="en-US" sz="2000" b="1" kern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命令。</a:t>
            </a:r>
            <a:endParaRPr lang="zh-CN" altLang="en-US" sz="2000" b="1" kern="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9" name="ïšḻïdê"/>
          <p:cNvSpPr txBox="1"/>
          <p:nvPr/>
        </p:nvSpPr>
        <p:spPr bwMode="auto">
          <a:xfrm>
            <a:off x="-1" y="162085"/>
            <a:ext cx="828190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6.5 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可编程中断控制器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 </a:t>
            </a:r>
            <a:endParaRPr lang="zh-CN" altLang="en-US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63" name="right-arrowheads_44810"/>
          <p:cNvSpPr>
            <a:spLocks noChangeAspect="1"/>
          </p:cNvSpPr>
          <p:nvPr/>
        </p:nvSpPr>
        <p:spPr bwMode="auto">
          <a:xfrm>
            <a:off x="152015" y="929658"/>
            <a:ext cx="411251" cy="316320"/>
          </a:xfrm>
          <a:custGeom>
            <a:avLst/>
            <a:gdLst>
              <a:gd name="T0" fmla="*/ 59 w 415"/>
              <a:gd name="T1" fmla="*/ 406 h 406"/>
              <a:gd name="T2" fmla="*/ 25 w 415"/>
              <a:gd name="T3" fmla="*/ 394 h 406"/>
              <a:gd name="T4" fmla="*/ 19 w 415"/>
              <a:gd name="T5" fmla="*/ 318 h 406"/>
              <a:gd name="T6" fmla="*/ 114 w 415"/>
              <a:gd name="T7" fmla="*/ 206 h 406"/>
              <a:gd name="T8" fmla="*/ 19 w 415"/>
              <a:gd name="T9" fmla="*/ 94 h 406"/>
              <a:gd name="T10" fmla="*/ 25 w 415"/>
              <a:gd name="T11" fmla="*/ 19 h 406"/>
              <a:gd name="T12" fmla="*/ 100 w 415"/>
              <a:gd name="T13" fmla="*/ 25 h 406"/>
              <a:gd name="T14" fmla="*/ 225 w 415"/>
              <a:gd name="T15" fmla="*/ 172 h 406"/>
              <a:gd name="T16" fmla="*/ 225 w 415"/>
              <a:gd name="T17" fmla="*/ 241 h 406"/>
              <a:gd name="T18" fmla="*/ 100 w 415"/>
              <a:gd name="T19" fmla="*/ 388 h 406"/>
              <a:gd name="T20" fmla="*/ 59 w 415"/>
              <a:gd name="T21" fmla="*/ 406 h 406"/>
              <a:gd name="T22" fmla="*/ 273 w 415"/>
              <a:gd name="T23" fmla="*/ 388 h 406"/>
              <a:gd name="T24" fmla="*/ 398 w 415"/>
              <a:gd name="T25" fmla="*/ 241 h 406"/>
              <a:gd name="T26" fmla="*/ 398 w 415"/>
              <a:gd name="T27" fmla="*/ 172 h 406"/>
              <a:gd name="T28" fmla="*/ 273 w 415"/>
              <a:gd name="T29" fmla="*/ 25 h 406"/>
              <a:gd name="T30" fmla="*/ 198 w 415"/>
              <a:gd name="T31" fmla="*/ 19 h 406"/>
              <a:gd name="T32" fmla="*/ 192 w 415"/>
              <a:gd name="T33" fmla="*/ 94 h 406"/>
              <a:gd name="T34" fmla="*/ 287 w 415"/>
              <a:gd name="T35" fmla="*/ 206 h 406"/>
              <a:gd name="T36" fmla="*/ 192 w 415"/>
              <a:gd name="T37" fmla="*/ 318 h 406"/>
              <a:gd name="T38" fmla="*/ 198 w 415"/>
              <a:gd name="T39" fmla="*/ 394 h 406"/>
              <a:gd name="T40" fmla="*/ 232 w 415"/>
              <a:gd name="T41" fmla="*/ 406 h 406"/>
              <a:gd name="T42" fmla="*/ 273 w 415"/>
              <a:gd name="T43" fmla="*/ 388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5" h="406">
                <a:moveTo>
                  <a:pt x="59" y="406"/>
                </a:moveTo>
                <a:cubicBezTo>
                  <a:pt x="47" y="406"/>
                  <a:pt x="35" y="402"/>
                  <a:pt x="25" y="394"/>
                </a:cubicBezTo>
                <a:cubicBezTo>
                  <a:pt x="2" y="375"/>
                  <a:pt x="0" y="341"/>
                  <a:pt x="19" y="318"/>
                </a:cubicBezTo>
                <a:lnTo>
                  <a:pt x="114" y="206"/>
                </a:lnTo>
                <a:lnTo>
                  <a:pt x="19" y="94"/>
                </a:lnTo>
                <a:cubicBezTo>
                  <a:pt x="0" y="71"/>
                  <a:pt x="2" y="38"/>
                  <a:pt x="25" y="19"/>
                </a:cubicBezTo>
                <a:cubicBezTo>
                  <a:pt x="47" y="0"/>
                  <a:pt x="81" y="2"/>
                  <a:pt x="100" y="25"/>
                </a:cubicBezTo>
                <a:lnTo>
                  <a:pt x="225" y="172"/>
                </a:lnTo>
                <a:cubicBezTo>
                  <a:pt x="242" y="192"/>
                  <a:pt x="242" y="221"/>
                  <a:pt x="225" y="241"/>
                </a:cubicBezTo>
                <a:lnTo>
                  <a:pt x="100" y="388"/>
                </a:lnTo>
                <a:cubicBezTo>
                  <a:pt x="89" y="400"/>
                  <a:pt x="74" y="406"/>
                  <a:pt x="59" y="406"/>
                </a:cubicBezTo>
                <a:close/>
                <a:moveTo>
                  <a:pt x="273" y="388"/>
                </a:moveTo>
                <a:lnTo>
                  <a:pt x="398" y="241"/>
                </a:lnTo>
                <a:cubicBezTo>
                  <a:pt x="415" y="221"/>
                  <a:pt x="415" y="192"/>
                  <a:pt x="398" y="172"/>
                </a:cubicBezTo>
                <a:lnTo>
                  <a:pt x="273" y="25"/>
                </a:lnTo>
                <a:cubicBezTo>
                  <a:pt x="254" y="2"/>
                  <a:pt x="220" y="0"/>
                  <a:pt x="198" y="19"/>
                </a:cubicBezTo>
                <a:cubicBezTo>
                  <a:pt x="175" y="38"/>
                  <a:pt x="173" y="71"/>
                  <a:pt x="192" y="94"/>
                </a:cubicBezTo>
                <a:lnTo>
                  <a:pt x="287" y="206"/>
                </a:lnTo>
                <a:lnTo>
                  <a:pt x="192" y="318"/>
                </a:lnTo>
                <a:cubicBezTo>
                  <a:pt x="173" y="341"/>
                  <a:pt x="175" y="375"/>
                  <a:pt x="198" y="394"/>
                </a:cubicBezTo>
                <a:cubicBezTo>
                  <a:pt x="208" y="402"/>
                  <a:pt x="220" y="406"/>
                  <a:pt x="232" y="406"/>
                </a:cubicBezTo>
                <a:cubicBezTo>
                  <a:pt x="247" y="406"/>
                  <a:pt x="262" y="400"/>
                  <a:pt x="273" y="3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4" name="矩形 63"/>
          <p:cNvSpPr/>
          <p:nvPr/>
        </p:nvSpPr>
        <p:spPr>
          <a:xfrm>
            <a:off x="584781" y="858016"/>
            <a:ext cx="7429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连接系统总线的方式 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MH_Other_1"/>
          <p:cNvSpPr/>
          <p:nvPr>
            <p:custDataLst>
              <p:tags r:id="rId2"/>
            </p:custDataLst>
          </p:nvPr>
        </p:nvSpPr>
        <p:spPr>
          <a:xfrm>
            <a:off x="209550" y="2535465"/>
            <a:ext cx="2044700" cy="2044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HK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MH_Other_2"/>
          <p:cNvSpPr/>
          <p:nvPr>
            <p:custDataLst>
              <p:tags r:id="rId3"/>
            </p:custDataLst>
          </p:nvPr>
        </p:nvSpPr>
        <p:spPr bwMode="auto">
          <a:xfrm>
            <a:off x="601663" y="2916465"/>
            <a:ext cx="1362075" cy="1282700"/>
          </a:xfrm>
          <a:custGeom>
            <a:avLst/>
            <a:gdLst>
              <a:gd name="T0" fmla="*/ 373604 w 1361803"/>
              <a:gd name="T1" fmla="*/ 892336 h 1281345"/>
              <a:gd name="T2" fmla="*/ 476200 w 1361803"/>
              <a:gd name="T3" fmla="*/ 934187 h 1281345"/>
              <a:gd name="T4" fmla="*/ 554139 w 1361803"/>
              <a:gd name="T5" fmla="*/ 951356 h 1281345"/>
              <a:gd name="T6" fmla="*/ 528484 w 1361803"/>
              <a:gd name="T7" fmla="*/ 1028618 h 1281345"/>
              <a:gd name="T8" fmla="*/ 460417 w 1361803"/>
              <a:gd name="T9" fmla="*/ 1051153 h 1281345"/>
              <a:gd name="T10" fmla="*/ 352881 w 1361803"/>
              <a:gd name="T11" fmla="*/ 987840 h 1281345"/>
              <a:gd name="T12" fmla="*/ 286785 w 1361803"/>
              <a:gd name="T13" fmla="*/ 1060811 h 1281345"/>
              <a:gd name="T14" fmla="*/ 312434 w 1361803"/>
              <a:gd name="T15" fmla="*/ 895552 h 1281345"/>
              <a:gd name="T16" fmla="*/ 274750 w 1361803"/>
              <a:gd name="T17" fmla="*/ 693935 h 1281345"/>
              <a:gd name="T18" fmla="*/ 665920 w 1361803"/>
              <a:gd name="T19" fmla="*/ 693935 h 1281345"/>
              <a:gd name="T20" fmla="*/ 633318 w 1361803"/>
              <a:gd name="T21" fmla="*/ 779681 h 1281345"/>
              <a:gd name="T22" fmla="*/ 270797 w 1361803"/>
              <a:gd name="T23" fmla="*/ 785039 h 1281345"/>
              <a:gd name="T24" fmla="*/ 255979 w 1361803"/>
              <a:gd name="T25" fmla="*/ 713227 h 1281345"/>
              <a:gd name="T26" fmla="*/ 278558 w 1361803"/>
              <a:gd name="T27" fmla="*/ 509459 h 1281345"/>
              <a:gd name="T28" fmla="*/ 746925 w 1361803"/>
              <a:gd name="T29" fmla="*/ 509459 h 1281345"/>
              <a:gd name="T30" fmla="*/ 766688 w 1361803"/>
              <a:gd name="T31" fmla="*/ 562075 h 1281345"/>
              <a:gd name="T32" fmla="*/ 279544 w 1361803"/>
              <a:gd name="T33" fmla="*/ 599656 h 1281345"/>
              <a:gd name="T34" fmla="*/ 256813 w 1361803"/>
              <a:gd name="T35" fmla="*/ 533083 h 1281345"/>
              <a:gd name="T36" fmla="*/ 944591 w 1361803"/>
              <a:gd name="T37" fmla="*/ 457790 h 1281345"/>
              <a:gd name="T38" fmla="*/ 1023588 w 1361803"/>
              <a:gd name="T39" fmla="*/ 650972 h 1281345"/>
              <a:gd name="T40" fmla="*/ 636495 w 1361803"/>
              <a:gd name="T41" fmla="*/ 1052366 h 1281345"/>
              <a:gd name="T42" fmla="*/ 601932 w 1361803"/>
              <a:gd name="T43" fmla="*/ 1022315 h 1281345"/>
              <a:gd name="T44" fmla="*/ 940644 w 1361803"/>
              <a:gd name="T45" fmla="*/ 465300 h 1281345"/>
              <a:gd name="T46" fmla="*/ 1339566 w 1361803"/>
              <a:gd name="T47" fmla="*/ 326100 h 1281345"/>
              <a:gd name="T48" fmla="*/ 1356355 w 1361803"/>
              <a:gd name="T49" fmla="*/ 377558 h 1281345"/>
              <a:gd name="T50" fmla="*/ 1136163 w 1361803"/>
              <a:gd name="T51" fmla="*/ 671299 h 1281345"/>
              <a:gd name="T52" fmla="*/ 1082839 w 1361803"/>
              <a:gd name="T53" fmla="*/ 684164 h 1281345"/>
              <a:gd name="T54" fmla="*/ 1123322 w 1361803"/>
              <a:gd name="T55" fmla="*/ 602689 h 1281345"/>
              <a:gd name="T56" fmla="*/ 1312908 w 1361803"/>
              <a:gd name="T57" fmla="*/ 337893 h 1281345"/>
              <a:gd name="T58" fmla="*/ 526769 w 1361803"/>
              <a:gd name="T59" fmla="*/ 231614 h 1281345"/>
              <a:gd name="T60" fmla="*/ 766688 w 1361803"/>
              <a:gd name="T61" fmla="*/ 247720 h 1281345"/>
              <a:gd name="T62" fmla="*/ 749907 w 1361803"/>
              <a:gd name="T63" fmla="*/ 321812 h 1281345"/>
              <a:gd name="T64" fmla="*/ 529735 w 1361803"/>
              <a:gd name="T65" fmla="*/ 321812 h 1281345"/>
              <a:gd name="T66" fmla="*/ 511959 w 1361803"/>
              <a:gd name="T67" fmla="*/ 248795 h 1281345"/>
              <a:gd name="T68" fmla="*/ 1245419 w 1361803"/>
              <a:gd name="T69" fmla="*/ 139267 h 1281345"/>
              <a:gd name="T70" fmla="*/ 1309122 w 1361803"/>
              <a:gd name="T71" fmla="*/ 242312 h 1281345"/>
              <a:gd name="T72" fmla="*/ 1116528 w 1361803"/>
              <a:gd name="T73" fmla="*/ 537108 h 1281345"/>
              <a:gd name="T74" fmla="*/ 998003 w 1361803"/>
              <a:gd name="T75" fmla="*/ 389175 h 1281345"/>
              <a:gd name="T76" fmla="*/ 1207394 w 1361803"/>
              <a:gd name="T77" fmla="*/ 150121 h 1281345"/>
              <a:gd name="T78" fmla="*/ 327005 w 1361803"/>
              <a:gd name="T79" fmla="*/ 0 h 1281345"/>
              <a:gd name="T80" fmla="*/ 1023501 w 1361803"/>
              <a:gd name="T81" fmla="*/ 138369 h 1281345"/>
              <a:gd name="T82" fmla="*/ 1015602 w 1361803"/>
              <a:gd name="T83" fmla="*/ 240270 h 1281345"/>
              <a:gd name="T84" fmla="*/ 909891 w 1361803"/>
              <a:gd name="T85" fmla="*/ 384002 h 1281345"/>
              <a:gd name="T86" fmla="*/ 897047 w 1361803"/>
              <a:gd name="T87" fmla="*/ 317499 h 1281345"/>
              <a:gd name="T88" fmla="*/ 872348 w 1361803"/>
              <a:gd name="T89" fmla="*/ 137297 h 1281345"/>
              <a:gd name="T90" fmla="*/ 382329 w 1361803"/>
              <a:gd name="T91" fmla="*/ 137297 h 1281345"/>
              <a:gd name="T92" fmla="*/ 382329 w 1361803"/>
              <a:gd name="T93" fmla="*/ 317499 h 1281345"/>
              <a:gd name="T94" fmla="*/ 143255 w 1361803"/>
              <a:gd name="T95" fmla="*/ 414036 h 1281345"/>
              <a:gd name="T96" fmla="*/ 126454 w 1361803"/>
              <a:gd name="T97" fmla="*/ 433342 h 1281345"/>
              <a:gd name="T98" fmla="*/ 151153 w 1361803"/>
              <a:gd name="T99" fmla="*/ 1156294 h 1281345"/>
              <a:gd name="T100" fmla="*/ 897047 w 1361803"/>
              <a:gd name="T101" fmla="*/ 1128406 h 1281345"/>
              <a:gd name="T102" fmla="*/ 902973 w 1361803"/>
              <a:gd name="T103" fmla="*/ 912806 h 1281345"/>
              <a:gd name="T104" fmla="*/ 1022515 w 1361803"/>
              <a:gd name="T105" fmla="*/ 776583 h 1281345"/>
              <a:gd name="T106" fmla="*/ 1023501 w 1361803"/>
              <a:gd name="T107" fmla="*/ 1146641 h 1281345"/>
              <a:gd name="T108" fmla="*/ 131394 w 1361803"/>
              <a:gd name="T109" fmla="*/ 1293592 h 1281345"/>
              <a:gd name="T110" fmla="*/ 0 w 1361803"/>
              <a:gd name="T111" fmla="*/ 338951 h 1281345"/>
              <a:gd name="T112" fmla="*/ 261801 w 1361803"/>
              <a:gd name="T113" fmla="*/ 28960 h 1281345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0" t="0" r="r" b="b"/>
            <a:pathLst>
              <a:path w="1361803" h="1281345">
                <a:moveTo>
                  <a:pt x="340187" y="867542"/>
                </a:moveTo>
                <a:cubicBezTo>
                  <a:pt x="351512" y="867144"/>
                  <a:pt x="363575" y="872724"/>
                  <a:pt x="372930" y="883885"/>
                </a:cubicBezTo>
                <a:cubicBezTo>
                  <a:pt x="394595" y="907270"/>
                  <a:pt x="415275" y="931718"/>
                  <a:pt x="436940" y="957229"/>
                </a:cubicBezTo>
                <a:cubicBezTo>
                  <a:pt x="449742" y="946599"/>
                  <a:pt x="462543" y="935970"/>
                  <a:pt x="475345" y="925340"/>
                </a:cubicBezTo>
                <a:cubicBezTo>
                  <a:pt x="492086" y="911522"/>
                  <a:pt x="506857" y="910459"/>
                  <a:pt x="525568" y="923214"/>
                </a:cubicBezTo>
                <a:cubicBezTo>
                  <a:pt x="535415" y="929592"/>
                  <a:pt x="544278" y="935970"/>
                  <a:pt x="553141" y="942347"/>
                </a:cubicBezTo>
                <a:cubicBezTo>
                  <a:pt x="545263" y="967858"/>
                  <a:pt x="538370" y="993369"/>
                  <a:pt x="530492" y="1018880"/>
                </a:cubicBezTo>
                <a:cubicBezTo>
                  <a:pt x="528522" y="1018880"/>
                  <a:pt x="528522" y="1018880"/>
                  <a:pt x="527537" y="1018880"/>
                </a:cubicBezTo>
                <a:cubicBezTo>
                  <a:pt x="509812" y="1000810"/>
                  <a:pt x="494056" y="1007187"/>
                  <a:pt x="479284" y="1024195"/>
                </a:cubicBezTo>
                <a:cubicBezTo>
                  <a:pt x="473376" y="1030572"/>
                  <a:pt x="466482" y="1035887"/>
                  <a:pt x="459589" y="1041202"/>
                </a:cubicBezTo>
                <a:cubicBezTo>
                  <a:pt x="438909" y="1058209"/>
                  <a:pt x="420199" y="1056083"/>
                  <a:pt x="402473" y="1035887"/>
                </a:cubicBezTo>
                <a:cubicBezTo>
                  <a:pt x="385732" y="1017817"/>
                  <a:pt x="369976" y="998684"/>
                  <a:pt x="352251" y="978488"/>
                </a:cubicBezTo>
                <a:cubicBezTo>
                  <a:pt x="343388" y="995495"/>
                  <a:pt x="335510" y="1012502"/>
                  <a:pt x="327632" y="1028446"/>
                </a:cubicBezTo>
                <a:cubicBezTo>
                  <a:pt x="318769" y="1046517"/>
                  <a:pt x="303013" y="1053957"/>
                  <a:pt x="286272" y="1050768"/>
                </a:cubicBezTo>
                <a:cubicBezTo>
                  <a:pt x="262638" y="1046517"/>
                  <a:pt x="248851" y="1019943"/>
                  <a:pt x="259683" y="995495"/>
                </a:cubicBezTo>
                <a:cubicBezTo>
                  <a:pt x="276424" y="959355"/>
                  <a:pt x="293165" y="922151"/>
                  <a:pt x="311876" y="887074"/>
                </a:cubicBezTo>
                <a:cubicBezTo>
                  <a:pt x="318276" y="874318"/>
                  <a:pt x="328863" y="867941"/>
                  <a:pt x="340187" y="867542"/>
                </a:cubicBezTo>
                <a:close/>
                <a:moveTo>
                  <a:pt x="274255" y="687365"/>
                </a:moveTo>
                <a:cubicBezTo>
                  <a:pt x="330459" y="687365"/>
                  <a:pt x="386662" y="687365"/>
                  <a:pt x="442866" y="687365"/>
                </a:cubicBezTo>
                <a:cubicBezTo>
                  <a:pt x="516819" y="687365"/>
                  <a:pt x="590771" y="687365"/>
                  <a:pt x="664723" y="687365"/>
                </a:cubicBezTo>
                <a:cubicBezTo>
                  <a:pt x="670640" y="687365"/>
                  <a:pt x="675570" y="687365"/>
                  <a:pt x="684444" y="687365"/>
                </a:cubicBezTo>
                <a:cubicBezTo>
                  <a:pt x="666695" y="718154"/>
                  <a:pt x="649933" y="745757"/>
                  <a:pt x="632184" y="772299"/>
                </a:cubicBezTo>
                <a:cubicBezTo>
                  <a:pt x="630212" y="775484"/>
                  <a:pt x="625282" y="776545"/>
                  <a:pt x="621338" y="776545"/>
                </a:cubicBezTo>
                <a:cubicBezTo>
                  <a:pt x="504000" y="777607"/>
                  <a:pt x="387648" y="776545"/>
                  <a:pt x="270311" y="777607"/>
                </a:cubicBezTo>
                <a:cubicBezTo>
                  <a:pt x="259464" y="777607"/>
                  <a:pt x="255520" y="772299"/>
                  <a:pt x="256506" y="760620"/>
                </a:cubicBezTo>
                <a:cubicBezTo>
                  <a:pt x="256506" y="742572"/>
                  <a:pt x="256506" y="724524"/>
                  <a:pt x="255520" y="706475"/>
                </a:cubicBezTo>
                <a:cubicBezTo>
                  <a:pt x="255520" y="691612"/>
                  <a:pt x="261436" y="687365"/>
                  <a:pt x="274255" y="687365"/>
                </a:cubicBezTo>
                <a:close/>
                <a:moveTo>
                  <a:pt x="278054" y="504636"/>
                </a:moveTo>
                <a:cubicBezTo>
                  <a:pt x="354989" y="504636"/>
                  <a:pt x="432911" y="504636"/>
                  <a:pt x="509846" y="504636"/>
                </a:cubicBezTo>
                <a:cubicBezTo>
                  <a:pt x="588754" y="504636"/>
                  <a:pt x="666676" y="504636"/>
                  <a:pt x="745584" y="504636"/>
                </a:cubicBezTo>
                <a:cubicBezTo>
                  <a:pt x="764325" y="504636"/>
                  <a:pt x="765311" y="505700"/>
                  <a:pt x="765311" y="524845"/>
                </a:cubicBezTo>
                <a:cubicBezTo>
                  <a:pt x="765311" y="535481"/>
                  <a:pt x="765311" y="546117"/>
                  <a:pt x="765311" y="556753"/>
                </a:cubicBezTo>
                <a:cubicBezTo>
                  <a:pt x="765311" y="580153"/>
                  <a:pt x="752489" y="593980"/>
                  <a:pt x="730789" y="593980"/>
                </a:cubicBezTo>
                <a:cubicBezTo>
                  <a:pt x="580863" y="593980"/>
                  <a:pt x="429952" y="593980"/>
                  <a:pt x="279040" y="593980"/>
                </a:cubicBezTo>
                <a:cubicBezTo>
                  <a:pt x="256354" y="593980"/>
                  <a:pt x="256354" y="592917"/>
                  <a:pt x="256354" y="569517"/>
                </a:cubicBezTo>
                <a:cubicBezTo>
                  <a:pt x="256354" y="555690"/>
                  <a:pt x="256354" y="541863"/>
                  <a:pt x="256354" y="528036"/>
                </a:cubicBezTo>
                <a:cubicBezTo>
                  <a:pt x="256354" y="504636"/>
                  <a:pt x="256354" y="504636"/>
                  <a:pt x="278054" y="504636"/>
                </a:cubicBezTo>
                <a:close/>
                <a:moveTo>
                  <a:pt x="942895" y="453454"/>
                </a:moveTo>
                <a:cubicBezTo>
                  <a:pt x="989224" y="494914"/>
                  <a:pt x="1033581" y="534249"/>
                  <a:pt x="1077938" y="574646"/>
                </a:cubicBezTo>
                <a:cubicBezTo>
                  <a:pt x="1059210" y="599097"/>
                  <a:pt x="1040481" y="622484"/>
                  <a:pt x="1021752" y="644809"/>
                </a:cubicBezTo>
                <a:cubicBezTo>
                  <a:pt x="928109" y="760685"/>
                  <a:pt x="831509" y="874435"/>
                  <a:pt x="722095" y="974365"/>
                </a:cubicBezTo>
                <a:cubicBezTo>
                  <a:pt x="695481" y="999879"/>
                  <a:pt x="664923" y="1021141"/>
                  <a:pt x="635352" y="1042403"/>
                </a:cubicBezTo>
                <a:cubicBezTo>
                  <a:pt x="626481" y="1048781"/>
                  <a:pt x="613666" y="1046655"/>
                  <a:pt x="601838" y="1048781"/>
                </a:cubicBezTo>
                <a:cubicBezTo>
                  <a:pt x="601838" y="1037087"/>
                  <a:pt x="596909" y="1023267"/>
                  <a:pt x="600852" y="1012636"/>
                </a:cubicBezTo>
                <a:cubicBezTo>
                  <a:pt x="619581" y="969050"/>
                  <a:pt x="637323" y="924400"/>
                  <a:pt x="659995" y="882940"/>
                </a:cubicBezTo>
                <a:cubicBezTo>
                  <a:pt x="741809" y="734108"/>
                  <a:pt x="838409" y="595907"/>
                  <a:pt x="938952" y="460896"/>
                </a:cubicBezTo>
                <a:cubicBezTo>
                  <a:pt x="939938" y="458770"/>
                  <a:pt x="940924" y="456643"/>
                  <a:pt x="942895" y="453454"/>
                </a:cubicBezTo>
                <a:close/>
                <a:moveTo>
                  <a:pt x="1337162" y="323013"/>
                </a:moveTo>
                <a:cubicBezTo>
                  <a:pt x="1348990" y="326198"/>
                  <a:pt x="1361803" y="343189"/>
                  <a:pt x="1361803" y="358055"/>
                </a:cubicBezTo>
                <a:cubicBezTo>
                  <a:pt x="1359832" y="361241"/>
                  <a:pt x="1357861" y="367612"/>
                  <a:pt x="1353918" y="373984"/>
                </a:cubicBezTo>
                <a:cubicBezTo>
                  <a:pt x="1300693" y="447255"/>
                  <a:pt x="1247469" y="521588"/>
                  <a:pt x="1194244" y="594859"/>
                </a:cubicBezTo>
                <a:cubicBezTo>
                  <a:pt x="1175517" y="619282"/>
                  <a:pt x="1154818" y="642644"/>
                  <a:pt x="1134120" y="664944"/>
                </a:cubicBezTo>
                <a:cubicBezTo>
                  <a:pt x="1125249" y="673439"/>
                  <a:pt x="1113421" y="678749"/>
                  <a:pt x="1101594" y="682996"/>
                </a:cubicBezTo>
                <a:cubicBezTo>
                  <a:pt x="1095680" y="685120"/>
                  <a:pt x="1083852" y="682996"/>
                  <a:pt x="1080895" y="677687"/>
                </a:cubicBezTo>
                <a:cubicBezTo>
                  <a:pt x="1077938" y="671315"/>
                  <a:pt x="1077938" y="658573"/>
                  <a:pt x="1080895" y="652201"/>
                </a:cubicBezTo>
                <a:cubicBezTo>
                  <a:pt x="1092723" y="633087"/>
                  <a:pt x="1107507" y="615035"/>
                  <a:pt x="1121306" y="596983"/>
                </a:cubicBezTo>
                <a:cubicBezTo>
                  <a:pt x="1175517" y="522650"/>
                  <a:pt x="1229727" y="449379"/>
                  <a:pt x="1284923" y="375046"/>
                </a:cubicBezTo>
                <a:cubicBezTo>
                  <a:pt x="1293794" y="362303"/>
                  <a:pt x="1302665" y="348498"/>
                  <a:pt x="1310550" y="334694"/>
                </a:cubicBezTo>
                <a:cubicBezTo>
                  <a:pt x="1317449" y="324075"/>
                  <a:pt x="1325334" y="318765"/>
                  <a:pt x="1337162" y="323013"/>
                </a:cubicBezTo>
                <a:close/>
                <a:moveTo>
                  <a:pt x="525824" y="229421"/>
                </a:moveTo>
                <a:cubicBezTo>
                  <a:pt x="600725" y="229421"/>
                  <a:pt x="675627" y="229421"/>
                  <a:pt x="750528" y="229421"/>
                </a:cubicBezTo>
                <a:cubicBezTo>
                  <a:pt x="761369" y="229421"/>
                  <a:pt x="765311" y="233676"/>
                  <a:pt x="765311" y="245375"/>
                </a:cubicBezTo>
                <a:cubicBezTo>
                  <a:pt x="764326" y="264521"/>
                  <a:pt x="764326" y="282602"/>
                  <a:pt x="765311" y="301747"/>
                </a:cubicBezTo>
                <a:cubicBezTo>
                  <a:pt x="765311" y="314511"/>
                  <a:pt x="760383" y="318765"/>
                  <a:pt x="748557" y="318765"/>
                </a:cubicBezTo>
                <a:cubicBezTo>
                  <a:pt x="711106" y="318765"/>
                  <a:pt x="674641" y="318765"/>
                  <a:pt x="638176" y="318765"/>
                </a:cubicBezTo>
                <a:cubicBezTo>
                  <a:pt x="601711" y="318765"/>
                  <a:pt x="565246" y="317702"/>
                  <a:pt x="528781" y="318765"/>
                </a:cubicBezTo>
                <a:cubicBezTo>
                  <a:pt x="515969" y="318765"/>
                  <a:pt x="511041" y="313447"/>
                  <a:pt x="511041" y="299620"/>
                </a:cubicBezTo>
                <a:cubicBezTo>
                  <a:pt x="512027" y="282602"/>
                  <a:pt x="512027" y="264521"/>
                  <a:pt x="511041" y="246439"/>
                </a:cubicBezTo>
                <a:cubicBezTo>
                  <a:pt x="511041" y="234739"/>
                  <a:pt x="514983" y="229421"/>
                  <a:pt x="525824" y="229421"/>
                </a:cubicBezTo>
                <a:close/>
                <a:moveTo>
                  <a:pt x="1243182" y="137949"/>
                </a:moveTo>
                <a:cubicBezTo>
                  <a:pt x="1255260" y="139675"/>
                  <a:pt x="1267337" y="146577"/>
                  <a:pt x="1281140" y="158257"/>
                </a:cubicBezTo>
                <a:cubicBezTo>
                  <a:pt x="1308745" y="183741"/>
                  <a:pt x="1317618" y="208163"/>
                  <a:pt x="1306773" y="240018"/>
                </a:cubicBezTo>
                <a:cubicBezTo>
                  <a:pt x="1300858" y="257008"/>
                  <a:pt x="1294942" y="275059"/>
                  <a:pt x="1285083" y="289925"/>
                </a:cubicBezTo>
                <a:cubicBezTo>
                  <a:pt x="1228886" y="370624"/>
                  <a:pt x="1171704" y="450262"/>
                  <a:pt x="1114521" y="532023"/>
                </a:cubicBezTo>
                <a:cubicBezTo>
                  <a:pt x="1066212" y="489550"/>
                  <a:pt x="1022832" y="450262"/>
                  <a:pt x="977480" y="410974"/>
                </a:cubicBezTo>
                <a:cubicBezTo>
                  <a:pt x="984381" y="401417"/>
                  <a:pt x="990297" y="392923"/>
                  <a:pt x="996212" y="385490"/>
                </a:cubicBezTo>
                <a:cubicBezTo>
                  <a:pt x="1050437" y="319656"/>
                  <a:pt x="1103676" y="252760"/>
                  <a:pt x="1157901" y="187988"/>
                </a:cubicBezTo>
                <a:cubicBezTo>
                  <a:pt x="1170718" y="172061"/>
                  <a:pt x="1188464" y="159319"/>
                  <a:pt x="1205225" y="148700"/>
                </a:cubicBezTo>
                <a:cubicBezTo>
                  <a:pt x="1219027" y="139675"/>
                  <a:pt x="1231105" y="136224"/>
                  <a:pt x="1243182" y="137949"/>
                </a:cubicBezTo>
                <a:close/>
                <a:moveTo>
                  <a:pt x="326420" y="0"/>
                </a:moveTo>
                <a:cubicBezTo>
                  <a:pt x="513791" y="0"/>
                  <a:pt x="702148" y="0"/>
                  <a:pt x="889519" y="0"/>
                </a:cubicBezTo>
                <a:cubicBezTo>
                  <a:pt x="964468" y="1063"/>
                  <a:pt x="1018707" y="56311"/>
                  <a:pt x="1021665" y="137059"/>
                </a:cubicBezTo>
                <a:cubicBezTo>
                  <a:pt x="1021665" y="164684"/>
                  <a:pt x="1021665" y="191246"/>
                  <a:pt x="1020679" y="218870"/>
                </a:cubicBezTo>
                <a:cubicBezTo>
                  <a:pt x="1020679" y="225245"/>
                  <a:pt x="1017721" y="232682"/>
                  <a:pt x="1013776" y="237995"/>
                </a:cubicBezTo>
                <a:cubicBezTo>
                  <a:pt x="985177" y="275181"/>
                  <a:pt x="956578" y="311305"/>
                  <a:pt x="928966" y="348492"/>
                </a:cubicBezTo>
                <a:cubicBezTo>
                  <a:pt x="921077" y="358054"/>
                  <a:pt x="915160" y="369741"/>
                  <a:pt x="908256" y="380366"/>
                </a:cubicBezTo>
                <a:cubicBezTo>
                  <a:pt x="905298" y="384616"/>
                  <a:pt x="901353" y="387804"/>
                  <a:pt x="895436" y="395241"/>
                </a:cubicBezTo>
                <a:cubicBezTo>
                  <a:pt x="895436" y="365492"/>
                  <a:pt x="895436" y="339992"/>
                  <a:pt x="895436" y="314493"/>
                </a:cubicBezTo>
                <a:cubicBezTo>
                  <a:pt x="895436" y="263494"/>
                  <a:pt x="895436" y="212495"/>
                  <a:pt x="895436" y="161496"/>
                </a:cubicBezTo>
                <a:cubicBezTo>
                  <a:pt x="895436" y="139184"/>
                  <a:pt x="892478" y="135997"/>
                  <a:pt x="870782" y="135997"/>
                </a:cubicBezTo>
                <a:cubicBezTo>
                  <a:pt x="713982" y="135997"/>
                  <a:pt x="557182" y="135997"/>
                  <a:pt x="399396" y="135997"/>
                </a:cubicBezTo>
                <a:cubicBezTo>
                  <a:pt x="394465" y="135997"/>
                  <a:pt x="388548" y="135997"/>
                  <a:pt x="381645" y="135997"/>
                </a:cubicBezTo>
                <a:cubicBezTo>
                  <a:pt x="381645" y="145559"/>
                  <a:pt x="381645" y="152997"/>
                  <a:pt x="381645" y="159371"/>
                </a:cubicBezTo>
                <a:cubicBezTo>
                  <a:pt x="381645" y="211433"/>
                  <a:pt x="381645" y="262431"/>
                  <a:pt x="381645" y="314493"/>
                </a:cubicBezTo>
                <a:cubicBezTo>
                  <a:pt x="380659" y="373991"/>
                  <a:pt x="346143" y="410116"/>
                  <a:pt x="290918" y="410116"/>
                </a:cubicBezTo>
                <a:cubicBezTo>
                  <a:pt x="241610" y="410116"/>
                  <a:pt x="192302" y="410116"/>
                  <a:pt x="142994" y="410116"/>
                </a:cubicBezTo>
                <a:cubicBezTo>
                  <a:pt x="138063" y="410116"/>
                  <a:pt x="133132" y="410116"/>
                  <a:pt x="126229" y="410116"/>
                </a:cubicBezTo>
                <a:cubicBezTo>
                  <a:pt x="126229" y="418615"/>
                  <a:pt x="126229" y="423928"/>
                  <a:pt x="126229" y="429240"/>
                </a:cubicBezTo>
                <a:cubicBezTo>
                  <a:pt x="126229" y="658735"/>
                  <a:pt x="126229" y="888229"/>
                  <a:pt x="126229" y="1117724"/>
                </a:cubicBezTo>
                <a:cubicBezTo>
                  <a:pt x="126229" y="1143223"/>
                  <a:pt x="128201" y="1145348"/>
                  <a:pt x="150883" y="1145348"/>
                </a:cubicBezTo>
                <a:cubicBezTo>
                  <a:pt x="390521" y="1145348"/>
                  <a:pt x="630158" y="1145348"/>
                  <a:pt x="869796" y="1145348"/>
                </a:cubicBezTo>
                <a:cubicBezTo>
                  <a:pt x="893464" y="1145348"/>
                  <a:pt x="895436" y="1143223"/>
                  <a:pt x="895436" y="1117724"/>
                </a:cubicBezTo>
                <a:cubicBezTo>
                  <a:pt x="895436" y="1052913"/>
                  <a:pt x="895436" y="988102"/>
                  <a:pt x="895436" y="923291"/>
                </a:cubicBezTo>
                <a:cubicBezTo>
                  <a:pt x="895436" y="916916"/>
                  <a:pt x="897409" y="908416"/>
                  <a:pt x="901353" y="904166"/>
                </a:cubicBezTo>
                <a:cubicBezTo>
                  <a:pt x="938827" y="860605"/>
                  <a:pt x="976302" y="818106"/>
                  <a:pt x="1013776" y="774545"/>
                </a:cubicBezTo>
                <a:cubicBezTo>
                  <a:pt x="1015748" y="773482"/>
                  <a:pt x="1016734" y="772420"/>
                  <a:pt x="1020679" y="769232"/>
                </a:cubicBezTo>
                <a:cubicBezTo>
                  <a:pt x="1020679" y="775607"/>
                  <a:pt x="1021665" y="779857"/>
                  <a:pt x="1021665" y="784107"/>
                </a:cubicBezTo>
                <a:cubicBezTo>
                  <a:pt x="1021665" y="902042"/>
                  <a:pt x="1021665" y="1018914"/>
                  <a:pt x="1021665" y="1135786"/>
                </a:cubicBezTo>
                <a:cubicBezTo>
                  <a:pt x="1020679" y="1222909"/>
                  <a:pt x="967426" y="1281345"/>
                  <a:pt x="886561" y="1281345"/>
                </a:cubicBezTo>
                <a:cubicBezTo>
                  <a:pt x="634103" y="1281345"/>
                  <a:pt x="382631" y="1281345"/>
                  <a:pt x="131160" y="1281345"/>
                </a:cubicBezTo>
                <a:cubicBezTo>
                  <a:pt x="55225" y="1281345"/>
                  <a:pt x="0" y="1221847"/>
                  <a:pt x="0" y="1140036"/>
                </a:cubicBezTo>
                <a:cubicBezTo>
                  <a:pt x="0" y="872292"/>
                  <a:pt x="0" y="603486"/>
                  <a:pt x="0" y="335742"/>
                </a:cubicBezTo>
                <a:cubicBezTo>
                  <a:pt x="0" y="315555"/>
                  <a:pt x="5917" y="298556"/>
                  <a:pt x="18737" y="283681"/>
                </a:cubicBezTo>
                <a:cubicBezTo>
                  <a:pt x="99603" y="198683"/>
                  <a:pt x="180468" y="113685"/>
                  <a:pt x="261333" y="28687"/>
                </a:cubicBezTo>
                <a:cubicBezTo>
                  <a:pt x="279084" y="9562"/>
                  <a:pt x="300780" y="0"/>
                  <a:pt x="32642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0" name="MH_Other_3"/>
          <p:cNvCxnSpPr/>
          <p:nvPr>
            <p:custDataLst>
              <p:tags r:id="rId4"/>
            </p:custDataLst>
          </p:nvPr>
        </p:nvCxnSpPr>
        <p:spPr>
          <a:xfrm>
            <a:off x="2760663" y="1703615"/>
            <a:ext cx="0" cy="3708400"/>
          </a:xfrm>
          <a:prstGeom prst="line">
            <a:avLst/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H_Other_4"/>
          <p:cNvSpPr/>
          <p:nvPr>
            <p:custDataLst>
              <p:tags r:id="rId5"/>
            </p:custDataLst>
          </p:nvPr>
        </p:nvSpPr>
        <p:spPr>
          <a:xfrm>
            <a:off x="2651125" y="4461103"/>
            <a:ext cx="220663" cy="22066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HK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MH_Other_5"/>
          <p:cNvSpPr/>
          <p:nvPr>
            <p:custDataLst>
              <p:tags r:id="rId6"/>
            </p:custDataLst>
          </p:nvPr>
        </p:nvSpPr>
        <p:spPr>
          <a:xfrm>
            <a:off x="2651125" y="2056494"/>
            <a:ext cx="220663" cy="22066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HK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13" name="MH_Other_6"/>
          <p:cNvCxnSpPr/>
          <p:nvPr>
            <p:custDataLst>
              <p:tags r:id="rId7"/>
            </p:custDataLst>
          </p:nvPr>
        </p:nvCxnSpPr>
        <p:spPr>
          <a:xfrm flipV="1">
            <a:off x="2871788" y="2158094"/>
            <a:ext cx="3995737" cy="7938"/>
          </a:xfrm>
          <a:prstGeom prst="line">
            <a:avLst/>
          </a:prstGeom>
          <a:solidFill>
            <a:srgbClr val="D3481D"/>
          </a:solidFill>
          <a:ln w="1905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</p:cxnSp>
      <p:cxnSp>
        <p:nvCxnSpPr>
          <p:cNvPr id="14" name="MH_Other_7"/>
          <p:cNvCxnSpPr/>
          <p:nvPr>
            <p:custDataLst>
              <p:tags r:id="rId8"/>
            </p:custDataLst>
          </p:nvPr>
        </p:nvCxnSpPr>
        <p:spPr>
          <a:xfrm flipV="1">
            <a:off x="2871788" y="4567465"/>
            <a:ext cx="3995737" cy="7938"/>
          </a:xfrm>
          <a:prstGeom prst="line">
            <a:avLst/>
          </a:prstGeom>
          <a:solidFill>
            <a:srgbClr val="D3481D"/>
          </a:solidFill>
          <a:ln w="19050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</p:cxnSp>
      <p:sp>
        <p:nvSpPr>
          <p:cNvPr id="15" name="MH_Text_1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3171825" y="2175557"/>
            <a:ext cx="5762625" cy="973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在很多片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级联的大系统中，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通过总线驱动器和数据总线相连，这就是缓冲方式。</a:t>
            </a:r>
            <a:endParaRPr lang="zh-CN" altLang="en-US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在缓冲方式下，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SP/EN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端和总线驱动器的允许端相连， 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SP/EN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端输出的低电平可作为总线驱动器的控制信号。</a:t>
            </a:r>
            <a:endParaRPr lang="zh-CN" altLang="en-US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MH_SubTitle_1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3171825" y="1326244"/>
            <a:ext cx="3430588" cy="833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缓冲方式 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" name="MH_Text_2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3171825" y="4580165"/>
            <a:ext cx="5703661" cy="973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当系统只有单片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或有几片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级联时，一般将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直接与数据总线相连，这种方式就称为非缓冲方式。</a:t>
            </a:r>
            <a:endParaRPr lang="zh-CN" altLang="en-US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SP/EN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端作为输入端，在单片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系统中， 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SP/EN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端接高电平；在多片系统，主片的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SP/EN 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端接高电平，从片的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SP/EN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端接低电平。</a:t>
            </a:r>
            <a:endParaRPr lang="zh-CN" altLang="en-US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" name="MH_SubTitle_2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3171825" y="3729265"/>
            <a:ext cx="3430588" cy="833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非缓冲方式 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9" name="ïšḻïdê"/>
          <p:cNvSpPr txBox="1"/>
          <p:nvPr/>
        </p:nvSpPr>
        <p:spPr bwMode="auto">
          <a:xfrm>
            <a:off x="-1" y="162085"/>
            <a:ext cx="828190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6.5 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可编程中断控制器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 </a:t>
            </a:r>
            <a:endParaRPr lang="zh-CN" altLang="en-US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63" name="right-arrowheads_44810"/>
          <p:cNvSpPr>
            <a:spLocks noChangeAspect="1"/>
          </p:cNvSpPr>
          <p:nvPr/>
        </p:nvSpPr>
        <p:spPr bwMode="auto">
          <a:xfrm>
            <a:off x="152015" y="929658"/>
            <a:ext cx="411251" cy="316320"/>
          </a:xfrm>
          <a:custGeom>
            <a:avLst/>
            <a:gdLst>
              <a:gd name="T0" fmla="*/ 59 w 415"/>
              <a:gd name="T1" fmla="*/ 406 h 406"/>
              <a:gd name="T2" fmla="*/ 25 w 415"/>
              <a:gd name="T3" fmla="*/ 394 h 406"/>
              <a:gd name="T4" fmla="*/ 19 w 415"/>
              <a:gd name="T5" fmla="*/ 318 h 406"/>
              <a:gd name="T6" fmla="*/ 114 w 415"/>
              <a:gd name="T7" fmla="*/ 206 h 406"/>
              <a:gd name="T8" fmla="*/ 19 w 415"/>
              <a:gd name="T9" fmla="*/ 94 h 406"/>
              <a:gd name="T10" fmla="*/ 25 w 415"/>
              <a:gd name="T11" fmla="*/ 19 h 406"/>
              <a:gd name="T12" fmla="*/ 100 w 415"/>
              <a:gd name="T13" fmla="*/ 25 h 406"/>
              <a:gd name="T14" fmla="*/ 225 w 415"/>
              <a:gd name="T15" fmla="*/ 172 h 406"/>
              <a:gd name="T16" fmla="*/ 225 w 415"/>
              <a:gd name="T17" fmla="*/ 241 h 406"/>
              <a:gd name="T18" fmla="*/ 100 w 415"/>
              <a:gd name="T19" fmla="*/ 388 h 406"/>
              <a:gd name="T20" fmla="*/ 59 w 415"/>
              <a:gd name="T21" fmla="*/ 406 h 406"/>
              <a:gd name="T22" fmla="*/ 273 w 415"/>
              <a:gd name="T23" fmla="*/ 388 h 406"/>
              <a:gd name="T24" fmla="*/ 398 w 415"/>
              <a:gd name="T25" fmla="*/ 241 h 406"/>
              <a:gd name="T26" fmla="*/ 398 w 415"/>
              <a:gd name="T27" fmla="*/ 172 h 406"/>
              <a:gd name="T28" fmla="*/ 273 w 415"/>
              <a:gd name="T29" fmla="*/ 25 h 406"/>
              <a:gd name="T30" fmla="*/ 198 w 415"/>
              <a:gd name="T31" fmla="*/ 19 h 406"/>
              <a:gd name="T32" fmla="*/ 192 w 415"/>
              <a:gd name="T33" fmla="*/ 94 h 406"/>
              <a:gd name="T34" fmla="*/ 287 w 415"/>
              <a:gd name="T35" fmla="*/ 206 h 406"/>
              <a:gd name="T36" fmla="*/ 192 w 415"/>
              <a:gd name="T37" fmla="*/ 318 h 406"/>
              <a:gd name="T38" fmla="*/ 198 w 415"/>
              <a:gd name="T39" fmla="*/ 394 h 406"/>
              <a:gd name="T40" fmla="*/ 232 w 415"/>
              <a:gd name="T41" fmla="*/ 406 h 406"/>
              <a:gd name="T42" fmla="*/ 273 w 415"/>
              <a:gd name="T43" fmla="*/ 388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5" h="406">
                <a:moveTo>
                  <a:pt x="59" y="406"/>
                </a:moveTo>
                <a:cubicBezTo>
                  <a:pt x="47" y="406"/>
                  <a:pt x="35" y="402"/>
                  <a:pt x="25" y="394"/>
                </a:cubicBezTo>
                <a:cubicBezTo>
                  <a:pt x="2" y="375"/>
                  <a:pt x="0" y="341"/>
                  <a:pt x="19" y="318"/>
                </a:cubicBezTo>
                <a:lnTo>
                  <a:pt x="114" y="206"/>
                </a:lnTo>
                <a:lnTo>
                  <a:pt x="19" y="94"/>
                </a:lnTo>
                <a:cubicBezTo>
                  <a:pt x="0" y="71"/>
                  <a:pt x="2" y="38"/>
                  <a:pt x="25" y="19"/>
                </a:cubicBezTo>
                <a:cubicBezTo>
                  <a:pt x="47" y="0"/>
                  <a:pt x="81" y="2"/>
                  <a:pt x="100" y="25"/>
                </a:cubicBezTo>
                <a:lnTo>
                  <a:pt x="225" y="172"/>
                </a:lnTo>
                <a:cubicBezTo>
                  <a:pt x="242" y="192"/>
                  <a:pt x="242" y="221"/>
                  <a:pt x="225" y="241"/>
                </a:cubicBezTo>
                <a:lnTo>
                  <a:pt x="100" y="388"/>
                </a:lnTo>
                <a:cubicBezTo>
                  <a:pt x="89" y="400"/>
                  <a:pt x="74" y="406"/>
                  <a:pt x="59" y="406"/>
                </a:cubicBezTo>
                <a:close/>
                <a:moveTo>
                  <a:pt x="273" y="388"/>
                </a:moveTo>
                <a:lnTo>
                  <a:pt x="398" y="241"/>
                </a:lnTo>
                <a:cubicBezTo>
                  <a:pt x="415" y="221"/>
                  <a:pt x="415" y="192"/>
                  <a:pt x="398" y="172"/>
                </a:cubicBezTo>
                <a:lnTo>
                  <a:pt x="273" y="25"/>
                </a:lnTo>
                <a:cubicBezTo>
                  <a:pt x="254" y="2"/>
                  <a:pt x="220" y="0"/>
                  <a:pt x="198" y="19"/>
                </a:cubicBezTo>
                <a:cubicBezTo>
                  <a:pt x="175" y="38"/>
                  <a:pt x="173" y="71"/>
                  <a:pt x="192" y="94"/>
                </a:cubicBezTo>
                <a:lnTo>
                  <a:pt x="287" y="206"/>
                </a:lnTo>
                <a:lnTo>
                  <a:pt x="192" y="318"/>
                </a:lnTo>
                <a:cubicBezTo>
                  <a:pt x="173" y="341"/>
                  <a:pt x="175" y="375"/>
                  <a:pt x="198" y="394"/>
                </a:cubicBezTo>
                <a:cubicBezTo>
                  <a:pt x="208" y="402"/>
                  <a:pt x="220" y="406"/>
                  <a:pt x="232" y="406"/>
                </a:cubicBezTo>
                <a:cubicBezTo>
                  <a:pt x="247" y="406"/>
                  <a:pt x="262" y="400"/>
                  <a:pt x="273" y="3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4" name="矩形 63"/>
          <p:cNvSpPr/>
          <p:nvPr/>
        </p:nvSpPr>
        <p:spPr>
          <a:xfrm>
            <a:off x="584781" y="858016"/>
            <a:ext cx="7429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8259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的级联结构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7" name="Text Box 6"/>
          <p:cNvSpPr txBox="1">
            <a:spLocks noChangeArrowheads="1"/>
          </p:cNvSpPr>
          <p:nvPr/>
        </p:nvSpPr>
        <p:spPr bwMode="auto">
          <a:xfrm>
            <a:off x="460375" y="2703513"/>
            <a:ext cx="706438" cy="1365250"/>
          </a:xfrm>
          <a:prstGeom prst="rect">
            <a:avLst/>
          </a:prstGeom>
          <a:noFill/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>
            <a:lvl1pPr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</a:rPr>
              <a:t>U</a:t>
            </a:r>
            <a:endParaRPr kumimoji="0" lang="en-US" altLang="zh-CN" sz="4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楷体_GB2312" pitchFamily="1" charset="-122"/>
            </a:endParaRPr>
          </a:p>
        </p:txBody>
      </p:sp>
      <p:sp>
        <p:nvSpPr>
          <p:cNvPr id="88" name="Text Box 8"/>
          <p:cNvSpPr txBox="1">
            <a:spLocks noChangeArrowheads="1"/>
          </p:cNvSpPr>
          <p:nvPr/>
        </p:nvSpPr>
        <p:spPr bwMode="auto">
          <a:xfrm>
            <a:off x="1712913" y="2392363"/>
            <a:ext cx="1428750" cy="2338387"/>
          </a:xfrm>
          <a:prstGeom prst="rect">
            <a:avLst/>
          </a:prstGeom>
          <a:noFill/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>
            <a:lvl1pPr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主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8259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r" defTabSz="914400" eaLnBrk="1" fontAlgn="base" latinLnBrk="0" hangingPunct="1">
              <a:lnSpc>
                <a:spcPct val="8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CAS0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r" defTabSz="91440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CAS1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r" defTabSz="91440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CAS2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r" defTabSz="914400" eaLnBrk="1" fontAlgn="base" latinLnBrk="0" hangingPunct="1">
              <a:lnSpc>
                <a:spcPct val="8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IR0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r" defTabSz="91440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IR1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r" defTabSz="91440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IR2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r" defTabSz="91440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0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r" defTabSz="91440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</a:rPr>
              <a:t>IR7</a:t>
            </a:r>
            <a:endParaRPr kumimoji="0" lang="en-US" altLang="zh-CN" sz="36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楷体_GB2312" pitchFamily="1" charset="-122"/>
            </a:endParaRPr>
          </a:p>
        </p:txBody>
      </p:sp>
      <p:sp>
        <p:nvSpPr>
          <p:cNvPr id="89" name="Text Box 10"/>
          <p:cNvSpPr txBox="1">
            <a:spLocks noChangeArrowheads="1"/>
          </p:cNvSpPr>
          <p:nvPr/>
        </p:nvSpPr>
        <p:spPr bwMode="auto">
          <a:xfrm>
            <a:off x="1731963" y="3544888"/>
            <a:ext cx="474662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INT</a:t>
            </a:r>
            <a:endParaRPr lang="en-US" altLang="zh-CN" sz="3600">
              <a:latin typeface="Times New Roman" panose="02020603050405020304" pitchFamily="18" charset="0"/>
              <a:ea typeface="楷体_GB2312" pitchFamily="1" charset="-122"/>
            </a:endParaRPr>
          </a:p>
        </p:txBody>
      </p:sp>
      <p:sp>
        <p:nvSpPr>
          <p:cNvPr id="90" name="Text Box 11"/>
          <p:cNvSpPr txBox="1">
            <a:spLocks noChangeArrowheads="1"/>
          </p:cNvSpPr>
          <p:nvPr/>
        </p:nvSpPr>
        <p:spPr bwMode="auto">
          <a:xfrm>
            <a:off x="1674813" y="2986088"/>
            <a:ext cx="684212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None/>
            </a:pPr>
            <a:r>
              <a:rPr lang="en-US" altLang="zh-CN" sz="1800">
                <a:latin typeface="Times New Roman" panose="02020603050405020304" pitchFamily="18" charset="0"/>
              </a:rPr>
              <a:t>INTA</a:t>
            </a:r>
            <a:endParaRPr lang="en-US" altLang="zh-CN" sz="3200">
              <a:latin typeface="Times New Roman" panose="02020603050405020304" pitchFamily="18" charset="0"/>
              <a:ea typeface="楷体_GB2312" pitchFamily="1" charset="-122"/>
            </a:endParaRPr>
          </a:p>
        </p:txBody>
      </p:sp>
      <p:sp>
        <p:nvSpPr>
          <p:cNvPr id="91" name="Text Box 12"/>
          <p:cNvSpPr txBox="1">
            <a:spLocks noChangeArrowheads="1"/>
          </p:cNvSpPr>
          <p:nvPr/>
        </p:nvSpPr>
        <p:spPr bwMode="auto">
          <a:xfrm>
            <a:off x="1731963" y="4311650"/>
            <a:ext cx="808037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SP/EN</a:t>
            </a:r>
            <a:endParaRPr lang="en-US" altLang="zh-CN" sz="3600">
              <a:latin typeface="Times New Roman" panose="02020603050405020304" pitchFamily="18" charset="0"/>
              <a:ea typeface="楷体_GB2312" pitchFamily="1" charset="-122"/>
            </a:endParaRPr>
          </a:p>
        </p:txBody>
      </p:sp>
      <p:sp>
        <p:nvSpPr>
          <p:cNvPr id="92" name="Line 13"/>
          <p:cNvSpPr>
            <a:spLocks noChangeShapeType="1"/>
          </p:cNvSpPr>
          <p:nvPr/>
        </p:nvSpPr>
        <p:spPr bwMode="auto">
          <a:xfrm flipH="1">
            <a:off x="1798638" y="2986088"/>
            <a:ext cx="407987" cy="0"/>
          </a:xfrm>
          <a:prstGeom prst="line">
            <a:avLst/>
          </a:prstGeom>
          <a:noFill/>
          <a:ln w="38100">
            <a:solidFill>
              <a:srgbClr val="E5E5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3" name="Line 14"/>
          <p:cNvSpPr>
            <a:spLocks noChangeShapeType="1"/>
          </p:cNvSpPr>
          <p:nvPr/>
        </p:nvSpPr>
        <p:spPr bwMode="auto">
          <a:xfrm flipH="1">
            <a:off x="1828800" y="4330700"/>
            <a:ext cx="231775" cy="0"/>
          </a:xfrm>
          <a:prstGeom prst="line">
            <a:avLst/>
          </a:prstGeom>
          <a:noFill/>
          <a:ln w="38100">
            <a:solidFill>
              <a:srgbClr val="E5E5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4" name="Line 15"/>
          <p:cNvSpPr>
            <a:spLocks noChangeShapeType="1"/>
          </p:cNvSpPr>
          <p:nvPr/>
        </p:nvSpPr>
        <p:spPr bwMode="auto">
          <a:xfrm flipH="1">
            <a:off x="2189163" y="4330700"/>
            <a:ext cx="231775" cy="0"/>
          </a:xfrm>
          <a:prstGeom prst="line">
            <a:avLst/>
          </a:prstGeom>
          <a:noFill/>
          <a:ln w="38100">
            <a:solidFill>
              <a:srgbClr val="E5E5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5" name="AutoShape 16"/>
          <p:cNvSpPr>
            <a:spLocks noChangeArrowheads="1"/>
          </p:cNvSpPr>
          <p:nvPr/>
        </p:nvSpPr>
        <p:spPr bwMode="auto">
          <a:xfrm>
            <a:off x="1625600" y="3074988"/>
            <a:ext cx="88900" cy="77787"/>
          </a:xfrm>
          <a:prstGeom prst="flowChartConnector">
            <a:avLst/>
          </a:prstGeom>
          <a:noFill/>
          <a:ln w="38100">
            <a:solidFill>
              <a:srgbClr val="E5E5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omic Sans MS" panose="030F0702030302020204" pitchFamily="66" charset="0"/>
              <a:ea typeface="楷体_GB2312" pitchFamily="1" charset="-122"/>
            </a:endParaRPr>
          </a:p>
        </p:txBody>
      </p:sp>
      <p:sp>
        <p:nvSpPr>
          <p:cNvPr id="96" name="Text Box 18"/>
          <p:cNvSpPr txBox="1">
            <a:spLocks noChangeArrowheads="1"/>
          </p:cNvSpPr>
          <p:nvPr/>
        </p:nvSpPr>
        <p:spPr bwMode="auto">
          <a:xfrm>
            <a:off x="5861050" y="1225550"/>
            <a:ext cx="1428750" cy="2339975"/>
          </a:xfrm>
          <a:prstGeom prst="rect">
            <a:avLst/>
          </a:prstGeom>
          <a:noFill/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>
            <a:lvl1pPr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从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8259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r" defTabSz="914400" eaLnBrk="1" fontAlgn="base" latinLnBrk="0" hangingPunct="1">
              <a:lnSpc>
                <a:spcPct val="72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IR0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r" defTabSz="914400" eaLnBrk="1" fontAlgn="base" latinLnBrk="0" hangingPunct="1">
              <a:lnSpc>
                <a:spcPct val="7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IR1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r" defTabSz="914400" eaLnBrk="1" fontAlgn="base" latinLnBrk="0" hangingPunct="1">
              <a:lnSpc>
                <a:spcPct val="7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IR2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r" defTabSz="914400" eaLnBrk="1" fontAlgn="base" latinLnBrk="0" hangingPunct="1">
              <a:lnSpc>
                <a:spcPct val="7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8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r" defTabSz="914400" eaLnBrk="1" fontAlgn="base" latinLnBrk="0" hangingPunct="1">
              <a:lnSpc>
                <a:spcPct val="7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8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dist" defTabSz="914400" eaLnBrk="1" fontAlgn="base" latinLnBrk="0" hangingPunct="1">
              <a:lnSpc>
                <a:spcPct val="7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CAS0   IR7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just" defTabSz="914400" eaLnBrk="1" fontAlgn="base" latinLnBrk="0" hangingPunct="1">
              <a:lnSpc>
                <a:spcPct val="7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CAS1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just" defTabSz="914400" eaLnBrk="1" fontAlgn="base" latinLnBrk="0" hangingPunct="1">
              <a:lnSpc>
                <a:spcPct val="7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</a:rPr>
              <a:t>CAS2</a:t>
            </a:r>
            <a:endParaRPr kumimoji="0" lang="en-US" altLang="zh-CN" sz="36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楷体_GB2312" pitchFamily="1" charset="-122"/>
            </a:endParaRPr>
          </a:p>
        </p:txBody>
      </p:sp>
      <p:sp>
        <p:nvSpPr>
          <p:cNvPr id="97" name="Text Box 20"/>
          <p:cNvSpPr txBox="1">
            <a:spLocks noChangeArrowheads="1"/>
          </p:cNvSpPr>
          <p:nvPr/>
        </p:nvSpPr>
        <p:spPr bwMode="auto">
          <a:xfrm>
            <a:off x="5880100" y="2200275"/>
            <a:ext cx="474663" cy="31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None/>
            </a:pPr>
            <a:r>
              <a:rPr lang="en-US" altLang="zh-CN" sz="1800">
                <a:latin typeface="Times New Roman" panose="02020603050405020304" pitchFamily="18" charset="0"/>
              </a:rPr>
              <a:t>INT</a:t>
            </a:r>
            <a:endParaRPr lang="en-US" altLang="zh-CN" sz="3200">
              <a:latin typeface="Times New Roman" panose="02020603050405020304" pitchFamily="18" charset="0"/>
              <a:ea typeface="楷体_GB2312" pitchFamily="1" charset="-122"/>
            </a:endParaRPr>
          </a:p>
        </p:txBody>
      </p:sp>
      <p:sp>
        <p:nvSpPr>
          <p:cNvPr id="98" name="Text Box 21"/>
          <p:cNvSpPr txBox="1">
            <a:spLocks noChangeArrowheads="1"/>
          </p:cNvSpPr>
          <p:nvPr/>
        </p:nvSpPr>
        <p:spPr bwMode="auto">
          <a:xfrm>
            <a:off x="5880100" y="1790700"/>
            <a:ext cx="596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None/>
            </a:pPr>
            <a:r>
              <a:rPr lang="en-US" altLang="zh-CN" sz="1800">
                <a:latin typeface="Times New Roman" panose="02020603050405020304" pitchFamily="18" charset="0"/>
              </a:rPr>
              <a:t>INTA</a:t>
            </a:r>
            <a:endParaRPr lang="en-US" altLang="zh-CN" sz="3200">
              <a:latin typeface="Times New Roman" panose="02020603050405020304" pitchFamily="18" charset="0"/>
              <a:ea typeface="楷体_GB2312" pitchFamily="1" charset="-122"/>
            </a:endParaRPr>
          </a:p>
        </p:txBody>
      </p:sp>
      <p:sp>
        <p:nvSpPr>
          <p:cNvPr id="99" name="Text Box 22"/>
          <p:cNvSpPr txBox="1">
            <a:spLocks noChangeArrowheads="1"/>
          </p:cNvSpPr>
          <p:nvPr/>
        </p:nvSpPr>
        <p:spPr bwMode="auto">
          <a:xfrm>
            <a:off x="6710363" y="3136900"/>
            <a:ext cx="633412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None/>
            </a:pPr>
            <a:r>
              <a:rPr lang="en-US" altLang="zh-CN" sz="1600">
                <a:latin typeface="Times New Roman" panose="02020603050405020304" pitchFamily="18" charset="0"/>
              </a:rPr>
              <a:t>SP/EN</a:t>
            </a:r>
            <a:endParaRPr lang="en-US" altLang="zh-CN">
              <a:latin typeface="Times New Roman" panose="02020603050405020304" pitchFamily="18" charset="0"/>
              <a:ea typeface="楷体_GB2312" pitchFamily="1" charset="-122"/>
            </a:endParaRPr>
          </a:p>
        </p:txBody>
      </p:sp>
      <p:sp>
        <p:nvSpPr>
          <p:cNvPr id="100" name="Line 23"/>
          <p:cNvSpPr>
            <a:spLocks noChangeShapeType="1"/>
          </p:cNvSpPr>
          <p:nvPr/>
        </p:nvSpPr>
        <p:spPr bwMode="auto">
          <a:xfrm flipH="1">
            <a:off x="5946775" y="1790700"/>
            <a:ext cx="407988" cy="0"/>
          </a:xfrm>
          <a:prstGeom prst="line">
            <a:avLst/>
          </a:prstGeom>
          <a:noFill/>
          <a:ln w="38100">
            <a:solidFill>
              <a:srgbClr val="E5E5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1" name="Line 24"/>
          <p:cNvSpPr>
            <a:spLocks noChangeShapeType="1"/>
          </p:cNvSpPr>
          <p:nvPr/>
        </p:nvSpPr>
        <p:spPr bwMode="auto">
          <a:xfrm flipH="1">
            <a:off x="6708775" y="3155950"/>
            <a:ext cx="230188" cy="0"/>
          </a:xfrm>
          <a:prstGeom prst="line">
            <a:avLst/>
          </a:prstGeom>
          <a:noFill/>
          <a:ln w="38100">
            <a:solidFill>
              <a:srgbClr val="E5E5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" name="Line 25"/>
          <p:cNvSpPr>
            <a:spLocks noChangeShapeType="1"/>
          </p:cNvSpPr>
          <p:nvPr/>
        </p:nvSpPr>
        <p:spPr bwMode="auto">
          <a:xfrm flipH="1">
            <a:off x="7040563" y="3155950"/>
            <a:ext cx="230187" cy="0"/>
          </a:xfrm>
          <a:prstGeom prst="line">
            <a:avLst/>
          </a:prstGeom>
          <a:noFill/>
          <a:ln w="38100">
            <a:solidFill>
              <a:srgbClr val="E5E5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" name="AutoShape 26"/>
          <p:cNvSpPr>
            <a:spLocks noChangeArrowheads="1"/>
          </p:cNvSpPr>
          <p:nvPr/>
        </p:nvSpPr>
        <p:spPr bwMode="auto">
          <a:xfrm>
            <a:off x="5773738" y="1908175"/>
            <a:ext cx="88900" cy="77788"/>
          </a:xfrm>
          <a:prstGeom prst="flowChartConnector">
            <a:avLst/>
          </a:prstGeom>
          <a:noFill/>
          <a:ln w="38100">
            <a:solidFill>
              <a:srgbClr val="E5E5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omic Sans MS" panose="030F0702030302020204" pitchFamily="66" charset="0"/>
              <a:ea typeface="楷体_GB2312" pitchFamily="1" charset="-122"/>
            </a:endParaRPr>
          </a:p>
        </p:txBody>
      </p:sp>
      <p:sp>
        <p:nvSpPr>
          <p:cNvPr id="104" name="Line 27"/>
          <p:cNvSpPr>
            <a:spLocks noChangeShapeType="1"/>
          </p:cNvSpPr>
          <p:nvPr/>
        </p:nvSpPr>
        <p:spPr bwMode="auto">
          <a:xfrm>
            <a:off x="3141663" y="2859088"/>
            <a:ext cx="2701925" cy="0"/>
          </a:xfrm>
          <a:prstGeom prst="line">
            <a:avLst/>
          </a:prstGeom>
          <a:noFill/>
          <a:ln w="38100">
            <a:solidFill>
              <a:schemeClr val="accent2">
                <a:lumMod val="75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5" name="Text Box 29"/>
          <p:cNvSpPr txBox="1">
            <a:spLocks noChangeArrowheads="1"/>
          </p:cNvSpPr>
          <p:nvPr/>
        </p:nvSpPr>
        <p:spPr bwMode="auto">
          <a:xfrm>
            <a:off x="5861050" y="4013200"/>
            <a:ext cx="1428750" cy="2339975"/>
          </a:xfrm>
          <a:prstGeom prst="rect">
            <a:avLst/>
          </a:prstGeom>
          <a:noFill/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>
            <a:lvl1pPr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从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8259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r" defTabSz="914400" eaLnBrk="1" fontAlgn="base" latinLnBrk="0" hangingPunct="1">
              <a:lnSpc>
                <a:spcPct val="72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IR0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r" defTabSz="914400" eaLnBrk="1" fontAlgn="base" latinLnBrk="0" hangingPunct="1">
              <a:lnSpc>
                <a:spcPct val="7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IR1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r" defTabSz="914400" eaLnBrk="1" fontAlgn="base" latinLnBrk="0" hangingPunct="1">
              <a:lnSpc>
                <a:spcPct val="7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IR2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r" defTabSz="914400" eaLnBrk="1" fontAlgn="base" latinLnBrk="0" hangingPunct="1">
              <a:lnSpc>
                <a:spcPct val="7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32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r" defTabSz="914400" eaLnBrk="1" fontAlgn="base" latinLnBrk="0" hangingPunct="1">
              <a:lnSpc>
                <a:spcPct val="7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20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dist" defTabSz="914400" eaLnBrk="1" fontAlgn="base" latinLnBrk="0" hangingPunct="1">
              <a:lnSpc>
                <a:spcPct val="7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CAS0     IR7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just" defTabSz="914400" eaLnBrk="1" fontAlgn="base" latinLnBrk="0" hangingPunct="1">
              <a:lnSpc>
                <a:spcPct val="7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CAS1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just" defTabSz="914400" eaLnBrk="1" fontAlgn="base" latinLnBrk="0" hangingPunct="1">
              <a:lnSpc>
                <a:spcPct val="72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</a:rPr>
              <a:t>CAS2</a:t>
            </a:r>
            <a:endParaRPr kumimoji="0" lang="en-US" altLang="zh-CN" sz="36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楷体_GB2312" pitchFamily="1" charset="-122"/>
            </a:endParaRPr>
          </a:p>
        </p:txBody>
      </p:sp>
      <p:sp>
        <p:nvSpPr>
          <p:cNvPr id="106" name="Text Box 31"/>
          <p:cNvSpPr txBox="1">
            <a:spLocks noChangeArrowheads="1"/>
          </p:cNvSpPr>
          <p:nvPr/>
        </p:nvSpPr>
        <p:spPr bwMode="auto">
          <a:xfrm>
            <a:off x="5880100" y="4987925"/>
            <a:ext cx="474663" cy="31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None/>
            </a:pPr>
            <a:r>
              <a:rPr lang="en-US" altLang="zh-CN" sz="1800">
                <a:latin typeface="Times New Roman" panose="02020603050405020304" pitchFamily="18" charset="0"/>
              </a:rPr>
              <a:t>INT</a:t>
            </a:r>
            <a:endParaRPr lang="en-US" altLang="zh-CN" sz="3200">
              <a:latin typeface="Times New Roman" panose="02020603050405020304" pitchFamily="18" charset="0"/>
              <a:ea typeface="楷体_GB2312" pitchFamily="1" charset="-122"/>
            </a:endParaRPr>
          </a:p>
        </p:txBody>
      </p:sp>
      <p:sp>
        <p:nvSpPr>
          <p:cNvPr id="107" name="Text Box 32"/>
          <p:cNvSpPr txBox="1">
            <a:spLocks noChangeArrowheads="1"/>
          </p:cNvSpPr>
          <p:nvPr/>
        </p:nvSpPr>
        <p:spPr bwMode="auto">
          <a:xfrm>
            <a:off x="5880100" y="4578350"/>
            <a:ext cx="5969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None/>
            </a:pPr>
            <a:r>
              <a:rPr lang="en-US" altLang="zh-CN" sz="1800">
                <a:latin typeface="Times New Roman" panose="02020603050405020304" pitchFamily="18" charset="0"/>
              </a:rPr>
              <a:t>INTA</a:t>
            </a:r>
            <a:endParaRPr lang="en-US" altLang="zh-CN" sz="3200">
              <a:latin typeface="Times New Roman" panose="02020603050405020304" pitchFamily="18" charset="0"/>
              <a:ea typeface="楷体_GB2312" pitchFamily="1" charset="-122"/>
            </a:endParaRPr>
          </a:p>
        </p:txBody>
      </p:sp>
      <p:sp>
        <p:nvSpPr>
          <p:cNvPr id="108" name="Text Box 33"/>
          <p:cNvSpPr txBox="1">
            <a:spLocks noChangeArrowheads="1"/>
          </p:cNvSpPr>
          <p:nvPr/>
        </p:nvSpPr>
        <p:spPr bwMode="auto">
          <a:xfrm>
            <a:off x="6710363" y="5924550"/>
            <a:ext cx="633412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None/>
            </a:pPr>
            <a:r>
              <a:rPr lang="en-US" altLang="zh-CN" sz="1600">
                <a:latin typeface="Times New Roman" panose="02020603050405020304" pitchFamily="18" charset="0"/>
              </a:rPr>
              <a:t>SP/EN</a:t>
            </a:r>
            <a:endParaRPr lang="en-US" altLang="zh-CN">
              <a:latin typeface="Times New Roman" panose="02020603050405020304" pitchFamily="18" charset="0"/>
              <a:ea typeface="楷体_GB2312" pitchFamily="1" charset="-122"/>
            </a:endParaRPr>
          </a:p>
        </p:txBody>
      </p:sp>
      <p:sp>
        <p:nvSpPr>
          <p:cNvPr id="109" name="Line 34"/>
          <p:cNvSpPr>
            <a:spLocks noChangeShapeType="1"/>
          </p:cNvSpPr>
          <p:nvPr/>
        </p:nvSpPr>
        <p:spPr bwMode="auto">
          <a:xfrm flipH="1">
            <a:off x="5946775" y="4578350"/>
            <a:ext cx="407988" cy="0"/>
          </a:xfrm>
          <a:prstGeom prst="line">
            <a:avLst/>
          </a:prstGeom>
          <a:noFill/>
          <a:ln w="38100">
            <a:solidFill>
              <a:srgbClr val="E5E5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0" name="Line 35"/>
          <p:cNvSpPr>
            <a:spLocks noChangeShapeType="1"/>
          </p:cNvSpPr>
          <p:nvPr/>
        </p:nvSpPr>
        <p:spPr bwMode="auto">
          <a:xfrm flipH="1">
            <a:off x="6708775" y="5943600"/>
            <a:ext cx="230188" cy="0"/>
          </a:xfrm>
          <a:prstGeom prst="line">
            <a:avLst/>
          </a:prstGeom>
          <a:noFill/>
          <a:ln w="38100">
            <a:solidFill>
              <a:srgbClr val="E5E5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1" name="Line 36"/>
          <p:cNvSpPr>
            <a:spLocks noChangeShapeType="1"/>
          </p:cNvSpPr>
          <p:nvPr/>
        </p:nvSpPr>
        <p:spPr bwMode="auto">
          <a:xfrm flipH="1">
            <a:off x="7040563" y="5943600"/>
            <a:ext cx="230187" cy="0"/>
          </a:xfrm>
          <a:prstGeom prst="line">
            <a:avLst/>
          </a:prstGeom>
          <a:noFill/>
          <a:ln w="38100">
            <a:solidFill>
              <a:srgbClr val="E5E5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2" name="AutoShape 37"/>
          <p:cNvSpPr>
            <a:spLocks noChangeArrowheads="1"/>
          </p:cNvSpPr>
          <p:nvPr/>
        </p:nvSpPr>
        <p:spPr bwMode="auto">
          <a:xfrm>
            <a:off x="5773738" y="4695825"/>
            <a:ext cx="88900" cy="77788"/>
          </a:xfrm>
          <a:prstGeom prst="flowChartConnector">
            <a:avLst/>
          </a:prstGeom>
          <a:noFill/>
          <a:ln w="38100">
            <a:solidFill>
              <a:srgbClr val="E5E5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omic Sans MS" panose="030F0702030302020204" pitchFamily="66" charset="0"/>
              <a:ea typeface="楷体_GB2312" pitchFamily="1" charset="-122"/>
            </a:endParaRPr>
          </a:p>
        </p:txBody>
      </p:sp>
      <p:sp>
        <p:nvSpPr>
          <p:cNvPr id="113" name="Line 38"/>
          <p:cNvSpPr>
            <a:spLocks noChangeShapeType="1"/>
          </p:cNvSpPr>
          <p:nvPr/>
        </p:nvSpPr>
        <p:spPr bwMode="auto">
          <a:xfrm>
            <a:off x="3141663" y="3055938"/>
            <a:ext cx="2701925" cy="0"/>
          </a:xfrm>
          <a:prstGeom prst="line">
            <a:avLst/>
          </a:prstGeom>
          <a:noFill/>
          <a:ln w="38100">
            <a:solidFill>
              <a:schemeClr val="accent2">
                <a:lumMod val="75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4" name="Line 39"/>
          <p:cNvSpPr>
            <a:spLocks noChangeShapeType="1"/>
          </p:cNvSpPr>
          <p:nvPr/>
        </p:nvSpPr>
        <p:spPr bwMode="auto">
          <a:xfrm>
            <a:off x="3141663" y="3308350"/>
            <a:ext cx="2701925" cy="0"/>
          </a:xfrm>
          <a:prstGeom prst="line">
            <a:avLst/>
          </a:prstGeom>
          <a:noFill/>
          <a:ln w="38100">
            <a:solidFill>
              <a:schemeClr val="accent2">
                <a:lumMod val="75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5" name="Line 40"/>
          <p:cNvSpPr>
            <a:spLocks noChangeShapeType="1"/>
          </p:cNvSpPr>
          <p:nvPr/>
        </p:nvSpPr>
        <p:spPr bwMode="auto">
          <a:xfrm flipH="1">
            <a:off x="3689350" y="5608638"/>
            <a:ext cx="2170113" cy="0"/>
          </a:xfrm>
          <a:prstGeom prst="line">
            <a:avLst/>
          </a:prstGeom>
          <a:noFill/>
          <a:ln w="38100">
            <a:solidFill>
              <a:schemeClr val="accent2">
                <a:lumMod val="75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6" name="Line 41"/>
          <p:cNvSpPr>
            <a:spLocks noChangeShapeType="1"/>
          </p:cNvSpPr>
          <p:nvPr/>
        </p:nvSpPr>
        <p:spPr bwMode="auto">
          <a:xfrm flipH="1">
            <a:off x="3529013" y="5842000"/>
            <a:ext cx="2330450" cy="0"/>
          </a:xfrm>
          <a:prstGeom prst="line">
            <a:avLst/>
          </a:prstGeom>
          <a:noFill/>
          <a:ln w="38100">
            <a:solidFill>
              <a:schemeClr val="accent2">
                <a:lumMod val="75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7" name="Line 42"/>
          <p:cNvSpPr>
            <a:spLocks noChangeShapeType="1"/>
          </p:cNvSpPr>
          <p:nvPr/>
        </p:nvSpPr>
        <p:spPr bwMode="auto">
          <a:xfrm flipH="1">
            <a:off x="3427413" y="6096000"/>
            <a:ext cx="2432050" cy="0"/>
          </a:xfrm>
          <a:prstGeom prst="line">
            <a:avLst/>
          </a:prstGeom>
          <a:noFill/>
          <a:ln w="38100">
            <a:solidFill>
              <a:schemeClr val="accent2">
                <a:lumMod val="75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8" name="Line 43"/>
          <p:cNvSpPr>
            <a:spLocks noChangeShapeType="1"/>
          </p:cNvSpPr>
          <p:nvPr/>
        </p:nvSpPr>
        <p:spPr bwMode="auto">
          <a:xfrm flipV="1">
            <a:off x="3406775" y="3308350"/>
            <a:ext cx="0" cy="2787650"/>
          </a:xfrm>
          <a:prstGeom prst="line">
            <a:avLst/>
          </a:prstGeom>
          <a:noFill/>
          <a:ln w="38100">
            <a:solidFill>
              <a:schemeClr val="accent2">
                <a:lumMod val="75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9" name="Line 44"/>
          <p:cNvSpPr>
            <a:spLocks noChangeShapeType="1"/>
          </p:cNvSpPr>
          <p:nvPr/>
        </p:nvSpPr>
        <p:spPr bwMode="auto">
          <a:xfrm flipV="1">
            <a:off x="3532188" y="3055938"/>
            <a:ext cx="0" cy="2767012"/>
          </a:xfrm>
          <a:prstGeom prst="line">
            <a:avLst/>
          </a:prstGeom>
          <a:noFill/>
          <a:ln w="38100">
            <a:solidFill>
              <a:schemeClr val="accent2">
                <a:lumMod val="75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0" name="Line 45"/>
          <p:cNvSpPr>
            <a:spLocks noChangeShapeType="1"/>
          </p:cNvSpPr>
          <p:nvPr/>
        </p:nvSpPr>
        <p:spPr bwMode="auto">
          <a:xfrm flipV="1">
            <a:off x="3689350" y="2859088"/>
            <a:ext cx="0" cy="2730500"/>
          </a:xfrm>
          <a:prstGeom prst="line">
            <a:avLst/>
          </a:prstGeom>
          <a:noFill/>
          <a:ln w="38100">
            <a:solidFill>
              <a:schemeClr val="accent2">
                <a:lumMod val="75000"/>
              </a:schemeClr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1" name="Line 46"/>
          <p:cNvSpPr>
            <a:spLocks noChangeShapeType="1"/>
          </p:cNvSpPr>
          <p:nvPr/>
        </p:nvSpPr>
        <p:spPr bwMode="auto">
          <a:xfrm flipH="1">
            <a:off x="4148138" y="2392363"/>
            <a:ext cx="1711325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" name="Line 47"/>
          <p:cNvSpPr>
            <a:spLocks noChangeShapeType="1"/>
          </p:cNvSpPr>
          <p:nvPr/>
        </p:nvSpPr>
        <p:spPr bwMode="auto">
          <a:xfrm>
            <a:off x="4148138" y="2392363"/>
            <a:ext cx="0" cy="1227137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3" name="Line 48"/>
          <p:cNvSpPr>
            <a:spLocks noChangeShapeType="1"/>
          </p:cNvSpPr>
          <p:nvPr/>
        </p:nvSpPr>
        <p:spPr bwMode="auto">
          <a:xfrm flipH="1">
            <a:off x="3160713" y="3600450"/>
            <a:ext cx="987425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4" name="Line 49"/>
          <p:cNvSpPr>
            <a:spLocks noChangeShapeType="1"/>
          </p:cNvSpPr>
          <p:nvPr/>
        </p:nvSpPr>
        <p:spPr bwMode="auto">
          <a:xfrm flipH="1">
            <a:off x="4146550" y="5159375"/>
            <a:ext cx="1712913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5" name="Line 50"/>
          <p:cNvSpPr>
            <a:spLocks noChangeShapeType="1"/>
          </p:cNvSpPr>
          <p:nvPr/>
        </p:nvSpPr>
        <p:spPr bwMode="auto">
          <a:xfrm>
            <a:off x="4148138" y="4556125"/>
            <a:ext cx="0" cy="60325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6" name="Line 51"/>
          <p:cNvSpPr>
            <a:spLocks noChangeShapeType="1"/>
          </p:cNvSpPr>
          <p:nvPr/>
        </p:nvSpPr>
        <p:spPr bwMode="auto">
          <a:xfrm flipH="1">
            <a:off x="3160713" y="4556125"/>
            <a:ext cx="987425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7" name="AutoShape 56"/>
          <p:cNvSpPr>
            <a:spLocks noChangeArrowheads="1"/>
          </p:cNvSpPr>
          <p:nvPr/>
        </p:nvSpPr>
        <p:spPr bwMode="auto">
          <a:xfrm>
            <a:off x="3659188" y="2835275"/>
            <a:ext cx="88900" cy="77788"/>
          </a:xfrm>
          <a:prstGeom prst="flowChartConnector">
            <a:avLst/>
          </a:prstGeom>
          <a:noFill/>
          <a:ln w="38100">
            <a:solidFill>
              <a:srgbClr val="FFFF66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None/>
            </a:pPr>
            <a:endParaRPr lang="zh-CN" altLang="en-US" sz="1600" b="0">
              <a:latin typeface="Comic Sans MS" panose="030F0702030302020204" pitchFamily="66" charset="0"/>
              <a:ea typeface="楷体_GB2312" pitchFamily="1" charset="-122"/>
            </a:endParaRPr>
          </a:p>
        </p:txBody>
      </p:sp>
      <p:sp>
        <p:nvSpPr>
          <p:cNvPr id="128" name="AutoShape 57"/>
          <p:cNvSpPr>
            <a:spLocks noChangeArrowheads="1"/>
          </p:cNvSpPr>
          <p:nvPr/>
        </p:nvSpPr>
        <p:spPr bwMode="auto">
          <a:xfrm>
            <a:off x="3502025" y="3009900"/>
            <a:ext cx="88900" cy="80963"/>
          </a:xfrm>
          <a:prstGeom prst="flowChartConnector">
            <a:avLst/>
          </a:prstGeom>
          <a:noFill/>
          <a:ln w="38100">
            <a:solidFill>
              <a:srgbClr val="FFFF66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None/>
            </a:pPr>
            <a:endParaRPr lang="zh-CN" altLang="en-US" sz="1600" b="0">
              <a:latin typeface="Comic Sans MS" panose="030F0702030302020204" pitchFamily="66" charset="0"/>
              <a:ea typeface="楷体_GB2312" pitchFamily="1" charset="-122"/>
            </a:endParaRPr>
          </a:p>
        </p:txBody>
      </p:sp>
      <p:sp>
        <p:nvSpPr>
          <p:cNvPr id="129" name="AutoShape 58"/>
          <p:cNvSpPr>
            <a:spLocks noChangeArrowheads="1"/>
          </p:cNvSpPr>
          <p:nvPr/>
        </p:nvSpPr>
        <p:spPr bwMode="auto">
          <a:xfrm>
            <a:off x="3373438" y="3273425"/>
            <a:ext cx="90487" cy="77788"/>
          </a:xfrm>
          <a:prstGeom prst="flowChartConnector">
            <a:avLst/>
          </a:prstGeom>
          <a:noFill/>
          <a:ln w="38100">
            <a:solidFill>
              <a:srgbClr val="FFFF66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None/>
            </a:pPr>
            <a:endParaRPr lang="zh-CN" altLang="en-US" sz="1600" b="0">
              <a:latin typeface="Comic Sans MS" panose="030F0702030302020204" pitchFamily="66" charset="0"/>
              <a:ea typeface="楷体_GB2312" pitchFamily="1" charset="-122"/>
            </a:endParaRPr>
          </a:p>
        </p:txBody>
      </p:sp>
      <p:sp>
        <p:nvSpPr>
          <p:cNvPr id="130" name="Line 59"/>
          <p:cNvSpPr>
            <a:spLocks noChangeShapeType="1"/>
          </p:cNvSpPr>
          <p:nvPr/>
        </p:nvSpPr>
        <p:spPr bwMode="auto">
          <a:xfrm>
            <a:off x="7291388" y="6116638"/>
            <a:ext cx="284162" cy="0"/>
          </a:xfrm>
          <a:prstGeom prst="line">
            <a:avLst/>
          </a:prstGeom>
          <a:noFill/>
          <a:ln w="38100">
            <a:solidFill>
              <a:srgbClr val="FF66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1" name="Line 60"/>
          <p:cNvSpPr>
            <a:spLocks noChangeShapeType="1"/>
          </p:cNvSpPr>
          <p:nvPr/>
        </p:nvSpPr>
        <p:spPr bwMode="auto">
          <a:xfrm>
            <a:off x="7575550" y="6116638"/>
            <a:ext cx="0" cy="174625"/>
          </a:xfrm>
          <a:prstGeom prst="line">
            <a:avLst/>
          </a:prstGeom>
          <a:noFill/>
          <a:ln w="38100">
            <a:solidFill>
              <a:srgbClr val="FF66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2" name="Line 61"/>
          <p:cNvSpPr>
            <a:spLocks noChangeShapeType="1"/>
          </p:cNvSpPr>
          <p:nvPr/>
        </p:nvSpPr>
        <p:spPr bwMode="auto">
          <a:xfrm>
            <a:off x="7446963" y="6307138"/>
            <a:ext cx="280987" cy="0"/>
          </a:xfrm>
          <a:prstGeom prst="line">
            <a:avLst/>
          </a:prstGeom>
          <a:noFill/>
          <a:ln w="38100">
            <a:solidFill>
              <a:srgbClr val="FF66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3" name="Line 62"/>
          <p:cNvSpPr>
            <a:spLocks noChangeShapeType="1"/>
          </p:cNvSpPr>
          <p:nvPr/>
        </p:nvSpPr>
        <p:spPr bwMode="auto">
          <a:xfrm flipH="1">
            <a:off x="7291388" y="4478338"/>
            <a:ext cx="4064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4" name="Line 63"/>
          <p:cNvSpPr>
            <a:spLocks noChangeShapeType="1"/>
          </p:cNvSpPr>
          <p:nvPr/>
        </p:nvSpPr>
        <p:spPr bwMode="auto">
          <a:xfrm flipH="1">
            <a:off x="7291388" y="4692650"/>
            <a:ext cx="4064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5" name="Line 64"/>
          <p:cNvSpPr>
            <a:spLocks noChangeShapeType="1"/>
          </p:cNvSpPr>
          <p:nvPr/>
        </p:nvSpPr>
        <p:spPr bwMode="auto">
          <a:xfrm flipH="1">
            <a:off x="7291388" y="4906963"/>
            <a:ext cx="4064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6" name="Line 65"/>
          <p:cNvSpPr>
            <a:spLocks noChangeShapeType="1"/>
          </p:cNvSpPr>
          <p:nvPr/>
        </p:nvSpPr>
        <p:spPr bwMode="auto">
          <a:xfrm flipH="1">
            <a:off x="7291388" y="5608638"/>
            <a:ext cx="4064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7" name="Line 66"/>
          <p:cNvSpPr>
            <a:spLocks noChangeShapeType="1"/>
          </p:cNvSpPr>
          <p:nvPr/>
        </p:nvSpPr>
        <p:spPr bwMode="auto">
          <a:xfrm>
            <a:off x="7291388" y="3308350"/>
            <a:ext cx="284162" cy="0"/>
          </a:xfrm>
          <a:prstGeom prst="line">
            <a:avLst/>
          </a:prstGeom>
          <a:noFill/>
          <a:ln w="38100">
            <a:solidFill>
              <a:srgbClr val="FF66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8" name="Line 67"/>
          <p:cNvSpPr>
            <a:spLocks noChangeShapeType="1"/>
          </p:cNvSpPr>
          <p:nvPr/>
        </p:nvSpPr>
        <p:spPr bwMode="auto">
          <a:xfrm>
            <a:off x="7575550" y="3308350"/>
            <a:ext cx="0" cy="174625"/>
          </a:xfrm>
          <a:prstGeom prst="line">
            <a:avLst/>
          </a:prstGeom>
          <a:noFill/>
          <a:ln w="38100">
            <a:solidFill>
              <a:srgbClr val="FF66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9" name="Line 68"/>
          <p:cNvSpPr>
            <a:spLocks noChangeShapeType="1"/>
          </p:cNvSpPr>
          <p:nvPr/>
        </p:nvSpPr>
        <p:spPr bwMode="auto">
          <a:xfrm>
            <a:off x="7446963" y="3498850"/>
            <a:ext cx="280987" cy="0"/>
          </a:xfrm>
          <a:prstGeom prst="line">
            <a:avLst/>
          </a:prstGeom>
          <a:noFill/>
          <a:ln w="38100">
            <a:solidFill>
              <a:srgbClr val="FF66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0" name="Line 69"/>
          <p:cNvSpPr>
            <a:spLocks noChangeShapeType="1"/>
          </p:cNvSpPr>
          <p:nvPr/>
        </p:nvSpPr>
        <p:spPr bwMode="auto">
          <a:xfrm flipH="1">
            <a:off x="7291388" y="1670050"/>
            <a:ext cx="4064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1" name="Line 70"/>
          <p:cNvSpPr>
            <a:spLocks noChangeShapeType="1"/>
          </p:cNvSpPr>
          <p:nvPr/>
        </p:nvSpPr>
        <p:spPr bwMode="auto">
          <a:xfrm flipH="1">
            <a:off x="7291388" y="1884363"/>
            <a:ext cx="4064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2" name="Line 71"/>
          <p:cNvSpPr>
            <a:spLocks noChangeShapeType="1"/>
          </p:cNvSpPr>
          <p:nvPr/>
        </p:nvSpPr>
        <p:spPr bwMode="auto">
          <a:xfrm flipH="1">
            <a:off x="7291388" y="2098675"/>
            <a:ext cx="4064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3" name="Line 72"/>
          <p:cNvSpPr>
            <a:spLocks noChangeShapeType="1"/>
          </p:cNvSpPr>
          <p:nvPr/>
        </p:nvSpPr>
        <p:spPr bwMode="auto">
          <a:xfrm flipH="1">
            <a:off x="7291388" y="2800350"/>
            <a:ext cx="4064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4" name="Text Box 74"/>
          <p:cNvSpPr txBox="1">
            <a:spLocks noChangeArrowheads="1"/>
          </p:cNvSpPr>
          <p:nvPr/>
        </p:nvSpPr>
        <p:spPr bwMode="auto">
          <a:xfrm>
            <a:off x="7432675" y="5203825"/>
            <a:ext cx="22860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0" tIns="0" rIns="0" bIns="0"/>
          <a:lstStyle>
            <a:lvl1pPr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defTabSz="914400" fontAlgn="base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None/>
            </a:pPr>
            <a:r>
              <a:rPr lang="en-US" altLang="zh-CN" sz="1800">
                <a:latin typeface="Times New Roman" panose="02020603050405020304" pitchFamily="18" charset="0"/>
              </a:rPr>
              <a:t>…</a:t>
            </a:r>
            <a:endParaRPr lang="en-US" altLang="zh-CN">
              <a:latin typeface="Times New Roman" panose="02020603050405020304" pitchFamily="18" charset="0"/>
              <a:ea typeface="楷体_GB2312" pitchFamily="1" charset="-122"/>
            </a:endParaRPr>
          </a:p>
        </p:txBody>
      </p:sp>
      <p:sp>
        <p:nvSpPr>
          <p:cNvPr id="145" name="Text Box 75"/>
          <p:cNvSpPr txBox="1">
            <a:spLocks noChangeArrowheads="1"/>
          </p:cNvSpPr>
          <p:nvPr/>
        </p:nvSpPr>
        <p:spPr bwMode="auto">
          <a:xfrm>
            <a:off x="7432675" y="2435225"/>
            <a:ext cx="22860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0" tIns="0" rIns="0" bIns="0"/>
          <a:lstStyle>
            <a:lvl1pPr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defTabSz="914400" fontAlgn="base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None/>
            </a:pPr>
            <a:r>
              <a:rPr lang="en-US" altLang="zh-CN" sz="1800">
                <a:latin typeface="Times New Roman" panose="02020603050405020304" pitchFamily="18" charset="0"/>
              </a:rPr>
              <a:t>…</a:t>
            </a:r>
            <a:endParaRPr lang="en-US" altLang="zh-CN">
              <a:latin typeface="Times New Roman" panose="02020603050405020304" pitchFamily="18" charset="0"/>
              <a:ea typeface="楷体_GB2312" pitchFamily="1" charset="-122"/>
            </a:endParaRPr>
          </a:p>
        </p:txBody>
      </p:sp>
      <p:sp>
        <p:nvSpPr>
          <p:cNvPr id="146" name="Line 76"/>
          <p:cNvSpPr>
            <a:spLocks noChangeShapeType="1"/>
          </p:cNvSpPr>
          <p:nvPr/>
        </p:nvSpPr>
        <p:spPr bwMode="auto">
          <a:xfrm flipH="1">
            <a:off x="1185863" y="3638550"/>
            <a:ext cx="530225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7" name="Line 77"/>
          <p:cNvSpPr>
            <a:spLocks noChangeShapeType="1"/>
          </p:cNvSpPr>
          <p:nvPr/>
        </p:nvSpPr>
        <p:spPr bwMode="auto">
          <a:xfrm>
            <a:off x="1185863" y="3113088"/>
            <a:ext cx="461962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8" name="Line 78"/>
          <p:cNvSpPr>
            <a:spLocks noChangeShapeType="1"/>
          </p:cNvSpPr>
          <p:nvPr/>
        </p:nvSpPr>
        <p:spPr bwMode="auto">
          <a:xfrm flipH="1">
            <a:off x="1395413" y="4457700"/>
            <a:ext cx="317500" cy="0"/>
          </a:xfrm>
          <a:prstGeom prst="line">
            <a:avLst/>
          </a:prstGeom>
          <a:noFill/>
          <a:ln w="38100">
            <a:solidFill>
              <a:srgbClr val="FF99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9" name="AutoShape 79"/>
          <p:cNvSpPr>
            <a:spLocks noChangeArrowheads="1"/>
          </p:cNvSpPr>
          <p:nvPr/>
        </p:nvSpPr>
        <p:spPr bwMode="auto">
          <a:xfrm>
            <a:off x="1330325" y="4433888"/>
            <a:ext cx="88900" cy="79375"/>
          </a:xfrm>
          <a:prstGeom prst="flowChartConnector">
            <a:avLst/>
          </a:prstGeom>
          <a:noFill/>
          <a:ln w="38100">
            <a:solidFill>
              <a:srgbClr val="FF99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None/>
            </a:pPr>
            <a:endParaRPr lang="zh-CN" altLang="en-US" sz="1600" b="0">
              <a:latin typeface="Comic Sans MS" panose="030F0702030302020204" pitchFamily="66" charset="0"/>
              <a:ea typeface="楷体_GB2312" pitchFamily="1" charset="-122"/>
            </a:endParaRPr>
          </a:p>
        </p:txBody>
      </p:sp>
      <p:sp>
        <p:nvSpPr>
          <p:cNvPr id="150" name="Text Box 80"/>
          <p:cNvSpPr txBox="1">
            <a:spLocks noChangeArrowheads="1"/>
          </p:cNvSpPr>
          <p:nvPr/>
        </p:nvSpPr>
        <p:spPr bwMode="auto">
          <a:xfrm>
            <a:off x="754063" y="4267200"/>
            <a:ext cx="474662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V</a:t>
            </a:r>
            <a:r>
              <a:rPr lang="en-US" altLang="zh-CN" sz="2000" baseline="-25000">
                <a:latin typeface="Times New Roman" panose="02020603050405020304" pitchFamily="18" charset="0"/>
              </a:rPr>
              <a:t>CC</a:t>
            </a:r>
            <a:endParaRPr lang="en-US" altLang="zh-CN" sz="3600">
              <a:latin typeface="Times New Roman" panose="02020603050405020304" pitchFamily="18" charset="0"/>
              <a:ea typeface="楷体_GB2312" pitchFamily="1" charset="-122"/>
            </a:endParaRPr>
          </a:p>
        </p:txBody>
      </p:sp>
      <p:sp>
        <p:nvSpPr>
          <p:cNvPr id="151" name="Text Box 82"/>
          <p:cNvSpPr txBox="1">
            <a:spLocks noChangeArrowheads="1"/>
          </p:cNvSpPr>
          <p:nvPr/>
        </p:nvSpPr>
        <p:spPr bwMode="auto">
          <a:xfrm>
            <a:off x="8351838" y="2979738"/>
            <a:ext cx="792162" cy="195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接外设的</a:t>
            </a:r>
            <a:endParaRPr lang="zh-CN" altLang="en-US" sz="2400">
              <a:latin typeface="Times New Roman" panose="02020603050405020304" pitchFamily="18" charset="0"/>
            </a:endParaRP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中断请求信号</a:t>
            </a:r>
            <a:endParaRPr lang="zh-CN" altLang="en-US" sz="4000">
              <a:latin typeface="Times New Roman" panose="02020603050405020304" pitchFamily="18" charset="0"/>
              <a:ea typeface="楷体_GB2312" pitchFamily="1" charset="-122"/>
            </a:endParaRPr>
          </a:p>
        </p:txBody>
      </p:sp>
      <p:sp>
        <p:nvSpPr>
          <p:cNvPr id="152" name="AutoShape 83"/>
          <p:cNvSpPr/>
          <p:nvPr/>
        </p:nvSpPr>
        <p:spPr bwMode="auto">
          <a:xfrm>
            <a:off x="7872413" y="1677988"/>
            <a:ext cx="352425" cy="3957637"/>
          </a:xfrm>
          <a:prstGeom prst="rightBrace">
            <a:avLst>
              <a:gd name="adj1" fmla="val 93529"/>
              <a:gd name="adj2" fmla="val 50000"/>
            </a:avLst>
          </a:prstGeom>
          <a:noFill/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omic Sans MS" panose="030F0702030302020204" pitchFamily="66" charset="0"/>
              <a:ea typeface="楷体_GB2312" pitchFamily="1" charset="-122"/>
            </a:endParaRPr>
          </a:p>
        </p:txBody>
      </p:sp>
      <p:sp>
        <p:nvSpPr>
          <p:cNvPr id="153" name="Line 85"/>
          <p:cNvSpPr>
            <a:spLocks noChangeShapeType="1"/>
          </p:cNvSpPr>
          <p:nvPr/>
        </p:nvSpPr>
        <p:spPr bwMode="auto">
          <a:xfrm flipV="1">
            <a:off x="1393825" y="1973263"/>
            <a:ext cx="0" cy="1133475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4" name="Line 86"/>
          <p:cNvSpPr>
            <a:spLocks noChangeShapeType="1"/>
          </p:cNvSpPr>
          <p:nvPr/>
        </p:nvSpPr>
        <p:spPr bwMode="auto">
          <a:xfrm flipV="1">
            <a:off x="1408113" y="1928813"/>
            <a:ext cx="4425950" cy="28575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5" name="Line 87"/>
          <p:cNvSpPr>
            <a:spLocks noChangeShapeType="1"/>
          </p:cNvSpPr>
          <p:nvPr/>
        </p:nvSpPr>
        <p:spPr bwMode="auto">
          <a:xfrm>
            <a:off x="5210175" y="1930400"/>
            <a:ext cx="14288" cy="2816225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6" name="Line 88"/>
          <p:cNvSpPr>
            <a:spLocks noChangeShapeType="1"/>
          </p:cNvSpPr>
          <p:nvPr/>
        </p:nvSpPr>
        <p:spPr bwMode="auto">
          <a:xfrm flipV="1">
            <a:off x="5224463" y="4718050"/>
            <a:ext cx="538162" cy="14288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7" name="AutoShape 89"/>
          <p:cNvSpPr>
            <a:spLocks noChangeArrowheads="1"/>
          </p:cNvSpPr>
          <p:nvPr/>
        </p:nvSpPr>
        <p:spPr bwMode="auto">
          <a:xfrm>
            <a:off x="5168900" y="1906588"/>
            <a:ext cx="88900" cy="77787"/>
          </a:xfrm>
          <a:prstGeom prst="flowChartConnector">
            <a:avLst/>
          </a:prstGeom>
          <a:noFill/>
          <a:ln w="38100">
            <a:solidFill>
              <a:srgbClr val="FF99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None/>
            </a:pPr>
            <a:endParaRPr lang="zh-CN" altLang="en-US" sz="1600" b="0">
              <a:latin typeface="Comic Sans MS" panose="030F0702030302020204" pitchFamily="66" charset="0"/>
              <a:ea typeface="楷体_GB2312" pitchFamily="1" charset="-122"/>
            </a:endParaRPr>
          </a:p>
        </p:txBody>
      </p:sp>
      <p:sp>
        <p:nvSpPr>
          <p:cNvPr id="158" name="AutoShape 90"/>
          <p:cNvSpPr>
            <a:spLocks noChangeArrowheads="1"/>
          </p:cNvSpPr>
          <p:nvPr/>
        </p:nvSpPr>
        <p:spPr bwMode="auto">
          <a:xfrm>
            <a:off x="1365250" y="3068638"/>
            <a:ext cx="88900" cy="77787"/>
          </a:xfrm>
          <a:prstGeom prst="flowChartConnector">
            <a:avLst/>
          </a:prstGeom>
          <a:noFill/>
          <a:ln w="38100">
            <a:solidFill>
              <a:srgbClr val="FF99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None/>
            </a:pPr>
            <a:endParaRPr lang="zh-CN" altLang="en-US" sz="1600" b="0">
              <a:latin typeface="Comic Sans MS" panose="030F0702030302020204" pitchFamily="66" charset="0"/>
              <a:ea typeface="楷体_GB2312" pitchFamily="1" charset="-122"/>
            </a:endParaRPr>
          </a:p>
        </p:txBody>
      </p:sp>
      <p:sp>
        <p:nvSpPr>
          <p:cNvPr id="159" name="文本框 158"/>
          <p:cNvSpPr txBox="1">
            <a:spLocks noChangeArrowheads="1"/>
          </p:cNvSpPr>
          <p:nvPr/>
        </p:nvSpPr>
        <p:spPr bwMode="auto">
          <a:xfrm>
            <a:off x="-19050" y="4889500"/>
            <a:ext cx="2540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采用非缓冲方式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8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1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500"/>
                            </p:stCondLst>
                            <p:childTnLst>
                              <p:par>
                                <p:cTn id="15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5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0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5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500"/>
                            </p:stCondLst>
                            <p:childTnLst>
                              <p:par>
                                <p:cTn id="16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9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0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3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8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6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9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2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5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8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1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6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8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1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4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0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6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88" grpId="0" animBg="1"/>
      <p:bldP spid="89" grpId="0"/>
      <p:bldP spid="90" grpId="0"/>
      <p:bldP spid="91" grpId="0"/>
      <p:bldP spid="92" grpId="0" animBg="1"/>
      <p:bldP spid="93" grpId="0" animBg="1"/>
      <p:bldP spid="94" grpId="0" animBg="1"/>
      <p:bldP spid="95" grpId="0" animBg="1"/>
      <p:bldP spid="96" grpId="0" animBg="1"/>
      <p:bldP spid="97" grpId="0"/>
      <p:bldP spid="98" grpId="0"/>
      <p:bldP spid="99" grpId="0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/>
      <p:bldP spid="107" grpId="0"/>
      <p:bldP spid="108" grpId="0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42" grpId="0" animBg="1"/>
      <p:bldP spid="143" grpId="0" animBg="1"/>
      <p:bldP spid="144" grpId="0"/>
      <p:bldP spid="145" grpId="0"/>
      <p:bldP spid="146" grpId="0" animBg="1"/>
      <p:bldP spid="147" grpId="0" animBg="1"/>
      <p:bldP spid="148" grpId="0" animBg="1"/>
      <p:bldP spid="149" grpId="0" animBg="1"/>
      <p:bldP spid="150" grpId="0"/>
      <p:bldP spid="151" grpId="0"/>
      <p:bldP spid="152" grpId="0" animBg="1"/>
      <p:bldP spid="153" grpId="0" animBg="1"/>
      <p:bldP spid="154" grpId="0" animBg="1"/>
      <p:bldP spid="155" grpId="0" animBg="1"/>
      <p:bldP spid="156" grpId="0" animBg="1"/>
      <p:bldP spid="157" grpId="0" animBg="1"/>
      <p:bldP spid="158" grpId="0" animBg="1"/>
      <p:bldP spid="15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9" name="ïšḻïdê"/>
          <p:cNvSpPr txBox="1"/>
          <p:nvPr/>
        </p:nvSpPr>
        <p:spPr bwMode="auto">
          <a:xfrm>
            <a:off x="-1" y="162085"/>
            <a:ext cx="828190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6.5 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可编程中断控制器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 </a:t>
            </a:r>
            <a:endParaRPr lang="zh-CN" altLang="en-US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63" name="right-arrowheads_44810"/>
          <p:cNvSpPr>
            <a:spLocks noChangeAspect="1"/>
          </p:cNvSpPr>
          <p:nvPr/>
        </p:nvSpPr>
        <p:spPr bwMode="auto">
          <a:xfrm>
            <a:off x="152015" y="929658"/>
            <a:ext cx="411251" cy="316320"/>
          </a:xfrm>
          <a:custGeom>
            <a:avLst/>
            <a:gdLst>
              <a:gd name="T0" fmla="*/ 59 w 415"/>
              <a:gd name="T1" fmla="*/ 406 h 406"/>
              <a:gd name="T2" fmla="*/ 25 w 415"/>
              <a:gd name="T3" fmla="*/ 394 h 406"/>
              <a:gd name="T4" fmla="*/ 19 w 415"/>
              <a:gd name="T5" fmla="*/ 318 h 406"/>
              <a:gd name="T6" fmla="*/ 114 w 415"/>
              <a:gd name="T7" fmla="*/ 206 h 406"/>
              <a:gd name="T8" fmla="*/ 19 w 415"/>
              <a:gd name="T9" fmla="*/ 94 h 406"/>
              <a:gd name="T10" fmla="*/ 25 w 415"/>
              <a:gd name="T11" fmla="*/ 19 h 406"/>
              <a:gd name="T12" fmla="*/ 100 w 415"/>
              <a:gd name="T13" fmla="*/ 25 h 406"/>
              <a:gd name="T14" fmla="*/ 225 w 415"/>
              <a:gd name="T15" fmla="*/ 172 h 406"/>
              <a:gd name="T16" fmla="*/ 225 w 415"/>
              <a:gd name="T17" fmla="*/ 241 h 406"/>
              <a:gd name="T18" fmla="*/ 100 w 415"/>
              <a:gd name="T19" fmla="*/ 388 h 406"/>
              <a:gd name="T20" fmla="*/ 59 w 415"/>
              <a:gd name="T21" fmla="*/ 406 h 406"/>
              <a:gd name="T22" fmla="*/ 273 w 415"/>
              <a:gd name="T23" fmla="*/ 388 h 406"/>
              <a:gd name="T24" fmla="*/ 398 w 415"/>
              <a:gd name="T25" fmla="*/ 241 h 406"/>
              <a:gd name="T26" fmla="*/ 398 w 415"/>
              <a:gd name="T27" fmla="*/ 172 h 406"/>
              <a:gd name="T28" fmla="*/ 273 w 415"/>
              <a:gd name="T29" fmla="*/ 25 h 406"/>
              <a:gd name="T30" fmla="*/ 198 w 415"/>
              <a:gd name="T31" fmla="*/ 19 h 406"/>
              <a:gd name="T32" fmla="*/ 192 w 415"/>
              <a:gd name="T33" fmla="*/ 94 h 406"/>
              <a:gd name="T34" fmla="*/ 287 w 415"/>
              <a:gd name="T35" fmla="*/ 206 h 406"/>
              <a:gd name="T36" fmla="*/ 192 w 415"/>
              <a:gd name="T37" fmla="*/ 318 h 406"/>
              <a:gd name="T38" fmla="*/ 198 w 415"/>
              <a:gd name="T39" fmla="*/ 394 h 406"/>
              <a:gd name="T40" fmla="*/ 232 w 415"/>
              <a:gd name="T41" fmla="*/ 406 h 406"/>
              <a:gd name="T42" fmla="*/ 273 w 415"/>
              <a:gd name="T43" fmla="*/ 388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5" h="406">
                <a:moveTo>
                  <a:pt x="59" y="406"/>
                </a:moveTo>
                <a:cubicBezTo>
                  <a:pt x="47" y="406"/>
                  <a:pt x="35" y="402"/>
                  <a:pt x="25" y="394"/>
                </a:cubicBezTo>
                <a:cubicBezTo>
                  <a:pt x="2" y="375"/>
                  <a:pt x="0" y="341"/>
                  <a:pt x="19" y="318"/>
                </a:cubicBezTo>
                <a:lnTo>
                  <a:pt x="114" y="206"/>
                </a:lnTo>
                <a:lnTo>
                  <a:pt x="19" y="94"/>
                </a:lnTo>
                <a:cubicBezTo>
                  <a:pt x="0" y="71"/>
                  <a:pt x="2" y="38"/>
                  <a:pt x="25" y="19"/>
                </a:cubicBezTo>
                <a:cubicBezTo>
                  <a:pt x="47" y="0"/>
                  <a:pt x="81" y="2"/>
                  <a:pt x="100" y="25"/>
                </a:cubicBezTo>
                <a:lnTo>
                  <a:pt x="225" y="172"/>
                </a:lnTo>
                <a:cubicBezTo>
                  <a:pt x="242" y="192"/>
                  <a:pt x="242" y="221"/>
                  <a:pt x="225" y="241"/>
                </a:cubicBezTo>
                <a:lnTo>
                  <a:pt x="100" y="388"/>
                </a:lnTo>
                <a:cubicBezTo>
                  <a:pt x="89" y="400"/>
                  <a:pt x="74" y="406"/>
                  <a:pt x="59" y="406"/>
                </a:cubicBezTo>
                <a:close/>
                <a:moveTo>
                  <a:pt x="273" y="388"/>
                </a:moveTo>
                <a:lnTo>
                  <a:pt x="398" y="241"/>
                </a:lnTo>
                <a:cubicBezTo>
                  <a:pt x="415" y="221"/>
                  <a:pt x="415" y="192"/>
                  <a:pt x="398" y="172"/>
                </a:cubicBezTo>
                <a:lnTo>
                  <a:pt x="273" y="25"/>
                </a:lnTo>
                <a:cubicBezTo>
                  <a:pt x="254" y="2"/>
                  <a:pt x="220" y="0"/>
                  <a:pt x="198" y="19"/>
                </a:cubicBezTo>
                <a:cubicBezTo>
                  <a:pt x="175" y="38"/>
                  <a:pt x="173" y="71"/>
                  <a:pt x="192" y="94"/>
                </a:cubicBezTo>
                <a:lnTo>
                  <a:pt x="287" y="206"/>
                </a:lnTo>
                <a:lnTo>
                  <a:pt x="192" y="318"/>
                </a:lnTo>
                <a:cubicBezTo>
                  <a:pt x="173" y="341"/>
                  <a:pt x="175" y="375"/>
                  <a:pt x="198" y="394"/>
                </a:cubicBezTo>
                <a:cubicBezTo>
                  <a:pt x="208" y="402"/>
                  <a:pt x="220" y="406"/>
                  <a:pt x="232" y="406"/>
                </a:cubicBezTo>
                <a:cubicBezTo>
                  <a:pt x="247" y="406"/>
                  <a:pt x="262" y="400"/>
                  <a:pt x="273" y="3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4" name="矩形 63"/>
          <p:cNvSpPr/>
          <p:nvPr/>
        </p:nvSpPr>
        <p:spPr>
          <a:xfrm>
            <a:off x="584781" y="858016"/>
            <a:ext cx="7429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中断触发方式 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MH_Other_1"/>
          <p:cNvSpPr/>
          <p:nvPr>
            <p:custDataLst>
              <p:tags r:id="rId2"/>
            </p:custDataLst>
          </p:nvPr>
        </p:nvSpPr>
        <p:spPr>
          <a:xfrm>
            <a:off x="4100513" y="3100842"/>
            <a:ext cx="1049337" cy="1049337"/>
          </a:xfrm>
          <a:prstGeom prst="ellipse">
            <a:avLst/>
          </a:prstGeom>
          <a:solidFill>
            <a:srgbClr val="FFFFFF"/>
          </a:solidFill>
          <a:ln w="3175">
            <a:solidFill>
              <a:srgbClr val="DDDDDD"/>
            </a:solidFill>
          </a:ln>
          <a:effectLst>
            <a:outerShdw dist="635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9" name="MH_Other_2"/>
          <p:cNvSpPr/>
          <p:nvPr>
            <p:custDataLst>
              <p:tags r:id="rId3"/>
            </p:custDataLst>
          </p:nvPr>
        </p:nvSpPr>
        <p:spPr>
          <a:xfrm>
            <a:off x="4194071" y="3193403"/>
            <a:ext cx="863260" cy="86326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innerShdw dist="76200" dir="13500000">
              <a:prstClr val="black">
                <a:alpha val="12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0" name="MH_Other_3"/>
          <p:cNvSpPr/>
          <p:nvPr>
            <p:custDataLst>
              <p:tags r:id="rId4"/>
            </p:custDataLst>
          </p:nvPr>
        </p:nvSpPr>
        <p:spPr>
          <a:xfrm>
            <a:off x="5208588" y="3178629"/>
            <a:ext cx="198437" cy="893763"/>
          </a:xfrm>
          <a:custGeom>
            <a:avLst/>
            <a:gdLst>
              <a:gd name="connsiteX0" fmla="*/ 0 w 200069"/>
              <a:gd name="connsiteY0" fmla="*/ 0 h 904875"/>
              <a:gd name="connsiteX1" fmla="*/ 200025 w 200069"/>
              <a:gd name="connsiteY1" fmla="*/ 490538 h 904875"/>
              <a:gd name="connsiteX2" fmla="*/ 14288 w 200069"/>
              <a:gd name="connsiteY2" fmla="*/ 904875 h 904875"/>
              <a:gd name="connsiteX0-1" fmla="*/ 0 w 202450"/>
              <a:gd name="connsiteY0-2" fmla="*/ 0 h 904875"/>
              <a:gd name="connsiteX1-3" fmla="*/ 202407 w 202450"/>
              <a:gd name="connsiteY1-4" fmla="*/ 471488 h 904875"/>
              <a:gd name="connsiteX2-5" fmla="*/ 14288 w 202450"/>
              <a:gd name="connsiteY2-6" fmla="*/ 904875 h 904875"/>
              <a:gd name="connsiteX0-7" fmla="*/ 0 w 202558"/>
              <a:gd name="connsiteY0-8" fmla="*/ 0 h 904875"/>
              <a:gd name="connsiteX1-9" fmla="*/ 202407 w 202558"/>
              <a:gd name="connsiteY1-10" fmla="*/ 471488 h 904875"/>
              <a:gd name="connsiteX2-11" fmla="*/ 14288 w 202558"/>
              <a:gd name="connsiteY2-12" fmla="*/ 904875 h 904875"/>
              <a:gd name="connsiteX0-13" fmla="*/ 0 w 204846"/>
              <a:gd name="connsiteY0-14" fmla="*/ 0 h 897731"/>
              <a:gd name="connsiteX1-15" fmla="*/ 204788 w 204846"/>
              <a:gd name="connsiteY1-16" fmla="*/ 464344 h 897731"/>
              <a:gd name="connsiteX2-17" fmla="*/ 16669 w 204846"/>
              <a:gd name="connsiteY2-18" fmla="*/ 897731 h 897731"/>
              <a:gd name="connsiteX0-19" fmla="*/ 0 w 204846"/>
              <a:gd name="connsiteY0-20" fmla="*/ 0 h 897731"/>
              <a:gd name="connsiteX1-21" fmla="*/ 204788 w 204846"/>
              <a:gd name="connsiteY1-22" fmla="*/ 464344 h 897731"/>
              <a:gd name="connsiteX2-23" fmla="*/ 16669 w 204846"/>
              <a:gd name="connsiteY2-24" fmla="*/ 897731 h 897731"/>
              <a:gd name="connsiteX0-25" fmla="*/ 0 w 204798"/>
              <a:gd name="connsiteY0-26" fmla="*/ 0 h 916781"/>
              <a:gd name="connsiteX1-27" fmla="*/ 204788 w 204798"/>
              <a:gd name="connsiteY1-28" fmla="*/ 464344 h 916781"/>
              <a:gd name="connsiteX2-29" fmla="*/ 7144 w 204798"/>
              <a:gd name="connsiteY2-30" fmla="*/ 916781 h 916781"/>
              <a:gd name="connsiteX0-31" fmla="*/ 0 w 204800"/>
              <a:gd name="connsiteY0-32" fmla="*/ 0 h 916781"/>
              <a:gd name="connsiteX1-33" fmla="*/ 204788 w 204800"/>
              <a:gd name="connsiteY1-34" fmla="*/ 464344 h 916781"/>
              <a:gd name="connsiteX2-35" fmla="*/ 7144 w 204800"/>
              <a:gd name="connsiteY2-36" fmla="*/ 916781 h 91678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04800" h="916781">
                <a:moveTo>
                  <a:pt x="0" y="0"/>
                </a:moveTo>
                <a:cubicBezTo>
                  <a:pt x="158353" y="148432"/>
                  <a:pt x="203597" y="311547"/>
                  <a:pt x="204788" y="464344"/>
                </a:cubicBezTo>
                <a:cubicBezTo>
                  <a:pt x="205979" y="617141"/>
                  <a:pt x="120253" y="789782"/>
                  <a:pt x="7144" y="916781"/>
                </a:cubicBezTo>
              </a:path>
            </a:pathLst>
          </a:custGeom>
          <a:noFill/>
          <a:ln w="25400">
            <a:solidFill>
              <a:schemeClr val="accent2"/>
            </a:solidFill>
            <a:headEnd type="oval" w="sm" len="sm"/>
            <a:tailEnd type="oval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cxnSp>
        <p:nvCxnSpPr>
          <p:cNvPr id="11" name="MH_Other_4"/>
          <p:cNvCxnSpPr/>
          <p:nvPr>
            <p:custDataLst>
              <p:tags r:id="rId5"/>
            </p:custDataLst>
          </p:nvPr>
        </p:nvCxnSpPr>
        <p:spPr>
          <a:xfrm>
            <a:off x="5405438" y="3623129"/>
            <a:ext cx="225425" cy="0"/>
          </a:xfrm>
          <a:prstGeom prst="line">
            <a:avLst/>
          </a:prstGeom>
          <a:ln w="25400">
            <a:solidFill>
              <a:schemeClr val="accent2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MH_Other_5"/>
          <p:cNvSpPr/>
          <p:nvPr>
            <p:custDataLst>
              <p:tags r:id="rId6"/>
            </p:custDataLst>
          </p:nvPr>
        </p:nvSpPr>
        <p:spPr>
          <a:xfrm>
            <a:off x="5343525" y="3561217"/>
            <a:ext cx="123825" cy="1222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3" name="MH_Other_6"/>
          <p:cNvSpPr/>
          <p:nvPr>
            <p:custDataLst>
              <p:tags r:id="rId7"/>
            </p:custDataLst>
          </p:nvPr>
        </p:nvSpPr>
        <p:spPr>
          <a:xfrm>
            <a:off x="4410075" y="3473904"/>
            <a:ext cx="431800" cy="296863"/>
          </a:xfrm>
          <a:custGeom>
            <a:avLst/>
            <a:gdLst>
              <a:gd name="connsiteX0" fmla="*/ 1720704 w 1721074"/>
              <a:gd name="connsiteY0" fmla="*/ 0 h 1180530"/>
              <a:gd name="connsiteX1" fmla="*/ 1721074 w 1721074"/>
              <a:gd name="connsiteY1" fmla="*/ 328961 h 1180530"/>
              <a:gd name="connsiteX2" fmla="*/ 1609393 w 1721074"/>
              <a:gd name="connsiteY2" fmla="*/ 253106 h 1180530"/>
              <a:gd name="connsiteX3" fmla="*/ 1153934 w 1721074"/>
              <a:gd name="connsiteY3" fmla="*/ 933995 h 1180530"/>
              <a:gd name="connsiteX4" fmla="*/ 899597 w 1721074"/>
              <a:gd name="connsiteY4" fmla="*/ 519521 h 1180530"/>
              <a:gd name="connsiteX5" fmla="*/ 532223 w 1721074"/>
              <a:gd name="connsiteY5" fmla="*/ 1009354 h 1180530"/>
              <a:gd name="connsiteX6" fmla="*/ 292016 w 1721074"/>
              <a:gd name="connsiteY6" fmla="*/ 792697 h 1180530"/>
              <a:gd name="connsiteX7" fmla="*/ 0 w 1721074"/>
              <a:gd name="connsiteY7" fmla="*/ 1180530 h 1180530"/>
              <a:gd name="connsiteX8" fmla="*/ 0 w 1721074"/>
              <a:gd name="connsiteY8" fmla="*/ 996382 h 1180530"/>
              <a:gd name="connsiteX9" fmla="*/ 277886 w 1721074"/>
              <a:gd name="connsiteY9" fmla="*/ 613720 h 1180530"/>
              <a:gd name="connsiteX10" fmla="*/ 503963 w 1721074"/>
              <a:gd name="connsiteY10" fmla="*/ 839796 h 1180530"/>
              <a:gd name="connsiteX11" fmla="*/ 923147 w 1721074"/>
              <a:gd name="connsiteY11" fmla="*/ 316994 h 1180530"/>
              <a:gd name="connsiteX12" fmla="*/ 1158644 w 1721074"/>
              <a:gd name="connsiteY12" fmla="*/ 731468 h 1180530"/>
              <a:gd name="connsiteX13" fmla="*/ 1529274 w 1721074"/>
              <a:gd name="connsiteY13" fmla="*/ 198688 h 1180530"/>
              <a:gd name="connsiteX14" fmla="*/ 1414772 w 1721074"/>
              <a:gd name="connsiteY14" fmla="*/ 120917 h 1180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721074" h="1180530">
                <a:moveTo>
                  <a:pt x="1720704" y="0"/>
                </a:moveTo>
                <a:lnTo>
                  <a:pt x="1721074" y="328961"/>
                </a:lnTo>
                <a:lnTo>
                  <a:pt x="1609393" y="253106"/>
                </a:lnTo>
                <a:lnTo>
                  <a:pt x="1153934" y="933995"/>
                </a:lnTo>
                <a:lnTo>
                  <a:pt x="899597" y="519521"/>
                </a:lnTo>
                <a:lnTo>
                  <a:pt x="532223" y="1009354"/>
                </a:lnTo>
                <a:lnTo>
                  <a:pt x="292016" y="792697"/>
                </a:lnTo>
                <a:lnTo>
                  <a:pt x="0" y="1180530"/>
                </a:lnTo>
                <a:lnTo>
                  <a:pt x="0" y="996382"/>
                </a:lnTo>
                <a:lnTo>
                  <a:pt x="277886" y="613720"/>
                </a:lnTo>
                <a:lnTo>
                  <a:pt x="503963" y="839796"/>
                </a:lnTo>
                <a:lnTo>
                  <a:pt x="923147" y="316994"/>
                </a:lnTo>
                <a:lnTo>
                  <a:pt x="1158644" y="731468"/>
                </a:lnTo>
                <a:lnTo>
                  <a:pt x="1529274" y="198688"/>
                </a:lnTo>
                <a:lnTo>
                  <a:pt x="1414772" y="12091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5" tIns="25718" rIns="51435" bIns="25718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4" name="MH_Other_7"/>
          <p:cNvSpPr/>
          <p:nvPr>
            <p:custDataLst>
              <p:tags r:id="rId8"/>
            </p:custDataLst>
          </p:nvPr>
        </p:nvSpPr>
        <p:spPr>
          <a:xfrm flipH="1">
            <a:off x="4008438" y="1622879"/>
            <a:ext cx="1049337" cy="1049338"/>
          </a:xfrm>
          <a:prstGeom prst="ellipse">
            <a:avLst/>
          </a:prstGeom>
          <a:solidFill>
            <a:srgbClr val="FFFFFF"/>
          </a:solidFill>
          <a:ln w="3175">
            <a:solidFill>
              <a:srgbClr val="DDDDDD"/>
            </a:solidFill>
          </a:ln>
          <a:effectLst>
            <a:outerShdw dist="635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5" name="MH_Other_8"/>
          <p:cNvSpPr/>
          <p:nvPr>
            <p:custDataLst>
              <p:tags r:id="rId9"/>
            </p:custDataLst>
          </p:nvPr>
        </p:nvSpPr>
        <p:spPr>
          <a:xfrm flipH="1">
            <a:off x="4101247" y="1716091"/>
            <a:ext cx="863260" cy="86326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innerShdw dist="76200" dir="13500000">
              <a:prstClr val="black">
                <a:alpha val="12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6" name="MH_Other_9"/>
          <p:cNvSpPr/>
          <p:nvPr>
            <p:custDataLst>
              <p:tags r:id="rId10"/>
            </p:custDataLst>
          </p:nvPr>
        </p:nvSpPr>
        <p:spPr>
          <a:xfrm flipH="1">
            <a:off x="3751263" y="1700667"/>
            <a:ext cx="198437" cy="893762"/>
          </a:xfrm>
          <a:custGeom>
            <a:avLst/>
            <a:gdLst>
              <a:gd name="connsiteX0" fmla="*/ 0 w 200069"/>
              <a:gd name="connsiteY0" fmla="*/ 0 h 904875"/>
              <a:gd name="connsiteX1" fmla="*/ 200025 w 200069"/>
              <a:gd name="connsiteY1" fmla="*/ 490538 h 904875"/>
              <a:gd name="connsiteX2" fmla="*/ 14288 w 200069"/>
              <a:gd name="connsiteY2" fmla="*/ 904875 h 904875"/>
              <a:gd name="connsiteX0-1" fmla="*/ 0 w 202450"/>
              <a:gd name="connsiteY0-2" fmla="*/ 0 h 904875"/>
              <a:gd name="connsiteX1-3" fmla="*/ 202407 w 202450"/>
              <a:gd name="connsiteY1-4" fmla="*/ 471488 h 904875"/>
              <a:gd name="connsiteX2-5" fmla="*/ 14288 w 202450"/>
              <a:gd name="connsiteY2-6" fmla="*/ 904875 h 904875"/>
              <a:gd name="connsiteX0-7" fmla="*/ 0 w 202558"/>
              <a:gd name="connsiteY0-8" fmla="*/ 0 h 904875"/>
              <a:gd name="connsiteX1-9" fmla="*/ 202407 w 202558"/>
              <a:gd name="connsiteY1-10" fmla="*/ 471488 h 904875"/>
              <a:gd name="connsiteX2-11" fmla="*/ 14288 w 202558"/>
              <a:gd name="connsiteY2-12" fmla="*/ 904875 h 904875"/>
              <a:gd name="connsiteX0-13" fmla="*/ 0 w 204846"/>
              <a:gd name="connsiteY0-14" fmla="*/ 0 h 897731"/>
              <a:gd name="connsiteX1-15" fmla="*/ 204788 w 204846"/>
              <a:gd name="connsiteY1-16" fmla="*/ 464344 h 897731"/>
              <a:gd name="connsiteX2-17" fmla="*/ 16669 w 204846"/>
              <a:gd name="connsiteY2-18" fmla="*/ 897731 h 897731"/>
              <a:gd name="connsiteX0-19" fmla="*/ 0 w 204846"/>
              <a:gd name="connsiteY0-20" fmla="*/ 0 h 897731"/>
              <a:gd name="connsiteX1-21" fmla="*/ 204788 w 204846"/>
              <a:gd name="connsiteY1-22" fmla="*/ 464344 h 897731"/>
              <a:gd name="connsiteX2-23" fmla="*/ 16669 w 204846"/>
              <a:gd name="connsiteY2-24" fmla="*/ 897731 h 897731"/>
              <a:gd name="connsiteX0-25" fmla="*/ 0 w 204798"/>
              <a:gd name="connsiteY0-26" fmla="*/ 0 h 916781"/>
              <a:gd name="connsiteX1-27" fmla="*/ 204788 w 204798"/>
              <a:gd name="connsiteY1-28" fmla="*/ 464344 h 916781"/>
              <a:gd name="connsiteX2-29" fmla="*/ 7144 w 204798"/>
              <a:gd name="connsiteY2-30" fmla="*/ 916781 h 916781"/>
              <a:gd name="connsiteX0-31" fmla="*/ 0 w 204800"/>
              <a:gd name="connsiteY0-32" fmla="*/ 0 h 916781"/>
              <a:gd name="connsiteX1-33" fmla="*/ 204788 w 204800"/>
              <a:gd name="connsiteY1-34" fmla="*/ 464344 h 916781"/>
              <a:gd name="connsiteX2-35" fmla="*/ 7144 w 204800"/>
              <a:gd name="connsiteY2-36" fmla="*/ 916781 h 91678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04800" h="916781">
                <a:moveTo>
                  <a:pt x="0" y="0"/>
                </a:moveTo>
                <a:cubicBezTo>
                  <a:pt x="158353" y="148432"/>
                  <a:pt x="203597" y="311547"/>
                  <a:pt x="204788" y="464344"/>
                </a:cubicBezTo>
                <a:cubicBezTo>
                  <a:pt x="205979" y="617141"/>
                  <a:pt x="120253" y="789782"/>
                  <a:pt x="7144" y="916781"/>
                </a:cubicBezTo>
              </a:path>
            </a:pathLst>
          </a:custGeom>
          <a:noFill/>
          <a:ln w="25400">
            <a:solidFill>
              <a:schemeClr val="accent1"/>
            </a:solidFill>
            <a:headEnd type="oval" w="sm" len="sm"/>
            <a:tailEnd type="oval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cxnSp>
        <p:nvCxnSpPr>
          <p:cNvPr id="17" name="MH_Other_10"/>
          <p:cNvCxnSpPr/>
          <p:nvPr>
            <p:custDataLst>
              <p:tags r:id="rId11"/>
            </p:custDataLst>
          </p:nvPr>
        </p:nvCxnSpPr>
        <p:spPr>
          <a:xfrm flipH="1">
            <a:off x="3527425" y="2145167"/>
            <a:ext cx="225425" cy="0"/>
          </a:xfrm>
          <a:prstGeom prst="line">
            <a:avLst/>
          </a:prstGeom>
          <a:ln w="25400">
            <a:solidFill>
              <a:schemeClr val="accent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MH_Other_11"/>
          <p:cNvSpPr/>
          <p:nvPr>
            <p:custDataLst>
              <p:tags r:id="rId12"/>
            </p:custDataLst>
          </p:nvPr>
        </p:nvSpPr>
        <p:spPr>
          <a:xfrm flipH="1">
            <a:off x="3690938" y="2083254"/>
            <a:ext cx="123825" cy="123825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9" name="MH_Other_12"/>
          <p:cNvSpPr/>
          <p:nvPr>
            <p:custDataLst>
              <p:tags r:id="rId13"/>
            </p:custDataLst>
          </p:nvPr>
        </p:nvSpPr>
        <p:spPr bwMode="auto">
          <a:xfrm>
            <a:off x="4337050" y="1980067"/>
            <a:ext cx="390525" cy="390525"/>
          </a:xfrm>
          <a:custGeom>
            <a:avLst/>
            <a:gdLst>
              <a:gd name="T0" fmla="*/ 984018 w 1589088"/>
              <a:gd name="T1" fmla="*/ 589506 h 1589088"/>
              <a:gd name="T2" fmla="*/ 955171 w 1589088"/>
              <a:gd name="T3" fmla="*/ 645802 h 1589088"/>
              <a:gd name="T4" fmla="*/ 898294 w 1589088"/>
              <a:gd name="T5" fmla="*/ 673272 h 1589088"/>
              <a:gd name="T6" fmla="*/ 881422 w 1589088"/>
              <a:gd name="T7" fmla="*/ 964824 h 1589088"/>
              <a:gd name="T8" fmla="*/ 873530 w 1589088"/>
              <a:gd name="T9" fmla="*/ 1040159 h 1589088"/>
              <a:gd name="T10" fmla="*/ 824817 w 1589088"/>
              <a:gd name="T11" fmla="*/ 1084490 h 1589088"/>
              <a:gd name="T12" fmla="*/ 756238 w 1589088"/>
              <a:gd name="T13" fmla="*/ 1088026 h 1589088"/>
              <a:gd name="T14" fmla="*/ 703444 w 1589088"/>
              <a:gd name="T15" fmla="*/ 1048590 h 1589088"/>
              <a:gd name="T16" fmla="*/ 686571 w 1589088"/>
              <a:gd name="T17" fmla="*/ 985493 h 1589088"/>
              <a:gd name="T18" fmla="*/ 486007 w 1589088"/>
              <a:gd name="T19" fmla="*/ 893024 h 1589088"/>
              <a:gd name="T20" fmla="*/ 398106 w 1589088"/>
              <a:gd name="T21" fmla="*/ 820680 h 1589088"/>
              <a:gd name="T22" fmla="*/ 402189 w 1589088"/>
              <a:gd name="T23" fmla="*/ 755134 h 1589088"/>
              <a:gd name="T24" fmla="*/ 446547 w 1589088"/>
              <a:gd name="T25" fmla="*/ 706452 h 1589088"/>
              <a:gd name="T26" fmla="*/ 514037 w 1589088"/>
              <a:gd name="T27" fmla="*/ 696389 h 1589088"/>
              <a:gd name="T28" fmla="*/ 570641 w 1589088"/>
              <a:gd name="T29" fmla="*/ 730385 h 1589088"/>
              <a:gd name="T30" fmla="*/ 593501 w 1589088"/>
              <a:gd name="T31" fmla="*/ 794027 h 1589088"/>
              <a:gd name="T32" fmla="*/ 818558 w 1589088"/>
              <a:gd name="T33" fmla="*/ 648522 h 1589088"/>
              <a:gd name="T34" fmla="*/ 785901 w 1589088"/>
              <a:gd name="T35" fmla="*/ 575091 h 1589088"/>
              <a:gd name="T36" fmla="*/ 808761 w 1589088"/>
              <a:gd name="T37" fmla="*/ 511721 h 1589088"/>
              <a:gd name="T38" fmla="*/ 865365 w 1589088"/>
              <a:gd name="T39" fmla="*/ 477726 h 1589088"/>
              <a:gd name="T40" fmla="*/ 728574 w 1589088"/>
              <a:gd name="T41" fmla="*/ 144010 h 1589088"/>
              <a:gd name="T42" fmla="*/ 531280 w 1589088"/>
              <a:gd name="T43" fmla="*/ 182593 h 1589088"/>
              <a:gd name="T44" fmla="*/ 353281 w 1589088"/>
              <a:gd name="T45" fmla="*/ 288291 h 1589088"/>
              <a:gd name="T46" fmla="*/ 219577 w 1589088"/>
              <a:gd name="T47" fmla="*/ 451592 h 1589088"/>
              <a:gd name="T48" fmla="*/ 152454 w 1589088"/>
              <a:gd name="T49" fmla="*/ 642880 h 1589088"/>
              <a:gd name="T50" fmla="*/ 152454 w 1589088"/>
              <a:gd name="T51" fmla="*/ 843135 h 1589088"/>
              <a:gd name="T52" fmla="*/ 219577 w 1589088"/>
              <a:gd name="T53" fmla="*/ 1034422 h 1589088"/>
              <a:gd name="T54" fmla="*/ 353281 w 1589088"/>
              <a:gd name="T55" fmla="*/ 1197724 h 1589088"/>
              <a:gd name="T56" fmla="*/ 531280 w 1589088"/>
              <a:gd name="T57" fmla="*/ 1303421 h 1589088"/>
              <a:gd name="T58" fmla="*/ 728574 w 1589088"/>
              <a:gd name="T59" fmla="*/ 1341734 h 1589088"/>
              <a:gd name="T60" fmla="*/ 927227 w 1589088"/>
              <a:gd name="T61" fmla="*/ 1312931 h 1589088"/>
              <a:gd name="T62" fmla="*/ 1109302 w 1589088"/>
              <a:gd name="T63" fmla="*/ 1217015 h 1589088"/>
              <a:gd name="T64" fmla="*/ 1251431 w 1589088"/>
              <a:gd name="T65" fmla="*/ 1059964 h 1589088"/>
              <a:gd name="T66" fmla="*/ 1328065 w 1589088"/>
              <a:gd name="T67" fmla="*/ 871393 h 1589088"/>
              <a:gd name="T68" fmla="*/ 1337576 w 1589088"/>
              <a:gd name="T69" fmla="*/ 671410 h 1589088"/>
              <a:gd name="T70" fmla="*/ 1280237 w 1589088"/>
              <a:gd name="T71" fmla="*/ 477677 h 1589088"/>
              <a:gd name="T72" fmla="*/ 1155500 w 1589088"/>
              <a:gd name="T73" fmla="*/ 308670 h 1589088"/>
              <a:gd name="T74" fmla="*/ 981849 w 1589088"/>
              <a:gd name="T75" fmla="*/ 193462 h 1589088"/>
              <a:gd name="T76" fmla="*/ 785915 w 1589088"/>
              <a:gd name="T77" fmla="*/ 145640 h 1589088"/>
              <a:gd name="T78" fmla="*/ 902226 w 1589088"/>
              <a:gd name="T79" fmla="*/ 17390 h 1589088"/>
              <a:gd name="T80" fmla="*/ 1136207 w 1589088"/>
              <a:gd name="T81" fmla="*/ 112491 h 1589088"/>
              <a:gd name="T82" fmla="*/ 1320999 w 1589088"/>
              <a:gd name="T83" fmla="*/ 276063 h 1589088"/>
              <a:gd name="T84" fmla="*/ 1429702 w 1589088"/>
              <a:gd name="T85" fmla="*/ 459201 h 1589088"/>
              <a:gd name="T86" fmla="*/ 1481334 w 1589088"/>
              <a:gd name="T87" fmla="*/ 660270 h 1589088"/>
              <a:gd name="T88" fmla="*/ 1475356 w 1589088"/>
              <a:gd name="T89" fmla="*/ 866502 h 1589088"/>
              <a:gd name="T90" fmla="*/ 1412581 w 1589088"/>
              <a:gd name="T91" fmla="*/ 1064855 h 1589088"/>
              <a:gd name="T92" fmla="*/ 1892771 w 1589088"/>
              <a:gd name="T93" fmla="*/ 1636001 h 1589088"/>
              <a:gd name="T94" fmla="*/ 1896304 w 1589088"/>
              <a:gd name="T95" fmla="*/ 1759632 h 1589088"/>
              <a:gd name="T96" fmla="*/ 1783798 w 1589088"/>
              <a:gd name="T97" fmla="*/ 1885980 h 1589088"/>
              <a:gd name="T98" fmla="*/ 1662866 w 1589088"/>
              <a:gd name="T99" fmla="*/ 1900381 h 1589088"/>
              <a:gd name="T100" fmla="*/ 1104954 w 1589088"/>
              <a:gd name="T101" fmla="*/ 1391458 h 1589088"/>
              <a:gd name="T102" fmla="*/ 909835 w 1589088"/>
              <a:gd name="T103" fmla="*/ 1466451 h 1589088"/>
              <a:gd name="T104" fmla="*/ 704388 w 1589088"/>
              <a:gd name="T105" fmla="*/ 1484656 h 1589088"/>
              <a:gd name="T106" fmla="*/ 501116 w 1589088"/>
              <a:gd name="T107" fmla="*/ 1445528 h 1589088"/>
              <a:gd name="T108" fmla="*/ 313061 w 1589088"/>
              <a:gd name="T109" fmla="*/ 1349069 h 1589088"/>
              <a:gd name="T110" fmla="*/ 143758 w 1589088"/>
              <a:gd name="T111" fmla="*/ 1181965 h 1589088"/>
              <a:gd name="T112" fmla="*/ 30708 w 1589088"/>
              <a:gd name="T113" fmla="*/ 954538 h 1589088"/>
              <a:gd name="T114" fmla="*/ 815 w 1589088"/>
              <a:gd name="T115" fmla="*/ 707277 h 1589088"/>
              <a:gd name="T116" fmla="*/ 54351 w 1589088"/>
              <a:gd name="T117" fmla="*/ 463275 h 1589088"/>
              <a:gd name="T118" fmla="*/ 191315 w 1589088"/>
              <a:gd name="T119" fmla="*/ 245360 h 1589088"/>
              <a:gd name="T120" fmla="*/ 397577 w 1589088"/>
              <a:gd name="T121" fmla="*/ 85319 h 1589088"/>
              <a:gd name="T122" fmla="*/ 636177 w 1589088"/>
              <a:gd name="T123" fmla="*/ 7880 h 1589088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1589088" h="1589088">
                <a:moveTo>
                  <a:pt x="916859" y="288925"/>
                </a:moveTo>
                <a:lnTo>
                  <a:pt x="954088" y="332030"/>
                </a:lnTo>
                <a:lnTo>
                  <a:pt x="816067" y="450682"/>
                </a:lnTo>
                <a:lnTo>
                  <a:pt x="817430" y="454085"/>
                </a:lnTo>
                <a:lnTo>
                  <a:pt x="818338" y="457488"/>
                </a:lnTo>
                <a:lnTo>
                  <a:pt x="819246" y="461118"/>
                </a:lnTo>
                <a:lnTo>
                  <a:pt x="820381" y="464748"/>
                </a:lnTo>
                <a:lnTo>
                  <a:pt x="820835" y="468378"/>
                </a:lnTo>
                <a:lnTo>
                  <a:pt x="821289" y="472008"/>
                </a:lnTo>
                <a:lnTo>
                  <a:pt x="821743" y="475865"/>
                </a:lnTo>
                <a:lnTo>
                  <a:pt x="821743" y="479722"/>
                </a:lnTo>
                <a:lnTo>
                  <a:pt x="821743" y="483805"/>
                </a:lnTo>
                <a:lnTo>
                  <a:pt x="821289" y="487662"/>
                </a:lnTo>
                <a:lnTo>
                  <a:pt x="820835" y="491746"/>
                </a:lnTo>
                <a:lnTo>
                  <a:pt x="820154" y="495602"/>
                </a:lnTo>
                <a:lnTo>
                  <a:pt x="819246" y="499459"/>
                </a:lnTo>
                <a:lnTo>
                  <a:pt x="818338" y="503089"/>
                </a:lnTo>
                <a:lnTo>
                  <a:pt x="816976" y="506946"/>
                </a:lnTo>
                <a:lnTo>
                  <a:pt x="815840" y="510349"/>
                </a:lnTo>
                <a:lnTo>
                  <a:pt x="814251" y="513979"/>
                </a:lnTo>
                <a:lnTo>
                  <a:pt x="812662" y="517382"/>
                </a:lnTo>
                <a:lnTo>
                  <a:pt x="810619" y="520785"/>
                </a:lnTo>
                <a:lnTo>
                  <a:pt x="808803" y="523961"/>
                </a:lnTo>
                <a:lnTo>
                  <a:pt x="806760" y="527137"/>
                </a:lnTo>
                <a:lnTo>
                  <a:pt x="804263" y="530313"/>
                </a:lnTo>
                <a:lnTo>
                  <a:pt x="801993" y="533036"/>
                </a:lnTo>
                <a:lnTo>
                  <a:pt x="799496" y="535985"/>
                </a:lnTo>
                <a:lnTo>
                  <a:pt x="796772" y="538707"/>
                </a:lnTo>
                <a:lnTo>
                  <a:pt x="794048" y="541203"/>
                </a:lnTo>
                <a:lnTo>
                  <a:pt x="791324" y="543698"/>
                </a:lnTo>
                <a:lnTo>
                  <a:pt x="788146" y="545967"/>
                </a:lnTo>
                <a:lnTo>
                  <a:pt x="785194" y="548009"/>
                </a:lnTo>
                <a:lnTo>
                  <a:pt x="781789" y="550051"/>
                </a:lnTo>
                <a:lnTo>
                  <a:pt x="778611" y="552093"/>
                </a:lnTo>
                <a:lnTo>
                  <a:pt x="775433" y="553908"/>
                </a:lnTo>
                <a:lnTo>
                  <a:pt x="771801" y="555496"/>
                </a:lnTo>
                <a:lnTo>
                  <a:pt x="768396" y="556857"/>
                </a:lnTo>
                <a:lnTo>
                  <a:pt x="764537" y="558218"/>
                </a:lnTo>
                <a:lnTo>
                  <a:pt x="760905" y="559352"/>
                </a:lnTo>
                <a:lnTo>
                  <a:pt x="757046" y="560260"/>
                </a:lnTo>
                <a:lnTo>
                  <a:pt x="753413" y="560940"/>
                </a:lnTo>
                <a:lnTo>
                  <a:pt x="749327" y="561621"/>
                </a:lnTo>
                <a:lnTo>
                  <a:pt x="745241" y="562075"/>
                </a:lnTo>
                <a:lnTo>
                  <a:pt x="692121" y="754005"/>
                </a:lnTo>
                <a:lnTo>
                  <a:pt x="697343" y="756728"/>
                </a:lnTo>
                <a:lnTo>
                  <a:pt x="702110" y="759904"/>
                </a:lnTo>
                <a:lnTo>
                  <a:pt x="706650" y="763080"/>
                </a:lnTo>
                <a:lnTo>
                  <a:pt x="710963" y="766937"/>
                </a:lnTo>
                <a:lnTo>
                  <a:pt x="715049" y="770794"/>
                </a:lnTo>
                <a:lnTo>
                  <a:pt x="718908" y="774877"/>
                </a:lnTo>
                <a:lnTo>
                  <a:pt x="722313" y="779188"/>
                </a:lnTo>
                <a:lnTo>
                  <a:pt x="725718" y="783952"/>
                </a:lnTo>
                <a:lnTo>
                  <a:pt x="728670" y="788943"/>
                </a:lnTo>
                <a:lnTo>
                  <a:pt x="731167" y="793934"/>
                </a:lnTo>
                <a:lnTo>
                  <a:pt x="733437" y="799379"/>
                </a:lnTo>
                <a:lnTo>
                  <a:pt x="735253" y="804824"/>
                </a:lnTo>
                <a:lnTo>
                  <a:pt x="736615" y="810496"/>
                </a:lnTo>
                <a:lnTo>
                  <a:pt x="737750" y="816167"/>
                </a:lnTo>
                <a:lnTo>
                  <a:pt x="738431" y="822066"/>
                </a:lnTo>
                <a:lnTo>
                  <a:pt x="738658" y="828191"/>
                </a:lnTo>
                <a:lnTo>
                  <a:pt x="738658" y="832729"/>
                </a:lnTo>
                <a:lnTo>
                  <a:pt x="738431" y="836812"/>
                </a:lnTo>
                <a:lnTo>
                  <a:pt x="737523" y="840896"/>
                </a:lnTo>
                <a:lnTo>
                  <a:pt x="736842" y="844980"/>
                </a:lnTo>
                <a:lnTo>
                  <a:pt x="735934" y="849063"/>
                </a:lnTo>
                <a:lnTo>
                  <a:pt x="734799" y="852920"/>
                </a:lnTo>
                <a:lnTo>
                  <a:pt x="733664" y="856777"/>
                </a:lnTo>
                <a:lnTo>
                  <a:pt x="732075" y="860407"/>
                </a:lnTo>
                <a:lnTo>
                  <a:pt x="730259" y="864263"/>
                </a:lnTo>
                <a:lnTo>
                  <a:pt x="728670" y="867666"/>
                </a:lnTo>
                <a:lnTo>
                  <a:pt x="726626" y="871296"/>
                </a:lnTo>
                <a:lnTo>
                  <a:pt x="724583" y="874699"/>
                </a:lnTo>
                <a:lnTo>
                  <a:pt x="722086" y="877876"/>
                </a:lnTo>
                <a:lnTo>
                  <a:pt x="719589" y="881052"/>
                </a:lnTo>
                <a:lnTo>
                  <a:pt x="717092" y="884228"/>
                </a:lnTo>
                <a:lnTo>
                  <a:pt x="714141" y="886950"/>
                </a:lnTo>
                <a:lnTo>
                  <a:pt x="711417" y="889673"/>
                </a:lnTo>
                <a:lnTo>
                  <a:pt x="708239" y="892395"/>
                </a:lnTo>
                <a:lnTo>
                  <a:pt x="705288" y="894891"/>
                </a:lnTo>
                <a:lnTo>
                  <a:pt x="702110" y="896933"/>
                </a:lnTo>
                <a:lnTo>
                  <a:pt x="698705" y="899428"/>
                </a:lnTo>
                <a:lnTo>
                  <a:pt x="695299" y="901243"/>
                </a:lnTo>
                <a:lnTo>
                  <a:pt x="691440" y="903058"/>
                </a:lnTo>
                <a:lnTo>
                  <a:pt x="688035" y="904646"/>
                </a:lnTo>
                <a:lnTo>
                  <a:pt x="684176" y="906234"/>
                </a:lnTo>
                <a:lnTo>
                  <a:pt x="680317" y="907595"/>
                </a:lnTo>
                <a:lnTo>
                  <a:pt x="676231" y="908730"/>
                </a:lnTo>
                <a:lnTo>
                  <a:pt x="672372" y="909637"/>
                </a:lnTo>
                <a:lnTo>
                  <a:pt x="668286" y="910318"/>
                </a:lnTo>
                <a:lnTo>
                  <a:pt x="664199" y="910771"/>
                </a:lnTo>
                <a:lnTo>
                  <a:pt x="659886" y="911225"/>
                </a:lnTo>
                <a:lnTo>
                  <a:pt x="655573" y="911225"/>
                </a:lnTo>
                <a:lnTo>
                  <a:pt x="651260" y="911225"/>
                </a:lnTo>
                <a:lnTo>
                  <a:pt x="646947" y="910771"/>
                </a:lnTo>
                <a:lnTo>
                  <a:pt x="643088" y="910318"/>
                </a:lnTo>
                <a:lnTo>
                  <a:pt x="638775" y="909637"/>
                </a:lnTo>
                <a:lnTo>
                  <a:pt x="634915" y="908730"/>
                </a:lnTo>
                <a:lnTo>
                  <a:pt x="630829" y="907595"/>
                </a:lnTo>
                <a:lnTo>
                  <a:pt x="627197" y="906234"/>
                </a:lnTo>
                <a:lnTo>
                  <a:pt x="623338" y="904646"/>
                </a:lnTo>
                <a:lnTo>
                  <a:pt x="619706" y="903058"/>
                </a:lnTo>
                <a:lnTo>
                  <a:pt x="616074" y="901243"/>
                </a:lnTo>
                <a:lnTo>
                  <a:pt x="612669" y="899428"/>
                </a:lnTo>
                <a:lnTo>
                  <a:pt x="609037" y="896933"/>
                </a:lnTo>
                <a:lnTo>
                  <a:pt x="605858" y="894891"/>
                </a:lnTo>
                <a:lnTo>
                  <a:pt x="602680" y="892395"/>
                </a:lnTo>
                <a:lnTo>
                  <a:pt x="599729" y="889673"/>
                </a:lnTo>
                <a:lnTo>
                  <a:pt x="596778" y="886950"/>
                </a:lnTo>
                <a:lnTo>
                  <a:pt x="594054" y="884228"/>
                </a:lnTo>
                <a:lnTo>
                  <a:pt x="591557" y="881052"/>
                </a:lnTo>
                <a:lnTo>
                  <a:pt x="588833" y="877876"/>
                </a:lnTo>
                <a:lnTo>
                  <a:pt x="586790" y="874699"/>
                </a:lnTo>
                <a:lnTo>
                  <a:pt x="584520" y="871296"/>
                </a:lnTo>
                <a:lnTo>
                  <a:pt x="582704" y="867666"/>
                </a:lnTo>
                <a:lnTo>
                  <a:pt x="580661" y="864263"/>
                </a:lnTo>
                <a:lnTo>
                  <a:pt x="579072" y="860407"/>
                </a:lnTo>
                <a:lnTo>
                  <a:pt x="577710" y="856777"/>
                </a:lnTo>
                <a:lnTo>
                  <a:pt x="576348" y="852920"/>
                </a:lnTo>
                <a:lnTo>
                  <a:pt x="575212" y="849063"/>
                </a:lnTo>
                <a:lnTo>
                  <a:pt x="574077" y="844980"/>
                </a:lnTo>
                <a:lnTo>
                  <a:pt x="573396" y="840896"/>
                </a:lnTo>
                <a:lnTo>
                  <a:pt x="572942" y="836812"/>
                </a:lnTo>
                <a:lnTo>
                  <a:pt x="572488" y="832729"/>
                </a:lnTo>
                <a:lnTo>
                  <a:pt x="572488" y="828191"/>
                </a:lnTo>
                <a:lnTo>
                  <a:pt x="572488" y="825242"/>
                </a:lnTo>
                <a:lnTo>
                  <a:pt x="572715" y="822066"/>
                </a:lnTo>
                <a:lnTo>
                  <a:pt x="573623" y="815940"/>
                </a:lnTo>
                <a:lnTo>
                  <a:pt x="574986" y="810042"/>
                </a:lnTo>
                <a:lnTo>
                  <a:pt x="576575" y="804370"/>
                </a:lnTo>
                <a:lnTo>
                  <a:pt x="454445" y="733134"/>
                </a:lnTo>
                <a:lnTo>
                  <a:pt x="449904" y="736083"/>
                </a:lnTo>
                <a:lnTo>
                  <a:pt x="444910" y="738352"/>
                </a:lnTo>
                <a:lnTo>
                  <a:pt x="439689" y="740166"/>
                </a:lnTo>
                <a:lnTo>
                  <a:pt x="434468" y="741981"/>
                </a:lnTo>
                <a:lnTo>
                  <a:pt x="429020" y="743569"/>
                </a:lnTo>
                <a:lnTo>
                  <a:pt x="423571" y="744477"/>
                </a:lnTo>
                <a:lnTo>
                  <a:pt x="417669" y="745158"/>
                </a:lnTo>
                <a:lnTo>
                  <a:pt x="412221" y="745384"/>
                </a:lnTo>
                <a:lnTo>
                  <a:pt x="408589" y="745158"/>
                </a:lnTo>
                <a:lnTo>
                  <a:pt x="405411" y="744931"/>
                </a:lnTo>
                <a:lnTo>
                  <a:pt x="398828" y="744023"/>
                </a:lnTo>
                <a:lnTo>
                  <a:pt x="305755" y="898294"/>
                </a:lnTo>
                <a:lnTo>
                  <a:pt x="257175" y="869255"/>
                </a:lnTo>
                <a:lnTo>
                  <a:pt x="349113" y="716118"/>
                </a:lnTo>
                <a:lnTo>
                  <a:pt x="347070" y="713396"/>
                </a:lnTo>
                <a:lnTo>
                  <a:pt x="344573" y="710220"/>
                </a:lnTo>
                <a:lnTo>
                  <a:pt x="342757" y="707497"/>
                </a:lnTo>
                <a:lnTo>
                  <a:pt x="340714" y="704321"/>
                </a:lnTo>
                <a:lnTo>
                  <a:pt x="339125" y="701145"/>
                </a:lnTo>
                <a:lnTo>
                  <a:pt x="337536" y="697969"/>
                </a:lnTo>
                <a:lnTo>
                  <a:pt x="335720" y="694793"/>
                </a:lnTo>
                <a:lnTo>
                  <a:pt x="334358" y="691390"/>
                </a:lnTo>
                <a:lnTo>
                  <a:pt x="333223" y="687987"/>
                </a:lnTo>
                <a:lnTo>
                  <a:pt x="332087" y="684584"/>
                </a:lnTo>
                <a:lnTo>
                  <a:pt x="331179" y="680954"/>
                </a:lnTo>
                <a:lnTo>
                  <a:pt x="330498" y="677324"/>
                </a:lnTo>
                <a:lnTo>
                  <a:pt x="329590" y="673467"/>
                </a:lnTo>
                <a:lnTo>
                  <a:pt x="329136" y="670064"/>
                </a:lnTo>
                <a:lnTo>
                  <a:pt x="328909" y="665981"/>
                </a:lnTo>
                <a:lnTo>
                  <a:pt x="328909" y="662351"/>
                </a:lnTo>
                <a:lnTo>
                  <a:pt x="328909" y="658040"/>
                </a:lnTo>
                <a:lnTo>
                  <a:pt x="329363" y="653730"/>
                </a:lnTo>
                <a:lnTo>
                  <a:pt x="330044" y="649646"/>
                </a:lnTo>
                <a:lnTo>
                  <a:pt x="330725" y="645335"/>
                </a:lnTo>
                <a:lnTo>
                  <a:pt x="331633" y="641479"/>
                </a:lnTo>
                <a:lnTo>
                  <a:pt x="332768" y="637395"/>
                </a:lnTo>
                <a:lnTo>
                  <a:pt x="333904" y="633765"/>
                </a:lnTo>
                <a:lnTo>
                  <a:pt x="335493" y="629908"/>
                </a:lnTo>
                <a:lnTo>
                  <a:pt x="337082" y="626279"/>
                </a:lnTo>
                <a:lnTo>
                  <a:pt x="339125" y="622649"/>
                </a:lnTo>
                <a:lnTo>
                  <a:pt x="340941" y="619246"/>
                </a:lnTo>
                <a:lnTo>
                  <a:pt x="342984" y="615843"/>
                </a:lnTo>
                <a:lnTo>
                  <a:pt x="345481" y="612666"/>
                </a:lnTo>
                <a:lnTo>
                  <a:pt x="347978" y="609263"/>
                </a:lnTo>
                <a:lnTo>
                  <a:pt x="350475" y="606314"/>
                </a:lnTo>
                <a:lnTo>
                  <a:pt x="353426" y="603592"/>
                </a:lnTo>
                <a:lnTo>
                  <a:pt x="356150" y="600642"/>
                </a:lnTo>
                <a:lnTo>
                  <a:pt x="359101" y="598147"/>
                </a:lnTo>
                <a:lnTo>
                  <a:pt x="362279" y="595878"/>
                </a:lnTo>
                <a:lnTo>
                  <a:pt x="365458" y="593383"/>
                </a:lnTo>
                <a:lnTo>
                  <a:pt x="369090" y="591341"/>
                </a:lnTo>
                <a:lnTo>
                  <a:pt x="372495" y="589299"/>
                </a:lnTo>
                <a:lnTo>
                  <a:pt x="376127" y="587484"/>
                </a:lnTo>
                <a:lnTo>
                  <a:pt x="379759" y="585669"/>
                </a:lnTo>
                <a:lnTo>
                  <a:pt x="383618" y="584308"/>
                </a:lnTo>
                <a:lnTo>
                  <a:pt x="387250" y="582947"/>
                </a:lnTo>
                <a:lnTo>
                  <a:pt x="391336" y="581812"/>
                </a:lnTo>
                <a:lnTo>
                  <a:pt x="395196" y="580905"/>
                </a:lnTo>
                <a:lnTo>
                  <a:pt x="399509" y="580224"/>
                </a:lnTo>
                <a:lnTo>
                  <a:pt x="403368" y="579544"/>
                </a:lnTo>
                <a:lnTo>
                  <a:pt x="407681" y="579317"/>
                </a:lnTo>
                <a:lnTo>
                  <a:pt x="412221" y="579090"/>
                </a:lnTo>
                <a:lnTo>
                  <a:pt x="416307" y="579317"/>
                </a:lnTo>
                <a:lnTo>
                  <a:pt x="420620" y="579544"/>
                </a:lnTo>
                <a:lnTo>
                  <a:pt x="424707" y="580224"/>
                </a:lnTo>
                <a:lnTo>
                  <a:pt x="428793" y="580905"/>
                </a:lnTo>
                <a:lnTo>
                  <a:pt x="432652" y="581812"/>
                </a:lnTo>
                <a:lnTo>
                  <a:pt x="436738" y="582947"/>
                </a:lnTo>
                <a:lnTo>
                  <a:pt x="440597" y="584308"/>
                </a:lnTo>
                <a:lnTo>
                  <a:pt x="444456" y="585669"/>
                </a:lnTo>
                <a:lnTo>
                  <a:pt x="447861" y="587484"/>
                </a:lnTo>
                <a:lnTo>
                  <a:pt x="451720" y="589299"/>
                </a:lnTo>
                <a:lnTo>
                  <a:pt x="454899" y="591341"/>
                </a:lnTo>
                <a:lnTo>
                  <a:pt x="458531" y="593383"/>
                </a:lnTo>
                <a:lnTo>
                  <a:pt x="461709" y="595878"/>
                </a:lnTo>
                <a:lnTo>
                  <a:pt x="464887" y="598147"/>
                </a:lnTo>
                <a:lnTo>
                  <a:pt x="467838" y="600642"/>
                </a:lnTo>
                <a:lnTo>
                  <a:pt x="470562" y="603592"/>
                </a:lnTo>
                <a:lnTo>
                  <a:pt x="473513" y="606314"/>
                </a:lnTo>
                <a:lnTo>
                  <a:pt x="476010" y="609263"/>
                </a:lnTo>
                <a:lnTo>
                  <a:pt x="478734" y="612666"/>
                </a:lnTo>
                <a:lnTo>
                  <a:pt x="481004" y="615843"/>
                </a:lnTo>
                <a:lnTo>
                  <a:pt x="483047" y="619246"/>
                </a:lnTo>
                <a:lnTo>
                  <a:pt x="484864" y="622649"/>
                </a:lnTo>
                <a:lnTo>
                  <a:pt x="486907" y="626279"/>
                </a:lnTo>
                <a:lnTo>
                  <a:pt x="488496" y="629908"/>
                </a:lnTo>
                <a:lnTo>
                  <a:pt x="490085" y="633765"/>
                </a:lnTo>
                <a:lnTo>
                  <a:pt x="491220" y="637395"/>
                </a:lnTo>
                <a:lnTo>
                  <a:pt x="492355" y="641479"/>
                </a:lnTo>
                <a:lnTo>
                  <a:pt x="493490" y="645335"/>
                </a:lnTo>
                <a:lnTo>
                  <a:pt x="494171" y="649646"/>
                </a:lnTo>
                <a:lnTo>
                  <a:pt x="494625" y="653730"/>
                </a:lnTo>
                <a:lnTo>
                  <a:pt x="495079" y="658040"/>
                </a:lnTo>
                <a:lnTo>
                  <a:pt x="495079" y="662351"/>
                </a:lnTo>
                <a:lnTo>
                  <a:pt x="495079" y="665527"/>
                </a:lnTo>
                <a:lnTo>
                  <a:pt x="494852" y="669157"/>
                </a:lnTo>
                <a:lnTo>
                  <a:pt x="494398" y="672333"/>
                </a:lnTo>
                <a:lnTo>
                  <a:pt x="493944" y="675509"/>
                </a:lnTo>
                <a:lnTo>
                  <a:pt x="492355" y="682088"/>
                </a:lnTo>
                <a:lnTo>
                  <a:pt x="490539" y="688214"/>
                </a:lnTo>
                <a:lnTo>
                  <a:pt x="610853" y="758543"/>
                </a:lnTo>
                <a:lnTo>
                  <a:pt x="616528" y="755140"/>
                </a:lnTo>
                <a:lnTo>
                  <a:pt x="622430" y="752417"/>
                </a:lnTo>
                <a:lnTo>
                  <a:pt x="628559" y="749922"/>
                </a:lnTo>
                <a:lnTo>
                  <a:pt x="634915" y="748107"/>
                </a:lnTo>
                <a:lnTo>
                  <a:pt x="690305" y="547101"/>
                </a:lnTo>
                <a:lnTo>
                  <a:pt x="686673" y="544152"/>
                </a:lnTo>
                <a:lnTo>
                  <a:pt x="682814" y="540976"/>
                </a:lnTo>
                <a:lnTo>
                  <a:pt x="679409" y="537800"/>
                </a:lnTo>
                <a:lnTo>
                  <a:pt x="676004" y="533943"/>
                </a:lnTo>
                <a:lnTo>
                  <a:pt x="673053" y="530540"/>
                </a:lnTo>
                <a:lnTo>
                  <a:pt x="670102" y="526456"/>
                </a:lnTo>
                <a:lnTo>
                  <a:pt x="667605" y="522373"/>
                </a:lnTo>
                <a:lnTo>
                  <a:pt x="665107" y="518062"/>
                </a:lnTo>
                <a:lnTo>
                  <a:pt x="662837" y="513979"/>
                </a:lnTo>
                <a:lnTo>
                  <a:pt x="661021" y="509214"/>
                </a:lnTo>
                <a:lnTo>
                  <a:pt x="659432" y="504450"/>
                </a:lnTo>
                <a:lnTo>
                  <a:pt x="658070" y="499913"/>
                </a:lnTo>
                <a:lnTo>
                  <a:pt x="657162" y="494922"/>
                </a:lnTo>
                <a:lnTo>
                  <a:pt x="656027" y="489931"/>
                </a:lnTo>
                <a:lnTo>
                  <a:pt x="655573" y="484940"/>
                </a:lnTo>
                <a:lnTo>
                  <a:pt x="655573" y="479722"/>
                </a:lnTo>
                <a:lnTo>
                  <a:pt x="655573" y="475411"/>
                </a:lnTo>
                <a:lnTo>
                  <a:pt x="655800" y="471327"/>
                </a:lnTo>
                <a:lnTo>
                  <a:pt x="656708" y="467017"/>
                </a:lnTo>
                <a:lnTo>
                  <a:pt x="657389" y="463160"/>
                </a:lnTo>
                <a:lnTo>
                  <a:pt x="658297" y="458850"/>
                </a:lnTo>
                <a:lnTo>
                  <a:pt x="659432" y="455220"/>
                </a:lnTo>
                <a:lnTo>
                  <a:pt x="660567" y="451136"/>
                </a:lnTo>
                <a:lnTo>
                  <a:pt x="661929" y="447506"/>
                </a:lnTo>
                <a:lnTo>
                  <a:pt x="663745" y="443649"/>
                </a:lnTo>
                <a:lnTo>
                  <a:pt x="665561" y="440246"/>
                </a:lnTo>
                <a:lnTo>
                  <a:pt x="667605" y="436617"/>
                </a:lnTo>
                <a:lnTo>
                  <a:pt x="669648" y="433440"/>
                </a:lnTo>
                <a:lnTo>
                  <a:pt x="672145" y="430037"/>
                </a:lnTo>
                <a:lnTo>
                  <a:pt x="674642" y="426861"/>
                </a:lnTo>
                <a:lnTo>
                  <a:pt x="677139" y="423912"/>
                </a:lnTo>
                <a:lnTo>
                  <a:pt x="679863" y="420963"/>
                </a:lnTo>
                <a:lnTo>
                  <a:pt x="682814" y="418240"/>
                </a:lnTo>
                <a:lnTo>
                  <a:pt x="685765" y="415518"/>
                </a:lnTo>
                <a:lnTo>
                  <a:pt x="688943" y="413249"/>
                </a:lnTo>
                <a:lnTo>
                  <a:pt x="692121" y="410980"/>
                </a:lnTo>
                <a:lnTo>
                  <a:pt x="695526" y="408712"/>
                </a:lnTo>
                <a:lnTo>
                  <a:pt x="698932" y="406670"/>
                </a:lnTo>
                <a:lnTo>
                  <a:pt x="702791" y="404855"/>
                </a:lnTo>
                <a:lnTo>
                  <a:pt x="706196" y="403267"/>
                </a:lnTo>
                <a:lnTo>
                  <a:pt x="710055" y="401679"/>
                </a:lnTo>
                <a:lnTo>
                  <a:pt x="713914" y="400318"/>
                </a:lnTo>
                <a:lnTo>
                  <a:pt x="718000" y="399410"/>
                </a:lnTo>
                <a:lnTo>
                  <a:pt x="721859" y="398503"/>
                </a:lnTo>
                <a:lnTo>
                  <a:pt x="725945" y="397595"/>
                </a:lnTo>
                <a:lnTo>
                  <a:pt x="730032" y="397141"/>
                </a:lnTo>
                <a:lnTo>
                  <a:pt x="734345" y="396915"/>
                </a:lnTo>
                <a:lnTo>
                  <a:pt x="738658" y="396688"/>
                </a:lnTo>
                <a:lnTo>
                  <a:pt x="744106" y="396915"/>
                </a:lnTo>
                <a:lnTo>
                  <a:pt x="749554" y="397595"/>
                </a:lnTo>
                <a:lnTo>
                  <a:pt x="754775" y="398276"/>
                </a:lnTo>
                <a:lnTo>
                  <a:pt x="759770" y="399637"/>
                </a:lnTo>
                <a:lnTo>
                  <a:pt x="764764" y="400998"/>
                </a:lnTo>
                <a:lnTo>
                  <a:pt x="769758" y="403040"/>
                </a:lnTo>
                <a:lnTo>
                  <a:pt x="774298" y="405082"/>
                </a:lnTo>
                <a:lnTo>
                  <a:pt x="778838" y="407577"/>
                </a:lnTo>
                <a:lnTo>
                  <a:pt x="916859" y="288925"/>
                </a:lnTo>
                <a:close/>
                <a:moveTo>
                  <a:pt x="607752" y="120128"/>
                </a:moveTo>
                <a:lnTo>
                  <a:pt x="595738" y="120581"/>
                </a:lnTo>
                <a:lnTo>
                  <a:pt x="583950" y="121488"/>
                </a:lnTo>
                <a:lnTo>
                  <a:pt x="571936" y="122621"/>
                </a:lnTo>
                <a:lnTo>
                  <a:pt x="559921" y="123755"/>
                </a:lnTo>
                <a:lnTo>
                  <a:pt x="548133" y="125341"/>
                </a:lnTo>
                <a:lnTo>
                  <a:pt x="536119" y="127154"/>
                </a:lnTo>
                <a:lnTo>
                  <a:pt x="524331" y="129421"/>
                </a:lnTo>
                <a:lnTo>
                  <a:pt x="512543" y="131688"/>
                </a:lnTo>
                <a:lnTo>
                  <a:pt x="500755" y="134407"/>
                </a:lnTo>
                <a:lnTo>
                  <a:pt x="489194" y="137581"/>
                </a:lnTo>
                <a:lnTo>
                  <a:pt x="477406" y="140754"/>
                </a:lnTo>
                <a:lnTo>
                  <a:pt x="466072" y="144380"/>
                </a:lnTo>
                <a:lnTo>
                  <a:pt x="454511" y="148234"/>
                </a:lnTo>
                <a:lnTo>
                  <a:pt x="443176" y="152313"/>
                </a:lnTo>
                <a:lnTo>
                  <a:pt x="431615" y="156620"/>
                </a:lnTo>
                <a:lnTo>
                  <a:pt x="420508" y="161380"/>
                </a:lnTo>
                <a:lnTo>
                  <a:pt x="409400" y="166593"/>
                </a:lnTo>
                <a:lnTo>
                  <a:pt x="398519" y="171579"/>
                </a:lnTo>
                <a:lnTo>
                  <a:pt x="387411" y="177246"/>
                </a:lnTo>
                <a:lnTo>
                  <a:pt x="376530" y="183139"/>
                </a:lnTo>
                <a:lnTo>
                  <a:pt x="365876" y="189485"/>
                </a:lnTo>
                <a:lnTo>
                  <a:pt x="355221" y="195831"/>
                </a:lnTo>
                <a:lnTo>
                  <a:pt x="344794" y="202631"/>
                </a:lnTo>
                <a:lnTo>
                  <a:pt x="334593" y="209431"/>
                </a:lnTo>
                <a:lnTo>
                  <a:pt x="324392" y="216684"/>
                </a:lnTo>
                <a:lnTo>
                  <a:pt x="314191" y="224163"/>
                </a:lnTo>
                <a:lnTo>
                  <a:pt x="304443" y="232323"/>
                </a:lnTo>
                <a:lnTo>
                  <a:pt x="294695" y="240483"/>
                </a:lnTo>
                <a:lnTo>
                  <a:pt x="284948" y="248869"/>
                </a:lnTo>
                <a:lnTo>
                  <a:pt x="275654" y="257482"/>
                </a:lnTo>
                <a:lnTo>
                  <a:pt x="266359" y="266548"/>
                </a:lnTo>
                <a:lnTo>
                  <a:pt x="257518" y="275614"/>
                </a:lnTo>
                <a:lnTo>
                  <a:pt x="248678" y="285134"/>
                </a:lnTo>
                <a:lnTo>
                  <a:pt x="240290" y="294654"/>
                </a:lnTo>
                <a:lnTo>
                  <a:pt x="232129" y="304400"/>
                </a:lnTo>
                <a:lnTo>
                  <a:pt x="224195" y="314373"/>
                </a:lnTo>
                <a:lnTo>
                  <a:pt x="216714" y="324346"/>
                </a:lnTo>
                <a:lnTo>
                  <a:pt x="209460" y="334545"/>
                </a:lnTo>
                <a:lnTo>
                  <a:pt x="202433" y="344971"/>
                </a:lnTo>
                <a:lnTo>
                  <a:pt x="195632" y="355397"/>
                </a:lnTo>
                <a:lnTo>
                  <a:pt x="189058" y="366050"/>
                </a:lnTo>
                <a:lnTo>
                  <a:pt x="183164" y="376703"/>
                </a:lnTo>
                <a:lnTo>
                  <a:pt x="177271" y="387583"/>
                </a:lnTo>
                <a:lnTo>
                  <a:pt x="171603" y="398462"/>
                </a:lnTo>
                <a:lnTo>
                  <a:pt x="166390" y="409342"/>
                </a:lnTo>
                <a:lnTo>
                  <a:pt x="161402" y="420448"/>
                </a:lnTo>
                <a:lnTo>
                  <a:pt x="156642" y="431554"/>
                </a:lnTo>
                <a:lnTo>
                  <a:pt x="152108" y="443114"/>
                </a:lnTo>
                <a:lnTo>
                  <a:pt x="148028" y="454673"/>
                </a:lnTo>
                <a:lnTo>
                  <a:pt x="144174" y="466006"/>
                </a:lnTo>
                <a:lnTo>
                  <a:pt x="140774" y="477565"/>
                </a:lnTo>
                <a:lnTo>
                  <a:pt x="137373" y="489125"/>
                </a:lnTo>
                <a:lnTo>
                  <a:pt x="134426" y="500911"/>
                </a:lnTo>
                <a:lnTo>
                  <a:pt x="131706" y="512470"/>
                </a:lnTo>
                <a:lnTo>
                  <a:pt x="129213" y="524256"/>
                </a:lnTo>
                <a:lnTo>
                  <a:pt x="127172" y="536269"/>
                </a:lnTo>
                <a:lnTo>
                  <a:pt x="125359" y="548055"/>
                </a:lnTo>
                <a:lnTo>
                  <a:pt x="123772" y="560068"/>
                </a:lnTo>
                <a:lnTo>
                  <a:pt x="122185" y="571854"/>
                </a:lnTo>
                <a:lnTo>
                  <a:pt x="121278" y="583867"/>
                </a:lnTo>
                <a:lnTo>
                  <a:pt x="120598" y="595880"/>
                </a:lnTo>
                <a:lnTo>
                  <a:pt x="120145" y="607666"/>
                </a:lnTo>
                <a:lnTo>
                  <a:pt x="120145" y="619905"/>
                </a:lnTo>
                <a:lnTo>
                  <a:pt x="120145" y="631918"/>
                </a:lnTo>
                <a:lnTo>
                  <a:pt x="120598" y="643704"/>
                </a:lnTo>
                <a:lnTo>
                  <a:pt x="121278" y="655717"/>
                </a:lnTo>
                <a:lnTo>
                  <a:pt x="122185" y="667503"/>
                </a:lnTo>
                <a:lnTo>
                  <a:pt x="123772" y="679516"/>
                </a:lnTo>
                <a:lnTo>
                  <a:pt x="125359" y="691529"/>
                </a:lnTo>
                <a:lnTo>
                  <a:pt x="127172" y="703315"/>
                </a:lnTo>
                <a:lnTo>
                  <a:pt x="129213" y="715328"/>
                </a:lnTo>
                <a:lnTo>
                  <a:pt x="131706" y="726887"/>
                </a:lnTo>
                <a:lnTo>
                  <a:pt x="134426" y="738673"/>
                </a:lnTo>
                <a:lnTo>
                  <a:pt x="137373" y="750460"/>
                </a:lnTo>
                <a:lnTo>
                  <a:pt x="140774" y="762019"/>
                </a:lnTo>
                <a:lnTo>
                  <a:pt x="144174" y="773579"/>
                </a:lnTo>
                <a:lnTo>
                  <a:pt x="148028" y="784911"/>
                </a:lnTo>
                <a:lnTo>
                  <a:pt x="152108" y="796471"/>
                </a:lnTo>
                <a:lnTo>
                  <a:pt x="156642" y="807804"/>
                </a:lnTo>
                <a:lnTo>
                  <a:pt x="161402" y="819136"/>
                </a:lnTo>
                <a:lnTo>
                  <a:pt x="166390" y="830016"/>
                </a:lnTo>
                <a:lnTo>
                  <a:pt x="171603" y="841122"/>
                </a:lnTo>
                <a:lnTo>
                  <a:pt x="177271" y="852002"/>
                </a:lnTo>
                <a:lnTo>
                  <a:pt x="183164" y="862881"/>
                </a:lnTo>
                <a:lnTo>
                  <a:pt x="189058" y="873534"/>
                </a:lnTo>
                <a:lnTo>
                  <a:pt x="195632" y="884187"/>
                </a:lnTo>
                <a:lnTo>
                  <a:pt x="202433" y="894613"/>
                </a:lnTo>
                <a:lnTo>
                  <a:pt x="209460" y="904813"/>
                </a:lnTo>
                <a:lnTo>
                  <a:pt x="216714" y="915239"/>
                </a:lnTo>
                <a:lnTo>
                  <a:pt x="224195" y="925212"/>
                </a:lnTo>
                <a:lnTo>
                  <a:pt x="232129" y="934958"/>
                </a:lnTo>
                <a:lnTo>
                  <a:pt x="240290" y="944931"/>
                </a:lnTo>
                <a:lnTo>
                  <a:pt x="248678" y="954450"/>
                </a:lnTo>
                <a:lnTo>
                  <a:pt x="257518" y="963743"/>
                </a:lnTo>
                <a:lnTo>
                  <a:pt x="266359" y="973036"/>
                </a:lnTo>
                <a:lnTo>
                  <a:pt x="275654" y="982102"/>
                </a:lnTo>
                <a:lnTo>
                  <a:pt x="284948" y="990715"/>
                </a:lnTo>
                <a:lnTo>
                  <a:pt x="294695" y="999102"/>
                </a:lnTo>
                <a:lnTo>
                  <a:pt x="304443" y="1007261"/>
                </a:lnTo>
                <a:lnTo>
                  <a:pt x="314191" y="1015194"/>
                </a:lnTo>
                <a:lnTo>
                  <a:pt x="324392" y="1022674"/>
                </a:lnTo>
                <a:lnTo>
                  <a:pt x="334593" y="1029927"/>
                </a:lnTo>
                <a:lnTo>
                  <a:pt x="344794" y="1036953"/>
                </a:lnTo>
                <a:lnTo>
                  <a:pt x="355221" y="1043753"/>
                </a:lnTo>
                <a:lnTo>
                  <a:pt x="365876" y="1050099"/>
                </a:lnTo>
                <a:lnTo>
                  <a:pt x="376530" y="1056446"/>
                </a:lnTo>
                <a:lnTo>
                  <a:pt x="387411" y="1062339"/>
                </a:lnTo>
                <a:lnTo>
                  <a:pt x="398292" y="1067779"/>
                </a:lnTo>
                <a:lnTo>
                  <a:pt x="409400" y="1072992"/>
                </a:lnTo>
                <a:lnTo>
                  <a:pt x="420508" y="1078205"/>
                </a:lnTo>
                <a:lnTo>
                  <a:pt x="431615" y="1082738"/>
                </a:lnTo>
                <a:lnTo>
                  <a:pt x="443176" y="1087271"/>
                </a:lnTo>
                <a:lnTo>
                  <a:pt x="454511" y="1091351"/>
                </a:lnTo>
                <a:lnTo>
                  <a:pt x="466072" y="1095204"/>
                </a:lnTo>
                <a:lnTo>
                  <a:pt x="477406" y="1098830"/>
                </a:lnTo>
                <a:lnTo>
                  <a:pt x="489194" y="1102004"/>
                </a:lnTo>
                <a:lnTo>
                  <a:pt x="500755" y="1104950"/>
                </a:lnTo>
                <a:lnTo>
                  <a:pt x="512543" y="1107897"/>
                </a:lnTo>
                <a:lnTo>
                  <a:pt x="524331" y="1110163"/>
                </a:lnTo>
                <a:lnTo>
                  <a:pt x="536119" y="1112203"/>
                </a:lnTo>
                <a:lnTo>
                  <a:pt x="548133" y="1114243"/>
                </a:lnTo>
                <a:lnTo>
                  <a:pt x="559921" y="1115830"/>
                </a:lnTo>
                <a:lnTo>
                  <a:pt x="571936" y="1116963"/>
                </a:lnTo>
                <a:lnTo>
                  <a:pt x="583950" y="1118096"/>
                </a:lnTo>
                <a:lnTo>
                  <a:pt x="595738" y="1118776"/>
                </a:lnTo>
                <a:lnTo>
                  <a:pt x="607752" y="1119230"/>
                </a:lnTo>
                <a:lnTo>
                  <a:pt x="619540" y="1119230"/>
                </a:lnTo>
                <a:lnTo>
                  <a:pt x="631782" y="1119230"/>
                </a:lnTo>
                <a:lnTo>
                  <a:pt x="643796" y="1118776"/>
                </a:lnTo>
                <a:lnTo>
                  <a:pt x="655584" y="1118096"/>
                </a:lnTo>
                <a:lnTo>
                  <a:pt x="667598" y="1116963"/>
                </a:lnTo>
                <a:lnTo>
                  <a:pt x="679613" y="1115830"/>
                </a:lnTo>
                <a:lnTo>
                  <a:pt x="691401" y="1114243"/>
                </a:lnTo>
                <a:lnTo>
                  <a:pt x="703415" y="1112203"/>
                </a:lnTo>
                <a:lnTo>
                  <a:pt x="715203" y="1110163"/>
                </a:lnTo>
                <a:lnTo>
                  <a:pt x="726991" y="1107897"/>
                </a:lnTo>
                <a:lnTo>
                  <a:pt x="738779" y="1104950"/>
                </a:lnTo>
                <a:lnTo>
                  <a:pt x="750340" y="1102004"/>
                </a:lnTo>
                <a:lnTo>
                  <a:pt x="762128" y="1098830"/>
                </a:lnTo>
                <a:lnTo>
                  <a:pt x="773462" y="1095204"/>
                </a:lnTo>
                <a:lnTo>
                  <a:pt x="785023" y="1091351"/>
                </a:lnTo>
                <a:lnTo>
                  <a:pt x="796358" y="1087271"/>
                </a:lnTo>
                <a:lnTo>
                  <a:pt x="807692" y="1082738"/>
                </a:lnTo>
                <a:lnTo>
                  <a:pt x="819026" y="1078205"/>
                </a:lnTo>
                <a:lnTo>
                  <a:pt x="830134" y="1072992"/>
                </a:lnTo>
                <a:lnTo>
                  <a:pt x="841015" y="1067779"/>
                </a:lnTo>
                <a:lnTo>
                  <a:pt x="852123" y="1062339"/>
                </a:lnTo>
                <a:lnTo>
                  <a:pt x="862777" y="1056446"/>
                </a:lnTo>
                <a:lnTo>
                  <a:pt x="873658" y="1050099"/>
                </a:lnTo>
                <a:lnTo>
                  <a:pt x="884086" y="1043753"/>
                </a:lnTo>
                <a:lnTo>
                  <a:pt x="894740" y="1036953"/>
                </a:lnTo>
                <a:lnTo>
                  <a:pt x="904941" y="1029927"/>
                </a:lnTo>
                <a:lnTo>
                  <a:pt x="915142" y="1022674"/>
                </a:lnTo>
                <a:lnTo>
                  <a:pt x="925343" y="1015194"/>
                </a:lnTo>
                <a:lnTo>
                  <a:pt x="935091" y="1007261"/>
                </a:lnTo>
                <a:lnTo>
                  <a:pt x="944839" y="999102"/>
                </a:lnTo>
                <a:lnTo>
                  <a:pt x="954586" y="990715"/>
                </a:lnTo>
                <a:lnTo>
                  <a:pt x="963880" y="982102"/>
                </a:lnTo>
                <a:lnTo>
                  <a:pt x="972948" y="973036"/>
                </a:lnTo>
                <a:lnTo>
                  <a:pt x="982016" y="963743"/>
                </a:lnTo>
                <a:lnTo>
                  <a:pt x="990856" y="954450"/>
                </a:lnTo>
                <a:lnTo>
                  <a:pt x="999244" y="944931"/>
                </a:lnTo>
                <a:lnTo>
                  <a:pt x="1007405" y="934958"/>
                </a:lnTo>
                <a:lnTo>
                  <a:pt x="1015339" y="925212"/>
                </a:lnTo>
                <a:lnTo>
                  <a:pt x="1022820" y="915239"/>
                </a:lnTo>
                <a:lnTo>
                  <a:pt x="1030074" y="904813"/>
                </a:lnTo>
                <a:lnTo>
                  <a:pt x="1037101" y="894613"/>
                </a:lnTo>
                <a:lnTo>
                  <a:pt x="1043902" y="884187"/>
                </a:lnTo>
                <a:lnTo>
                  <a:pt x="1050249" y="873534"/>
                </a:lnTo>
                <a:lnTo>
                  <a:pt x="1056370" y="862881"/>
                </a:lnTo>
                <a:lnTo>
                  <a:pt x="1062263" y="852002"/>
                </a:lnTo>
                <a:lnTo>
                  <a:pt x="1067931" y="841122"/>
                </a:lnTo>
                <a:lnTo>
                  <a:pt x="1073144" y="830016"/>
                </a:lnTo>
                <a:lnTo>
                  <a:pt x="1078132" y="819136"/>
                </a:lnTo>
                <a:lnTo>
                  <a:pt x="1082892" y="807804"/>
                </a:lnTo>
                <a:lnTo>
                  <a:pt x="1087426" y="796471"/>
                </a:lnTo>
                <a:lnTo>
                  <a:pt x="1091280" y="784911"/>
                </a:lnTo>
                <a:lnTo>
                  <a:pt x="1095360" y="773579"/>
                </a:lnTo>
                <a:lnTo>
                  <a:pt x="1098760" y="762019"/>
                </a:lnTo>
                <a:lnTo>
                  <a:pt x="1102161" y="750460"/>
                </a:lnTo>
                <a:lnTo>
                  <a:pt x="1105108" y="738673"/>
                </a:lnTo>
                <a:lnTo>
                  <a:pt x="1107828" y="726887"/>
                </a:lnTo>
                <a:lnTo>
                  <a:pt x="1110321" y="715328"/>
                </a:lnTo>
                <a:lnTo>
                  <a:pt x="1112362" y="703315"/>
                </a:lnTo>
                <a:lnTo>
                  <a:pt x="1114175" y="691529"/>
                </a:lnTo>
                <a:lnTo>
                  <a:pt x="1115762" y="679516"/>
                </a:lnTo>
                <a:lnTo>
                  <a:pt x="1117122" y="667503"/>
                </a:lnTo>
                <a:lnTo>
                  <a:pt x="1118256" y="655717"/>
                </a:lnTo>
                <a:lnTo>
                  <a:pt x="1118936" y="643704"/>
                </a:lnTo>
                <a:lnTo>
                  <a:pt x="1119389" y="631918"/>
                </a:lnTo>
                <a:lnTo>
                  <a:pt x="1119389" y="619905"/>
                </a:lnTo>
                <a:lnTo>
                  <a:pt x="1119389" y="607666"/>
                </a:lnTo>
                <a:lnTo>
                  <a:pt x="1118936" y="595880"/>
                </a:lnTo>
                <a:lnTo>
                  <a:pt x="1118256" y="583867"/>
                </a:lnTo>
                <a:lnTo>
                  <a:pt x="1117122" y="571854"/>
                </a:lnTo>
                <a:lnTo>
                  <a:pt x="1115762" y="560068"/>
                </a:lnTo>
                <a:lnTo>
                  <a:pt x="1114175" y="548055"/>
                </a:lnTo>
                <a:lnTo>
                  <a:pt x="1112362" y="536269"/>
                </a:lnTo>
                <a:lnTo>
                  <a:pt x="1110321" y="524256"/>
                </a:lnTo>
                <a:lnTo>
                  <a:pt x="1107828" y="512470"/>
                </a:lnTo>
                <a:lnTo>
                  <a:pt x="1105108" y="500911"/>
                </a:lnTo>
                <a:lnTo>
                  <a:pt x="1102161" y="489125"/>
                </a:lnTo>
                <a:lnTo>
                  <a:pt x="1098760" y="477565"/>
                </a:lnTo>
                <a:lnTo>
                  <a:pt x="1095360" y="466006"/>
                </a:lnTo>
                <a:lnTo>
                  <a:pt x="1091280" y="454673"/>
                </a:lnTo>
                <a:lnTo>
                  <a:pt x="1087426" y="443114"/>
                </a:lnTo>
                <a:lnTo>
                  <a:pt x="1082892" y="431554"/>
                </a:lnTo>
                <a:lnTo>
                  <a:pt x="1078132" y="420448"/>
                </a:lnTo>
                <a:lnTo>
                  <a:pt x="1073144" y="409342"/>
                </a:lnTo>
                <a:lnTo>
                  <a:pt x="1067931" y="398462"/>
                </a:lnTo>
                <a:lnTo>
                  <a:pt x="1062263" y="387583"/>
                </a:lnTo>
                <a:lnTo>
                  <a:pt x="1056370" y="376703"/>
                </a:lnTo>
                <a:lnTo>
                  <a:pt x="1050249" y="366050"/>
                </a:lnTo>
                <a:lnTo>
                  <a:pt x="1043902" y="355397"/>
                </a:lnTo>
                <a:lnTo>
                  <a:pt x="1037101" y="344971"/>
                </a:lnTo>
                <a:lnTo>
                  <a:pt x="1030074" y="334545"/>
                </a:lnTo>
                <a:lnTo>
                  <a:pt x="1022820" y="324346"/>
                </a:lnTo>
                <a:lnTo>
                  <a:pt x="1015339" y="314373"/>
                </a:lnTo>
                <a:lnTo>
                  <a:pt x="1007405" y="304400"/>
                </a:lnTo>
                <a:lnTo>
                  <a:pt x="999244" y="294654"/>
                </a:lnTo>
                <a:lnTo>
                  <a:pt x="990856" y="285134"/>
                </a:lnTo>
                <a:lnTo>
                  <a:pt x="982016" y="275614"/>
                </a:lnTo>
                <a:lnTo>
                  <a:pt x="972948" y="266548"/>
                </a:lnTo>
                <a:lnTo>
                  <a:pt x="963880" y="257482"/>
                </a:lnTo>
                <a:lnTo>
                  <a:pt x="954586" y="248869"/>
                </a:lnTo>
                <a:lnTo>
                  <a:pt x="944839" y="240483"/>
                </a:lnTo>
                <a:lnTo>
                  <a:pt x="935091" y="232323"/>
                </a:lnTo>
                <a:lnTo>
                  <a:pt x="925343" y="224163"/>
                </a:lnTo>
                <a:lnTo>
                  <a:pt x="915142" y="216684"/>
                </a:lnTo>
                <a:lnTo>
                  <a:pt x="904941" y="209431"/>
                </a:lnTo>
                <a:lnTo>
                  <a:pt x="894740" y="202631"/>
                </a:lnTo>
                <a:lnTo>
                  <a:pt x="884086" y="195831"/>
                </a:lnTo>
                <a:lnTo>
                  <a:pt x="873658" y="189485"/>
                </a:lnTo>
                <a:lnTo>
                  <a:pt x="862777" y="183139"/>
                </a:lnTo>
                <a:lnTo>
                  <a:pt x="852123" y="177246"/>
                </a:lnTo>
                <a:lnTo>
                  <a:pt x="841015" y="171579"/>
                </a:lnTo>
                <a:lnTo>
                  <a:pt x="830134" y="166593"/>
                </a:lnTo>
                <a:lnTo>
                  <a:pt x="819026" y="161380"/>
                </a:lnTo>
                <a:lnTo>
                  <a:pt x="807692" y="156620"/>
                </a:lnTo>
                <a:lnTo>
                  <a:pt x="796358" y="152313"/>
                </a:lnTo>
                <a:lnTo>
                  <a:pt x="785023" y="148234"/>
                </a:lnTo>
                <a:lnTo>
                  <a:pt x="773462" y="144380"/>
                </a:lnTo>
                <a:lnTo>
                  <a:pt x="762128" y="140754"/>
                </a:lnTo>
                <a:lnTo>
                  <a:pt x="750340" y="137581"/>
                </a:lnTo>
                <a:lnTo>
                  <a:pt x="738779" y="134407"/>
                </a:lnTo>
                <a:lnTo>
                  <a:pt x="726991" y="131688"/>
                </a:lnTo>
                <a:lnTo>
                  <a:pt x="715203" y="129421"/>
                </a:lnTo>
                <a:lnTo>
                  <a:pt x="703415" y="127154"/>
                </a:lnTo>
                <a:lnTo>
                  <a:pt x="691401" y="125341"/>
                </a:lnTo>
                <a:lnTo>
                  <a:pt x="679613" y="123755"/>
                </a:lnTo>
                <a:lnTo>
                  <a:pt x="667598" y="122621"/>
                </a:lnTo>
                <a:lnTo>
                  <a:pt x="655584" y="121488"/>
                </a:lnTo>
                <a:lnTo>
                  <a:pt x="643796" y="120581"/>
                </a:lnTo>
                <a:lnTo>
                  <a:pt x="631782" y="120128"/>
                </a:lnTo>
                <a:lnTo>
                  <a:pt x="619540" y="120128"/>
                </a:lnTo>
                <a:lnTo>
                  <a:pt x="607752" y="120128"/>
                </a:lnTo>
                <a:close/>
                <a:moveTo>
                  <a:pt x="619540" y="0"/>
                </a:moveTo>
                <a:lnTo>
                  <a:pt x="634502" y="227"/>
                </a:lnTo>
                <a:lnTo>
                  <a:pt x="649690" y="907"/>
                </a:lnTo>
                <a:lnTo>
                  <a:pt x="664198" y="1587"/>
                </a:lnTo>
                <a:lnTo>
                  <a:pt x="678933" y="3173"/>
                </a:lnTo>
                <a:lnTo>
                  <a:pt x="694121" y="4533"/>
                </a:lnTo>
                <a:lnTo>
                  <a:pt x="708629" y="6573"/>
                </a:lnTo>
                <a:lnTo>
                  <a:pt x="723364" y="8840"/>
                </a:lnTo>
                <a:lnTo>
                  <a:pt x="738098" y="11560"/>
                </a:lnTo>
                <a:lnTo>
                  <a:pt x="752607" y="14506"/>
                </a:lnTo>
                <a:lnTo>
                  <a:pt x="767115" y="17906"/>
                </a:lnTo>
                <a:lnTo>
                  <a:pt x="781623" y="21533"/>
                </a:lnTo>
                <a:lnTo>
                  <a:pt x="796131" y="25839"/>
                </a:lnTo>
                <a:lnTo>
                  <a:pt x="810412" y="30146"/>
                </a:lnTo>
                <a:lnTo>
                  <a:pt x="824694" y="34905"/>
                </a:lnTo>
                <a:lnTo>
                  <a:pt x="838975" y="40118"/>
                </a:lnTo>
                <a:lnTo>
                  <a:pt x="853030" y="45558"/>
                </a:lnTo>
                <a:lnTo>
                  <a:pt x="866858" y="51451"/>
                </a:lnTo>
                <a:lnTo>
                  <a:pt x="880686" y="57571"/>
                </a:lnTo>
                <a:lnTo>
                  <a:pt x="894514" y="64144"/>
                </a:lnTo>
                <a:lnTo>
                  <a:pt x="907888" y="71170"/>
                </a:lnTo>
                <a:lnTo>
                  <a:pt x="921263" y="78423"/>
                </a:lnTo>
                <a:lnTo>
                  <a:pt x="934638" y="85903"/>
                </a:lnTo>
                <a:lnTo>
                  <a:pt x="947786" y="93836"/>
                </a:lnTo>
                <a:lnTo>
                  <a:pt x="960934" y="102222"/>
                </a:lnTo>
                <a:lnTo>
                  <a:pt x="973401" y="110835"/>
                </a:lnTo>
                <a:lnTo>
                  <a:pt x="986096" y="119901"/>
                </a:lnTo>
                <a:lnTo>
                  <a:pt x="998791" y="129421"/>
                </a:lnTo>
                <a:lnTo>
                  <a:pt x="1010805" y="139167"/>
                </a:lnTo>
                <a:lnTo>
                  <a:pt x="1023046" y="149140"/>
                </a:lnTo>
                <a:lnTo>
                  <a:pt x="1034607" y="159793"/>
                </a:lnTo>
                <a:lnTo>
                  <a:pt x="1046395" y="170446"/>
                </a:lnTo>
                <a:lnTo>
                  <a:pt x="1057956" y="181779"/>
                </a:lnTo>
                <a:lnTo>
                  <a:pt x="1067251" y="191072"/>
                </a:lnTo>
                <a:lnTo>
                  <a:pt x="1076318" y="200591"/>
                </a:lnTo>
                <a:lnTo>
                  <a:pt x="1084932" y="210564"/>
                </a:lnTo>
                <a:lnTo>
                  <a:pt x="1093546" y="220310"/>
                </a:lnTo>
                <a:lnTo>
                  <a:pt x="1101934" y="230283"/>
                </a:lnTo>
                <a:lnTo>
                  <a:pt x="1110095" y="240709"/>
                </a:lnTo>
                <a:lnTo>
                  <a:pt x="1117802" y="250909"/>
                </a:lnTo>
                <a:lnTo>
                  <a:pt x="1125510" y="261108"/>
                </a:lnTo>
                <a:lnTo>
                  <a:pt x="1132764" y="271988"/>
                </a:lnTo>
                <a:lnTo>
                  <a:pt x="1139791" y="282414"/>
                </a:lnTo>
                <a:lnTo>
                  <a:pt x="1146592" y="293294"/>
                </a:lnTo>
                <a:lnTo>
                  <a:pt x="1153166" y="304173"/>
                </a:lnTo>
                <a:lnTo>
                  <a:pt x="1159513" y="315279"/>
                </a:lnTo>
                <a:lnTo>
                  <a:pt x="1165634" y="326159"/>
                </a:lnTo>
                <a:lnTo>
                  <a:pt x="1171527" y="337492"/>
                </a:lnTo>
                <a:lnTo>
                  <a:pt x="1177195" y="348598"/>
                </a:lnTo>
                <a:lnTo>
                  <a:pt x="1182408" y="360157"/>
                </a:lnTo>
                <a:lnTo>
                  <a:pt x="1187622" y="371490"/>
                </a:lnTo>
                <a:lnTo>
                  <a:pt x="1192610" y="383050"/>
                </a:lnTo>
                <a:lnTo>
                  <a:pt x="1197143" y="394609"/>
                </a:lnTo>
                <a:lnTo>
                  <a:pt x="1201677" y="406395"/>
                </a:lnTo>
                <a:lnTo>
                  <a:pt x="1205984" y="418181"/>
                </a:lnTo>
                <a:lnTo>
                  <a:pt x="1209611" y="429741"/>
                </a:lnTo>
                <a:lnTo>
                  <a:pt x="1213465" y="441754"/>
                </a:lnTo>
                <a:lnTo>
                  <a:pt x="1216865" y="453540"/>
                </a:lnTo>
                <a:lnTo>
                  <a:pt x="1219812" y="465552"/>
                </a:lnTo>
                <a:lnTo>
                  <a:pt x="1222986" y="477792"/>
                </a:lnTo>
                <a:lnTo>
                  <a:pt x="1225706" y="489578"/>
                </a:lnTo>
                <a:lnTo>
                  <a:pt x="1228200" y="501818"/>
                </a:lnTo>
                <a:lnTo>
                  <a:pt x="1230240" y="514057"/>
                </a:lnTo>
                <a:lnTo>
                  <a:pt x="1232280" y="526070"/>
                </a:lnTo>
                <a:lnTo>
                  <a:pt x="1233867" y="538536"/>
                </a:lnTo>
                <a:lnTo>
                  <a:pt x="1235680" y="550775"/>
                </a:lnTo>
                <a:lnTo>
                  <a:pt x="1236814" y="563015"/>
                </a:lnTo>
                <a:lnTo>
                  <a:pt x="1237720" y="575254"/>
                </a:lnTo>
                <a:lnTo>
                  <a:pt x="1238401" y="587720"/>
                </a:lnTo>
                <a:lnTo>
                  <a:pt x="1239081" y="599733"/>
                </a:lnTo>
                <a:lnTo>
                  <a:pt x="1239307" y="612199"/>
                </a:lnTo>
                <a:lnTo>
                  <a:pt x="1239307" y="624665"/>
                </a:lnTo>
                <a:lnTo>
                  <a:pt x="1239081" y="636678"/>
                </a:lnTo>
                <a:lnTo>
                  <a:pt x="1238627" y="649144"/>
                </a:lnTo>
                <a:lnTo>
                  <a:pt x="1237947" y="661610"/>
                </a:lnTo>
                <a:lnTo>
                  <a:pt x="1237040" y="673623"/>
                </a:lnTo>
                <a:lnTo>
                  <a:pt x="1235907" y="686089"/>
                </a:lnTo>
                <a:lnTo>
                  <a:pt x="1234320" y="698102"/>
                </a:lnTo>
                <a:lnTo>
                  <a:pt x="1232507" y="710341"/>
                </a:lnTo>
                <a:lnTo>
                  <a:pt x="1230693" y="722807"/>
                </a:lnTo>
                <a:lnTo>
                  <a:pt x="1228653" y="734820"/>
                </a:lnTo>
                <a:lnTo>
                  <a:pt x="1226159" y="746833"/>
                </a:lnTo>
                <a:lnTo>
                  <a:pt x="1223439" y="759073"/>
                </a:lnTo>
                <a:lnTo>
                  <a:pt x="1220719" y="771085"/>
                </a:lnTo>
                <a:lnTo>
                  <a:pt x="1217545" y="783098"/>
                </a:lnTo>
                <a:lnTo>
                  <a:pt x="1214145" y="795111"/>
                </a:lnTo>
                <a:lnTo>
                  <a:pt x="1210518" y="806897"/>
                </a:lnTo>
                <a:lnTo>
                  <a:pt x="1206664" y="818683"/>
                </a:lnTo>
                <a:lnTo>
                  <a:pt x="1202357" y="830469"/>
                </a:lnTo>
                <a:lnTo>
                  <a:pt x="1198277" y="842255"/>
                </a:lnTo>
                <a:lnTo>
                  <a:pt x="1193516" y="853588"/>
                </a:lnTo>
                <a:lnTo>
                  <a:pt x="1188529" y="865374"/>
                </a:lnTo>
                <a:lnTo>
                  <a:pt x="1183769" y="876934"/>
                </a:lnTo>
                <a:lnTo>
                  <a:pt x="1178328" y="888267"/>
                </a:lnTo>
                <a:lnTo>
                  <a:pt x="1172661" y="899599"/>
                </a:lnTo>
                <a:lnTo>
                  <a:pt x="1166767" y="910706"/>
                </a:lnTo>
                <a:lnTo>
                  <a:pt x="1160646" y="921812"/>
                </a:lnTo>
                <a:lnTo>
                  <a:pt x="1534229" y="1295115"/>
                </a:lnTo>
                <a:lnTo>
                  <a:pt x="1540350" y="1301461"/>
                </a:lnTo>
                <a:lnTo>
                  <a:pt x="1545790" y="1308034"/>
                </a:lnTo>
                <a:lnTo>
                  <a:pt x="1551231" y="1314607"/>
                </a:lnTo>
                <a:lnTo>
                  <a:pt x="1556445" y="1321407"/>
                </a:lnTo>
                <a:lnTo>
                  <a:pt x="1560752" y="1328433"/>
                </a:lnTo>
                <a:lnTo>
                  <a:pt x="1565286" y="1335460"/>
                </a:lnTo>
                <a:lnTo>
                  <a:pt x="1569366" y="1342713"/>
                </a:lnTo>
                <a:lnTo>
                  <a:pt x="1572766" y="1349966"/>
                </a:lnTo>
                <a:lnTo>
                  <a:pt x="1576167" y="1357219"/>
                </a:lnTo>
                <a:lnTo>
                  <a:pt x="1578887" y="1364698"/>
                </a:lnTo>
                <a:lnTo>
                  <a:pt x="1581381" y="1372178"/>
                </a:lnTo>
                <a:lnTo>
                  <a:pt x="1583648" y="1379658"/>
                </a:lnTo>
                <a:lnTo>
                  <a:pt x="1585461" y="1387137"/>
                </a:lnTo>
                <a:lnTo>
                  <a:pt x="1586821" y="1394617"/>
                </a:lnTo>
                <a:lnTo>
                  <a:pt x="1587955" y="1402323"/>
                </a:lnTo>
                <a:lnTo>
                  <a:pt x="1588635" y="1409803"/>
                </a:lnTo>
                <a:lnTo>
                  <a:pt x="1589088" y="1417283"/>
                </a:lnTo>
                <a:lnTo>
                  <a:pt x="1589088" y="1424762"/>
                </a:lnTo>
                <a:lnTo>
                  <a:pt x="1588861" y="1432242"/>
                </a:lnTo>
                <a:lnTo>
                  <a:pt x="1588181" y="1439495"/>
                </a:lnTo>
                <a:lnTo>
                  <a:pt x="1587274" y="1446748"/>
                </a:lnTo>
                <a:lnTo>
                  <a:pt x="1585914" y="1454001"/>
                </a:lnTo>
                <a:lnTo>
                  <a:pt x="1584101" y="1461027"/>
                </a:lnTo>
                <a:lnTo>
                  <a:pt x="1581834" y="1467827"/>
                </a:lnTo>
                <a:lnTo>
                  <a:pt x="1579340" y="1474627"/>
                </a:lnTo>
                <a:lnTo>
                  <a:pt x="1576620" y="1481200"/>
                </a:lnTo>
                <a:lnTo>
                  <a:pt x="1573220" y="1487773"/>
                </a:lnTo>
                <a:lnTo>
                  <a:pt x="1569593" y="1494119"/>
                </a:lnTo>
                <a:lnTo>
                  <a:pt x="1565512" y="1500239"/>
                </a:lnTo>
                <a:lnTo>
                  <a:pt x="1561432" y="1506132"/>
                </a:lnTo>
                <a:lnTo>
                  <a:pt x="1556445" y="1511572"/>
                </a:lnTo>
                <a:lnTo>
                  <a:pt x="1551231" y="1517011"/>
                </a:lnTo>
                <a:lnTo>
                  <a:pt x="1517228" y="1551237"/>
                </a:lnTo>
                <a:lnTo>
                  <a:pt x="1511787" y="1556223"/>
                </a:lnTo>
                <a:lnTo>
                  <a:pt x="1506120" y="1561209"/>
                </a:lnTo>
                <a:lnTo>
                  <a:pt x="1500226" y="1565516"/>
                </a:lnTo>
                <a:lnTo>
                  <a:pt x="1494106" y="1569369"/>
                </a:lnTo>
                <a:lnTo>
                  <a:pt x="1487985" y="1573222"/>
                </a:lnTo>
                <a:lnTo>
                  <a:pt x="1481411" y="1576395"/>
                </a:lnTo>
                <a:lnTo>
                  <a:pt x="1474837" y="1579342"/>
                </a:lnTo>
                <a:lnTo>
                  <a:pt x="1468036" y="1581835"/>
                </a:lnTo>
                <a:lnTo>
                  <a:pt x="1461009" y="1583875"/>
                </a:lnTo>
                <a:lnTo>
                  <a:pt x="1453982" y="1585688"/>
                </a:lnTo>
                <a:lnTo>
                  <a:pt x="1446728" y="1587275"/>
                </a:lnTo>
                <a:lnTo>
                  <a:pt x="1439474" y="1588182"/>
                </a:lnTo>
                <a:lnTo>
                  <a:pt x="1432219" y="1588862"/>
                </a:lnTo>
                <a:lnTo>
                  <a:pt x="1424739" y="1589088"/>
                </a:lnTo>
                <a:lnTo>
                  <a:pt x="1417258" y="1589088"/>
                </a:lnTo>
                <a:lnTo>
                  <a:pt x="1409777" y="1588862"/>
                </a:lnTo>
                <a:lnTo>
                  <a:pt x="1402296" y="1587955"/>
                </a:lnTo>
                <a:lnTo>
                  <a:pt x="1394589" y="1587048"/>
                </a:lnTo>
                <a:lnTo>
                  <a:pt x="1387108" y="1585235"/>
                </a:lnTo>
                <a:lnTo>
                  <a:pt x="1379628" y="1583422"/>
                </a:lnTo>
                <a:lnTo>
                  <a:pt x="1372147" y="1581382"/>
                </a:lnTo>
                <a:lnTo>
                  <a:pt x="1364666" y="1578662"/>
                </a:lnTo>
                <a:lnTo>
                  <a:pt x="1357186" y="1575942"/>
                </a:lnTo>
                <a:lnTo>
                  <a:pt x="1349931" y="1572769"/>
                </a:lnTo>
                <a:lnTo>
                  <a:pt x="1342677" y="1569142"/>
                </a:lnTo>
                <a:lnTo>
                  <a:pt x="1335423" y="1565289"/>
                </a:lnTo>
                <a:lnTo>
                  <a:pt x="1328396" y="1560756"/>
                </a:lnTo>
                <a:lnTo>
                  <a:pt x="1321369" y="1556223"/>
                </a:lnTo>
                <a:lnTo>
                  <a:pt x="1314568" y="1551237"/>
                </a:lnTo>
                <a:lnTo>
                  <a:pt x="1307994" y="1545797"/>
                </a:lnTo>
                <a:lnTo>
                  <a:pt x="1301420" y="1540130"/>
                </a:lnTo>
                <a:lnTo>
                  <a:pt x="1295299" y="1534011"/>
                </a:lnTo>
                <a:lnTo>
                  <a:pt x="921716" y="1160708"/>
                </a:lnTo>
                <a:lnTo>
                  <a:pt x="910835" y="1166827"/>
                </a:lnTo>
                <a:lnTo>
                  <a:pt x="899501" y="1172720"/>
                </a:lnTo>
                <a:lnTo>
                  <a:pt x="888166" y="1178160"/>
                </a:lnTo>
                <a:lnTo>
                  <a:pt x="876832" y="1183600"/>
                </a:lnTo>
                <a:lnTo>
                  <a:pt x="865498" y="1188586"/>
                </a:lnTo>
                <a:lnTo>
                  <a:pt x="853710" y="1193346"/>
                </a:lnTo>
                <a:lnTo>
                  <a:pt x="842375" y="1198106"/>
                </a:lnTo>
                <a:lnTo>
                  <a:pt x="830588" y="1202412"/>
                </a:lnTo>
                <a:lnTo>
                  <a:pt x="818573" y="1206492"/>
                </a:lnTo>
                <a:lnTo>
                  <a:pt x="807012" y="1210572"/>
                </a:lnTo>
                <a:lnTo>
                  <a:pt x="794997" y="1213972"/>
                </a:lnTo>
                <a:lnTo>
                  <a:pt x="783210" y="1217598"/>
                </a:lnTo>
                <a:lnTo>
                  <a:pt x="771195" y="1220545"/>
                </a:lnTo>
                <a:lnTo>
                  <a:pt x="758954" y="1223265"/>
                </a:lnTo>
                <a:lnTo>
                  <a:pt x="746939" y="1226211"/>
                </a:lnTo>
                <a:lnTo>
                  <a:pt x="734698" y="1228478"/>
                </a:lnTo>
                <a:lnTo>
                  <a:pt x="722457" y="1230518"/>
                </a:lnTo>
                <a:lnTo>
                  <a:pt x="710442" y="1232784"/>
                </a:lnTo>
                <a:lnTo>
                  <a:pt x="698201" y="1234371"/>
                </a:lnTo>
                <a:lnTo>
                  <a:pt x="685960" y="1235731"/>
                </a:lnTo>
                <a:lnTo>
                  <a:pt x="673719" y="1236864"/>
                </a:lnTo>
                <a:lnTo>
                  <a:pt x="661478" y="1237771"/>
                </a:lnTo>
                <a:lnTo>
                  <a:pt x="649010" y="1238451"/>
                </a:lnTo>
                <a:lnTo>
                  <a:pt x="636769" y="1239131"/>
                </a:lnTo>
                <a:lnTo>
                  <a:pt x="624527" y="1239357"/>
                </a:lnTo>
                <a:lnTo>
                  <a:pt x="612060" y="1239357"/>
                </a:lnTo>
                <a:lnTo>
                  <a:pt x="599818" y="1239131"/>
                </a:lnTo>
                <a:lnTo>
                  <a:pt x="587577" y="1238451"/>
                </a:lnTo>
                <a:lnTo>
                  <a:pt x="575109" y="1237544"/>
                </a:lnTo>
                <a:lnTo>
                  <a:pt x="562868" y="1236638"/>
                </a:lnTo>
                <a:lnTo>
                  <a:pt x="550627" y="1235504"/>
                </a:lnTo>
                <a:lnTo>
                  <a:pt x="538612" y="1233918"/>
                </a:lnTo>
                <a:lnTo>
                  <a:pt x="526145" y="1232331"/>
                </a:lnTo>
                <a:lnTo>
                  <a:pt x="513903" y="1230291"/>
                </a:lnTo>
                <a:lnTo>
                  <a:pt x="501889" y="1228025"/>
                </a:lnTo>
                <a:lnTo>
                  <a:pt x="489648" y="1225758"/>
                </a:lnTo>
                <a:lnTo>
                  <a:pt x="477633" y="1222811"/>
                </a:lnTo>
                <a:lnTo>
                  <a:pt x="465619" y="1219865"/>
                </a:lnTo>
                <a:lnTo>
                  <a:pt x="453604" y="1216918"/>
                </a:lnTo>
                <a:lnTo>
                  <a:pt x="441590" y="1213292"/>
                </a:lnTo>
                <a:lnTo>
                  <a:pt x="429802" y="1209665"/>
                </a:lnTo>
                <a:lnTo>
                  <a:pt x="418014" y="1205812"/>
                </a:lnTo>
                <a:lnTo>
                  <a:pt x="406453" y="1201506"/>
                </a:lnTo>
                <a:lnTo>
                  <a:pt x="394665" y="1197199"/>
                </a:lnTo>
                <a:lnTo>
                  <a:pt x="383104" y="1192440"/>
                </a:lnTo>
                <a:lnTo>
                  <a:pt x="371543" y="1187680"/>
                </a:lnTo>
                <a:lnTo>
                  <a:pt x="359982" y="1182467"/>
                </a:lnTo>
                <a:lnTo>
                  <a:pt x="348647" y="1177027"/>
                </a:lnTo>
                <a:lnTo>
                  <a:pt x="337313" y="1171360"/>
                </a:lnTo>
                <a:lnTo>
                  <a:pt x="326205" y="1165694"/>
                </a:lnTo>
                <a:lnTo>
                  <a:pt x="315097" y="1159574"/>
                </a:lnTo>
                <a:lnTo>
                  <a:pt x="304216" y="1153228"/>
                </a:lnTo>
                <a:lnTo>
                  <a:pt x="293109" y="1146655"/>
                </a:lnTo>
                <a:lnTo>
                  <a:pt x="282454" y="1139629"/>
                </a:lnTo>
                <a:lnTo>
                  <a:pt x="272026" y="1132602"/>
                </a:lnTo>
                <a:lnTo>
                  <a:pt x="261145" y="1125349"/>
                </a:lnTo>
                <a:lnTo>
                  <a:pt x="250944" y="1117643"/>
                </a:lnTo>
                <a:lnTo>
                  <a:pt x="240517" y="1109937"/>
                </a:lnTo>
                <a:lnTo>
                  <a:pt x="230316" y="1101777"/>
                </a:lnTo>
                <a:lnTo>
                  <a:pt x="220341" y="1093617"/>
                </a:lnTo>
                <a:lnTo>
                  <a:pt x="210367" y="1085004"/>
                </a:lnTo>
                <a:lnTo>
                  <a:pt x="200620" y="1076391"/>
                </a:lnTo>
                <a:lnTo>
                  <a:pt x="191099" y="1067099"/>
                </a:lnTo>
                <a:lnTo>
                  <a:pt x="181578" y="1057806"/>
                </a:lnTo>
                <a:lnTo>
                  <a:pt x="170470" y="1046473"/>
                </a:lnTo>
                <a:lnTo>
                  <a:pt x="159589" y="1034913"/>
                </a:lnTo>
                <a:lnTo>
                  <a:pt x="149161" y="1022901"/>
                </a:lnTo>
                <a:lnTo>
                  <a:pt x="139187" y="1010888"/>
                </a:lnTo>
                <a:lnTo>
                  <a:pt x="129213" y="998648"/>
                </a:lnTo>
                <a:lnTo>
                  <a:pt x="119918" y="985956"/>
                </a:lnTo>
                <a:lnTo>
                  <a:pt x="110851" y="973489"/>
                </a:lnTo>
                <a:lnTo>
                  <a:pt x="102237" y="960797"/>
                </a:lnTo>
                <a:lnTo>
                  <a:pt x="93849" y="947651"/>
                </a:lnTo>
                <a:lnTo>
                  <a:pt x="85688" y="934505"/>
                </a:lnTo>
                <a:lnTo>
                  <a:pt x="78208" y="921358"/>
                </a:lnTo>
                <a:lnTo>
                  <a:pt x="70954" y="907986"/>
                </a:lnTo>
                <a:lnTo>
                  <a:pt x="64153" y="894386"/>
                </a:lnTo>
                <a:lnTo>
                  <a:pt x="57579" y="880560"/>
                </a:lnTo>
                <a:lnTo>
                  <a:pt x="51232" y="866734"/>
                </a:lnTo>
                <a:lnTo>
                  <a:pt x="45338" y="852908"/>
                </a:lnTo>
                <a:lnTo>
                  <a:pt x="39897" y="838856"/>
                </a:lnTo>
                <a:lnTo>
                  <a:pt x="34910" y="824803"/>
                </a:lnTo>
                <a:lnTo>
                  <a:pt x="30150" y="810524"/>
                </a:lnTo>
                <a:lnTo>
                  <a:pt x="25616" y="796244"/>
                </a:lnTo>
                <a:lnTo>
                  <a:pt x="21535" y="781738"/>
                </a:lnTo>
                <a:lnTo>
                  <a:pt x="17682" y="767232"/>
                </a:lnTo>
                <a:lnTo>
                  <a:pt x="14508" y="752726"/>
                </a:lnTo>
                <a:lnTo>
                  <a:pt x="11334" y="738220"/>
                </a:lnTo>
                <a:lnTo>
                  <a:pt x="8841" y="723487"/>
                </a:lnTo>
                <a:lnTo>
                  <a:pt x="6574" y="708755"/>
                </a:lnTo>
                <a:lnTo>
                  <a:pt x="4307" y="694022"/>
                </a:lnTo>
                <a:lnTo>
                  <a:pt x="2947" y="679289"/>
                </a:lnTo>
                <a:lnTo>
                  <a:pt x="1587" y="664330"/>
                </a:lnTo>
                <a:lnTo>
                  <a:pt x="680" y="649597"/>
                </a:lnTo>
                <a:lnTo>
                  <a:pt x="227" y="634638"/>
                </a:lnTo>
                <a:lnTo>
                  <a:pt x="0" y="619905"/>
                </a:lnTo>
                <a:lnTo>
                  <a:pt x="227" y="604946"/>
                </a:lnTo>
                <a:lnTo>
                  <a:pt x="680" y="589987"/>
                </a:lnTo>
                <a:lnTo>
                  <a:pt x="1587" y="575254"/>
                </a:lnTo>
                <a:lnTo>
                  <a:pt x="2947" y="560295"/>
                </a:lnTo>
                <a:lnTo>
                  <a:pt x="4307" y="545562"/>
                </a:lnTo>
                <a:lnTo>
                  <a:pt x="6574" y="530830"/>
                </a:lnTo>
                <a:lnTo>
                  <a:pt x="8841" y="516097"/>
                </a:lnTo>
                <a:lnTo>
                  <a:pt x="11334" y="501364"/>
                </a:lnTo>
                <a:lnTo>
                  <a:pt x="14508" y="486858"/>
                </a:lnTo>
                <a:lnTo>
                  <a:pt x="17682" y="472352"/>
                </a:lnTo>
                <a:lnTo>
                  <a:pt x="21535" y="457846"/>
                </a:lnTo>
                <a:lnTo>
                  <a:pt x="25616" y="443340"/>
                </a:lnTo>
                <a:lnTo>
                  <a:pt x="30150" y="429061"/>
                </a:lnTo>
                <a:lnTo>
                  <a:pt x="34910" y="414781"/>
                </a:lnTo>
                <a:lnTo>
                  <a:pt x="39897" y="400502"/>
                </a:lnTo>
                <a:lnTo>
                  <a:pt x="45338" y="386449"/>
                </a:lnTo>
                <a:lnTo>
                  <a:pt x="51232" y="372850"/>
                </a:lnTo>
                <a:lnTo>
                  <a:pt x="57579" y="359024"/>
                </a:lnTo>
                <a:lnTo>
                  <a:pt x="64153" y="345198"/>
                </a:lnTo>
                <a:lnTo>
                  <a:pt x="70954" y="331599"/>
                </a:lnTo>
                <a:lnTo>
                  <a:pt x="78208" y="318226"/>
                </a:lnTo>
                <a:lnTo>
                  <a:pt x="85688" y="304853"/>
                </a:lnTo>
                <a:lnTo>
                  <a:pt x="93849" y="291934"/>
                </a:lnTo>
                <a:lnTo>
                  <a:pt x="102237" y="278788"/>
                </a:lnTo>
                <a:lnTo>
                  <a:pt x="110851" y="266095"/>
                </a:lnTo>
                <a:lnTo>
                  <a:pt x="119918" y="253402"/>
                </a:lnTo>
                <a:lnTo>
                  <a:pt x="129213" y="240936"/>
                </a:lnTo>
                <a:lnTo>
                  <a:pt x="139187" y="228697"/>
                </a:lnTo>
                <a:lnTo>
                  <a:pt x="149161" y="216457"/>
                </a:lnTo>
                <a:lnTo>
                  <a:pt x="159589" y="204671"/>
                </a:lnTo>
                <a:lnTo>
                  <a:pt x="170470" y="193111"/>
                </a:lnTo>
                <a:lnTo>
                  <a:pt x="181578" y="181779"/>
                </a:lnTo>
                <a:lnTo>
                  <a:pt x="193139" y="170446"/>
                </a:lnTo>
                <a:lnTo>
                  <a:pt x="204473" y="159793"/>
                </a:lnTo>
                <a:lnTo>
                  <a:pt x="216488" y="149140"/>
                </a:lnTo>
                <a:lnTo>
                  <a:pt x="228729" y="139167"/>
                </a:lnTo>
                <a:lnTo>
                  <a:pt x="240743" y="129421"/>
                </a:lnTo>
                <a:lnTo>
                  <a:pt x="253438" y="119901"/>
                </a:lnTo>
                <a:lnTo>
                  <a:pt x="266133" y="110835"/>
                </a:lnTo>
                <a:lnTo>
                  <a:pt x="278600" y="102222"/>
                </a:lnTo>
                <a:lnTo>
                  <a:pt x="291748" y="93836"/>
                </a:lnTo>
                <a:lnTo>
                  <a:pt x="304896" y="85903"/>
                </a:lnTo>
                <a:lnTo>
                  <a:pt x="318271" y="78423"/>
                </a:lnTo>
                <a:lnTo>
                  <a:pt x="331646" y="71170"/>
                </a:lnTo>
                <a:lnTo>
                  <a:pt x="345020" y="64144"/>
                </a:lnTo>
                <a:lnTo>
                  <a:pt x="358848" y="57571"/>
                </a:lnTo>
                <a:lnTo>
                  <a:pt x="372676" y="51451"/>
                </a:lnTo>
                <a:lnTo>
                  <a:pt x="386504" y="45558"/>
                </a:lnTo>
                <a:lnTo>
                  <a:pt x="400559" y="40118"/>
                </a:lnTo>
                <a:lnTo>
                  <a:pt x="414840" y="34905"/>
                </a:lnTo>
                <a:lnTo>
                  <a:pt x="429122" y="30146"/>
                </a:lnTo>
                <a:lnTo>
                  <a:pt x="443403" y="25839"/>
                </a:lnTo>
                <a:lnTo>
                  <a:pt x="457911" y="21533"/>
                </a:lnTo>
                <a:lnTo>
                  <a:pt x="472419" y="17906"/>
                </a:lnTo>
                <a:lnTo>
                  <a:pt x="486927" y="14506"/>
                </a:lnTo>
                <a:lnTo>
                  <a:pt x="501435" y="11560"/>
                </a:lnTo>
                <a:lnTo>
                  <a:pt x="515944" y="8840"/>
                </a:lnTo>
                <a:lnTo>
                  <a:pt x="530678" y="6573"/>
                </a:lnTo>
                <a:lnTo>
                  <a:pt x="545413" y="4533"/>
                </a:lnTo>
                <a:lnTo>
                  <a:pt x="560148" y="3173"/>
                </a:lnTo>
                <a:lnTo>
                  <a:pt x="575109" y="1587"/>
                </a:lnTo>
                <a:lnTo>
                  <a:pt x="589844" y="907"/>
                </a:lnTo>
                <a:lnTo>
                  <a:pt x="604806" y="227"/>
                </a:lnTo>
                <a:lnTo>
                  <a:pt x="61954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+mn-lt"/>
              <a:ea typeface="+mn-ea"/>
            </a:endParaRPr>
          </a:p>
        </p:txBody>
      </p:sp>
      <p:sp>
        <p:nvSpPr>
          <p:cNvPr id="20" name="MH_SubTitle_1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 flipH="1">
            <a:off x="123825" y="1911804"/>
            <a:ext cx="3343275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Aft>
                <a:spcPct val="30000"/>
              </a:spcAft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电平触发方式 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1" name="MH_SubTitle_2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5680075" y="3389767"/>
            <a:ext cx="3341688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边沿触发方式 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2" name="MH_Text_2"/>
          <p:cNvSpPr/>
          <p:nvPr>
            <p:custDataLst>
              <p:tags r:id="rId16"/>
            </p:custDataLst>
          </p:nvPr>
        </p:nvSpPr>
        <p:spPr>
          <a:xfrm>
            <a:off x="4337050" y="4056663"/>
            <a:ext cx="4659313" cy="1512887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在边沿触发方式下，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将中断请求输入端</a:t>
            </a:r>
            <a:r>
              <a:rPr lang="en-US" altLang="zh-CN" sz="24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IRi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出现的上升沿作为中断请求信号。该中断请求得到触发后可以一直保持高电平。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3" name="MH_Text_2"/>
          <p:cNvSpPr/>
          <p:nvPr>
            <p:custDataLst>
              <p:tags r:id="rId17"/>
            </p:custDataLst>
          </p:nvPr>
        </p:nvSpPr>
        <p:spPr>
          <a:xfrm>
            <a:off x="170316" y="2559505"/>
            <a:ext cx="3787775" cy="1512887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工作于电平触发方式时，把中断请求输入端的高电平作为中断请求信号。这时高电平信号不能持续太久，否则一次中断请求可能会被多次响应。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9" name="ïšḻïdê"/>
          <p:cNvSpPr txBox="1"/>
          <p:nvPr/>
        </p:nvSpPr>
        <p:spPr bwMode="auto">
          <a:xfrm>
            <a:off x="-1" y="162085"/>
            <a:ext cx="828190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6.5 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可编程中断控制器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 </a:t>
            </a:r>
            <a:endParaRPr lang="zh-CN" altLang="en-US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63" name="right-arrowheads_44810"/>
          <p:cNvSpPr>
            <a:spLocks noChangeAspect="1"/>
          </p:cNvSpPr>
          <p:nvPr/>
        </p:nvSpPr>
        <p:spPr bwMode="auto">
          <a:xfrm>
            <a:off x="152015" y="929658"/>
            <a:ext cx="411251" cy="316320"/>
          </a:xfrm>
          <a:custGeom>
            <a:avLst/>
            <a:gdLst>
              <a:gd name="T0" fmla="*/ 59 w 415"/>
              <a:gd name="T1" fmla="*/ 406 h 406"/>
              <a:gd name="T2" fmla="*/ 25 w 415"/>
              <a:gd name="T3" fmla="*/ 394 h 406"/>
              <a:gd name="T4" fmla="*/ 19 w 415"/>
              <a:gd name="T5" fmla="*/ 318 h 406"/>
              <a:gd name="T6" fmla="*/ 114 w 415"/>
              <a:gd name="T7" fmla="*/ 206 h 406"/>
              <a:gd name="T8" fmla="*/ 19 w 415"/>
              <a:gd name="T9" fmla="*/ 94 h 406"/>
              <a:gd name="T10" fmla="*/ 25 w 415"/>
              <a:gd name="T11" fmla="*/ 19 h 406"/>
              <a:gd name="T12" fmla="*/ 100 w 415"/>
              <a:gd name="T13" fmla="*/ 25 h 406"/>
              <a:gd name="T14" fmla="*/ 225 w 415"/>
              <a:gd name="T15" fmla="*/ 172 h 406"/>
              <a:gd name="T16" fmla="*/ 225 w 415"/>
              <a:gd name="T17" fmla="*/ 241 h 406"/>
              <a:gd name="T18" fmla="*/ 100 w 415"/>
              <a:gd name="T19" fmla="*/ 388 h 406"/>
              <a:gd name="T20" fmla="*/ 59 w 415"/>
              <a:gd name="T21" fmla="*/ 406 h 406"/>
              <a:gd name="T22" fmla="*/ 273 w 415"/>
              <a:gd name="T23" fmla="*/ 388 h 406"/>
              <a:gd name="T24" fmla="*/ 398 w 415"/>
              <a:gd name="T25" fmla="*/ 241 h 406"/>
              <a:gd name="T26" fmla="*/ 398 w 415"/>
              <a:gd name="T27" fmla="*/ 172 h 406"/>
              <a:gd name="T28" fmla="*/ 273 w 415"/>
              <a:gd name="T29" fmla="*/ 25 h 406"/>
              <a:gd name="T30" fmla="*/ 198 w 415"/>
              <a:gd name="T31" fmla="*/ 19 h 406"/>
              <a:gd name="T32" fmla="*/ 192 w 415"/>
              <a:gd name="T33" fmla="*/ 94 h 406"/>
              <a:gd name="T34" fmla="*/ 287 w 415"/>
              <a:gd name="T35" fmla="*/ 206 h 406"/>
              <a:gd name="T36" fmla="*/ 192 w 415"/>
              <a:gd name="T37" fmla="*/ 318 h 406"/>
              <a:gd name="T38" fmla="*/ 198 w 415"/>
              <a:gd name="T39" fmla="*/ 394 h 406"/>
              <a:gd name="T40" fmla="*/ 232 w 415"/>
              <a:gd name="T41" fmla="*/ 406 h 406"/>
              <a:gd name="T42" fmla="*/ 273 w 415"/>
              <a:gd name="T43" fmla="*/ 388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5" h="406">
                <a:moveTo>
                  <a:pt x="59" y="406"/>
                </a:moveTo>
                <a:cubicBezTo>
                  <a:pt x="47" y="406"/>
                  <a:pt x="35" y="402"/>
                  <a:pt x="25" y="394"/>
                </a:cubicBezTo>
                <a:cubicBezTo>
                  <a:pt x="2" y="375"/>
                  <a:pt x="0" y="341"/>
                  <a:pt x="19" y="318"/>
                </a:cubicBezTo>
                <a:lnTo>
                  <a:pt x="114" y="206"/>
                </a:lnTo>
                <a:lnTo>
                  <a:pt x="19" y="94"/>
                </a:lnTo>
                <a:cubicBezTo>
                  <a:pt x="0" y="71"/>
                  <a:pt x="2" y="38"/>
                  <a:pt x="25" y="19"/>
                </a:cubicBezTo>
                <a:cubicBezTo>
                  <a:pt x="47" y="0"/>
                  <a:pt x="81" y="2"/>
                  <a:pt x="100" y="25"/>
                </a:cubicBezTo>
                <a:lnTo>
                  <a:pt x="225" y="172"/>
                </a:lnTo>
                <a:cubicBezTo>
                  <a:pt x="242" y="192"/>
                  <a:pt x="242" y="221"/>
                  <a:pt x="225" y="241"/>
                </a:cubicBezTo>
                <a:lnTo>
                  <a:pt x="100" y="388"/>
                </a:lnTo>
                <a:cubicBezTo>
                  <a:pt x="89" y="400"/>
                  <a:pt x="74" y="406"/>
                  <a:pt x="59" y="406"/>
                </a:cubicBezTo>
                <a:close/>
                <a:moveTo>
                  <a:pt x="273" y="388"/>
                </a:moveTo>
                <a:lnTo>
                  <a:pt x="398" y="241"/>
                </a:lnTo>
                <a:cubicBezTo>
                  <a:pt x="415" y="221"/>
                  <a:pt x="415" y="192"/>
                  <a:pt x="398" y="172"/>
                </a:cubicBezTo>
                <a:lnTo>
                  <a:pt x="273" y="25"/>
                </a:lnTo>
                <a:cubicBezTo>
                  <a:pt x="254" y="2"/>
                  <a:pt x="220" y="0"/>
                  <a:pt x="198" y="19"/>
                </a:cubicBezTo>
                <a:cubicBezTo>
                  <a:pt x="175" y="38"/>
                  <a:pt x="173" y="71"/>
                  <a:pt x="192" y="94"/>
                </a:cubicBezTo>
                <a:lnTo>
                  <a:pt x="287" y="206"/>
                </a:lnTo>
                <a:lnTo>
                  <a:pt x="192" y="318"/>
                </a:lnTo>
                <a:cubicBezTo>
                  <a:pt x="173" y="341"/>
                  <a:pt x="175" y="375"/>
                  <a:pt x="198" y="394"/>
                </a:cubicBezTo>
                <a:cubicBezTo>
                  <a:pt x="208" y="402"/>
                  <a:pt x="220" y="406"/>
                  <a:pt x="232" y="406"/>
                </a:cubicBezTo>
                <a:cubicBezTo>
                  <a:pt x="247" y="406"/>
                  <a:pt x="262" y="400"/>
                  <a:pt x="273" y="3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4" name="矩形 63"/>
          <p:cNvSpPr/>
          <p:nvPr/>
        </p:nvSpPr>
        <p:spPr>
          <a:xfrm>
            <a:off x="584781" y="858016"/>
            <a:ext cx="7429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8259A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的控制字和初始化编程 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622196"/>
            <a:ext cx="7839075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4081233"/>
            <a:ext cx="7839075" cy="197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9" name="ïšḻïdê"/>
          <p:cNvSpPr txBox="1"/>
          <p:nvPr/>
        </p:nvSpPr>
        <p:spPr bwMode="auto">
          <a:xfrm>
            <a:off x="-1" y="162085"/>
            <a:ext cx="828190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6.5 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可编程中断控制器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 </a:t>
            </a:r>
            <a:endParaRPr lang="zh-CN" altLang="en-US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63" name="right-arrowheads_44810"/>
          <p:cNvSpPr>
            <a:spLocks noChangeAspect="1"/>
          </p:cNvSpPr>
          <p:nvPr/>
        </p:nvSpPr>
        <p:spPr bwMode="auto">
          <a:xfrm>
            <a:off x="152015" y="929658"/>
            <a:ext cx="411251" cy="316320"/>
          </a:xfrm>
          <a:custGeom>
            <a:avLst/>
            <a:gdLst>
              <a:gd name="T0" fmla="*/ 59 w 415"/>
              <a:gd name="T1" fmla="*/ 406 h 406"/>
              <a:gd name="T2" fmla="*/ 25 w 415"/>
              <a:gd name="T3" fmla="*/ 394 h 406"/>
              <a:gd name="T4" fmla="*/ 19 w 415"/>
              <a:gd name="T5" fmla="*/ 318 h 406"/>
              <a:gd name="T6" fmla="*/ 114 w 415"/>
              <a:gd name="T7" fmla="*/ 206 h 406"/>
              <a:gd name="T8" fmla="*/ 19 w 415"/>
              <a:gd name="T9" fmla="*/ 94 h 406"/>
              <a:gd name="T10" fmla="*/ 25 w 415"/>
              <a:gd name="T11" fmla="*/ 19 h 406"/>
              <a:gd name="T12" fmla="*/ 100 w 415"/>
              <a:gd name="T13" fmla="*/ 25 h 406"/>
              <a:gd name="T14" fmla="*/ 225 w 415"/>
              <a:gd name="T15" fmla="*/ 172 h 406"/>
              <a:gd name="T16" fmla="*/ 225 w 415"/>
              <a:gd name="T17" fmla="*/ 241 h 406"/>
              <a:gd name="T18" fmla="*/ 100 w 415"/>
              <a:gd name="T19" fmla="*/ 388 h 406"/>
              <a:gd name="T20" fmla="*/ 59 w 415"/>
              <a:gd name="T21" fmla="*/ 406 h 406"/>
              <a:gd name="T22" fmla="*/ 273 w 415"/>
              <a:gd name="T23" fmla="*/ 388 h 406"/>
              <a:gd name="T24" fmla="*/ 398 w 415"/>
              <a:gd name="T25" fmla="*/ 241 h 406"/>
              <a:gd name="T26" fmla="*/ 398 w 415"/>
              <a:gd name="T27" fmla="*/ 172 h 406"/>
              <a:gd name="T28" fmla="*/ 273 w 415"/>
              <a:gd name="T29" fmla="*/ 25 h 406"/>
              <a:gd name="T30" fmla="*/ 198 w 415"/>
              <a:gd name="T31" fmla="*/ 19 h 406"/>
              <a:gd name="T32" fmla="*/ 192 w 415"/>
              <a:gd name="T33" fmla="*/ 94 h 406"/>
              <a:gd name="T34" fmla="*/ 287 w 415"/>
              <a:gd name="T35" fmla="*/ 206 h 406"/>
              <a:gd name="T36" fmla="*/ 192 w 415"/>
              <a:gd name="T37" fmla="*/ 318 h 406"/>
              <a:gd name="T38" fmla="*/ 198 w 415"/>
              <a:gd name="T39" fmla="*/ 394 h 406"/>
              <a:gd name="T40" fmla="*/ 232 w 415"/>
              <a:gd name="T41" fmla="*/ 406 h 406"/>
              <a:gd name="T42" fmla="*/ 273 w 415"/>
              <a:gd name="T43" fmla="*/ 388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5" h="406">
                <a:moveTo>
                  <a:pt x="59" y="406"/>
                </a:moveTo>
                <a:cubicBezTo>
                  <a:pt x="47" y="406"/>
                  <a:pt x="35" y="402"/>
                  <a:pt x="25" y="394"/>
                </a:cubicBezTo>
                <a:cubicBezTo>
                  <a:pt x="2" y="375"/>
                  <a:pt x="0" y="341"/>
                  <a:pt x="19" y="318"/>
                </a:cubicBezTo>
                <a:lnTo>
                  <a:pt x="114" y="206"/>
                </a:lnTo>
                <a:lnTo>
                  <a:pt x="19" y="94"/>
                </a:lnTo>
                <a:cubicBezTo>
                  <a:pt x="0" y="71"/>
                  <a:pt x="2" y="38"/>
                  <a:pt x="25" y="19"/>
                </a:cubicBezTo>
                <a:cubicBezTo>
                  <a:pt x="47" y="0"/>
                  <a:pt x="81" y="2"/>
                  <a:pt x="100" y="25"/>
                </a:cubicBezTo>
                <a:lnTo>
                  <a:pt x="225" y="172"/>
                </a:lnTo>
                <a:cubicBezTo>
                  <a:pt x="242" y="192"/>
                  <a:pt x="242" y="221"/>
                  <a:pt x="225" y="241"/>
                </a:cubicBezTo>
                <a:lnTo>
                  <a:pt x="100" y="388"/>
                </a:lnTo>
                <a:cubicBezTo>
                  <a:pt x="89" y="400"/>
                  <a:pt x="74" y="406"/>
                  <a:pt x="59" y="406"/>
                </a:cubicBezTo>
                <a:close/>
                <a:moveTo>
                  <a:pt x="273" y="388"/>
                </a:moveTo>
                <a:lnTo>
                  <a:pt x="398" y="241"/>
                </a:lnTo>
                <a:cubicBezTo>
                  <a:pt x="415" y="221"/>
                  <a:pt x="415" y="192"/>
                  <a:pt x="398" y="172"/>
                </a:cubicBezTo>
                <a:lnTo>
                  <a:pt x="273" y="25"/>
                </a:lnTo>
                <a:cubicBezTo>
                  <a:pt x="254" y="2"/>
                  <a:pt x="220" y="0"/>
                  <a:pt x="198" y="19"/>
                </a:cubicBezTo>
                <a:cubicBezTo>
                  <a:pt x="175" y="38"/>
                  <a:pt x="173" y="71"/>
                  <a:pt x="192" y="94"/>
                </a:cubicBezTo>
                <a:lnTo>
                  <a:pt x="287" y="206"/>
                </a:lnTo>
                <a:lnTo>
                  <a:pt x="192" y="318"/>
                </a:lnTo>
                <a:cubicBezTo>
                  <a:pt x="173" y="341"/>
                  <a:pt x="175" y="375"/>
                  <a:pt x="198" y="394"/>
                </a:cubicBezTo>
                <a:cubicBezTo>
                  <a:pt x="208" y="402"/>
                  <a:pt x="220" y="406"/>
                  <a:pt x="232" y="406"/>
                </a:cubicBezTo>
                <a:cubicBezTo>
                  <a:pt x="247" y="406"/>
                  <a:pt x="262" y="400"/>
                  <a:pt x="273" y="3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4" name="矩形 63"/>
          <p:cNvSpPr/>
          <p:nvPr/>
        </p:nvSpPr>
        <p:spPr>
          <a:xfrm>
            <a:off x="584781" y="858016"/>
            <a:ext cx="7429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8259A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的读写功能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8" name="图片 27649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36"/>
          <a:stretch>
            <a:fillRect/>
          </a:stretch>
        </p:blipFill>
        <p:spPr bwMode="auto">
          <a:xfrm>
            <a:off x="584781" y="1686449"/>
            <a:ext cx="7837487" cy="434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9" name="ïšḻïdê"/>
          <p:cNvSpPr txBox="1"/>
          <p:nvPr/>
        </p:nvSpPr>
        <p:spPr bwMode="auto">
          <a:xfrm>
            <a:off x="-1" y="162085"/>
            <a:ext cx="828190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6.5 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可编程中断控制器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 </a:t>
            </a:r>
            <a:endParaRPr lang="zh-CN" altLang="en-US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63" name="right-arrowheads_44810"/>
          <p:cNvSpPr>
            <a:spLocks noChangeAspect="1"/>
          </p:cNvSpPr>
          <p:nvPr/>
        </p:nvSpPr>
        <p:spPr bwMode="auto">
          <a:xfrm>
            <a:off x="152015" y="929658"/>
            <a:ext cx="411251" cy="316320"/>
          </a:xfrm>
          <a:custGeom>
            <a:avLst/>
            <a:gdLst>
              <a:gd name="T0" fmla="*/ 59 w 415"/>
              <a:gd name="T1" fmla="*/ 406 h 406"/>
              <a:gd name="T2" fmla="*/ 25 w 415"/>
              <a:gd name="T3" fmla="*/ 394 h 406"/>
              <a:gd name="T4" fmla="*/ 19 w 415"/>
              <a:gd name="T5" fmla="*/ 318 h 406"/>
              <a:gd name="T6" fmla="*/ 114 w 415"/>
              <a:gd name="T7" fmla="*/ 206 h 406"/>
              <a:gd name="T8" fmla="*/ 19 w 415"/>
              <a:gd name="T9" fmla="*/ 94 h 406"/>
              <a:gd name="T10" fmla="*/ 25 w 415"/>
              <a:gd name="T11" fmla="*/ 19 h 406"/>
              <a:gd name="T12" fmla="*/ 100 w 415"/>
              <a:gd name="T13" fmla="*/ 25 h 406"/>
              <a:gd name="T14" fmla="*/ 225 w 415"/>
              <a:gd name="T15" fmla="*/ 172 h 406"/>
              <a:gd name="T16" fmla="*/ 225 w 415"/>
              <a:gd name="T17" fmla="*/ 241 h 406"/>
              <a:gd name="T18" fmla="*/ 100 w 415"/>
              <a:gd name="T19" fmla="*/ 388 h 406"/>
              <a:gd name="T20" fmla="*/ 59 w 415"/>
              <a:gd name="T21" fmla="*/ 406 h 406"/>
              <a:gd name="T22" fmla="*/ 273 w 415"/>
              <a:gd name="T23" fmla="*/ 388 h 406"/>
              <a:gd name="T24" fmla="*/ 398 w 415"/>
              <a:gd name="T25" fmla="*/ 241 h 406"/>
              <a:gd name="T26" fmla="*/ 398 w 415"/>
              <a:gd name="T27" fmla="*/ 172 h 406"/>
              <a:gd name="T28" fmla="*/ 273 w 415"/>
              <a:gd name="T29" fmla="*/ 25 h 406"/>
              <a:gd name="T30" fmla="*/ 198 w 415"/>
              <a:gd name="T31" fmla="*/ 19 h 406"/>
              <a:gd name="T32" fmla="*/ 192 w 415"/>
              <a:gd name="T33" fmla="*/ 94 h 406"/>
              <a:gd name="T34" fmla="*/ 287 w 415"/>
              <a:gd name="T35" fmla="*/ 206 h 406"/>
              <a:gd name="T36" fmla="*/ 192 w 415"/>
              <a:gd name="T37" fmla="*/ 318 h 406"/>
              <a:gd name="T38" fmla="*/ 198 w 415"/>
              <a:gd name="T39" fmla="*/ 394 h 406"/>
              <a:gd name="T40" fmla="*/ 232 w 415"/>
              <a:gd name="T41" fmla="*/ 406 h 406"/>
              <a:gd name="T42" fmla="*/ 273 w 415"/>
              <a:gd name="T43" fmla="*/ 388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5" h="406">
                <a:moveTo>
                  <a:pt x="59" y="406"/>
                </a:moveTo>
                <a:cubicBezTo>
                  <a:pt x="47" y="406"/>
                  <a:pt x="35" y="402"/>
                  <a:pt x="25" y="394"/>
                </a:cubicBezTo>
                <a:cubicBezTo>
                  <a:pt x="2" y="375"/>
                  <a:pt x="0" y="341"/>
                  <a:pt x="19" y="318"/>
                </a:cubicBezTo>
                <a:lnTo>
                  <a:pt x="114" y="206"/>
                </a:lnTo>
                <a:lnTo>
                  <a:pt x="19" y="94"/>
                </a:lnTo>
                <a:cubicBezTo>
                  <a:pt x="0" y="71"/>
                  <a:pt x="2" y="38"/>
                  <a:pt x="25" y="19"/>
                </a:cubicBezTo>
                <a:cubicBezTo>
                  <a:pt x="47" y="0"/>
                  <a:pt x="81" y="2"/>
                  <a:pt x="100" y="25"/>
                </a:cubicBezTo>
                <a:lnTo>
                  <a:pt x="225" y="172"/>
                </a:lnTo>
                <a:cubicBezTo>
                  <a:pt x="242" y="192"/>
                  <a:pt x="242" y="221"/>
                  <a:pt x="225" y="241"/>
                </a:cubicBezTo>
                <a:lnTo>
                  <a:pt x="100" y="388"/>
                </a:lnTo>
                <a:cubicBezTo>
                  <a:pt x="89" y="400"/>
                  <a:pt x="74" y="406"/>
                  <a:pt x="59" y="406"/>
                </a:cubicBezTo>
                <a:close/>
                <a:moveTo>
                  <a:pt x="273" y="388"/>
                </a:moveTo>
                <a:lnTo>
                  <a:pt x="398" y="241"/>
                </a:lnTo>
                <a:cubicBezTo>
                  <a:pt x="415" y="221"/>
                  <a:pt x="415" y="192"/>
                  <a:pt x="398" y="172"/>
                </a:cubicBezTo>
                <a:lnTo>
                  <a:pt x="273" y="25"/>
                </a:lnTo>
                <a:cubicBezTo>
                  <a:pt x="254" y="2"/>
                  <a:pt x="220" y="0"/>
                  <a:pt x="198" y="19"/>
                </a:cubicBezTo>
                <a:cubicBezTo>
                  <a:pt x="175" y="38"/>
                  <a:pt x="173" y="71"/>
                  <a:pt x="192" y="94"/>
                </a:cubicBezTo>
                <a:lnTo>
                  <a:pt x="287" y="206"/>
                </a:lnTo>
                <a:lnTo>
                  <a:pt x="192" y="318"/>
                </a:lnTo>
                <a:cubicBezTo>
                  <a:pt x="173" y="341"/>
                  <a:pt x="175" y="375"/>
                  <a:pt x="198" y="394"/>
                </a:cubicBezTo>
                <a:cubicBezTo>
                  <a:pt x="208" y="402"/>
                  <a:pt x="220" y="406"/>
                  <a:pt x="232" y="406"/>
                </a:cubicBezTo>
                <a:cubicBezTo>
                  <a:pt x="247" y="406"/>
                  <a:pt x="262" y="400"/>
                  <a:pt x="273" y="3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4" name="矩形 63"/>
          <p:cNvSpPr/>
          <p:nvPr/>
        </p:nvSpPr>
        <p:spPr>
          <a:xfrm>
            <a:off x="563266" y="884111"/>
            <a:ext cx="7429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初始化命令字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ICW1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8" name="图片 2867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27"/>
          <a:stretch>
            <a:fillRect/>
          </a:stretch>
        </p:blipFill>
        <p:spPr bwMode="auto">
          <a:xfrm>
            <a:off x="1" y="1705575"/>
            <a:ext cx="9143999" cy="503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本框 28674"/>
          <p:cNvSpPr txBox="1">
            <a:spLocks noChangeArrowheads="1"/>
          </p:cNvSpPr>
          <p:nvPr/>
        </p:nvSpPr>
        <p:spPr bwMode="auto">
          <a:xfrm>
            <a:off x="1331640" y="2876960"/>
            <a:ext cx="2664296" cy="648896"/>
          </a:xfrm>
          <a:prstGeom prst="rect">
            <a:avLst/>
          </a:prstGeom>
          <a:solidFill>
            <a:srgbClr val="0099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170" tIns="46990" rIns="90170" bIns="46990">
            <a:spAutoFit/>
          </a:bodyPr>
          <a:lstStyle>
            <a:lvl1pPr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在16、32位系统中不起作用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文本框 28675"/>
          <p:cNvSpPr txBox="1">
            <a:spLocks noChangeArrowheads="1"/>
          </p:cNvSpPr>
          <p:nvPr/>
        </p:nvSpPr>
        <p:spPr bwMode="auto">
          <a:xfrm>
            <a:off x="5724128" y="2927757"/>
            <a:ext cx="953865" cy="642938"/>
          </a:xfrm>
          <a:prstGeom prst="rect">
            <a:avLst/>
          </a:prstGeom>
          <a:solidFill>
            <a:srgbClr val="0099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170" tIns="46990" rIns="90170" bIns="46990">
            <a:spAutoFit/>
          </a:bodyPr>
          <a:lstStyle>
            <a:lvl1pPr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在16、32位系统中不起作用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椭圆形标注 1"/>
          <p:cNvSpPr/>
          <p:nvPr/>
        </p:nvSpPr>
        <p:spPr>
          <a:xfrm>
            <a:off x="7919863" y="3762264"/>
            <a:ext cx="1224136" cy="576064"/>
          </a:xfrm>
          <a:prstGeom prst="wedgeEllipseCallout">
            <a:avLst>
              <a:gd name="adj1" fmla="val -86193"/>
              <a:gd name="adj2" fmla="val 103837"/>
            </a:avLst>
          </a:prstGeom>
          <a:solidFill>
            <a:srgbClr val="0099CC"/>
          </a:solidFill>
          <a:ln w="25400" cap="flat" cmpd="sng" algn="ctr">
            <a:solidFill>
              <a:srgbClr val="0099CC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ICW4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为全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0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9" name="ïšḻïdê"/>
          <p:cNvSpPr txBox="1"/>
          <p:nvPr/>
        </p:nvSpPr>
        <p:spPr bwMode="auto">
          <a:xfrm>
            <a:off x="-1" y="162085"/>
            <a:ext cx="828190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6.5 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可编程中断控制器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 </a:t>
            </a:r>
            <a:endParaRPr lang="zh-CN" altLang="en-US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63" name="right-arrowheads_44810"/>
          <p:cNvSpPr>
            <a:spLocks noChangeAspect="1"/>
          </p:cNvSpPr>
          <p:nvPr/>
        </p:nvSpPr>
        <p:spPr bwMode="auto">
          <a:xfrm>
            <a:off x="152015" y="929658"/>
            <a:ext cx="411251" cy="316320"/>
          </a:xfrm>
          <a:custGeom>
            <a:avLst/>
            <a:gdLst>
              <a:gd name="T0" fmla="*/ 59 w 415"/>
              <a:gd name="T1" fmla="*/ 406 h 406"/>
              <a:gd name="T2" fmla="*/ 25 w 415"/>
              <a:gd name="T3" fmla="*/ 394 h 406"/>
              <a:gd name="T4" fmla="*/ 19 w 415"/>
              <a:gd name="T5" fmla="*/ 318 h 406"/>
              <a:gd name="T6" fmla="*/ 114 w 415"/>
              <a:gd name="T7" fmla="*/ 206 h 406"/>
              <a:gd name="T8" fmla="*/ 19 w 415"/>
              <a:gd name="T9" fmla="*/ 94 h 406"/>
              <a:gd name="T10" fmla="*/ 25 w 415"/>
              <a:gd name="T11" fmla="*/ 19 h 406"/>
              <a:gd name="T12" fmla="*/ 100 w 415"/>
              <a:gd name="T13" fmla="*/ 25 h 406"/>
              <a:gd name="T14" fmla="*/ 225 w 415"/>
              <a:gd name="T15" fmla="*/ 172 h 406"/>
              <a:gd name="T16" fmla="*/ 225 w 415"/>
              <a:gd name="T17" fmla="*/ 241 h 406"/>
              <a:gd name="T18" fmla="*/ 100 w 415"/>
              <a:gd name="T19" fmla="*/ 388 h 406"/>
              <a:gd name="T20" fmla="*/ 59 w 415"/>
              <a:gd name="T21" fmla="*/ 406 h 406"/>
              <a:gd name="T22" fmla="*/ 273 w 415"/>
              <a:gd name="T23" fmla="*/ 388 h 406"/>
              <a:gd name="T24" fmla="*/ 398 w 415"/>
              <a:gd name="T25" fmla="*/ 241 h 406"/>
              <a:gd name="T26" fmla="*/ 398 w 415"/>
              <a:gd name="T27" fmla="*/ 172 h 406"/>
              <a:gd name="T28" fmla="*/ 273 w 415"/>
              <a:gd name="T29" fmla="*/ 25 h 406"/>
              <a:gd name="T30" fmla="*/ 198 w 415"/>
              <a:gd name="T31" fmla="*/ 19 h 406"/>
              <a:gd name="T32" fmla="*/ 192 w 415"/>
              <a:gd name="T33" fmla="*/ 94 h 406"/>
              <a:gd name="T34" fmla="*/ 287 w 415"/>
              <a:gd name="T35" fmla="*/ 206 h 406"/>
              <a:gd name="T36" fmla="*/ 192 w 415"/>
              <a:gd name="T37" fmla="*/ 318 h 406"/>
              <a:gd name="T38" fmla="*/ 198 w 415"/>
              <a:gd name="T39" fmla="*/ 394 h 406"/>
              <a:gd name="T40" fmla="*/ 232 w 415"/>
              <a:gd name="T41" fmla="*/ 406 h 406"/>
              <a:gd name="T42" fmla="*/ 273 w 415"/>
              <a:gd name="T43" fmla="*/ 388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5" h="406">
                <a:moveTo>
                  <a:pt x="59" y="406"/>
                </a:moveTo>
                <a:cubicBezTo>
                  <a:pt x="47" y="406"/>
                  <a:pt x="35" y="402"/>
                  <a:pt x="25" y="394"/>
                </a:cubicBezTo>
                <a:cubicBezTo>
                  <a:pt x="2" y="375"/>
                  <a:pt x="0" y="341"/>
                  <a:pt x="19" y="318"/>
                </a:cubicBezTo>
                <a:lnTo>
                  <a:pt x="114" y="206"/>
                </a:lnTo>
                <a:lnTo>
                  <a:pt x="19" y="94"/>
                </a:lnTo>
                <a:cubicBezTo>
                  <a:pt x="0" y="71"/>
                  <a:pt x="2" y="38"/>
                  <a:pt x="25" y="19"/>
                </a:cubicBezTo>
                <a:cubicBezTo>
                  <a:pt x="47" y="0"/>
                  <a:pt x="81" y="2"/>
                  <a:pt x="100" y="25"/>
                </a:cubicBezTo>
                <a:lnTo>
                  <a:pt x="225" y="172"/>
                </a:lnTo>
                <a:cubicBezTo>
                  <a:pt x="242" y="192"/>
                  <a:pt x="242" y="221"/>
                  <a:pt x="225" y="241"/>
                </a:cubicBezTo>
                <a:lnTo>
                  <a:pt x="100" y="388"/>
                </a:lnTo>
                <a:cubicBezTo>
                  <a:pt x="89" y="400"/>
                  <a:pt x="74" y="406"/>
                  <a:pt x="59" y="406"/>
                </a:cubicBezTo>
                <a:close/>
                <a:moveTo>
                  <a:pt x="273" y="388"/>
                </a:moveTo>
                <a:lnTo>
                  <a:pt x="398" y="241"/>
                </a:lnTo>
                <a:cubicBezTo>
                  <a:pt x="415" y="221"/>
                  <a:pt x="415" y="192"/>
                  <a:pt x="398" y="172"/>
                </a:cubicBezTo>
                <a:lnTo>
                  <a:pt x="273" y="25"/>
                </a:lnTo>
                <a:cubicBezTo>
                  <a:pt x="254" y="2"/>
                  <a:pt x="220" y="0"/>
                  <a:pt x="198" y="19"/>
                </a:cubicBezTo>
                <a:cubicBezTo>
                  <a:pt x="175" y="38"/>
                  <a:pt x="173" y="71"/>
                  <a:pt x="192" y="94"/>
                </a:cubicBezTo>
                <a:lnTo>
                  <a:pt x="287" y="206"/>
                </a:lnTo>
                <a:lnTo>
                  <a:pt x="192" y="318"/>
                </a:lnTo>
                <a:cubicBezTo>
                  <a:pt x="173" y="341"/>
                  <a:pt x="175" y="375"/>
                  <a:pt x="198" y="394"/>
                </a:cubicBezTo>
                <a:cubicBezTo>
                  <a:pt x="208" y="402"/>
                  <a:pt x="220" y="406"/>
                  <a:pt x="232" y="406"/>
                </a:cubicBezTo>
                <a:cubicBezTo>
                  <a:pt x="247" y="406"/>
                  <a:pt x="262" y="400"/>
                  <a:pt x="273" y="3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4" name="矩形 63"/>
          <p:cNvSpPr/>
          <p:nvPr/>
        </p:nvSpPr>
        <p:spPr>
          <a:xfrm>
            <a:off x="563266" y="884111"/>
            <a:ext cx="7429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初始化命令字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ICW2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12" name="图片 29697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56"/>
          <a:stretch>
            <a:fillRect/>
          </a:stretch>
        </p:blipFill>
        <p:spPr bwMode="auto">
          <a:xfrm>
            <a:off x="29666" y="1489052"/>
            <a:ext cx="9036050" cy="5097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9" name="ïšḻïdê"/>
          <p:cNvSpPr txBox="1"/>
          <p:nvPr/>
        </p:nvSpPr>
        <p:spPr bwMode="auto">
          <a:xfrm>
            <a:off x="-1" y="162085"/>
            <a:ext cx="828190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6.5 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可编程中断控制器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 </a:t>
            </a:r>
            <a:endParaRPr lang="zh-CN" altLang="en-US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63" name="right-arrowheads_44810"/>
          <p:cNvSpPr>
            <a:spLocks noChangeAspect="1"/>
          </p:cNvSpPr>
          <p:nvPr/>
        </p:nvSpPr>
        <p:spPr bwMode="auto">
          <a:xfrm>
            <a:off x="152015" y="929658"/>
            <a:ext cx="411251" cy="316320"/>
          </a:xfrm>
          <a:custGeom>
            <a:avLst/>
            <a:gdLst>
              <a:gd name="T0" fmla="*/ 59 w 415"/>
              <a:gd name="T1" fmla="*/ 406 h 406"/>
              <a:gd name="T2" fmla="*/ 25 w 415"/>
              <a:gd name="T3" fmla="*/ 394 h 406"/>
              <a:gd name="T4" fmla="*/ 19 w 415"/>
              <a:gd name="T5" fmla="*/ 318 h 406"/>
              <a:gd name="T6" fmla="*/ 114 w 415"/>
              <a:gd name="T7" fmla="*/ 206 h 406"/>
              <a:gd name="T8" fmla="*/ 19 w 415"/>
              <a:gd name="T9" fmla="*/ 94 h 406"/>
              <a:gd name="T10" fmla="*/ 25 w 415"/>
              <a:gd name="T11" fmla="*/ 19 h 406"/>
              <a:gd name="T12" fmla="*/ 100 w 415"/>
              <a:gd name="T13" fmla="*/ 25 h 406"/>
              <a:gd name="T14" fmla="*/ 225 w 415"/>
              <a:gd name="T15" fmla="*/ 172 h 406"/>
              <a:gd name="T16" fmla="*/ 225 w 415"/>
              <a:gd name="T17" fmla="*/ 241 h 406"/>
              <a:gd name="T18" fmla="*/ 100 w 415"/>
              <a:gd name="T19" fmla="*/ 388 h 406"/>
              <a:gd name="T20" fmla="*/ 59 w 415"/>
              <a:gd name="T21" fmla="*/ 406 h 406"/>
              <a:gd name="T22" fmla="*/ 273 w 415"/>
              <a:gd name="T23" fmla="*/ 388 h 406"/>
              <a:gd name="T24" fmla="*/ 398 w 415"/>
              <a:gd name="T25" fmla="*/ 241 h 406"/>
              <a:gd name="T26" fmla="*/ 398 w 415"/>
              <a:gd name="T27" fmla="*/ 172 h 406"/>
              <a:gd name="T28" fmla="*/ 273 w 415"/>
              <a:gd name="T29" fmla="*/ 25 h 406"/>
              <a:gd name="T30" fmla="*/ 198 w 415"/>
              <a:gd name="T31" fmla="*/ 19 h 406"/>
              <a:gd name="T32" fmla="*/ 192 w 415"/>
              <a:gd name="T33" fmla="*/ 94 h 406"/>
              <a:gd name="T34" fmla="*/ 287 w 415"/>
              <a:gd name="T35" fmla="*/ 206 h 406"/>
              <a:gd name="T36" fmla="*/ 192 w 415"/>
              <a:gd name="T37" fmla="*/ 318 h 406"/>
              <a:gd name="T38" fmla="*/ 198 w 415"/>
              <a:gd name="T39" fmla="*/ 394 h 406"/>
              <a:gd name="T40" fmla="*/ 232 w 415"/>
              <a:gd name="T41" fmla="*/ 406 h 406"/>
              <a:gd name="T42" fmla="*/ 273 w 415"/>
              <a:gd name="T43" fmla="*/ 388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5" h="406">
                <a:moveTo>
                  <a:pt x="59" y="406"/>
                </a:moveTo>
                <a:cubicBezTo>
                  <a:pt x="47" y="406"/>
                  <a:pt x="35" y="402"/>
                  <a:pt x="25" y="394"/>
                </a:cubicBezTo>
                <a:cubicBezTo>
                  <a:pt x="2" y="375"/>
                  <a:pt x="0" y="341"/>
                  <a:pt x="19" y="318"/>
                </a:cubicBezTo>
                <a:lnTo>
                  <a:pt x="114" y="206"/>
                </a:lnTo>
                <a:lnTo>
                  <a:pt x="19" y="94"/>
                </a:lnTo>
                <a:cubicBezTo>
                  <a:pt x="0" y="71"/>
                  <a:pt x="2" y="38"/>
                  <a:pt x="25" y="19"/>
                </a:cubicBezTo>
                <a:cubicBezTo>
                  <a:pt x="47" y="0"/>
                  <a:pt x="81" y="2"/>
                  <a:pt x="100" y="25"/>
                </a:cubicBezTo>
                <a:lnTo>
                  <a:pt x="225" y="172"/>
                </a:lnTo>
                <a:cubicBezTo>
                  <a:pt x="242" y="192"/>
                  <a:pt x="242" y="221"/>
                  <a:pt x="225" y="241"/>
                </a:cubicBezTo>
                <a:lnTo>
                  <a:pt x="100" y="388"/>
                </a:lnTo>
                <a:cubicBezTo>
                  <a:pt x="89" y="400"/>
                  <a:pt x="74" y="406"/>
                  <a:pt x="59" y="406"/>
                </a:cubicBezTo>
                <a:close/>
                <a:moveTo>
                  <a:pt x="273" y="388"/>
                </a:moveTo>
                <a:lnTo>
                  <a:pt x="398" y="241"/>
                </a:lnTo>
                <a:cubicBezTo>
                  <a:pt x="415" y="221"/>
                  <a:pt x="415" y="192"/>
                  <a:pt x="398" y="172"/>
                </a:cubicBezTo>
                <a:lnTo>
                  <a:pt x="273" y="25"/>
                </a:lnTo>
                <a:cubicBezTo>
                  <a:pt x="254" y="2"/>
                  <a:pt x="220" y="0"/>
                  <a:pt x="198" y="19"/>
                </a:cubicBezTo>
                <a:cubicBezTo>
                  <a:pt x="175" y="38"/>
                  <a:pt x="173" y="71"/>
                  <a:pt x="192" y="94"/>
                </a:cubicBezTo>
                <a:lnTo>
                  <a:pt x="287" y="206"/>
                </a:lnTo>
                <a:lnTo>
                  <a:pt x="192" y="318"/>
                </a:lnTo>
                <a:cubicBezTo>
                  <a:pt x="173" y="341"/>
                  <a:pt x="175" y="375"/>
                  <a:pt x="198" y="394"/>
                </a:cubicBezTo>
                <a:cubicBezTo>
                  <a:pt x="208" y="402"/>
                  <a:pt x="220" y="406"/>
                  <a:pt x="232" y="406"/>
                </a:cubicBezTo>
                <a:cubicBezTo>
                  <a:pt x="247" y="406"/>
                  <a:pt x="262" y="400"/>
                  <a:pt x="273" y="3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4" name="矩形 63"/>
          <p:cNvSpPr/>
          <p:nvPr/>
        </p:nvSpPr>
        <p:spPr>
          <a:xfrm>
            <a:off x="563266" y="884111"/>
            <a:ext cx="7429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初始化命令字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ICW2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" name="MH_SubTitle_1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382486" y="2215122"/>
            <a:ext cx="670248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 defTabSz="914400" fontAlgn="base">
              <a:lnSpc>
                <a:spcPct val="150000"/>
              </a:lnSpc>
              <a:spcBef>
                <a:spcPct val="30000"/>
              </a:spcBef>
              <a:spcAft>
                <a:spcPct val="0"/>
              </a:spcAft>
              <a:buClr>
                <a:srgbClr val="FFC000"/>
              </a:buClr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ICW</a:t>
            </a:r>
            <a:r>
              <a:rPr lang="en-US" altLang="zh-CN" sz="24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是用来设置中断类型码，编程时用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ICW2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设置中断类型码高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位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T</a:t>
            </a:r>
            <a:r>
              <a:rPr lang="en-US" altLang="zh-CN" sz="24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～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T</a:t>
            </a:r>
            <a:r>
              <a:rPr lang="en-US" altLang="zh-CN" sz="24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（即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en-US" altLang="zh-CN" sz="24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～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en-US" altLang="zh-CN" sz="24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），而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en-US" altLang="zh-CN" sz="24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～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en-US" altLang="zh-CN" sz="24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的值恒为零。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MH_SubTitle_2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485146" y="3670357"/>
            <a:ext cx="6834101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 defTabSz="914400" fontAlgn="base">
              <a:lnSpc>
                <a:spcPct val="150000"/>
              </a:lnSpc>
              <a:spcBef>
                <a:spcPct val="30000"/>
              </a:spcBef>
              <a:spcAft>
                <a:spcPct val="0"/>
              </a:spcAft>
              <a:buClr>
                <a:srgbClr val="FFC000"/>
              </a:buClr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中断类型码的高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位就是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ICW</a:t>
            </a:r>
            <a:r>
              <a:rPr lang="en-US" altLang="zh-CN" sz="24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的高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位，而低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位是由引起中断请求的引脚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IR</a:t>
            </a:r>
            <a:r>
              <a:rPr lang="en-US" altLang="zh-CN" sz="24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～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IR</a:t>
            </a:r>
            <a:r>
              <a:rPr lang="en-US" altLang="zh-CN" sz="24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决定。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" name="MH_SubTitle_3"/>
          <p:cNvSpPr txBox="1"/>
          <p:nvPr>
            <p:custDataLst>
              <p:tags r:id="rId4"/>
            </p:custDataLst>
          </p:nvPr>
        </p:nvSpPr>
        <p:spPr>
          <a:xfrm>
            <a:off x="1485146" y="4894319"/>
            <a:ext cx="6702480" cy="830263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lvl="0" defTabSz="914400" fontAlgn="base">
              <a:spcBef>
                <a:spcPct val="30000"/>
              </a:spcBef>
              <a:spcAft>
                <a:spcPct val="0"/>
              </a:spcAft>
              <a:buClr>
                <a:srgbClr val="FFC000"/>
              </a:buClr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例如：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ICW</a:t>
            </a:r>
            <a:r>
              <a:rPr lang="en-US" altLang="zh-CN" sz="24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为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20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Ｈ，则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IR</a:t>
            </a:r>
            <a:r>
              <a:rPr lang="en-US" altLang="zh-CN" sz="24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～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IR</a:t>
            </a:r>
            <a:r>
              <a:rPr lang="en-US" altLang="zh-CN" sz="24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对应的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个中断类型码为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20H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21H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22H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23H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24H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25H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26H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27H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。 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3" name="MH_Other_4"/>
          <p:cNvSpPr>
            <a:spLocks noEditPoints="1"/>
          </p:cNvSpPr>
          <p:nvPr>
            <p:custDataLst>
              <p:tags r:id="rId5"/>
            </p:custDataLst>
          </p:nvPr>
        </p:nvSpPr>
        <p:spPr bwMode="auto">
          <a:xfrm rot="5400000">
            <a:off x="720498" y="2370698"/>
            <a:ext cx="354013" cy="322262"/>
          </a:xfrm>
          <a:custGeom>
            <a:avLst/>
            <a:gdLst>
              <a:gd name="T0" fmla="*/ 85221703 w 115"/>
              <a:gd name="T1" fmla="*/ 839050551 h 105"/>
              <a:gd name="T2" fmla="*/ 994256285 w 115"/>
              <a:gd name="T3" fmla="*/ 839050551 h 105"/>
              <a:gd name="T4" fmla="*/ 1060539832 w 115"/>
              <a:gd name="T5" fmla="*/ 744775104 h 105"/>
              <a:gd name="T6" fmla="*/ 596555002 w 115"/>
              <a:gd name="T7" fmla="*/ 28282327 h 105"/>
              <a:gd name="T8" fmla="*/ 482922986 w 115"/>
              <a:gd name="T9" fmla="*/ 28282327 h 105"/>
              <a:gd name="T10" fmla="*/ 18938156 w 115"/>
              <a:gd name="T11" fmla="*/ 744775104 h 105"/>
              <a:gd name="T12" fmla="*/ 85221703 w 115"/>
              <a:gd name="T13" fmla="*/ 839050551 h 105"/>
              <a:gd name="T14" fmla="*/ 539737455 w 115"/>
              <a:gd name="T15" fmla="*/ 113129308 h 105"/>
              <a:gd name="T16" fmla="*/ 965849050 w 115"/>
              <a:gd name="T17" fmla="*/ 763628966 h 105"/>
              <a:gd name="T18" fmla="*/ 113628938 w 115"/>
              <a:gd name="T19" fmla="*/ 763628966 h 105"/>
              <a:gd name="T20" fmla="*/ 539737455 w 115"/>
              <a:gd name="T21" fmla="*/ 113129308 h 105"/>
              <a:gd name="T22" fmla="*/ 1032132597 w 115"/>
              <a:gd name="T23" fmla="*/ 914469066 h 105"/>
              <a:gd name="T24" fmla="*/ 47345391 w 115"/>
              <a:gd name="T25" fmla="*/ 914469066 h 105"/>
              <a:gd name="T26" fmla="*/ 9469078 w 115"/>
              <a:gd name="T27" fmla="*/ 952179858 h 105"/>
              <a:gd name="T28" fmla="*/ 47345391 w 115"/>
              <a:gd name="T29" fmla="*/ 989890651 h 105"/>
              <a:gd name="T30" fmla="*/ 1032132597 w 115"/>
              <a:gd name="T31" fmla="*/ 989890651 h 105"/>
              <a:gd name="T32" fmla="*/ 1070008910 w 115"/>
              <a:gd name="T33" fmla="*/ 952179858 h 105"/>
              <a:gd name="T34" fmla="*/ 1032132597 w 115"/>
              <a:gd name="T35" fmla="*/ 914469066 h 10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115" h="105">
                <a:moveTo>
                  <a:pt x="9" y="89"/>
                </a:moveTo>
                <a:cubicBezTo>
                  <a:pt x="105" y="89"/>
                  <a:pt x="105" y="89"/>
                  <a:pt x="105" y="89"/>
                </a:cubicBezTo>
                <a:cubicBezTo>
                  <a:pt x="115" y="89"/>
                  <a:pt x="114" y="83"/>
                  <a:pt x="112" y="79"/>
                </a:cubicBezTo>
                <a:cubicBezTo>
                  <a:pt x="63" y="3"/>
                  <a:pt x="63" y="3"/>
                  <a:pt x="63" y="3"/>
                </a:cubicBezTo>
                <a:cubicBezTo>
                  <a:pt x="61" y="0"/>
                  <a:pt x="54" y="0"/>
                  <a:pt x="51" y="3"/>
                </a:cubicBezTo>
                <a:cubicBezTo>
                  <a:pt x="2" y="79"/>
                  <a:pt x="2" y="79"/>
                  <a:pt x="2" y="79"/>
                </a:cubicBezTo>
                <a:cubicBezTo>
                  <a:pt x="0" y="84"/>
                  <a:pt x="0" y="89"/>
                  <a:pt x="9" y="89"/>
                </a:cubicBezTo>
                <a:close/>
                <a:moveTo>
                  <a:pt x="57" y="12"/>
                </a:moveTo>
                <a:cubicBezTo>
                  <a:pt x="102" y="81"/>
                  <a:pt x="102" y="81"/>
                  <a:pt x="102" y="81"/>
                </a:cubicBezTo>
                <a:cubicBezTo>
                  <a:pt x="100" y="81"/>
                  <a:pt x="19" y="81"/>
                  <a:pt x="12" y="81"/>
                </a:cubicBezTo>
                <a:lnTo>
                  <a:pt x="57" y="12"/>
                </a:lnTo>
                <a:close/>
                <a:moveTo>
                  <a:pt x="109" y="97"/>
                </a:moveTo>
                <a:cubicBezTo>
                  <a:pt x="5" y="97"/>
                  <a:pt x="5" y="97"/>
                  <a:pt x="5" y="97"/>
                </a:cubicBezTo>
                <a:cubicBezTo>
                  <a:pt x="3" y="97"/>
                  <a:pt x="1" y="99"/>
                  <a:pt x="1" y="101"/>
                </a:cubicBezTo>
                <a:cubicBezTo>
                  <a:pt x="1" y="103"/>
                  <a:pt x="3" y="105"/>
                  <a:pt x="5" y="105"/>
                </a:cubicBezTo>
                <a:cubicBezTo>
                  <a:pt x="109" y="105"/>
                  <a:pt x="109" y="105"/>
                  <a:pt x="109" y="105"/>
                </a:cubicBezTo>
                <a:cubicBezTo>
                  <a:pt x="111" y="105"/>
                  <a:pt x="113" y="103"/>
                  <a:pt x="113" y="101"/>
                </a:cubicBezTo>
                <a:cubicBezTo>
                  <a:pt x="113" y="99"/>
                  <a:pt x="111" y="97"/>
                  <a:pt x="109" y="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>
              <a:lnSpc>
                <a:spcPct val="150000"/>
              </a:lnSpc>
            </a:pP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MH_Other_5"/>
          <p:cNvSpPr>
            <a:spLocks noEditPoints="1"/>
          </p:cNvSpPr>
          <p:nvPr>
            <p:custDataLst>
              <p:tags r:id="rId6"/>
            </p:custDataLst>
          </p:nvPr>
        </p:nvSpPr>
        <p:spPr bwMode="auto">
          <a:xfrm rot="5400000">
            <a:off x="823159" y="3825932"/>
            <a:ext cx="354012" cy="322262"/>
          </a:xfrm>
          <a:custGeom>
            <a:avLst/>
            <a:gdLst>
              <a:gd name="T0" fmla="*/ 85221463 w 115"/>
              <a:gd name="T1" fmla="*/ 839050551 h 105"/>
              <a:gd name="T2" fmla="*/ 994253476 w 115"/>
              <a:gd name="T3" fmla="*/ 839050551 h 105"/>
              <a:gd name="T4" fmla="*/ 1060536836 w 115"/>
              <a:gd name="T5" fmla="*/ 744775104 h 105"/>
              <a:gd name="T6" fmla="*/ 596553317 w 115"/>
              <a:gd name="T7" fmla="*/ 28282327 h 105"/>
              <a:gd name="T8" fmla="*/ 482921622 w 115"/>
              <a:gd name="T9" fmla="*/ 28282327 h 105"/>
              <a:gd name="T10" fmla="*/ 18938103 w 115"/>
              <a:gd name="T11" fmla="*/ 744775104 h 105"/>
              <a:gd name="T12" fmla="*/ 85221463 w 115"/>
              <a:gd name="T13" fmla="*/ 839050551 h 105"/>
              <a:gd name="T14" fmla="*/ 539735930 w 115"/>
              <a:gd name="T15" fmla="*/ 113129308 h 105"/>
              <a:gd name="T16" fmla="*/ 965846322 w 115"/>
              <a:gd name="T17" fmla="*/ 763628966 h 105"/>
              <a:gd name="T18" fmla="*/ 113628617 w 115"/>
              <a:gd name="T19" fmla="*/ 763628966 h 105"/>
              <a:gd name="T20" fmla="*/ 539735930 w 115"/>
              <a:gd name="T21" fmla="*/ 113129308 h 105"/>
              <a:gd name="T22" fmla="*/ 1032129682 w 115"/>
              <a:gd name="T23" fmla="*/ 914469066 h 105"/>
              <a:gd name="T24" fmla="*/ 47345257 w 115"/>
              <a:gd name="T25" fmla="*/ 914469066 h 105"/>
              <a:gd name="T26" fmla="*/ 9469051 w 115"/>
              <a:gd name="T27" fmla="*/ 952179858 h 105"/>
              <a:gd name="T28" fmla="*/ 47345257 w 115"/>
              <a:gd name="T29" fmla="*/ 989890651 h 105"/>
              <a:gd name="T30" fmla="*/ 1032129682 w 115"/>
              <a:gd name="T31" fmla="*/ 989890651 h 105"/>
              <a:gd name="T32" fmla="*/ 1070005888 w 115"/>
              <a:gd name="T33" fmla="*/ 952179858 h 105"/>
              <a:gd name="T34" fmla="*/ 1032129682 w 115"/>
              <a:gd name="T35" fmla="*/ 914469066 h 10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115" h="105">
                <a:moveTo>
                  <a:pt x="9" y="89"/>
                </a:moveTo>
                <a:cubicBezTo>
                  <a:pt x="105" y="89"/>
                  <a:pt x="105" y="89"/>
                  <a:pt x="105" y="89"/>
                </a:cubicBezTo>
                <a:cubicBezTo>
                  <a:pt x="115" y="89"/>
                  <a:pt x="114" y="83"/>
                  <a:pt x="112" y="79"/>
                </a:cubicBezTo>
                <a:cubicBezTo>
                  <a:pt x="63" y="3"/>
                  <a:pt x="63" y="3"/>
                  <a:pt x="63" y="3"/>
                </a:cubicBezTo>
                <a:cubicBezTo>
                  <a:pt x="61" y="0"/>
                  <a:pt x="54" y="0"/>
                  <a:pt x="51" y="3"/>
                </a:cubicBezTo>
                <a:cubicBezTo>
                  <a:pt x="2" y="79"/>
                  <a:pt x="2" y="79"/>
                  <a:pt x="2" y="79"/>
                </a:cubicBezTo>
                <a:cubicBezTo>
                  <a:pt x="0" y="84"/>
                  <a:pt x="0" y="89"/>
                  <a:pt x="9" y="89"/>
                </a:cubicBezTo>
                <a:close/>
                <a:moveTo>
                  <a:pt x="57" y="12"/>
                </a:moveTo>
                <a:cubicBezTo>
                  <a:pt x="102" y="81"/>
                  <a:pt x="102" y="81"/>
                  <a:pt x="102" y="81"/>
                </a:cubicBezTo>
                <a:cubicBezTo>
                  <a:pt x="100" y="81"/>
                  <a:pt x="19" y="81"/>
                  <a:pt x="12" y="81"/>
                </a:cubicBezTo>
                <a:lnTo>
                  <a:pt x="57" y="12"/>
                </a:lnTo>
                <a:close/>
                <a:moveTo>
                  <a:pt x="109" y="97"/>
                </a:moveTo>
                <a:cubicBezTo>
                  <a:pt x="5" y="97"/>
                  <a:pt x="5" y="97"/>
                  <a:pt x="5" y="97"/>
                </a:cubicBezTo>
                <a:cubicBezTo>
                  <a:pt x="3" y="97"/>
                  <a:pt x="1" y="99"/>
                  <a:pt x="1" y="101"/>
                </a:cubicBezTo>
                <a:cubicBezTo>
                  <a:pt x="1" y="103"/>
                  <a:pt x="3" y="105"/>
                  <a:pt x="5" y="105"/>
                </a:cubicBezTo>
                <a:cubicBezTo>
                  <a:pt x="109" y="105"/>
                  <a:pt x="109" y="105"/>
                  <a:pt x="109" y="105"/>
                </a:cubicBezTo>
                <a:cubicBezTo>
                  <a:pt x="111" y="105"/>
                  <a:pt x="113" y="103"/>
                  <a:pt x="113" y="101"/>
                </a:cubicBezTo>
                <a:cubicBezTo>
                  <a:pt x="113" y="99"/>
                  <a:pt x="111" y="97"/>
                  <a:pt x="109" y="9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MH_Other_6"/>
          <p:cNvSpPr>
            <a:spLocks noEditPoints="1"/>
          </p:cNvSpPr>
          <p:nvPr>
            <p:custDataLst>
              <p:tags r:id="rId7"/>
            </p:custDataLst>
          </p:nvPr>
        </p:nvSpPr>
        <p:spPr bwMode="auto">
          <a:xfrm rot="5400000">
            <a:off x="823158" y="5049895"/>
            <a:ext cx="354013" cy="322262"/>
          </a:xfrm>
          <a:custGeom>
            <a:avLst/>
            <a:gdLst>
              <a:gd name="T0" fmla="*/ 9 w 115"/>
              <a:gd name="T1" fmla="*/ 89 h 105"/>
              <a:gd name="T2" fmla="*/ 105 w 115"/>
              <a:gd name="T3" fmla="*/ 89 h 105"/>
              <a:gd name="T4" fmla="*/ 112 w 115"/>
              <a:gd name="T5" fmla="*/ 79 h 105"/>
              <a:gd name="T6" fmla="*/ 63 w 115"/>
              <a:gd name="T7" fmla="*/ 3 h 105"/>
              <a:gd name="T8" fmla="*/ 51 w 115"/>
              <a:gd name="T9" fmla="*/ 3 h 105"/>
              <a:gd name="T10" fmla="*/ 2 w 115"/>
              <a:gd name="T11" fmla="*/ 79 h 105"/>
              <a:gd name="T12" fmla="*/ 9 w 115"/>
              <a:gd name="T13" fmla="*/ 89 h 105"/>
              <a:gd name="T14" fmla="*/ 57 w 115"/>
              <a:gd name="T15" fmla="*/ 12 h 105"/>
              <a:gd name="T16" fmla="*/ 102 w 115"/>
              <a:gd name="T17" fmla="*/ 81 h 105"/>
              <a:gd name="T18" fmla="*/ 12 w 115"/>
              <a:gd name="T19" fmla="*/ 81 h 105"/>
              <a:gd name="T20" fmla="*/ 57 w 115"/>
              <a:gd name="T21" fmla="*/ 12 h 105"/>
              <a:gd name="T22" fmla="*/ 109 w 115"/>
              <a:gd name="T23" fmla="*/ 97 h 105"/>
              <a:gd name="T24" fmla="*/ 5 w 115"/>
              <a:gd name="T25" fmla="*/ 97 h 105"/>
              <a:gd name="T26" fmla="*/ 1 w 115"/>
              <a:gd name="T27" fmla="*/ 101 h 105"/>
              <a:gd name="T28" fmla="*/ 5 w 115"/>
              <a:gd name="T29" fmla="*/ 105 h 105"/>
              <a:gd name="T30" fmla="*/ 109 w 115"/>
              <a:gd name="T31" fmla="*/ 105 h 105"/>
              <a:gd name="T32" fmla="*/ 113 w 115"/>
              <a:gd name="T33" fmla="*/ 101 h 105"/>
              <a:gd name="T34" fmla="*/ 109 w 115"/>
              <a:gd name="T35" fmla="*/ 97 h 1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15" h="105">
                <a:moveTo>
                  <a:pt x="9" y="89"/>
                </a:moveTo>
                <a:cubicBezTo>
                  <a:pt x="105" y="89"/>
                  <a:pt x="105" y="89"/>
                  <a:pt x="105" y="89"/>
                </a:cubicBezTo>
                <a:cubicBezTo>
                  <a:pt x="115" y="89"/>
                  <a:pt x="114" y="83"/>
                  <a:pt x="112" y="79"/>
                </a:cubicBezTo>
                <a:cubicBezTo>
                  <a:pt x="63" y="3"/>
                  <a:pt x="63" y="3"/>
                  <a:pt x="63" y="3"/>
                </a:cubicBezTo>
                <a:cubicBezTo>
                  <a:pt x="61" y="0"/>
                  <a:pt x="54" y="0"/>
                  <a:pt x="51" y="3"/>
                </a:cubicBezTo>
                <a:cubicBezTo>
                  <a:pt x="2" y="79"/>
                  <a:pt x="2" y="79"/>
                  <a:pt x="2" y="79"/>
                </a:cubicBezTo>
                <a:cubicBezTo>
                  <a:pt x="0" y="84"/>
                  <a:pt x="0" y="89"/>
                  <a:pt x="9" y="89"/>
                </a:cubicBezTo>
                <a:close/>
                <a:moveTo>
                  <a:pt x="57" y="12"/>
                </a:moveTo>
                <a:cubicBezTo>
                  <a:pt x="102" y="81"/>
                  <a:pt x="102" y="81"/>
                  <a:pt x="102" y="81"/>
                </a:cubicBezTo>
                <a:cubicBezTo>
                  <a:pt x="100" y="81"/>
                  <a:pt x="19" y="81"/>
                  <a:pt x="12" y="81"/>
                </a:cubicBezTo>
                <a:lnTo>
                  <a:pt x="57" y="12"/>
                </a:lnTo>
                <a:close/>
                <a:moveTo>
                  <a:pt x="109" y="97"/>
                </a:moveTo>
                <a:cubicBezTo>
                  <a:pt x="5" y="97"/>
                  <a:pt x="5" y="97"/>
                  <a:pt x="5" y="97"/>
                </a:cubicBezTo>
                <a:cubicBezTo>
                  <a:pt x="3" y="97"/>
                  <a:pt x="1" y="99"/>
                  <a:pt x="1" y="101"/>
                </a:cubicBezTo>
                <a:cubicBezTo>
                  <a:pt x="1" y="103"/>
                  <a:pt x="3" y="105"/>
                  <a:pt x="5" y="105"/>
                </a:cubicBezTo>
                <a:cubicBezTo>
                  <a:pt x="109" y="105"/>
                  <a:pt x="109" y="105"/>
                  <a:pt x="109" y="105"/>
                </a:cubicBezTo>
                <a:cubicBezTo>
                  <a:pt x="111" y="105"/>
                  <a:pt x="113" y="103"/>
                  <a:pt x="113" y="101"/>
                </a:cubicBezTo>
                <a:cubicBezTo>
                  <a:pt x="113" y="99"/>
                  <a:pt x="111" y="97"/>
                  <a:pt x="109" y="9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9" name="ïšḻïdê"/>
          <p:cNvSpPr txBox="1"/>
          <p:nvPr/>
        </p:nvSpPr>
        <p:spPr bwMode="auto">
          <a:xfrm>
            <a:off x="-1" y="162085"/>
            <a:ext cx="828190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6.5 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可编程中断控制器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 </a:t>
            </a:r>
            <a:endParaRPr lang="zh-CN" altLang="en-US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63" name="right-arrowheads_44810"/>
          <p:cNvSpPr>
            <a:spLocks noChangeAspect="1"/>
          </p:cNvSpPr>
          <p:nvPr/>
        </p:nvSpPr>
        <p:spPr bwMode="auto">
          <a:xfrm>
            <a:off x="152015" y="929658"/>
            <a:ext cx="411251" cy="316320"/>
          </a:xfrm>
          <a:custGeom>
            <a:avLst/>
            <a:gdLst>
              <a:gd name="T0" fmla="*/ 59 w 415"/>
              <a:gd name="T1" fmla="*/ 406 h 406"/>
              <a:gd name="T2" fmla="*/ 25 w 415"/>
              <a:gd name="T3" fmla="*/ 394 h 406"/>
              <a:gd name="T4" fmla="*/ 19 w 415"/>
              <a:gd name="T5" fmla="*/ 318 h 406"/>
              <a:gd name="T6" fmla="*/ 114 w 415"/>
              <a:gd name="T7" fmla="*/ 206 h 406"/>
              <a:gd name="T8" fmla="*/ 19 w 415"/>
              <a:gd name="T9" fmla="*/ 94 h 406"/>
              <a:gd name="T10" fmla="*/ 25 w 415"/>
              <a:gd name="T11" fmla="*/ 19 h 406"/>
              <a:gd name="T12" fmla="*/ 100 w 415"/>
              <a:gd name="T13" fmla="*/ 25 h 406"/>
              <a:gd name="T14" fmla="*/ 225 w 415"/>
              <a:gd name="T15" fmla="*/ 172 h 406"/>
              <a:gd name="T16" fmla="*/ 225 w 415"/>
              <a:gd name="T17" fmla="*/ 241 h 406"/>
              <a:gd name="T18" fmla="*/ 100 w 415"/>
              <a:gd name="T19" fmla="*/ 388 h 406"/>
              <a:gd name="T20" fmla="*/ 59 w 415"/>
              <a:gd name="T21" fmla="*/ 406 h 406"/>
              <a:gd name="T22" fmla="*/ 273 w 415"/>
              <a:gd name="T23" fmla="*/ 388 h 406"/>
              <a:gd name="T24" fmla="*/ 398 w 415"/>
              <a:gd name="T25" fmla="*/ 241 h 406"/>
              <a:gd name="T26" fmla="*/ 398 w 415"/>
              <a:gd name="T27" fmla="*/ 172 h 406"/>
              <a:gd name="T28" fmla="*/ 273 w 415"/>
              <a:gd name="T29" fmla="*/ 25 h 406"/>
              <a:gd name="T30" fmla="*/ 198 w 415"/>
              <a:gd name="T31" fmla="*/ 19 h 406"/>
              <a:gd name="T32" fmla="*/ 192 w 415"/>
              <a:gd name="T33" fmla="*/ 94 h 406"/>
              <a:gd name="T34" fmla="*/ 287 w 415"/>
              <a:gd name="T35" fmla="*/ 206 h 406"/>
              <a:gd name="T36" fmla="*/ 192 w 415"/>
              <a:gd name="T37" fmla="*/ 318 h 406"/>
              <a:gd name="T38" fmla="*/ 198 w 415"/>
              <a:gd name="T39" fmla="*/ 394 h 406"/>
              <a:gd name="T40" fmla="*/ 232 w 415"/>
              <a:gd name="T41" fmla="*/ 406 h 406"/>
              <a:gd name="T42" fmla="*/ 273 w 415"/>
              <a:gd name="T43" fmla="*/ 388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5" h="406">
                <a:moveTo>
                  <a:pt x="59" y="406"/>
                </a:moveTo>
                <a:cubicBezTo>
                  <a:pt x="47" y="406"/>
                  <a:pt x="35" y="402"/>
                  <a:pt x="25" y="394"/>
                </a:cubicBezTo>
                <a:cubicBezTo>
                  <a:pt x="2" y="375"/>
                  <a:pt x="0" y="341"/>
                  <a:pt x="19" y="318"/>
                </a:cubicBezTo>
                <a:lnTo>
                  <a:pt x="114" y="206"/>
                </a:lnTo>
                <a:lnTo>
                  <a:pt x="19" y="94"/>
                </a:lnTo>
                <a:cubicBezTo>
                  <a:pt x="0" y="71"/>
                  <a:pt x="2" y="38"/>
                  <a:pt x="25" y="19"/>
                </a:cubicBezTo>
                <a:cubicBezTo>
                  <a:pt x="47" y="0"/>
                  <a:pt x="81" y="2"/>
                  <a:pt x="100" y="25"/>
                </a:cubicBezTo>
                <a:lnTo>
                  <a:pt x="225" y="172"/>
                </a:lnTo>
                <a:cubicBezTo>
                  <a:pt x="242" y="192"/>
                  <a:pt x="242" y="221"/>
                  <a:pt x="225" y="241"/>
                </a:cubicBezTo>
                <a:lnTo>
                  <a:pt x="100" y="388"/>
                </a:lnTo>
                <a:cubicBezTo>
                  <a:pt x="89" y="400"/>
                  <a:pt x="74" y="406"/>
                  <a:pt x="59" y="406"/>
                </a:cubicBezTo>
                <a:close/>
                <a:moveTo>
                  <a:pt x="273" y="388"/>
                </a:moveTo>
                <a:lnTo>
                  <a:pt x="398" y="241"/>
                </a:lnTo>
                <a:cubicBezTo>
                  <a:pt x="415" y="221"/>
                  <a:pt x="415" y="192"/>
                  <a:pt x="398" y="172"/>
                </a:cubicBezTo>
                <a:lnTo>
                  <a:pt x="273" y="25"/>
                </a:lnTo>
                <a:cubicBezTo>
                  <a:pt x="254" y="2"/>
                  <a:pt x="220" y="0"/>
                  <a:pt x="198" y="19"/>
                </a:cubicBezTo>
                <a:cubicBezTo>
                  <a:pt x="175" y="38"/>
                  <a:pt x="173" y="71"/>
                  <a:pt x="192" y="94"/>
                </a:cubicBezTo>
                <a:lnTo>
                  <a:pt x="287" y="206"/>
                </a:lnTo>
                <a:lnTo>
                  <a:pt x="192" y="318"/>
                </a:lnTo>
                <a:cubicBezTo>
                  <a:pt x="173" y="341"/>
                  <a:pt x="175" y="375"/>
                  <a:pt x="198" y="394"/>
                </a:cubicBezTo>
                <a:cubicBezTo>
                  <a:pt x="208" y="402"/>
                  <a:pt x="220" y="406"/>
                  <a:pt x="232" y="406"/>
                </a:cubicBezTo>
                <a:cubicBezTo>
                  <a:pt x="247" y="406"/>
                  <a:pt x="262" y="400"/>
                  <a:pt x="273" y="3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4" name="矩形 63"/>
          <p:cNvSpPr/>
          <p:nvPr/>
        </p:nvSpPr>
        <p:spPr>
          <a:xfrm>
            <a:off x="563266" y="884111"/>
            <a:ext cx="7429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初始化命令字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ICW3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16" name="图片 31745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39"/>
          <a:stretch>
            <a:fillRect/>
          </a:stretch>
        </p:blipFill>
        <p:spPr bwMode="auto">
          <a:xfrm>
            <a:off x="0" y="1389255"/>
            <a:ext cx="9144000" cy="540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9" name="ïšḻïdê"/>
          <p:cNvSpPr txBox="1"/>
          <p:nvPr/>
        </p:nvSpPr>
        <p:spPr bwMode="auto">
          <a:xfrm>
            <a:off x="-1" y="162085"/>
            <a:ext cx="828190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6.5 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可编程中断控制器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 </a:t>
            </a:r>
            <a:endParaRPr lang="zh-CN" altLang="en-US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63" name="right-arrowheads_44810"/>
          <p:cNvSpPr>
            <a:spLocks noChangeAspect="1"/>
          </p:cNvSpPr>
          <p:nvPr/>
        </p:nvSpPr>
        <p:spPr bwMode="auto">
          <a:xfrm>
            <a:off x="152015" y="929658"/>
            <a:ext cx="411251" cy="316320"/>
          </a:xfrm>
          <a:custGeom>
            <a:avLst/>
            <a:gdLst>
              <a:gd name="T0" fmla="*/ 59 w 415"/>
              <a:gd name="T1" fmla="*/ 406 h 406"/>
              <a:gd name="T2" fmla="*/ 25 w 415"/>
              <a:gd name="T3" fmla="*/ 394 h 406"/>
              <a:gd name="T4" fmla="*/ 19 w 415"/>
              <a:gd name="T5" fmla="*/ 318 h 406"/>
              <a:gd name="T6" fmla="*/ 114 w 415"/>
              <a:gd name="T7" fmla="*/ 206 h 406"/>
              <a:gd name="T8" fmla="*/ 19 w 415"/>
              <a:gd name="T9" fmla="*/ 94 h 406"/>
              <a:gd name="T10" fmla="*/ 25 w 415"/>
              <a:gd name="T11" fmla="*/ 19 h 406"/>
              <a:gd name="T12" fmla="*/ 100 w 415"/>
              <a:gd name="T13" fmla="*/ 25 h 406"/>
              <a:gd name="T14" fmla="*/ 225 w 415"/>
              <a:gd name="T15" fmla="*/ 172 h 406"/>
              <a:gd name="T16" fmla="*/ 225 w 415"/>
              <a:gd name="T17" fmla="*/ 241 h 406"/>
              <a:gd name="T18" fmla="*/ 100 w 415"/>
              <a:gd name="T19" fmla="*/ 388 h 406"/>
              <a:gd name="T20" fmla="*/ 59 w 415"/>
              <a:gd name="T21" fmla="*/ 406 h 406"/>
              <a:gd name="T22" fmla="*/ 273 w 415"/>
              <a:gd name="T23" fmla="*/ 388 h 406"/>
              <a:gd name="T24" fmla="*/ 398 w 415"/>
              <a:gd name="T25" fmla="*/ 241 h 406"/>
              <a:gd name="T26" fmla="*/ 398 w 415"/>
              <a:gd name="T27" fmla="*/ 172 h 406"/>
              <a:gd name="T28" fmla="*/ 273 w 415"/>
              <a:gd name="T29" fmla="*/ 25 h 406"/>
              <a:gd name="T30" fmla="*/ 198 w 415"/>
              <a:gd name="T31" fmla="*/ 19 h 406"/>
              <a:gd name="T32" fmla="*/ 192 w 415"/>
              <a:gd name="T33" fmla="*/ 94 h 406"/>
              <a:gd name="T34" fmla="*/ 287 w 415"/>
              <a:gd name="T35" fmla="*/ 206 h 406"/>
              <a:gd name="T36" fmla="*/ 192 w 415"/>
              <a:gd name="T37" fmla="*/ 318 h 406"/>
              <a:gd name="T38" fmla="*/ 198 w 415"/>
              <a:gd name="T39" fmla="*/ 394 h 406"/>
              <a:gd name="T40" fmla="*/ 232 w 415"/>
              <a:gd name="T41" fmla="*/ 406 h 406"/>
              <a:gd name="T42" fmla="*/ 273 w 415"/>
              <a:gd name="T43" fmla="*/ 388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5" h="406">
                <a:moveTo>
                  <a:pt x="59" y="406"/>
                </a:moveTo>
                <a:cubicBezTo>
                  <a:pt x="47" y="406"/>
                  <a:pt x="35" y="402"/>
                  <a:pt x="25" y="394"/>
                </a:cubicBezTo>
                <a:cubicBezTo>
                  <a:pt x="2" y="375"/>
                  <a:pt x="0" y="341"/>
                  <a:pt x="19" y="318"/>
                </a:cubicBezTo>
                <a:lnTo>
                  <a:pt x="114" y="206"/>
                </a:lnTo>
                <a:lnTo>
                  <a:pt x="19" y="94"/>
                </a:lnTo>
                <a:cubicBezTo>
                  <a:pt x="0" y="71"/>
                  <a:pt x="2" y="38"/>
                  <a:pt x="25" y="19"/>
                </a:cubicBezTo>
                <a:cubicBezTo>
                  <a:pt x="47" y="0"/>
                  <a:pt x="81" y="2"/>
                  <a:pt x="100" y="25"/>
                </a:cubicBezTo>
                <a:lnTo>
                  <a:pt x="225" y="172"/>
                </a:lnTo>
                <a:cubicBezTo>
                  <a:pt x="242" y="192"/>
                  <a:pt x="242" y="221"/>
                  <a:pt x="225" y="241"/>
                </a:cubicBezTo>
                <a:lnTo>
                  <a:pt x="100" y="388"/>
                </a:lnTo>
                <a:cubicBezTo>
                  <a:pt x="89" y="400"/>
                  <a:pt x="74" y="406"/>
                  <a:pt x="59" y="406"/>
                </a:cubicBezTo>
                <a:close/>
                <a:moveTo>
                  <a:pt x="273" y="388"/>
                </a:moveTo>
                <a:lnTo>
                  <a:pt x="398" y="241"/>
                </a:lnTo>
                <a:cubicBezTo>
                  <a:pt x="415" y="221"/>
                  <a:pt x="415" y="192"/>
                  <a:pt x="398" y="172"/>
                </a:cubicBezTo>
                <a:lnTo>
                  <a:pt x="273" y="25"/>
                </a:lnTo>
                <a:cubicBezTo>
                  <a:pt x="254" y="2"/>
                  <a:pt x="220" y="0"/>
                  <a:pt x="198" y="19"/>
                </a:cubicBezTo>
                <a:cubicBezTo>
                  <a:pt x="175" y="38"/>
                  <a:pt x="173" y="71"/>
                  <a:pt x="192" y="94"/>
                </a:cubicBezTo>
                <a:lnTo>
                  <a:pt x="287" y="206"/>
                </a:lnTo>
                <a:lnTo>
                  <a:pt x="192" y="318"/>
                </a:lnTo>
                <a:cubicBezTo>
                  <a:pt x="173" y="341"/>
                  <a:pt x="175" y="375"/>
                  <a:pt x="198" y="394"/>
                </a:cubicBezTo>
                <a:cubicBezTo>
                  <a:pt x="208" y="402"/>
                  <a:pt x="220" y="406"/>
                  <a:pt x="232" y="406"/>
                </a:cubicBezTo>
                <a:cubicBezTo>
                  <a:pt x="247" y="406"/>
                  <a:pt x="262" y="400"/>
                  <a:pt x="273" y="3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4" name="矩形 63"/>
          <p:cNvSpPr/>
          <p:nvPr/>
        </p:nvSpPr>
        <p:spPr>
          <a:xfrm>
            <a:off x="563266" y="884111"/>
            <a:ext cx="7429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初始化命令字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ICW4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9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95"/>
          <a:stretch>
            <a:fillRect/>
          </a:stretch>
        </p:blipFill>
        <p:spPr bwMode="auto">
          <a:xfrm>
            <a:off x="0" y="1560286"/>
            <a:ext cx="9036496" cy="5117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9" name="ïšḻïdê"/>
          <p:cNvSpPr txBox="1"/>
          <p:nvPr/>
        </p:nvSpPr>
        <p:spPr bwMode="auto">
          <a:xfrm>
            <a:off x="-1" y="162085"/>
            <a:ext cx="828190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6.5 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可编程中断控制器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 </a:t>
            </a:r>
            <a:endParaRPr lang="zh-CN" altLang="en-US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63" name="right-arrowheads_44810"/>
          <p:cNvSpPr>
            <a:spLocks noChangeAspect="1"/>
          </p:cNvSpPr>
          <p:nvPr/>
        </p:nvSpPr>
        <p:spPr bwMode="auto">
          <a:xfrm>
            <a:off x="152015" y="929658"/>
            <a:ext cx="411251" cy="316320"/>
          </a:xfrm>
          <a:custGeom>
            <a:avLst/>
            <a:gdLst>
              <a:gd name="T0" fmla="*/ 59 w 415"/>
              <a:gd name="T1" fmla="*/ 406 h 406"/>
              <a:gd name="T2" fmla="*/ 25 w 415"/>
              <a:gd name="T3" fmla="*/ 394 h 406"/>
              <a:gd name="T4" fmla="*/ 19 w 415"/>
              <a:gd name="T5" fmla="*/ 318 h 406"/>
              <a:gd name="T6" fmla="*/ 114 w 415"/>
              <a:gd name="T7" fmla="*/ 206 h 406"/>
              <a:gd name="T8" fmla="*/ 19 w 415"/>
              <a:gd name="T9" fmla="*/ 94 h 406"/>
              <a:gd name="T10" fmla="*/ 25 w 415"/>
              <a:gd name="T11" fmla="*/ 19 h 406"/>
              <a:gd name="T12" fmla="*/ 100 w 415"/>
              <a:gd name="T13" fmla="*/ 25 h 406"/>
              <a:gd name="T14" fmla="*/ 225 w 415"/>
              <a:gd name="T15" fmla="*/ 172 h 406"/>
              <a:gd name="T16" fmla="*/ 225 w 415"/>
              <a:gd name="T17" fmla="*/ 241 h 406"/>
              <a:gd name="T18" fmla="*/ 100 w 415"/>
              <a:gd name="T19" fmla="*/ 388 h 406"/>
              <a:gd name="T20" fmla="*/ 59 w 415"/>
              <a:gd name="T21" fmla="*/ 406 h 406"/>
              <a:gd name="T22" fmla="*/ 273 w 415"/>
              <a:gd name="T23" fmla="*/ 388 h 406"/>
              <a:gd name="T24" fmla="*/ 398 w 415"/>
              <a:gd name="T25" fmla="*/ 241 h 406"/>
              <a:gd name="T26" fmla="*/ 398 w 415"/>
              <a:gd name="T27" fmla="*/ 172 h 406"/>
              <a:gd name="T28" fmla="*/ 273 w 415"/>
              <a:gd name="T29" fmla="*/ 25 h 406"/>
              <a:gd name="T30" fmla="*/ 198 w 415"/>
              <a:gd name="T31" fmla="*/ 19 h 406"/>
              <a:gd name="T32" fmla="*/ 192 w 415"/>
              <a:gd name="T33" fmla="*/ 94 h 406"/>
              <a:gd name="T34" fmla="*/ 287 w 415"/>
              <a:gd name="T35" fmla="*/ 206 h 406"/>
              <a:gd name="T36" fmla="*/ 192 w 415"/>
              <a:gd name="T37" fmla="*/ 318 h 406"/>
              <a:gd name="T38" fmla="*/ 198 w 415"/>
              <a:gd name="T39" fmla="*/ 394 h 406"/>
              <a:gd name="T40" fmla="*/ 232 w 415"/>
              <a:gd name="T41" fmla="*/ 406 h 406"/>
              <a:gd name="T42" fmla="*/ 273 w 415"/>
              <a:gd name="T43" fmla="*/ 388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5" h="406">
                <a:moveTo>
                  <a:pt x="59" y="406"/>
                </a:moveTo>
                <a:cubicBezTo>
                  <a:pt x="47" y="406"/>
                  <a:pt x="35" y="402"/>
                  <a:pt x="25" y="394"/>
                </a:cubicBezTo>
                <a:cubicBezTo>
                  <a:pt x="2" y="375"/>
                  <a:pt x="0" y="341"/>
                  <a:pt x="19" y="318"/>
                </a:cubicBezTo>
                <a:lnTo>
                  <a:pt x="114" y="206"/>
                </a:lnTo>
                <a:lnTo>
                  <a:pt x="19" y="94"/>
                </a:lnTo>
                <a:cubicBezTo>
                  <a:pt x="0" y="71"/>
                  <a:pt x="2" y="38"/>
                  <a:pt x="25" y="19"/>
                </a:cubicBezTo>
                <a:cubicBezTo>
                  <a:pt x="47" y="0"/>
                  <a:pt x="81" y="2"/>
                  <a:pt x="100" y="25"/>
                </a:cubicBezTo>
                <a:lnTo>
                  <a:pt x="225" y="172"/>
                </a:lnTo>
                <a:cubicBezTo>
                  <a:pt x="242" y="192"/>
                  <a:pt x="242" y="221"/>
                  <a:pt x="225" y="241"/>
                </a:cubicBezTo>
                <a:lnTo>
                  <a:pt x="100" y="388"/>
                </a:lnTo>
                <a:cubicBezTo>
                  <a:pt x="89" y="400"/>
                  <a:pt x="74" y="406"/>
                  <a:pt x="59" y="406"/>
                </a:cubicBezTo>
                <a:close/>
                <a:moveTo>
                  <a:pt x="273" y="388"/>
                </a:moveTo>
                <a:lnTo>
                  <a:pt x="398" y="241"/>
                </a:lnTo>
                <a:cubicBezTo>
                  <a:pt x="415" y="221"/>
                  <a:pt x="415" y="192"/>
                  <a:pt x="398" y="172"/>
                </a:cubicBezTo>
                <a:lnTo>
                  <a:pt x="273" y="25"/>
                </a:lnTo>
                <a:cubicBezTo>
                  <a:pt x="254" y="2"/>
                  <a:pt x="220" y="0"/>
                  <a:pt x="198" y="19"/>
                </a:cubicBezTo>
                <a:cubicBezTo>
                  <a:pt x="175" y="38"/>
                  <a:pt x="173" y="71"/>
                  <a:pt x="192" y="94"/>
                </a:cubicBezTo>
                <a:lnTo>
                  <a:pt x="287" y="206"/>
                </a:lnTo>
                <a:lnTo>
                  <a:pt x="192" y="318"/>
                </a:lnTo>
                <a:cubicBezTo>
                  <a:pt x="173" y="341"/>
                  <a:pt x="175" y="375"/>
                  <a:pt x="198" y="394"/>
                </a:cubicBezTo>
                <a:cubicBezTo>
                  <a:pt x="208" y="402"/>
                  <a:pt x="220" y="406"/>
                  <a:pt x="232" y="406"/>
                </a:cubicBezTo>
                <a:cubicBezTo>
                  <a:pt x="247" y="406"/>
                  <a:pt x="262" y="400"/>
                  <a:pt x="273" y="3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4" name="矩形 63"/>
          <p:cNvSpPr/>
          <p:nvPr/>
        </p:nvSpPr>
        <p:spPr>
          <a:xfrm>
            <a:off x="563266" y="884111"/>
            <a:ext cx="7429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初始化命令字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ICW4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说明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10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38"/>
          <a:stretch>
            <a:fillRect/>
          </a:stretch>
        </p:blipFill>
        <p:spPr bwMode="auto">
          <a:xfrm>
            <a:off x="107504" y="1567543"/>
            <a:ext cx="8928992" cy="5171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9" name="ïšḻïdê"/>
          <p:cNvSpPr txBox="1"/>
          <p:nvPr/>
        </p:nvSpPr>
        <p:spPr bwMode="auto">
          <a:xfrm>
            <a:off x="-1" y="162085"/>
            <a:ext cx="828190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6.5 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可编程中断控制器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 </a:t>
            </a:r>
            <a:endParaRPr lang="zh-CN" altLang="en-US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63" name="right-arrowheads_44810"/>
          <p:cNvSpPr>
            <a:spLocks noChangeAspect="1"/>
          </p:cNvSpPr>
          <p:nvPr/>
        </p:nvSpPr>
        <p:spPr bwMode="auto">
          <a:xfrm>
            <a:off x="152015" y="929658"/>
            <a:ext cx="411251" cy="316320"/>
          </a:xfrm>
          <a:custGeom>
            <a:avLst/>
            <a:gdLst>
              <a:gd name="T0" fmla="*/ 59 w 415"/>
              <a:gd name="T1" fmla="*/ 406 h 406"/>
              <a:gd name="T2" fmla="*/ 25 w 415"/>
              <a:gd name="T3" fmla="*/ 394 h 406"/>
              <a:gd name="T4" fmla="*/ 19 w 415"/>
              <a:gd name="T5" fmla="*/ 318 h 406"/>
              <a:gd name="T6" fmla="*/ 114 w 415"/>
              <a:gd name="T7" fmla="*/ 206 h 406"/>
              <a:gd name="T8" fmla="*/ 19 w 415"/>
              <a:gd name="T9" fmla="*/ 94 h 406"/>
              <a:gd name="T10" fmla="*/ 25 w 415"/>
              <a:gd name="T11" fmla="*/ 19 h 406"/>
              <a:gd name="T12" fmla="*/ 100 w 415"/>
              <a:gd name="T13" fmla="*/ 25 h 406"/>
              <a:gd name="T14" fmla="*/ 225 w 415"/>
              <a:gd name="T15" fmla="*/ 172 h 406"/>
              <a:gd name="T16" fmla="*/ 225 w 415"/>
              <a:gd name="T17" fmla="*/ 241 h 406"/>
              <a:gd name="T18" fmla="*/ 100 w 415"/>
              <a:gd name="T19" fmla="*/ 388 h 406"/>
              <a:gd name="T20" fmla="*/ 59 w 415"/>
              <a:gd name="T21" fmla="*/ 406 h 406"/>
              <a:gd name="T22" fmla="*/ 273 w 415"/>
              <a:gd name="T23" fmla="*/ 388 h 406"/>
              <a:gd name="T24" fmla="*/ 398 w 415"/>
              <a:gd name="T25" fmla="*/ 241 h 406"/>
              <a:gd name="T26" fmla="*/ 398 w 415"/>
              <a:gd name="T27" fmla="*/ 172 h 406"/>
              <a:gd name="T28" fmla="*/ 273 w 415"/>
              <a:gd name="T29" fmla="*/ 25 h 406"/>
              <a:gd name="T30" fmla="*/ 198 w 415"/>
              <a:gd name="T31" fmla="*/ 19 h 406"/>
              <a:gd name="T32" fmla="*/ 192 w 415"/>
              <a:gd name="T33" fmla="*/ 94 h 406"/>
              <a:gd name="T34" fmla="*/ 287 w 415"/>
              <a:gd name="T35" fmla="*/ 206 h 406"/>
              <a:gd name="T36" fmla="*/ 192 w 415"/>
              <a:gd name="T37" fmla="*/ 318 h 406"/>
              <a:gd name="T38" fmla="*/ 198 w 415"/>
              <a:gd name="T39" fmla="*/ 394 h 406"/>
              <a:gd name="T40" fmla="*/ 232 w 415"/>
              <a:gd name="T41" fmla="*/ 406 h 406"/>
              <a:gd name="T42" fmla="*/ 273 w 415"/>
              <a:gd name="T43" fmla="*/ 388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5" h="406">
                <a:moveTo>
                  <a:pt x="59" y="406"/>
                </a:moveTo>
                <a:cubicBezTo>
                  <a:pt x="47" y="406"/>
                  <a:pt x="35" y="402"/>
                  <a:pt x="25" y="394"/>
                </a:cubicBezTo>
                <a:cubicBezTo>
                  <a:pt x="2" y="375"/>
                  <a:pt x="0" y="341"/>
                  <a:pt x="19" y="318"/>
                </a:cubicBezTo>
                <a:lnTo>
                  <a:pt x="114" y="206"/>
                </a:lnTo>
                <a:lnTo>
                  <a:pt x="19" y="94"/>
                </a:lnTo>
                <a:cubicBezTo>
                  <a:pt x="0" y="71"/>
                  <a:pt x="2" y="38"/>
                  <a:pt x="25" y="19"/>
                </a:cubicBezTo>
                <a:cubicBezTo>
                  <a:pt x="47" y="0"/>
                  <a:pt x="81" y="2"/>
                  <a:pt x="100" y="25"/>
                </a:cubicBezTo>
                <a:lnTo>
                  <a:pt x="225" y="172"/>
                </a:lnTo>
                <a:cubicBezTo>
                  <a:pt x="242" y="192"/>
                  <a:pt x="242" y="221"/>
                  <a:pt x="225" y="241"/>
                </a:cubicBezTo>
                <a:lnTo>
                  <a:pt x="100" y="388"/>
                </a:lnTo>
                <a:cubicBezTo>
                  <a:pt x="89" y="400"/>
                  <a:pt x="74" y="406"/>
                  <a:pt x="59" y="406"/>
                </a:cubicBezTo>
                <a:close/>
                <a:moveTo>
                  <a:pt x="273" y="388"/>
                </a:moveTo>
                <a:lnTo>
                  <a:pt x="398" y="241"/>
                </a:lnTo>
                <a:cubicBezTo>
                  <a:pt x="415" y="221"/>
                  <a:pt x="415" y="192"/>
                  <a:pt x="398" y="172"/>
                </a:cubicBezTo>
                <a:lnTo>
                  <a:pt x="273" y="25"/>
                </a:lnTo>
                <a:cubicBezTo>
                  <a:pt x="254" y="2"/>
                  <a:pt x="220" y="0"/>
                  <a:pt x="198" y="19"/>
                </a:cubicBezTo>
                <a:cubicBezTo>
                  <a:pt x="175" y="38"/>
                  <a:pt x="173" y="71"/>
                  <a:pt x="192" y="94"/>
                </a:cubicBezTo>
                <a:lnTo>
                  <a:pt x="287" y="206"/>
                </a:lnTo>
                <a:lnTo>
                  <a:pt x="192" y="318"/>
                </a:lnTo>
                <a:cubicBezTo>
                  <a:pt x="173" y="341"/>
                  <a:pt x="175" y="375"/>
                  <a:pt x="198" y="394"/>
                </a:cubicBezTo>
                <a:cubicBezTo>
                  <a:pt x="208" y="402"/>
                  <a:pt x="220" y="406"/>
                  <a:pt x="232" y="406"/>
                </a:cubicBezTo>
                <a:cubicBezTo>
                  <a:pt x="247" y="406"/>
                  <a:pt x="262" y="400"/>
                  <a:pt x="273" y="3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4" name="矩形 63"/>
          <p:cNvSpPr/>
          <p:nvPr/>
        </p:nvSpPr>
        <p:spPr>
          <a:xfrm>
            <a:off x="563266" y="884111"/>
            <a:ext cx="7429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初始化命令字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ICW4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说明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9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10"/>
          <a:stretch>
            <a:fillRect/>
          </a:stretch>
        </p:blipFill>
        <p:spPr bwMode="auto">
          <a:xfrm>
            <a:off x="323528" y="1489053"/>
            <a:ext cx="8496944" cy="5277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9" name="ïšḻïdê"/>
          <p:cNvSpPr txBox="1"/>
          <p:nvPr/>
        </p:nvSpPr>
        <p:spPr bwMode="auto">
          <a:xfrm>
            <a:off x="-1" y="162085"/>
            <a:ext cx="828190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6.5 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可编程中断控制器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 </a:t>
            </a:r>
            <a:endParaRPr lang="zh-CN" altLang="en-US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63" name="right-arrowheads_44810"/>
          <p:cNvSpPr>
            <a:spLocks noChangeAspect="1"/>
          </p:cNvSpPr>
          <p:nvPr/>
        </p:nvSpPr>
        <p:spPr bwMode="auto">
          <a:xfrm>
            <a:off x="152015" y="929658"/>
            <a:ext cx="411251" cy="316320"/>
          </a:xfrm>
          <a:custGeom>
            <a:avLst/>
            <a:gdLst>
              <a:gd name="T0" fmla="*/ 59 w 415"/>
              <a:gd name="T1" fmla="*/ 406 h 406"/>
              <a:gd name="T2" fmla="*/ 25 w 415"/>
              <a:gd name="T3" fmla="*/ 394 h 406"/>
              <a:gd name="T4" fmla="*/ 19 w 415"/>
              <a:gd name="T5" fmla="*/ 318 h 406"/>
              <a:gd name="T6" fmla="*/ 114 w 415"/>
              <a:gd name="T7" fmla="*/ 206 h 406"/>
              <a:gd name="T8" fmla="*/ 19 w 415"/>
              <a:gd name="T9" fmla="*/ 94 h 406"/>
              <a:gd name="T10" fmla="*/ 25 w 415"/>
              <a:gd name="T11" fmla="*/ 19 h 406"/>
              <a:gd name="T12" fmla="*/ 100 w 415"/>
              <a:gd name="T13" fmla="*/ 25 h 406"/>
              <a:gd name="T14" fmla="*/ 225 w 415"/>
              <a:gd name="T15" fmla="*/ 172 h 406"/>
              <a:gd name="T16" fmla="*/ 225 w 415"/>
              <a:gd name="T17" fmla="*/ 241 h 406"/>
              <a:gd name="T18" fmla="*/ 100 w 415"/>
              <a:gd name="T19" fmla="*/ 388 h 406"/>
              <a:gd name="T20" fmla="*/ 59 w 415"/>
              <a:gd name="T21" fmla="*/ 406 h 406"/>
              <a:gd name="T22" fmla="*/ 273 w 415"/>
              <a:gd name="T23" fmla="*/ 388 h 406"/>
              <a:gd name="T24" fmla="*/ 398 w 415"/>
              <a:gd name="T25" fmla="*/ 241 h 406"/>
              <a:gd name="T26" fmla="*/ 398 w 415"/>
              <a:gd name="T27" fmla="*/ 172 h 406"/>
              <a:gd name="T28" fmla="*/ 273 w 415"/>
              <a:gd name="T29" fmla="*/ 25 h 406"/>
              <a:gd name="T30" fmla="*/ 198 w 415"/>
              <a:gd name="T31" fmla="*/ 19 h 406"/>
              <a:gd name="T32" fmla="*/ 192 w 415"/>
              <a:gd name="T33" fmla="*/ 94 h 406"/>
              <a:gd name="T34" fmla="*/ 287 w 415"/>
              <a:gd name="T35" fmla="*/ 206 h 406"/>
              <a:gd name="T36" fmla="*/ 192 w 415"/>
              <a:gd name="T37" fmla="*/ 318 h 406"/>
              <a:gd name="T38" fmla="*/ 198 w 415"/>
              <a:gd name="T39" fmla="*/ 394 h 406"/>
              <a:gd name="T40" fmla="*/ 232 w 415"/>
              <a:gd name="T41" fmla="*/ 406 h 406"/>
              <a:gd name="T42" fmla="*/ 273 w 415"/>
              <a:gd name="T43" fmla="*/ 388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5" h="406">
                <a:moveTo>
                  <a:pt x="59" y="406"/>
                </a:moveTo>
                <a:cubicBezTo>
                  <a:pt x="47" y="406"/>
                  <a:pt x="35" y="402"/>
                  <a:pt x="25" y="394"/>
                </a:cubicBezTo>
                <a:cubicBezTo>
                  <a:pt x="2" y="375"/>
                  <a:pt x="0" y="341"/>
                  <a:pt x="19" y="318"/>
                </a:cubicBezTo>
                <a:lnTo>
                  <a:pt x="114" y="206"/>
                </a:lnTo>
                <a:lnTo>
                  <a:pt x="19" y="94"/>
                </a:lnTo>
                <a:cubicBezTo>
                  <a:pt x="0" y="71"/>
                  <a:pt x="2" y="38"/>
                  <a:pt x="25" y="19"/>
                </a:cubicBezTo>
                <a:cubicBezTo>
                  <a:pt x="47" y="0"/>
                  <a:pt x="81" y="2"/>
                  <a:pt x="100" y="25"/>
                </a:cubicBezTo>
                <a:lnTo>
                  <a:pt x="225" y="172"/>
                </a:lnTo>
                <a:cubicBezTo>
                  <a:pt x="242" y="192"/>
                  <a:pt x="242" y="221"/>
                  <a:pt x="225" y="241"/>
                </a:cubicBezTo>
                <a:lnTo>
                  <a:pt x="100" y="388"/>
                </a:lnTo>
                <a:cubicBezTo>
                  <a:pt x="89" y="400"/>
                  <a:pt x="74" y="406"/>
                  <a:pt x="59" y="406"/>
                </a:cubicBezTo>
                <a:close/>
                <a:moveTo>
                  <a:pt x="273" y="388"/>
                </a:moveTo>
                <a:lnTo>
                  <a:pt x="398" y="241"/>
                </a:lnTo>
                <a:cubicBezTo>
                  <a:pt x="415" y="221"/>
                  <a:pt x="415" y="192"/>
                  <a:pt x="398" y="172"/>
                </a:cubicBezTo>
                <a:lnTo>
                  <a:pt x="273" y="25"/>
                </a:lnTo>
                <a:cubicBezTo>
                  <a:pt x="254" y="2"/>
                  <a:pt x="220" y="0"/>
                  <a:pt x="198" y="19"/>
                </a:cubicBezTo>
                <a:cubicBezTo>
                  <a:pt x="175" y="38"/>
                  <a:pt x="173" y="71"/>
                  <a:pt x="192" y="94"/>
                </a:cubicBezTo>
                <a:lnTo>
                  <a:pt x="287" y="206"/>
                </a:lnTo>
                <a:lnTo>
                  <a:pt x="192" y="318"/>
                </a:lnTo>
                <a:cubicBezTo>
                  <a:pt x="173" y="341"/>
                  <a:pt x="175" y="375"/>
                  <a:pt x="198" y="394"/>
                </a:cubicBezTo>
                <a:cubicBezTo>
                  <a:pt x="208" y="402"/>
                  <a:pt x="220" y="406"/>
                  <a:pt x="232" y="406"/>
                </a:cubicBezTo>
                <a:cubicBezTo>
                  <a:pt x="247" y="406"/>
                  <a:pt x="262" y="400"/>
                  <a:pt x="273" y="3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4" name="矩形 63"/>
          <p:cNvSpPr/>
          <p:nvPr/>
        </p:nvSpPr>
        <p:spPr>
          <a:xfrm>
            <a:off x="584781" y="858016"/>
            <a:ext cx="7429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8259A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初始化流程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8" name="图片 3584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74" y="2034042"/>
            <a:ext cx="3324225" cy="389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4" descr="wx14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2742" y="906654"/>
            <a:ext cx="3787095" cy="5951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9" name="ïšḻïdê"/>
          <p:cNvSpPr txBox="1"/>
          <p:nvPr/>
        </p:nvSpPr>
        <p:spPr bwMode="auto">
          <a:xfrm>
            <a:off x="-1" y="162085"/>
            <a:ext cx="828190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6.5 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可编程中断控制器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 </a:t>
            </a:r>
            <a:endParaRPr lang="zh-CN" altLang="en-US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63" name="right-arrowheads_44810"/>
          <p:cNvSpPr>
            <a:spLocks noChangeAspect="1"/>
          </p:cNvSpPr>
          <p:nvPr/>
        </p:nvSpPr>
        <p:spPr bwMode="auto">
          <a:xfrm>
            <a:off x="152015" y="929658"/>
            <a:ext cx="411251" cy="316320"/>
          </a:xfrm>
          <a:custGeom>
            <a:avLst/>
            <a:gdLst>
              <a:gd name="T0" fmla="*/ 59 w 415"/>
              <a:gd name="T1" fmla="*/ 406 h 406"/>
              <a:gd name="T2" fmla="*/ 25 w 415"/>
              <a:gd name="T3" fmla="*/ 394 h 406"/>
              <a:gd name="T4" fmla="*/ 19 w 415"/>
              <a:gd name="T5" fmla="*/ 318 h 406"/>
              <a:gd name="T6" fmla="*/ 114 w 415"/>
              <a:gd name="T7" fmla="*/ 206 h 406"/>
              <a:gd name="T8" fmla="*/ 19 w 415"/>
              <a:gd name="T9" fmla="*/ 94 h 406"/>
              <a:gd name="T10" fmla="*/ 25 w 415"/>
              <a:gd name="T11" fmla="*/ 19 h 406"/>
              <a:gd name="T12" fmla="*/ 100 w 415"/>
              <a:gd name="T13" fmla="*/ 25 h 406"/>
              <a:gd name="T14" fmla="*/ 225 w 415"/>
              <a:gd name="T15" fmla="*/ 172 h 406"/>
              <a:gd name="T16" fmla="*/ 225 w 415"/>
              <a:gd name="T17" fmla="*/ 241 h 406"/>
              <a:gd name="T18" fmla="*/ 100 w 415"/>
              <a:gd name="T19" fmla="*/ 388 h 406"/>
              <a:gd name="T20" fmla="*/ 59 w 415"/>
              <a:gd name="T21" fmla="*/ 406 h 406"/>
              <a:gd name="T22" fmla="*/ 273 w 415"/>
              <a:gd name="T23" fmla="*/ 388 h 406"/>
              <a:gd name="T24" fmla="*/ 398 w 415"/>
              <a:gd name="T25" fmla="*/ 241 h 406"/>
              <a:gd name="T26" fmla="*/ 398 w 415"/>
              <a:gd name="T27" fmla="*/ 172 h 406"/>
              <a:gd name="T28" fmla="*/ 273 w 415"/>
              <a:gd name="T29" fmla="*/ 25 h 406"/>
              <a:gd name="T30" fmla="*/ 198 w 415"/>
              <a:gd name="T31" fmla="*/ 19 h 406"/>
              <a:gd name="T32" fmla="*/ 192 w 415"/>
              <a:gd name="T33" fmla="*/ 94 h 406"/>
              <a:gd name="T34" fmla="*/ 287 w 415"/>
              <a:gd name="T35" fmla="*/ 206 h 406"/>
              <a:gd name="T36" fmla="*/ 192 w 415"/>
              <a:gd name="T37" fmla="*/ 318 h 406"/>
              <a:gd name="T38" fmla="*/ 198 w 415"/>
              <a:gd name="T39" fmla="*/ 394 h 406"/>
              <a:gd name="T40" fmla="*/ 232 w 415"/>
              <a:gd name="T41" fmla="*/ 406 h 406"/>
              <a:gd name="T42" fmla="*/ 273 w 415"/>
              <a:gd name="T43" fmla="*/ 388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5" h="406">
                <a:moveTo>
                  <a:pt x="59" y="406"/>
                </a:moveTo>
                <a:cubicBezTo>
                  <a:pt x="47" y="406"/>
                  <a:pt x="35" y="402"/>
                  <a:pt x="25" y="394"/>
                </a:cubicBezTo>
                <a:cubicBezTo>
                  <a:pt x="2" y="375"/>
                  <a:pt x="0" y="341"/>
                  <a:pt x="19" y="318"/>
                </a:cubicBezTo>
                <a:lnTo>
                  <a:pt x="114" y="206"/>
                </a:lnTo>
                <a:lnTo>
                  <a:pt x="19" y="94"/>
                </a:lnTo>
                <a:cubicBezTo>
                  <a:pt x="0" y="71"/>
                  <a:pt x="2" y="38"/>
                  <a:pt x="25" y="19"/>
                </a:cubicBezTo>
                <a:cubicBezTo>
                  <a:pt x="47" y="0"/>
                  <a:pt x="81" y="2"/>
                  <a:pt x="100" y="25"/>
                </a:cubicBezTo>
                <a:lnTo>
                  <a:pt x="225" y="172"/>
                </a:lnTo>
                <a:cubicBezTo>
                  <a:pt x="242" y="192"/>
                  <a:pt x="242" y="221"/>
                  <a:pt x="225" y="241"/>
                </a:cubicBezTo>
                <a:lnTo>
                  <a:pt x="100" y="388"/>
                </a:lnTo>
                <a:cubicBezTo>
                  <a:pt x="89" y="400"/>
                  <a:pt x="74" y="406"/>
                  <a:pt x="59" y="406"/>
                </a:cubicBezTo>
                <a:close/>
                <a:moveTo>
                  <a:pt x="273" y="388"/>
                </a:moveTo>
                <a:lnTo>
                  <a:pt x="398" y="241"/>
                </a:lnTo>
                <a:cubicBezTo>
                  <a:pt x="415" y="221"/>
                  <a:pt x="415" y="192"/>
                  <a:pt x="398" y="172"/>
                </a:cubicBezTo>
                <a:lnTo>
                  <a:pt x="273" y="25"/>
                </a:lnTo>
                <a:cubicBezTo>
                  <a:pt x="254" y="2"/>
                  <a:pt x="220" y="0"/>
                  <a:pt x="198" y="19"/>
                </a:cubicBezTo>
                <a:cubicBezTo>
                  <a:pt x="175" y="38"/>
                  <a:pt x="173" y="71"/>
                  <a:pt x="192" y="94"/>
                </a:cubicBezTo>
                <a:lnTo>
                  <a:pt x="287" y="206"/>
                </a:lnTo>
                <a:lnTo>
                  <a:pt x="192" y="318"/>
                </a:lnTo>
                <a:cubicBezTo>
                  <a:pt x="173" y="341"/>
                  <a:pt x="175" y="375"/>
                  <a:pt x="198" y="394"/>
                </a:cubicBezTo>
                <a:cubicBezTo>
                  <a:pt x="208" y="402"/>
                  <a:pt x="220" y="406"/>
                  <a:pt x="232" y="406"/>
                </a:cubicBezTo>
                <a:cubicBezTo>
                  <a:pt x="247" y="406"/>
                  <a:pt x="262" y="400"/>
                  <a:pt x="273" y="3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4" name="矩形 63"/>
          <p:cNvSpPr/>
          <p:nvPr/>
        </p:nvSpPr>
        <p:spPr>
          <a:xfrm>
            <a:off x="584781" y="858016"/>
            <a:ext cx="7429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8259A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的初始化编程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内容占位符 2"/>
          <p:cNvSpPr txBox="1">
            <a:spLocks noChangeArrowheads="1"/>
          </p:cNvSpPr>
          <p:nvPr/>
        </p:nvSpPr>
        <p:spPr bwMode="auto">
          <a:xfrm>
            <a:off x="446087" y="2942482"/>
            <a:ext cx="8697913" cy="3695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533400" indent="-5334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u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lvl="1" indent="-4572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Ø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4572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ü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2600" lvl="3" indent="-3810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09800" lvl="4" indent="-3810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3400" marR="0" lvl="0" indent="-5334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  <a:p>
            <a:pPr marL="533400" marR="0" lvl="0" indent="-5334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MOV	AL, 13H ;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设置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ICW1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（中断请求信号采用边沿触发方式；单片；  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  <a:p>
            <a:pPr marL="533400" marR="0" lvl="0" indent="-5334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                                                后面要写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ICW4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）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  <a:p>
            <a:pPr marL="533400" marR="0" lvl="0" indent="-5334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OUT	20H, AL  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  <a:p>
            <a:pPr marL="533400" marR="0" lvl="0" indent="-5334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MOV	AL, 18H  ;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设置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ICW2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（将中断类型码高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5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位指定为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00011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）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  <a:p>
            <a:pPr marL="533400" marR="0" lvl="0" indent="-5334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OUT	 21H, AL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  <a:p>
            <a:pPr marL="533400" marR="0" lvl="0" indent="-5334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MOV	AL, 0DH  ;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设置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ICW4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（用一般全嵌套方式；不用中断自动结束方式；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  <a:p>
            <a:pPr marL="533400" marR="0" lvl="0" indent="-5334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                           ；采用缓冲方式，工作于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8088/8086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系统）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  <a:p>
            <a:pPr marL="533400" marR="0" lvl="0" indent="-53340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OUT 	21H, AL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97317" y="1504582"/>
            <a:ext cx="7821930" cy="1569660"/>
          </a:xfrm>
          <a:prstGeom prst="rect">
            <a:avLst/>
          </a:prstGeom>
          <a:noFill/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kern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lang="zh-CN" altLang="en-US" sz="2400" b="1" kern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sz="2400" b="1" kern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】</a:t>
            </a:r>
            <a:r>
              <a:rPr lang="zh-CN" altLang="en-US" sz="2400" b="1" kern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以微型计算机中使用的单片</a:t>
            </a:r>
            <a:r>
              <a:rPr lang="en-US" altLang="zh-CN" sz="2400" b="1" kern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400" b="1" kern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为例，试对其进行初始化设置。   在微型计算机中，</a:t>
            </a:r>
            <a:r>
              <a:rPr lang="en-US" altLang="zh-CN" sz="2400" b="1" kern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400" b="1" kern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en-US" altLang="zh-CN" sz="2400" b="1" kern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ICW1</a:t>
            </a:r>
            <a:r>
              <a:rPr lang="zh-CN" altLang="en-US" sz="2400" b="1" kern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400" b="1" kern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ICW4</a:t>
            </a:r>
            <a:r>
              <a:rPr lang="zh-CN" altLang="en-US" sz="2400" b="1" kern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的端口地址分别为</a:t>
            </a:r>
            <a:r>
              <a:rPr lang="en-US" altLang="zh-CN" sz="2400" b="1" kern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20H</a:t>
            </a:r>
            <a:r>
              <a:rPr lang="zh-CN" altLang="en-US" sz="2400" b="1" kern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400" b="1" kern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21H</a:t>
            </a:r>
            <a:r>
              <a:rPr lang="zh-CN" altLang="en-US" sz="2400" b="1" kern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。初始化设置的程序段如下：</a:t>
            </a:r>
            <a:endParaRPr lang="zh-CN" altLang="en-US" sz="2400" b="1" kern="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9" name="ïšḻïdê"/>
          <p:cNvSpPr txBox="1"/>
          <p:nvPr/>
        </p:nvSpPr>
        <p:spPr bwMode="auto">
          <a:xfrm>
            <a:off x="-1" y="162085"/>
            <a:ext cx="828190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6.5 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可编程中断控制器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 </a:t>
            </a:r>
            <a:endParaRPr lang="zh-CN" altLang="en-US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63" name="right-arrowheads_44810"/>
          <p:cNvSpPr>
            <a:spLocks noChangeAspect="1"/>
          </p:cNvSpPr>
          <p:nvPr/>
        </p:nvSpPr>
        <p:spPr bwMode="auto">
          <a:xfrm>
            <a:off x="152015" y="929658"/>
            <a:ext cx="411251" cy="316320"/>
          </a:xfrm>
          <a:custGeom>
            <a:avLst/>
            <a:gdLst>
              <a:gd name="T0" fmla="*/ 59 w 415"/>
              <a:gd name="T1" fmla="*/ 406 h 406"/>
              <a:gd name="T2" fmla="*/ 25 w 415"/>
              <a:gd name="T3" fmla="*/ 394 h 406"/>
              <a:gd name="T4" fmla="*/ 19 w 415"/>
              <a:gd name="T5" fmla="*/ 318 h 406"/>
              <a:gd name="T6" fmla="*/ 114 w 415"/>
              <a:gd name="T7" fmla="*/ 206 h 406"/>
              <a:gd name="T8" fmla="*/ 19 w 415"/>
              <a:gd name="T9" fmla="*/ 94 h 406"/>
              <a:gd name="T10" fmla="*/ 25 w 415"/>
              <a:gd name="T11" fmla="*/ 19 h 406"/>
              <a:gd name="T12" fmla="*/ 100 w 415"/>
              <a:gd name="T13" fmla="*/ 25 h 406"/>
              <a:gd name="T14" fmla="*/ 225 w 415"/>
              <a:gd name="T15" fmla="*/ 172 h 406"/>
              <a:gd name="T16" fmla="*/ 225 w 415"/>
              <a:gd name="T17" fmla="*/ 241 h 406"/>
              <a:gd name="T18" fmla="*/ 100 w 415"/>
              <a:gd name="T19" fmla="*/ 388 h 406"/>
              <a:gd name="T20" fmla="*/ 59 w 415"/>
              <a:gd name="T21" fmla="*/ 406 h 406"/>
              <a:gd name="T22" fmla="*/ 273 w 415"/>
              <a:gd name="T23" fmla="*/ 388 h 406"/>
              <a:gd name="T24" fmla="*/ 398 w 415"/>
              <a:gd name="T25" fmla="*/ 241 h 406"/>
              <a:gd name="T26" fmla="*/ 398 w 415"/>
              <a:gd name="T27" fmla="*/ 172 h 406"/>
              <a:gd name="T28" fmla="*/ 273 w 415"/>
              <a:gd name="T29" fmla="*/ 25 h 406"/>
              <a:gd name="T30" fmla="*/ 198 w 415"/>
              <a:gd name="T31" fmla="*/ 19 h 406"/>
              <a:gd name="T32" fmla="*/ 192 w 415"/>
              <a:gd name="T33" fmla="*/ 94 h 406"/>
              <a:gd name="T34" fmla="*/ 287 w 415"/>
              <a:gd name="T35" fmla="*/ 206 h 406"/>
              <a:gd name="T36" fmla="*/ 192 w 415"/>
              <a:gd name="T37" fmla="*/ 318 h 406"/>
              <a:gd name="T38" fmla="*/ 198 w 415"/>
              <a:gd name="T39" fmla="*/ 394 h 406"/>
              <a:gd name="T40" fmla="*/ 232 w 415"/>
              <a:gd name="T41" fmla="*/ 406 h 406"/>
              <a:gd name="T42" fmla="*/ 273 w 415"/>
              <a:gd name="T43" fmla="*/ 388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5" h="406">
                <a:moveTo>
                  <a:pt x="59" y="406"/>
                </a:moveTo>
                <a:cubicBezTo>
                  <a:pt x="47" y="406"/>
                  <a:pt x="35" y="402"/>
                  <a:pt x="25" y="394"/>
                </a:cubicBezTo>
                <a:cubicBezTo>
                  <a:pt x="2" y="375"/>
                  <a:pt x="0" y="341"/>
                  <a:pt x="19" y="318"/>
                </a:cubicBezTo>
                <a:lnTo>
                  <a:pt x="114" y="206"/>
                </a:lnTo>
                <a:lnTo>
                  <a:pt x="19" y="94"/>
                </a:lnTo>
                <a:cubicBezTo>
                  <a:pt x="0" y="71"/>
                  <a:pt x="2" y="38"/>
                  <a:pt x="25" y="19"/>
                </a:cubicBezTo>
                <a:cubicBezTo>
                  <a:pt x="47" y="0"/>
                  <a:pt x="81" y="2"/>
                  <a:pt x="100" y="25"/>
                </a:cubicBezTo>
                <a:lnTo>
                  <a:pt x="225" y="172"/>
                </a:lnTo>
                <a:cubicBezTo>
                  <a:pt x="242" y="192"/>
                  <a:pt x="242" y="221"/>
                  <a:pt x="225" y="241"/>
                </a:cubicBezTo>
                <a:lnTo>
                  <a:pt x="100" y="388"/>
                </a:lnTo>
                <a:cubicBezTo>
                  <a:pt x="89" y="400"/>
                  <a:pt x="74" y="406"/>
                  <a:pt x="59" y="406"/>
                </a:cubicBezTo>
                <a:close/>
                <a:moveTo>
                  <a:pt x="273" y="388"/>
                </a:moveTo>
                <a:lnTo>
                  <a:pt x="398" y="241"/>
                </a:lnTo>
                <a:cubicBezTo>
                  <a:pt x="415" y="221"/>
                  <a:pt x="415" y="192"/>
                  <a:pt x="398" y="172"/>
                </a:cubicBezTo>
                <a:lnTo>
                  <a:pt x="273" y="25"/>
                </a:lnTo>
                <a:cubicBezTo>
                  <a:pt x="254" y="2"/>
                  <a:pt x="220" y="0"/>
                  <a:pt x="198" y="19"/>
                </a:cubicBezTo>
                <a:cubicBezTo>
                  <a:pt x="175" y="38"/>
                  <a:pt x="173" y="71"/>
                  <a:pt x="192" y="94"/>
                </a:cubicBezTo>
                <a:lnTo>
                  <a:pt x="287" y="206"/>
                </a:lnTo>
                <a:lnTo>
                  <a:pt x="192" y="318"/>
                </a:lnTo>
                <a:cubicBezTo>
                  <a:pt x="173" y="341"/>
                  <a:pt x="175" y="375"/>
                  <a:pt x="198" y="394"/>
                </a:cubicBezTo>
                <a:cubicBezTo>
                  <a:pt x="208" y="402"/>
                  <a:pt x="220" y="406"/>
                  <a:pt x="232" y="406"/>
                </a:cubicBezTo>
                <a:cubicBezTo>
                  <a:pt x="247" y="406"/>
                  <a:pt x="262" y="400"/>
                  <a:pt x="273" y="3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4" name="矩形 63"/>
          <p:cNvSpPr/>
          <p:nvPr/>
        </p:nvSpPr>
        <p:spPr>
          <a:xfrm>
            <a:off x="584781" y="858016"/>
            <a:ext cx="7429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8259A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的操作命令字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MH_Other_1"/>
          <p:cNvSpPr>
            <a:spLocks noEditPoints="1"/>
          </p:cNvSpPr>
          <p:nvPr>
            <p:custDataLst>
              <p:tags r:id="rId2"/>
            </p:custDataLst>
          </p:nvPr>
        </p:nvSpPr>
        <p:spPr bwMode="auto">
          <a:xfrm>
            <a:off x="1108558" y="1959581"/>
            <a:ext cx="476250" cy="476250"/>
          </a:xfrm>
          <a:custGeom>
            <a:avLst/>
            <a:gdLst>
              <a:gd name="T0" fmla="*/ 2147483646 w 127"/>
              <a:gd name="T1" fmla="*/ 2147483646 h 127"/>
              <a:gd name="T2" fmla="*/ 2147483646 w 127"/>
              <a:gd name="T3" fmla="*/ 2147483646 h 127"/>
              <a:gd name="T4" fmla="*/ 2147483646 w 127"/>
              <a:gd name="T5" fmla="*/ 2147483646 h 127"/>
              <a:gd name="T6" fmla="*/ 2147483646 w 127"/>
              <a:gd name="T7" fmla="*/ 2147483646 h 127"/>
              <a:gd name="T8" fmla="*/ 2147483646 w 127"/>
              <a:gd name="T9" fmla="*/ 2147483646 h 127"/>
              <a:gd name="T10" fmla="*/ 2147483646 w 127"/>
              <a:gd name="T11" fmla="*/ 2147483646 h 127"/>
              <a:gd name="T12" fmla="*/ 2147483646 w 127"/>
              <a:gd name="T13" fmla="*/ 2147483646 h 127"/>
              <a:gd name="T14" fmla="*/ 2147483646 w 127"/>
              <a:gd name="T15" fmla="*/ 2147483646 h 127"/>
              <a:gd name="T16" fmla="*/ 2147483646 w 127"/>
              <a:gd name="T17" fmla="*/ 2147483646 h 127"/>
              <a:gd name="T18" fmla="*/ 2147483646 w 127"/>
              <a:gd name="T19" fmla="*/ 2147483646 h 127"/>
              <a:gd name="T20" fmla="*/ 2147483646 w 127"/>
              <a:gd name="T21" fmla="*/ 2147483646 h 127"/>
              <a:gd name="T22" fmla="*/ 2147483646 w 127"/>
              <a:gd name="T23" fmla="*/ 2147483646 h 127"/>
              <a:gd name="T24" fmla="*/ 2147483646 w 127"/>
              <a:gd name="T25" fmla="*/ 2147483646 h 127"/>
              <a:gd name="T26" fmla="*/ 2147483646 w 127"/>
              <a:gd name="T27" fmla="*/ 2147483646 h 127"/>
              <a:gd name="T28" fmla="*/ 2147483646 w 127"/>
              <a:gd name="T29" fmla="*/ 2147483646 h 127"/>
              <a:gd name="T30" fmla="*/ 2147483646 w 127"/>
              <a:gd name="T31" fmla="*/ 2147483646 h 127"/>
              <a:gd name="T32" fmla="*/ 2147483646 w 127"/>
              <a:gd name="T33" fmla="*/ 2147483646 h 127"/>
              <a:gd name="T34" fmla="*/ 2147483646 w 127"/>
              <a:gd name="T35" fmla="*/ 2147483646 h 127"/>
              <a:gd name="T36" fmla="*/ 2147483646 w 127"/>
              <a:gd name="T37" fmla="*/ 2147483646 h 127"/>
              <a:gd name="T38" fmla="*/ 2147483646 w 127"/>
              <a:gd name="T39" fmla="*/ 2147483646 h 127"/>
              <a:gd name="T40" fmla="*/ 2147483646 w 127"/>
              <a:gd name="T41" fmla="*/ 2147483646 h 127"/>
              <a:gd name="T42" fmla="*/ 2147483646 w 127"/>
              <a:gd name="T43" fmla="*/ 2147483646 h 127"/>
              <a:gd name="T44" fmla="*/ 2147483646 w 127"/>
              <a:gd name="T45" fmla="*/ 2147483646 h 127"/>
              <a:gd name="T46" fmla="*/ 2147483646 w 127"/>
              <a:gd name="T47" fmla="*/ 2147483646 h 127"/>
              <a:gd name="T48" fmla="*/ 2147483646 w 127"/>
              <a:gd name="T49" fmla="*/ 2147483646 h 127"/>
              <a:gd name="T50" fmla="*/ 2147483646 w 127"/>
              <a:gd name="T51" fmla="*/ 2147483646 h 127"/>
              <a:gd name="T52" fmla="*/ 2147483646 w 127"/>
              <a:gd name="T53" fmla="*/ 2147483646 h 127"/>
              <a:gd name="T54" fmla="*/ 2147483646 w 127"/>
              <a:gd name="T55" fmla="*/ 2147483646 h 127"/>
              <a:gd name="T56" fmla="*/ 2147483646 w 127"/>
              <a:gd name="T57" fmla="*/ 2147483646 h 127"/>
              <a:gd name="T58" fmla="*/ 2147483646 w 127"/>
              <a:gd name="T59" fmla="*/ 2147483646 h 127"/>
              <a:gd name="T60" fmla="*/ 2147483646 w 127"/>
              <a:gd name="T61" fmla="*/ 2147483646 h 127"/>
              <a:gd name="T62" fmla="*/ 2147483646 w 127"/>
              <a:gd name="T63" fmla="*/ 2147483646 h 127"/>
              <a:gd name="T64" fmla="*/ 2147483646 w 127"/>
              <a:gd name="T65" fmla="*/ 2147483646 h 127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0" t="0" r="r" b="b"/>
            <a:pathLst>
              <a:path w="127" h="127">
                <a:moveTo>
                  <a:pt x="30" y="115"/>
                </a:moveTo>
                <a:cubicBezTo>
                  <a:pt x="26" y="119"/>
                  <a:pt x="21" y="119"/>
                  <a:pt x="18" y="115"/>
                </a:cubicBezTo>
                <a:cubicBezTo>
                  <a:pt x="12" y="110"/>
                  <a:pt x="12" y="110"/>
                  <a:pt x="12" y="110"/>
                </a:cubicBezTo>
                <a:cubicBezTo>
                  <a:pt x="9" y="107"/>
                  <a:pt x="9" y="101"/>
                  <a:pt x="12" y="98"/>
                </a:cubicBezTo>
                <a:cubicBezTo>
                  <a:pt x="51" y="60"/>
                  <a:pt x="51" y="60"/>
                  <a:pt x="51" y="60"/>
                </a:cubicBezTo>
                <a:cubicBezTo>
                  <a:pt x="46" y="58"/>
                  <a:pt x="40" y="60"/>
                  <a:pt x="35" y="64"/>
                </a:cubicBezTo>
                <a:cubicBezTo>
                  <a:pt x="7" y="93"/>
                  <a:pt x="7" y="93"/>
                  <a:pt x="7" y="93"/>
                </a:cubicBezTo>
                <a:cubicBezTo>
                  <a:pt x="0" y="99"/>
                  <a:pt x="0" y="109"/>
                  <a:pt x="7" y="115"/>
                </a:cubicBezTo>
                <a:cubicBezTo>
                  <a:pt x="12" y="121"/>
                  <a:pt x="12" y="121"/>
                  <a:pt x="12" y="121"/>
                </a:cubicBezTo>
                <a:cubicBezTo>
                  <a:pt x="19" y="127"/>
                  <a:pt x="29" y="127"/>
                  <a:pt x="35" y="121"/>
                </a:cubicBezTo>
                <a:cubicBezTo>
                  <a:pt x="64" y="93"/>
                  <a:pt x="64" y="93"/>
                  <a:pt x="64" y="93"/>
                </a:cubicBezTo>
                <a:cubicBezTo>
                  <a:pt x="68" y="88"/>
                  <a:pt x="69" y="82"/>
                  <a:pt x="68" y="77"/>
                </a:cubicBezTo>
                <a:lnTo>
                  <a:pt x="30" y="115"/>
                </a:lnTo>
                <a:close/>
                <a:moveTo>
                  <a:pt x="121" y="12"/>
                </a:moveTo>
                <a:cubicBezTo>
                  <a:pt x="115" y="7"/>
                  <a:pt x="115" y="7"/>
                  <a:pt x="115" y="7"/>
                </a:cubicBezTo>
                <a:cubicBezTo>
                  <a:pt x="109" y="0"/>
                  <a:pt x="99" y="0"/>
                  <a:pt x="93" y="7"/>
                </a:cubicBezTo>
                <a:cubicBezTo>
                  <a:pt x="64" y="35"/>
                  <a:pt x="64" y="35"/>
                  <a:pt x="64" y="35"/>
                </a:cubicBezTo>
                <a:cubicBezTo>
                  <a:pt x="60" y="40"/>
                  <a:pt x="58" y="46"/>
                  <a:pt x="60" y="51"/>
                </a:cubicBezTo>
                <a:cubicBezTo>
                  <a:pt x="98" y="12"/>
                  <a:pt x="98" y="12"/>
                  <a:pt x="98" y="12"/>
                </a:cubicBezTo>
                <a:cubicBezTo>
                  <a:pt x="101" y="9"/>
                  <a:pt x="107" y="9"/>
                  <a:pt x="110" y="12"/>
                </a:cubicBezTo>
                <a:cubicBezTo>
                  <a:pt x="115" y="18"/>
                  <a:pt x="115" y="18"/>
                  <a:pt x="115" y="18"/>
                </a:cubicBezTo>
                <a:cubicBezTo>
                  <a:pt x="119" y="21"/>
                  <a:pt x="119" y="26"/>
                  <a:pt x="115" y="30"/>
                </a:cubicBezTo>
                <a:cubicBezTo>
                  <a:pt x="77" y="68"/>
                  <a:pt x="77" y="68"/>
                  <a:pt x="77" y="68"/>
                </a:cubicBezTo>
                <a:cubicBezTo>
                  <a:pt x="82" y="69"/>
                  <a:pt x="88" y="68"/>
                  <a:pt x="93" y="64"/>
                </a:cubicBezTo>
                <a:cubicBezTo>
                  <a:pt x="121" y="35"/>
                  <a:pt x="121" y="35"/>
                  <a:pt x="121" y="35"/>
                </a:cubicBezTo>
                <a:cubicBezTo>
                  <a:pt x="127" y="29"/>
                  <a:pt x="127" y="19"/>
                  <a:pt x="121" y="12"/>
                </a:cubicBezTo>
                <a:close/>
                <a:moveTo>
                  <a:pt x="77" y="51"/>
                </a:moveTo>
                <a:cubicBezTo>
                  <a:pt x="75" y="50"/>
                  <a:pt x="73" y="50"/>
                  <a:pt x="71" y="51"/>
                </a:cubicBezTo>
                <a:cubicBezTo>
                  <a:pt x="51" y="71"/>
                  <a:pt x="51" y="71"/>
                  <a:pt x="51" y="71"/>
                </a:cubicBezTo>
                <a:cubicBezTo>
                  <a:pt x="49" y="73"/>
                  <a:pt x="49" y="75"/>
                  <a:pt x="51" y="77"/>
                </a:cubicBezTo>
                <a:cubicBezTo>
                  <a:pt x="53" y="78"/>
                  <a:pt x="55" y="78"/>
                  <a:pt x="57" y="77"/>
                </a:cubicBezTo>
                <a:cubicBezTo>
                  <a:pt x="77" y="57"/>
                  <a:pt x="77" y="57"/>
                  <a:pt x="77" y="57"/>
                </a:cubicBezTo>
                <a:cubicBezTo>
                  <a:pt x="78" y="55"/>
                  <a:pt x="78" y="53"/>
                  <a:pt x="77" y="51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accent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MH_SubTitle_2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584808" y="3112800"/>
            <a:ext cx="6319109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在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工作期间，可通过操作命令字（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OCW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）来使它按不同的方式操作。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MH_Other_2"/>
          <p:cNvSpPr>
            <a:spLocks noEditPoints="1"/>
          </p:cNvSpPr>
          <p:nvPr>
            <p:custDataLst>
              <p:tags r:id="rId4"/>
            </p:custDataLst>
          </p:nvPr>
        </p:nvSpPr>
        <p:spPr bwMode="auto">
          <a:xfrm>
            <a:off x="1108558" y="3199864"/>
            <a:ext cx="476250" cy="476250"/>
          </a:xfrm>
          <a:custGeom>
            <a:avLst/>
            <a:gdLst>
              <a:gd name="T0" fmla="*/ 2147483646 w 127"/>
              <a:gd name="T1" fmla="*/ 2147483646 h 127"/>
              <a:gd name="T2" fmla="*/ 2147483646 w 127"/>
              <a:gd name="T3" fmla="*/ 2147483646 h 127"/>
              <a:gd name="T4" fmla="*/ 2147483646 w 127"/>
              <a:gd name="T5" fmla="*/ 2147483646 h 127"/>
              <a:gd name="T6" fmla="*/ 2147483646 w 127"/>
              <a:gd name="T7" fmla="*/ 2147483646 h 127"/>
              <a:gd name="T8" fmla="*/ 2147483646 w 127"/>
              <a:gd name="T9" fmla="*/ 2147483646 h 127"/>
              <a:gd name="T10" fmla="*/ 2147483646 w 127"/>
              <a:gd name="T11" fmla="*/ 2147483646 h 127"/>
              <a:gd name="T12" fmla="*/ 2147483646 w 127"/>
              <a:gd name="T13" fmla="*/ 2147483646 h 127"/>
              <a:gd name="T14" fmla="*/ 2147483646 w 127"/>
              <a:gd name="T15" fmla="*/ 2147483646 h 127"/>
              <a:gd name="T16" fmla="*/ 2147483646 w 127"/>
              <a:gd name="T17" fmla="*/ 2147483646 h 127"/>
              <a:gd name="T18" fmla="*/ 2147483646 w 127"/>
              <a:gd name="T19" fmla="*/ 2147483646 h 127"/>
              <a:gd name="T20" fmla="*/ 2147483646 w 127"/>
              <a:gd name="T21" fmla="*/ 2147483646 h 127"/>
              <a:gd name="T22" fmla="*/ 2147483646 w 127"/>
              <a:gd name="T23" fmla="*/ 2147483646 h 127"/>
              <a:gd name="T24" fmla="*/ 2147483646 w 127"/>
              <a:gd name="T25" fmla="*/ 2147483646 h 127"/>
              <a:gd name="T26" fmla="*/ 2147483646 w 127"/>
              <a:gd name="T27" fmla="*/ 2147483646 h 127"/>
              <a:gd name="T28" fmla="*/ 2147483646 w 127"/>
              <a:gd name="T29" fmla="*/ 2147483646 h 127"/>
              <a:gd name="T30" fmla="*/ 2147483646 w 127"/>
              <a:gd name="T31" fmla="*/ 2147483646 h 127"/>
              <a:gd name="T32" fmla="*/ 2147483646 w 127"/>
              <a:gd name="T33" fmla="*/ 2147483646 h 127"/>
              <a:gd name="T34" fmla="*/ 2147483646 w 127"/>
              <a:gd name="T35" fmla="*/ 2147483646 h 127"/>
              <a:gd name="T36" fmla="*/ 2147483646 w 127"/>
              <a:gd name="T37" fmla="*/ 2147483646 h 127"/>
              <a:gd name="T38" fmla="*/ 2147483646 w 127"/>
              <a:gd name="T39" fmla="*/ 2147483646 h 127"/>
              <a:gd name="T40" fmla="*/ 2147483646 w 127"/>
              <a:gd name="T41" fmla="*/ 2147483646 h 127"/>
              <a:gd name="T42" fmla="*/ 2147483646 w 127"/>
              <a:gd name="T43" fmla="*/ 2147483646 h 127"/>
              <a:gd name="T44" fmla="*/ 2147483646 w 127"/>
              <a:gd name="T45" fmla="*/ 2147483646 h 127"/>
              <a:gd name="T46" fmla="*/ 2147483646 w 127"/>
              <a:gd name="T47" fmla="*/ 2147483646 h 127"/>
              <a:gd name="T48" fmla="*/ 2147483646 w 127"/>
              <a:gd name="T49" fmla="*/ 2147483646 h 127"/>
              <a:gd name="T50" fmla="*/ 2147483646 w 127"/>
              <a:gd name="T51" fmla="*/ 2147483646 h 127"/>
              <a:gd name="T52" fmla="*/ 2147483646 w 127"/>
              <a:gd name="T53" fmla="*/ 2147483646 h 127"/>
              <a:gd name="T54" fmla="*/ 2147483646 w 127"/>
              <a:gd name="T55" fmla="*/ 2147483646 h 127"/>
              <a:gd name="T56" fmla="*/ 2147483646 w 127"/>
              <a:gd name="T57" fmla="*/ 2147483646 h 127"/>
              <a:gd name="T58" fmla="*/ 2147483646 w 127"/>
              <a:gd name="T59" fmla="*/ 2147483646 h 127"/>
              <a:gd name="T60" fmla="*/ 2147483646 w 127"/>
              <a:gd name="T61" fmla="*/ 2147483646 h 127"/>
              <a:gd name="T62" fmla="*/ 2147483646 w 127"/>
              <a:gd name="T63" fmla="*/ 2147483646 h 127"/>
              <a:gd name="T64" fmla="*/ 2147483646 w 127"/>
              <a:gd name="T65" fmla="*/ 2147483646 h 127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0" t="0" r="r" b="b"/>
            <a:pathLst>
              <a:path w="127" h="127">
                <a:moveTo>
                  <a:pt x="30" y="115"/>
                </a:moveTo>
                <a:cubicBezTo>
                  <a:pt x="26" y="119"/>
                  <a:pt x="21" y="119"/>
                  <a:pt x="18" y="115"/>
                </a:cubicBezTo>
                <a:cubicBezTo>
                  <a:pt x="12" y="110"/>
                  <a:pt x="12" y="110"/>
                  <a:pt x="12" y="110"/>
                </a:cubicBezTo>
                <a:cubicBezTo>
                  <a:pt x="9" y="107"/>
                  <a:pt x="9" y="101"/>
                  <a:pt x="12" y="98"/>
                </a:cubicBezTo>
                <a:cubicBezTo>
                  <a:pt x="51" y="60"/>
                  <a:pt x="51" y="60"/>
                  <a:pt x="51" y="60"/>
                </a:cubicBezTo>
                <a:cubicBezTo>
                  <a:pt x="46" y="58"/>
                  <a:pt x="40" y="60"/>
                  <a:pt x="35" y="64"/>
                </a:cubicBezTo>
                <a:cubicBezTo>
                  <a:pt x="7" y="93"/>
                  <a:pt x="7" y="93"/>
                  <a:pt x="7" y="93"/>
                </a:cubicBezTo>
                <a:cubicBezTo>
                  <a:pt x="0" y="99"/>
                  <a:pt x="0" y="109"/>
                  <a:pt x="7" y="115"/>
                </a:cubicBezTo>
                <a:cubicBezTo>
                  <a:pt x="12" y="121"/>
                  <a:pt x="12" y="121"/>
                  <a:pt x="12" y="121"/>
                </a:cubicBezTo>
                <a:cubicBezTo>
                  <a:pt x="19" y="127"/>
                  <a:pt x="29" y="127"/>
                  <a:pt x="35" y="121"/>
                </a:cubicBezTo>
                <a:cubicBezTo>
                  <a:pt x="64" y="93"/>
                  <a:pt x="64" y="93"/>
                  <a:pt x="64" y="93"/>
                </a:cubicBezTo>
                <a:cubicBezTo>
                  <a:pt x="68" y="88"/>
                  <a:pt x="69" y="82"/>
                  <a:pt x="68" y="77"/>
                </a:cubicBezTo>
                <a:lnTo>
                  <a:pt x="30" y="115"/>
                </a:lnTo>
                <a:close/>
                <a:moveTo>
                  <a:pt x="121" y="12"/>
                </a:moveTo>
                <a:cubicBezTo>
                  <a:pt x="115" y="7"/>
                  <a:pt x="115" y="7"/>
                  <a:pt x="115" y="7"/>
                </a:cubicBezTo>
                <a:cubicBezTo>
                  <a:pt x="109" y="0"/>
                  <a:pt x="99" y="0"/>
                  <a:pt x="93" y="7"/>
                </a:cubicBezTo>
                <a:cubicBezTo>
                  <a:pt x="64" y="35"/>
                  <a:pt x="64" y="35"/>
                  <a:pt x="64" y="35"/>
                </a:cubicBezTo>
                <a:cubicBezTo>
                  <a:pt x="60" y="40"/>
                  <a:pt x="58" y="46"/>
                  <a:pt x="60" y="51"/>
                </a:cubicBezTo>
                <a:cubicBezTo>
                  <a:pt x="98" y="12"/>
                  <a:pt x="98" y="12"/>
                  <a:pt x="98" y="12"/>
                </a:cubicBezTo>
                <a:cubicBezTo>
                  <a:pt x="101" y="9"/>
                  <a:pt x="107" y="9"/>
                  <a:pt x="110" y="12"/>
                </a:cubicBezTo>
                <a:cubicBezTo>
                  <a:pt x="115" y="18"/>
                  <a:pt x="115" y="18"/>
                  <a:pt x="115" y="18"/>
                </a:cubicBezTo>
                <a:cubicBezTo>
                  <a:pt x="119" y="21"/>
                  <a:pt x="119" y="26"/>
                  <a:pt x="115" y="30"/>
                </a:cubicBezTo>
                <a:cubicBezTo>
                  <a:pt x="77" y="68"/>
                  <a:pt x="77" y="68"/>
                  <a:pt x="77" y="68"/>
                </a:cubicBezTo>
                <a:cubicBezTo>
                  <a:pt x="82" y="69"/>
                  <a:pt x="88" y="68"/>
                  <a:pt x="93" y="64"/>
                </a:cubicBezTo>
                <a:cubicBezTo>
                  <a:pt x="121" y="35"/>
                  <a:pt x="121" y="35"/>
                  <a:pt x="121" y="35"/>
                </a:cubicBezTo>
                <a:cubicBezTo>
                  <a:pt x="127" y="29"/>
                  <a:pt x="127" y="19"/>
                  <a:pt x="121" y="12"/>
                </a:cubicBezTo>
                <a:close/>
                <a:moveTo>
                  <a:pt x="77" y="51"/>
                </a:moveTo>
                <a:cubicBezTo>
                  <a:pt x="75" y="50"/>
                  <a:pt x="73" y="50"/>
                  <a:pt x="71" y="51"/>
                </a:cubicBezTo>
                <a:cubicBezTo>
                  <a:pt x="51" y="71"/>
                  <a:pt x="51" y="71"/>
                  <a:pt x="51" y="71"/>
                </a:cubicBezTo>
                <a:cubicBezTo>
                  <a:pt x="49" y="73"/>
                  <a:pt x="49" y="75"/>
                  <a:pt x="51" y="77"/>
                </a:cubicBezTo>
                <a:cubicBezTo>
                  <a:pt x="53" y="78"/>
                  <a:pt x="55" y="78"/>
                  <a:pt x="57" y="77"/>
                </a:cubicBezTo>
                <a:cubicBezTo>
                  <a:pt x="77" y="57"/>
                  <a:pt x="77" y="57"/>
                  <a:pt x="77" y="57"/>
                </a:cubicBezTo>
                <a:cubicBezTo>
                  <a:pt x="78" y="55"/>
                  <a:pt x="78" y="53"/>
                  <a:pt x="77" y="51"/>
                </a:cubicBezTo>
                <a:close/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MH_SubTitle_3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584808" y="3937370"/>
            <a:ext cx="6319109" cy="1335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有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个操作命令字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OCW1-OCW3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，没有写入顺序和时间要求，可独立使用。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MH_Other_3"/>
          <p:cNvSpPr>
            <a:spLocks noEditPoints="1"/>
          </p:cNvSpPr>
          <p:nvPr>
            <p:custDataLst>
              <p:tags r:id="rId6"/>
            </p:custDataLst>
          </p:nvPr>
        </p:nvSpPr>
        <p:spPr bwMode="auto">
          <a:xfrm>
            <a:off x="1108558" y="4224106"/>
            <a:ext cx="476250" cy="476250"/>
          </a:xfrm>
          <a:custGeom>
            <a:avLst/>
            <a:gdLst>
              <a:gd name="T0" fmla="*/ 112500 w 127"/>
              <a:gd name="T1" fmla="*/ 431250 h 127"/>
              <a:gd name="T2" fmla="*/ 67500 w 127"/>
              <a:gd name="T3" fmla="*/ 431250 h 127"/>
              <a:gd name="T4" fmla="*/ 45000 w 127"/>
              <a:gd name="T5" fmla="*/ 412500 h 127"/>
              <a:gd name="T6" fmla="*/ 45000 w 127"/>
              <a:gd name="T7" fmla="*/ 367500 h 127"/>
              <a:gd name="T8" fmla="*/ 191250 w 127"/>
              <a:gd name="T9" fmla="*/ 225000 h 127"/>
              <a:gd name="T10" fmla="*/ 131250 w 127"/>
              <a:gd name="T11" fmla="*/ 240000 h 127"/>
              <a:gd name="T12" fmla="*/ 26250 w 127"/>
              <a:gd name="T13" fmla="*/ 348750 h 127"/>
              <a:gd name="T14" fmla="*/ 26250 w 127"/>
              <a:gd name="T15" fmla="*/ 431250 h 127"/>
              <a:gd name="T16" fmla="*/ 45000 w 127"/>
              <a:gd name="T17" fmla="*/ 453750 h 127"/>
              <a:gd name="T18" fmla="*/ 131250 w 127"/>
              <a:gd name="T19" fmla="*/ 453750 h 127"/>
              <a:gd name="T20" fmla="*/ 240000 w 127"/>
              <a:gd name="T21" fmla="*/ 348750 h 127"/>
              <a:gd name="T22" fmla="*/ 255000 w 127"/>
              <a:gd name="T23" fmla="*/ 288750 h 127"/>
              <a:gd name="T24" fmla="*/ 112500 w 127"/>
              <a:gd name="T25" fmla="*/ 431250 h 127"/>
              <a:gd name="T26" fmla="*/ 453750 w 127"/>
              <a:gd name="T27" fmla="*/ 45000 h 127"/>
              <a:gd name="T28" fmla="*/ 431250 w 127"/>
              <a:gd name="T29" fmla="*/ 26250 h 127"/>
              <a:gd name="T30" fmla="*/ 348750 w 127"/>
              <a:gd name="T31" fmla="*/ 26250 h 127"/>
              <a:gd name="T32" fmla="*/ 240000 w 127"/>
              <a:gd name="T33" fmla="*/ 131250 h 127"/>
              <a:gd name="T34" fmla="*/ 225000 w 127"/>
              <a:gd name="T35" fmla="*/ 191250 h 127"/>
              <a:gd name="T36" fmla="*/ 367500 w 127"/>
              <a:gd name="T37" fmla="*/ 45000 h 127"/>
              <a:gd name="T38" fmla="*/ 412500 w 127"/>
              <a:gd name="T39" fmla="*/ 45000 h 127"/>
              <a:gd name="T40" fmla="*/ 431250 w 127"/>
              <a:gd name="T41" fmla="*/ 67500 h 127"/>
              <a:gd name="T42" fmla="*/ 431250 w 127"/>
              <a:gd name="T43" fmla="*/ 112500 h 127"/>
              <a:gd name="T44" fmla="*/ 288750 w 127"/>
              <a:gd name="T45" fmla="*/ 255000 h 127"/>
              <a:gd name="T46" fmla="*/ 348750 w 127"/>
              <a:gd name="T47" fmla="*/ 240000 h 127"/>
              <a:gd name="T48" fmla="*/ 453750 w 127"/>
              <a:gd name="T49" fmla="*/ 131250 h 127"/>
              <a:gd name="T50" fmla="*/ 453750 w 127"/>
              <a:gd name="T51" fmla="*/ 45000 h 127"/>
              <a:gd name="T52" fmla="*/ 288750 w 127"/>
              <a:gd name="T53" fmla="*/ 191250 h 127"/>
              <a:gd name="T54" fmla="*/ 266250 w 127"/>
              <a:gd name="T55" fmla="*/ 191250 h 127"/>
              <a:gd name="T56" fmla="*/ 191250 w 127"/>
              <a:gd name="T57" fmla="*/ 266250 h 127"/>
              <a:gd name="T58" fmla="*/ 191250 w 127"/>
              <a:gd name="T59" fmla="*/ 288750 h 127"/>
              <a:gd name="T60" fmla="*/ 213750 w 127"/>
              <a:gd name="T61" fmla="*/ 288750 h 127"/>
              <a:gd name="T62" fmla="*/ 288750 w 127"/>
              <a:gd name="T63" fmla="*/ 213750 h 127"/>
              <a:gd name="T64" fmla="*/ 288750 w 127"/>
              <a:gd name="T65" fmla="*/ 191250 h 127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0" t="0" r="r" b="b"/>
            <a:pathLst>
              <a:path w="127" h="127">
                <a:moveTo>
                  <a:pt x="30" y="115"/>
                </a:moveTo>
                <a:cubicBezTo>
                  <a:pt x="26" y="119"/>
                  <a:pt x="21" y="119"/>
                  <a:pt x="18" y="115"/>
                </a:cubicBezTo>
                <a:cubicBezTo>
                  <a:pt x="12" y="110"/>
                  <a:pt x="12" y="110"/>
                  <a:pt x="12" y="110"/>
                </a:cubicBezTo>
                <a:cubicBezTo>
                  <a:pt x="9" y="107"/>
                  <a:pt x="9" y="101"/>
                  <a:pt x="12" y="98"/>
                </a:cubicBezTo>
                <a:cubicBezTo>
                  <a:pt x="51" y="60"/>
                  <a:pt x="51" y="60"/>
                  <a:pt x="51" y="60"/>
                </a:cubicBezTo>
                <a:cubicBezTo>
                  <a:pt x="46" y="58"/>
                  <a:pt x="40" y="60"/>
                  <a:pt x="35" y="64"/>
                </a:cubicBezTo>
                <a:cubicBezTo>
                  <a:pt x="7" y="93"/>
                  <a:pt x="7" y="93"/>
                  <a:pt x="7" y="93"/>
                </a:cubicBezTo>
                <a:cubicBezTo>
                  <a:pt x="0" y="99"/>
                  <a:pt x="0" y="109"/>
                  <a:pt x="7" y="115"/>
                </a:cubicBezTo>
                <a:cubicBezTo>
                  <a:pt x="12" y="121"/>
                  <a:pt x="12" y="121"/>
                  <a:pt x="12" y="121"/>
                </a:cubicBezTo>
                <a:cubicBezTo>
                  <a:pt x="19" y="127"/>
                  <a:pt x="29" y="127"/>
                  <a:pt x="35" y="121"/>
                </a:cubicBezTo>
                <a:cubicBezTo>
                  <a:pt x="64" y="93"/>
                  <a:pt x="64" y="93"/>
                  <a:pt x="64" y="93"/>
                </a:cubicBezTo>
                <a:cubicBezTo>
                  <a:pt x="68" y="88"/>
                  <a:pt x="69" y="82"/>
                  <a:pt x="68" y="77"/>
                </a:cubicBezTo>
                <a:lnTo>
                  <a:pt x="30" y="115"/>
                </a:lnTo>
                <a:close/>
                <a:moveTo>
                  <a:pt x="121" y="12"/>
                </a:moveTo>
                <a:cubicBezTo>
                  <a:pt x="115" y="7"/>
                  <a:pt x="115" y="7"/>
                  <a:pt x="115" y="7"/>
                </a:cubicBezTo>
                <a:cubicBezTo>
                  <a:pt x="109" y="0"/>
                  <a:pt x="99" y="0"/>
                  <a:pt x="93" y="7"/>
                </a:cubicBezTo>
                <a:cubicBezTo>
                  <a:pt x="64" y="35"/>
                  <a:pt x="64" y="35"/>
                  <a:pt x="64" y="35"/>
                </a:cubicBezTo>
                <a:cubicBezTo>
                  <a:pt x="60" y="40"/>
                  <a:pt x="58" y="46"/>
                  <a:pt x="60" y="51"/>
                </a:cubicBezTo>
                <a:cubicBezTo>
                  <a:pt x="98" y="12"/>
                  <a:pt x="98" y="12"/>
                  <a:pt x="98" y="12"/>
                </a:cubicBezTo>
                <a:cubicBezTo>
                  <a:pt x="101" y="9"/>
                  <a:pt x="107" y="9"/>
                  <a:pt x="110" y="12"/>
                </a:cubicBezTo>
                <a:cubicBezTo>
                  <a:pt x="115" y="18"/>
                  <a:pt x="115" y="18"/>
                  <a:pt x="115" y="18"/>
                </a:cubicBezTo>
                <a:cubicBezTo>
                  <a:pt x="119" y="21"/>
                  <a:pt x="119" y="26"/>
                  <a:pt x="115" y="30"/>
                </a:cubicBezTo>
                <a:cubicBezTo>
                  <a:pt x="77" y="68"/>
                  <a:pt x="77" y="68"/>
                  <a:pt x="77" y="68"/>
                </a:cubicBezTo>
                <a:cubicBezTo>
                  <a:pt x="82" y="69"/>
                  <a:pt x="88" y="68"/>
                  <a:pt x="93" y="64"/>
                </a:cubicBezTo>
                <a:cubicBezTo>
                  <a:pt x="121" y="35"/>
                  <a:pt x="121" y="35"/>
                  <a:pt x="121" y="35"/>
                </a:cubicBezTo>
                <a:cubicBezTo>
                  <a:pt x="127" y="29"/>
                  <a:pt x="127" y="19"/>
                  <a:pt x="121" y="12"/>
                </a:cubicBezTo>
                <a:close/>
                <a:moveTo>
                  <a:pt x="77" y="51"/>
                </a:moveTo>
                <a:cubicBezTo>
                  <a:pt x="75" y="50"/>
                  <a:pt x="73" y="50"/>
                  <a:pt x="71" y="51"/>
                </a:cubicBezTo>
                <a:cubicBezTo>
                  <a:pt x="51" y="71"/>
                  <a:pt x="51" y="71"/>
                  <a:pt x="51" y="71"/>
                </a:cubicBezTo>
                <a:cubicBezTo>
                  <a:pt x="49" y="73"/>
                  <a:pt x="49" y="75"/>
                  <a:pt x="51" y="77"/>
                </a:cubicBezTo>
                <a:cubicBezTo>
                  <a:pt x="53" y="78"/>
                  <a:pt x="55" y="78"/>
                  <a:pt x="57" y="77"/>
                </a:cubicBezTo>
                <a:cubicBezTo>
                  <a:pt x="77" y="57"/>
                  <a:pt x="77" y="57"/>
                  <a:pt x="77" y="57"/>
                </a:cubicBezTo>
                <a:cubicBezTo>
                  <a:pt x="78" y="55"/>
                  <a:pt x="78" y="53"/>
                  <a:pt x="77" y="51"/>
                </a:cubicBezTo>
                <a:close/>
              </a:path>
            </a:pathLst>
          </a:custGeom>
          <a:solidFill>
            <a:schemeClr val="accent3"/>
          </a:solidFill>
          <a:ln w="9525">
            <a:solidFill>
              <a:schemeClr val="accent3"/>
            </a:solidFill>
            <a:round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13" name="MH_SubTitle_4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584807" y="5273292"/>
            <a:ext cx="6319109" cy="63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OCW1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写入奇地址，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OCW2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OCW3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写入偶地址。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MH_Other_4"/>
          <p:cNvSpPr>
            <a:spLocks noEditPoints="1"/>
          </p:cNvSpPr>
          <p:nvPr>
            <p:custDataLst>
              <p:tags r:id="rId8"/>
            </p:custDataLst>
          </p:nvPr>
        </p:nvSpPr>
        <p:spPr bwMode="auto">
          <a:xfrm>
            <a:off x="1108558" y="5394298"/>
            <a:ext cx="476250" cy="476250"/>
          </a:xfrm>
          <a:custGeom>
            <a:avLst/>
            <a:gdLst>
              <a:gd name="T0" fmla="*/ 112500 w 127"/>
              <a:gd name="T1" fmla="*/ 431250 h 127"/>
              <a:gd name="T2" fmla="*/ 67500 w 127"/>
              <a:gd name="T3" fmla="*/ 431250 h 127"/>
              <a:gd name="T4" fmla="*/ 45000 w 127"/>
              <a:gd name="T5" fmla="*/ 412500 h 127"/>
              <a:gd name="T6" fmla="*/ 45000 w 127"/>
              <a:gd name="T7" fmla="*/ 367500 h 127"/>
              <a:gd name="T8" fmla="*/ 191250 w 127"/>
              <a:gd name="T9" fmla="*/ 225000 h 127"/>
              <a:gd name="T10" fmla="*/ 131250 w 127"/>
              <a:gd name="T11" fmla="*/ 240000 h 127"/>
              <a:gd name="T12" fmla="*/ 26250 w 127"/>
              <a:gd name="T13" fmla="*/ 348750 h 127"/>
              <a:gd name="T14" fmla="*/ 26250 w 127"/>
              <a:gd name="T15" fmla="*/ 431250 h 127"/>
              <a:gd name="T16" fmla="*/ 45000 w 127"/>
              <a:gd name="T17" fmla="*/ 453750 h 127"/>
              <a:gd name="T18" fmla="*/ 131250 w 127"/>
              <a:gd name="T19" fmla="*/ 453750 h 127"/>
              <a:gd name="T20" fmla="*/ 240000 w 127"/>
              <a:gd name="T21" fmla="*/ 348750 h 127"/>
              <a:gd name="T22" fmla="*/ 255000 w 127"/>
              <a:gd name="T23" fmla="*/ 288750 h 127"/>
              <a:gd name="T24" fmla="*/ 112500 w 127"/>
              <a:gd name="T25" fmla="*/ 431250 h 127"/>
              <a:gd name="T26" fmla="*/ 453750 w 127"/>
              <a:gd name="T27" fmla="*/ 45000 h 127"/>
              <a:gd name="T28" fmla="*/ 431250 w 127"/>
              <a:gd name="T29" fmla="*/ 26250 h 127"/>
              <a:gd name="T30" fmla="*/ 348750 w 127"/>
              <a:gd name="T31" fmla="*/ 26250 h 127"/>
              <a:gd name="T32" fmla="*/ 240000 w 127"/>
              <a:gd name="T33" fmla="*/ 131250 h 127"/>
              <a:gd name="T34" fmla="*/ 225000 w 127"/>
              <a:gd name="T35" fmla="*/ 191250 h 127"/>
              <a:gd name="T36" fmla="*/ 367500 w 127"/>
              <a:gd name="T37" fmla="*/ 45000 h 127"/>
              <a:gd name="T38" fmla="*/ 412500 w 127"/>
              <a:gd name="T39" fmla="*/ 45000 h 127"/>
              <a:gd name="T40" fmla="*/ 431250 w 127"/>
              <a:gd name="T41" fmla="*/ 67500 h 127"/>
              <a:gd name="T42" fmla="*/ 431250 w 127"/>
              <a:gd name="T43" fmla="*/ 112500 h 127"/>
              <a:gd name="T44" fmla="*/ 288750 w 127"/>
              <a:gd name="T45" fmla="*/ 255000 h 127"/>
              <a:gd name="T46" fmla="*/ 348750 w 127"/>
              <a:gd name="T47" fmla="*/ 240000 h 127"/>
              <a:gd name="T48" fmla="*/ 453750 w 127"/>
              <a:gd name="T49" fmla="*/ 131250 h 127"/>
              <a:gd name="T50" fmla="*/ 453750 w 127"/>
              <a:gd name="T51" fmla="*/ 45000 h 127"/>
              <a:gd name="T52" fmla="*/ 288750 w 127"/>
              <a:gd name="T53" fmla="*/ 191250 h 127"/>
              <a:gd name="T54" fmla="*/ 266250 w 127"/>
              <a:gd name="T55" fmla="*/ 191250 h 127"/>
              <a:gd name="T56" fmla="*/ 191250 w 127"/>
              <a:gd name="T57" fmla="*/ 266250 h 127"/>
              <a:gd name="T58" fmla="*/ 191250 w 127"/>
              <a:gd name="T59" fmla="*/ 288750 h 127"/>
              <a:gd name="T60" fmla="*/ 213750 w 127"/>
              <a:gd name="T61" fmla="*/ 288750 h 127"/>
              <a:gd name="T62" fmla="*/ 288750 w 127"/>
              <a:gd name="T63" fmla="*/ 213750 h 127"/>
              <a:gd name="T64" fmla="*/ 288750 w 127"/>
              <a:gd name="T65" fmla="*/ 191250 h 127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0" t="0" r="r" b="b"/>
            <a:pathLst>
              <a:path w="127" h="127">
                <a:moveTo>
                  <a:pt x="30" y="115"/>
                </a:moveTo>
                <a:cubicBezTo>
                  <a:pt x="26" y="119"/>
                  <a:pt x="21" y="119"/>
                  <a:pt x="18" y="115"/>
                </a:cubicBezTo>
                <a:cubicBezTo>
                  <a:pt x="12" y="110"/>
                  <a:pt x="12" y="110"/>
                  <a:pt x="12" y="110"/>
                </a:cubicBezTo>
                <a:cubicBezTo>
                  <a:pt x="9" y="107"/>
                  <a:pt x="9" y="101"/>
                  <a:pt x="12" y="98"/>
                </a:cubicBezTo>
                <a:cubicBezTo>
                  <a:pt x="51" y="60"/>
                  <a:pt x="51" y="60"/>
                  <a:pt x="51" y="60"/>
                </a:cubicBezTo>
                <a:cubicBezTo>
                  <a:pt x="46" y="58"/>
                  <a:pt x="40" y="60"/>
                  <a:pt x="35" y="64"/>
                </a:cubicBezTo>
                <a:cubicBezTo>
                  <a:pt x="7" y="93"/>
                  <a:pt x="7" y="93"/>
                  <a:pt x="7" y="93"/>
                </a:cubicBezTo>
                <a:cubicBezTo>
                  <a:pt x="0" y="99"/>
                  <a:pt x="0" y="109"/>
                  <a:pt x="7" y="115"/>
                </a:cubicBezTo>
                <a:cubicBezTo>
                  <a:pt x="12" y="121"/>
                  <a:pt x="12" y="121"/>
                  <a:pt x="12" y="121"/>
                </a:cubicBezTo>
                <a:cubicBezTo>
                  <a:pt x="19" y="127"/>
                  <a:pt x="29" y="127"/>
                  <a:pt x="35" y="121"/>
                </a:cubicBezTo>
                <a:cubicBezTo>
                  <a:pt x="64" y="93"/>
                  <a:pt x="64" y="93"/>
                  <a:pt x="64" y="93"/>
                </a:cubicBezTo>
                <a:cubicBezTo>
                  <a:pt x="68" y="88"/>
                  <a:pt x="69" y="82"/>
                  <a:pt x="68" y="77"/>
                </a:cubicBezTo>
                <a:lnTo>
                  <a:pt x="30" y="115"/>
                </a:lnTo>
                <a:close/>
                <a:moveTo>
                  <a:pt x="121" y="12"/>
                </a:moveTo>
                <a:cubicBezTo>
                  <a:pt x="115" y="7"/>
                  <a:pt x="115" y="7"/>
                  <a:pt x="115" y="7"/>
                </a:cubicBezTo>
                <a:cubicBezTo>
                  <a:pt x="109" y="0"/>
                  <a:pt x="99" y="0"/>
                  <a:pt x="93" y="7"/>
                </a:cubicBezTo>
                <a:cubicBezTo>
                  <a:pt x="64" y="35"/>
                  <a:pt x="64" y="35"/>
                  <a:pt x="64" y="35"/>
                </a:cubicBezTo>
                <a:cubicBezTo>
                  <a:pt x="60" y="40"/>
                  <a:pt x="58" y="46"/>
                  <a:pt x="60" y="51"/>
                </a:cubicBezTo>
                <a:cubicBezTo>
                  <a:pt x="98" y="12"/>
                  <a:pt x="98" y="12"/>
                  <a:pt x="98" y="12"/>
                </a:cubicBezTo>
                <a:cubicBezTo>
                  <a:pt x="101" y="9"/>
                  <a:pt x="107" y="9"/>
                  <a:pt x="110" y="12"/>
                </a:cubicBezTo>
                <a:cubicBezTo>
                  <a:pt x="115" y="18"/>
                  <a:pt x="115" y="18"/>
                  <a:pt x="115" y="18"/>
                </a:cubicBezTo>
                <a:cubicBezTo>
                  <a:pt x="119" y="21"/>
                  <a:pt x="119" y="26"/>
                  <a:pt x="115" y="30"/>
                </a:cubicBezTo>
                <a:cubicBezTo>
                  <a:pt x="77" y="68"/>
                  <a:pt x="77" y="68"/>
                  <a:pt x="77" y="68"/>
                </a:cubicBezTo>
                <a:cubicBezTo>
                  <a:pt x="82" y="69"/>
                  <a:pt x="88" y="68"/>
                  <a:pt x="93" y="64"/>
                </a:cubicBezTo>
                <a:cubicBezTo>
                  <a:pt x="121" y="35"/>
                  <a:pt x="121" y="35"/>
                  <a:pt x="121" y="35"/>
                </a:cubicBezTo>
                <a:cubicBezTo>
                  <a:pt x="127" y="29"/>
                  <a:pt x="127" y="19"/>
                  <a:pt x="121" y="12"/>
                </a:cubicBezTo>
                <a:close/>
                <a:moveTo>
                  <a:pt x="77" y="51"/>
                </a:moveTo>
                <a:cubicBezTo>
                  <a:pt x="75" y="50"/>
                  <a:pt x="73" y="50"/>
                  <a:pt x="71" y="51"/>
                </a:cubicBezTo>
                <a:cubicBezTo>
                  <a:pt x="51" y="71"/>
                  <a:pt x="51" y="71"/>
                  <a:pt x="51" y="71"/>
                </a:cubicBezTo>
                <a:cubicBezTo>
                  <a:pt x="49" y="73"/>
                  <a:pt x="49" y="75"/>
                  <a:pt x="51" y="77"/>
                </a:cubicBezTo>
                <a:cubicBezTo>
                  <a:pt x="53" y="78"/>
                  <a:pt x="55" y="78"/>
                  <a:pt x="57" y="77"/>
                </a:cubicBezTo>
                <a:cubicBezTo>
                  <a:pt x="77" y="57"/>
                  <a:pt x="77" y="57"/>
                  <a:pt x="77" y="57"/>
                </a:cubicBezTo>
                <a:cubicBezTo>
                  <a:pt x="78" y="55"/>
                  <a:pt x="78" y="53"/>
                  <a:pt x="77" y="51"/>
                </a:cubicBezTo>
                <a:close/>
              </a:path>
            </a:pathLst>
          </a:custGeom>
          <a:solidFill>
            <a:schemeClr val="accent4"/>
          </a:solidFill>
          <a:ln w="9525">
            <a:solidFill>
              <a:schemeClr val="accent4"/>
            </a:solidFill>
            <a:round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15" name="MH_SubTitle_1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589645" y="1850147"/>
            <a:ext cx="6314272" cy="585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对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用初始化命令字初始化后，就进入工作状态了，准备接受</a:t>
            </a:r>
            <a:r>
              <a:rPr lang="en-US" altLang="zh-CN" sz="2400" b="1" dirty="0" err="1">
                <a:latin typeface="楷体" panose="02010609060101010101" pitchFamily="49" charset="-122"/>
                <a:ea typeface="楷体" panose="02010609060101010101" pitchFamily="49" charset="-122"/>
              </a:rPr>
              <a:t>IRi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输入的中断请求信号。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9" name="ïšḻïdê"/>
          <p:cNvSpPr txBox="1"/>
          <p:nvPr/>
        </p:nvSpPr>
        <p:spPr bwMode="auto">
          <a:xfrm>
            <a:off x="-1" y="162085"/>
            <a:ext cx="828190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6.5 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可编程中断控制器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 </a:t>
            </a:r>
            <a:endParaRPr lang="zh-CN" altLang="en-US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63" name="right-arrowheads_44810"/>
          <p:cNvSpPr>
            <a:spLocks noChangeAspect="1"/>
          </p:cNvSpPr>
          <p:nvPr/>
        </p:nvSpPr>
        <p:spPr bwMode="auto">
          <a:xfrm>
            <a:off x="152015" y="929658"/>
            <a:ext cx="411251" cy="316320"/>
          </a:xfrm>
          <a:custGeom>
            <a:avLst/>
            <a:gdLst>
              <a:gd name="T0" fmla="*/ 59 w 415"/>
              <a:gd name="T1" fmla="*/ 406 h 406"/>
              <a:gd name="T2" fmla="*/ 25 w 415"/>
              <a:gd name="T3" fmla="*/ 394 h 406"/>
              <a:gd name="T4" fmla="*/ 19 w 415"/>
              <a:gd name="T5" fmla="*/ 318 h 406"/>
              <a:gd name="T6" fmla="*/ 114 w 415"/>
              <a:gd name="T7" fmla="*/ 206 h 406"/>
              <a:gd name="T8" fmla="*/ 19 w 415"/>
              <a:gd name="T9" fmla="*/ 94 h 406"/>
              <a:gd name="T10" fmla="*/ 25 w 415"/>
              <a:gd name="T11" fmla="*/ 19 h 406"/>
              <a:gd name="T12" fmla="*/ 100 w 415"/>
              <a:gd name="T13" fmla="*/ 25 h 406"/>
              <a:gd name="T14" fmla="*/ 225 w 415"/>
              <a:gd name="T15" fmla="*/ 172 h 406"/>
              <a:gd name="T16" fmla="*/ 225 w 415"/>
              <a:gd name="T17" fmla="*/ 241 h 406"/>
              <a:gd name="T18" fmla="*/ 100 w 415"/>
              <a:gd name="T19" fmla="*/ 388 h 406"/>
              <a:gd name="T20" fmla="*/ 59 w 415"/>
              <a:gd name="T21" fmla="*/ 406 h 406"/>
              <a:gd name="T22" fmla="*/ 273 w 415"/>
              <a:gd name="T23" fmla="*/ 388 h 406"/>
              <a:gd name="T24" fmla="*/ 398 w 415"/>
              <a:gd name="T25" fmla="*/ 241 h 406"/>
              <a:gd name="T26" fmla="*/ 398 w 415"/>
              <a:gd name="T27" fmla="*/ 172 h 406"/>
              <a:gd name="T28" fmla="*/ 273 w 415"/>
              <a:gd name="T29" fmla="*/ 25 h 406"/>
              <a:gd name="T30" fmla="*/ 198 w 415"/>
              <a:gd name="T31" fmla="*/ 19 h 406"/>
              <a:gd name="T32" fmla="*/ 192 w 415"/>
              <a:gd name="T33" fmla="*/ 94 h 406"/>
              <a:gd name="T34" fmla="*/ 287 w 415"/>
              <a:gd name="T35" fmla="*/ 206 h 406"/>
              <a:gd name="T36" fmla="*/ 192 w 415"/>
              <a:gd name="T37" fmla="*/ 318 h 406"/>
              <a:gd name="T38" fmla="*/ 198 w 415"/>
              <a:gd name="T39" fmla="*/ 394 h 406"/>
              <a:gd name="T40" fmla="*/ 232 w 415"/>
              <a:gd name="T41" fmla="*/ 406 h 406"/>
              <a:gd name="T42" fmla="*/ 273 w 415"/>
              <a:gd name="T43" fmla="*/ 388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5" h="406">
                <a:moveTo>
                  <a:pt x="59" y="406"/>
                </a:moveTo>
                <a:cubicBezTo>
                  <a:pt x="47" y="406"/>
                  <a:pt x="35" y="402"/>
                  <a:pt x="25" y="394"/>
                </a:cubicBezTo>
                <a:cubicBezTo>
                  <a:pt x="2" y="375"/>
                  <a:pt x="0" y="341"/>
                  <a:pt x="19" y="318"/>
                </a:cubicBezTo>
                <a:lnTo>
                  <a:pt x="114" y="206"/>
                </a:lnTo>
                <a:lnTo>
                  <a:pt x="19" y="94"/>
                </a:lnTo>
                <a:cubicBezTo>
                  <a:pt x="0" y="71"/>
                  <a:pt x="2" y="38"/>
                  <a:pt x="25" y="19"/>
                </a:cubicBezTo>
                <a:cubicBezTo>
                  <a:pt x="47" y="0"/>
                  <a:pt x="81" y="2"/>
                  <a:pt x="100" y="25"/>
                </a:cubicBezTo>
                <a:lnTo>
                  <a:pt x="225" y="172"/>
                </a:lnTo>
                <a:cubicBezTo>
                  <a:pt x="242" y="192"/>
                  <a:pt x="242" y="221"/>
                  <a:pt x="225" y="241"/>
                </a:cubicBezTo>
                <a:lnTo>
                  <a:pt x="100" y="388"/>
                </a:lnTo>
                <a:cubicBezTo>
                  <a:pt x="89" y="400"/>
                  <a:pt x="74" y="406"/>
                  <a:pt x="59" y="406"/>
                </a:cubicBezTo>
                <a:close/>
                <a:moveTo>
                  <a:pt x="273" y="388"/>
                </a:moveTo>
                <a:lnTo>
                  <a:pt x="398" y="241"/>
                </a:lnTo>
                <a:cubicBezTo>
                  <a:pt x="415" y="221"/>
                  <a:pt x="415" y="192"/>
                  <a:pt x="398" y="172"/>
                </a:cubicBezTo>
                <a:lnTo>
                  <a:pt x="273" y="25"/>
                </a:lnTo>
                <a:cubicBezTo>
                  <a:pt x="254" y="2"/>
                  <a:pt x="220" y="0"/>
                  <a:pt x="198" y="19"/>
                </a:cubicBezTo>
                <a:cubicBezTo>
                  <a:pt x="175" y="38"/>
                  <a:pt x="173" y="71"/>
                  <a:pt x="192" y="94"/>
                </a:cubicBezTo>
                <a:lnTo>
                  <a:pt x="287" y="206"/>
                </a:lnTo>
                <a:lnTo>
                  <a:pt x="192" y="318"/>
                </a:lnTo>
                <a:cubicBezTo>
                  <a:pt x="173" y="341"/>
                  <a:pt x="175" y="375"/>
                  <a:pt x="198" y="394"/>
                </a:cubicBezTo>
                <a:cubicBezTo>
                  <a:pt x="208" y="402"/>
                  <a:pt x="220" y="406"/>
                  <a:pt x="232" y="406"/>
                </a:cubicBezTo>
                <a:cubicBezTo>
                  <a:pt x="247" y="406"/>
                  <a:pt x="262" y="400"/>
                  <a:pt x="273" y="3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4" name="矩形 63"/>
          <p:cNvSpPr/>
          <p:nvPr/>
        </p:nvSpPr>
        <p:spPr>
          <a:xfrm>
            <a:off x="584781" y="858016"/>
            <a:ext cx="7429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操作命令字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OCW1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8" name="图片 3891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05"/>
          <a:stretch>
            <a:fillRect/>
          </a:stretch>
        </p:blipFill>
        <p:spPr bwMode="auto">
          <a:xfrm>
            <a:off x="251520" y="1560286"/>
            <a:ext cx="8733298" cy="4388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本框 8"/>
          <p:cNvSpPr txBox="1"/>
          <p:nvPr/>
        </p:nvSpPr>
        <p:spPr>
          <a:xfrm>
            <a:off x="440099" y="6189885"/>
            <a:ext cx="8280920" cy="461665"/>
          </a:xfrm>
          <a:prstGeom prst="rect">
            <a:avLst/>
          </a:prstGeom>
          <a:noFill/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defTabSz="914400" fontAlgn="base">
              <a:spcBef>
                <a:spcPct val="0"/>
              </a:spcBef>
              <a:spcAft>
                <a:spcPct val="0"/>
              </a:spcAft>
              <a:defRPr sz="2400" b="1" ker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/>
            <a:r>
              <a:rPr lang="en-US" altLang="zh-CN" dirty="0">
                <a:solidFill>
                  <a:srgbClr val="FF0000"/>
                </a:solidFill>
              </a:rPr>
              <a:t>8259A</a:t>
            </a:r>
            <a:r>
              <a:rPr lang="zh-CN" altLang="en-US" dirty="0">
                <a:solidFill>
                  <a:srgbClr val="FF0000"/>
                </a:solidFill>
              </a:rPr>
              <a:t>初始化后缺省的状态是全部屏蔽位</a:t>
            </a:r>
            <a:r>
              <a:rPr lang="en-US" altLang="zh-CN" dirty="0">
                <a:solidFill>
                  <a:srgbClr val="FF0000"/>
                </a:solidFill>
              </a:rPr>
              <a:t>=0(</a:t>
            </a:r>
            <a:r>
              <a:rPr lang="zh-CN" altLang="en-US" dirty="0">
                <a:solidFill>
                  <a:srgbClr val="FF0000"/>
                </a:solidFill>
              </a:rPr>
              <a:t>允许中断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9" name="ïšḻïdê"/>
          <p:cNvSpPr txBox="1"/>
          <p:nvPr/>
        </p:nvSpPr>
        <p:spPr bwMode="auto">
          <a:xfrm>
            <a:off x="-1" y="162085"/>
            <a:ext cx="828190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6.5 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可编程中断控制器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 </a:t>
            </a:r>
            <a:endParaRPr lang="zh-CN" altLang="en-US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63" name="right-arrowheads_44810"/>
          <p:cNvSpPr>
            <a:spLocks noChangeAspect="1"/>
          </p:cNvSpPr>
          <p:nvPr/>
        </p:nvSpPr>
        <p:spPr bwMode="auto">
          <a:xfrm>
            <a:off x="152015" y="929658"/>
            <a:ext cx="411251" cy="316320"/>
          </a:xfrm>
          <a:custGeom>
            <a:avLst/>
            <a:gdLst>
              <a:gd name="T0" fmla="*/ 59 w 415"/>
              <a:gd name="T1" fmla="*/ 406 h 406"/>
              <a:gd name="T2" fmla="*/ 25 w 415"/>
              <a:gd name="T3" fmla="*/ 394 h 406"/>
              <a:gd name="T4" fmla="*/ 19 w 415"/>
              <a:gd name="T5" fmla="*/ 318 h 406"/>
              <a:gd name="T6" fmla="*/ 114 w 415"/>
              <a:gd name="T7" fmla="*/ 206 h 406"/>
              <a:gd name="T8" fmla="*/ 19 w 415"/>
              <a:gd name="T9" fmla="*/ 94 h 406"/>
              <a:gd name="T10" fmla="*/ 25 w 415"/>
              <a:gd name="T11" fmla="*/ 19 h 406"/>
              <a:gd name="T12" fmla="*/ 100 w 415"/>
              <a:gd name="T13" fmla="*/ 25 h 406"/>
              <a:gd name="T14" fmla="*/ 225 w 415"/>
              <a:gd name="T15" fmla="*/ 172 h 406"/>
              <a:gd name="T16" fmla="*/ 225 w 415"/>
              <a:gd name="T17" fmla="*/ 241 h 406"/>
              <a:gd name="T18" fmla="*/ 100 w 415"/>
              <a:gd name="T19" fmla="*/ 388 h 406"/>
              <a:gd name="T20" fmla="*/ 59 w 415"/>
              <a:gd name="T21" fmla="*/ 406 h 406"/>
              <a:gd name="T22" fmla="*/ 273 w 415"/>
              <a:gd name="T23" fmla="*/ 388 h 406"/>
              <a:gd name="T24" fmla="*/ 398 w 415"/>
              <a:gd name="T25" fmla="*/ 241 h 406"/>
              <a:gd name="T26" fmla="*/ 398 w 415"/>
              <a:gd name="T27" fmla="*/ 172 h 406"/>
              <a:gd name="T28" fmla="*/ 273 w 415"/>
              <a:gd name="T29" fmla="*/ 25 h 406"/>
              <a:gd name="T30" fmla="*/ 198 w 415"/>
              <a:gd name="T31" fmla="*/ 19 h 406"/>
              <a:gd name="T32" fmla="*/ 192 w 415"/>
              <a:gd name="T33" fmla="*/ 94 h 406"/>
              <a:gd name="T34" fmla="*/ 287 w 415"/>
              <a:gd name="T35" fmla="*/ 206 h 406"/>
              <a:gd name="T36" fmla="*/ 192 w 415"/>
              <a:gd name="T37" fmla="*/ 318 h 406"/>
              <a:gd name="T38" fmla="*/ 198 w 415"/>
              <a:gd name="T39" fmla="*/ 394 h 406"/>
              <a:gd name="T40" fmla="*/ 232 w 415"/>
              <a:gd name="T41" fmla="*/ 406 h 406"/>
              <a:gd name="T42" fmla="*/ 273 w 415"/>
              <a:gd name="T43" fmla="*/ 388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5" h="406">
                <a:moveTo>
                  <a:pt x="59" y="406"/>
                </a:moveTo>
                <a:cubicBezTo>
                  <a:pt x="47" y="406"/>
                  <a:pt x="35" y="402"/>
                  <a:pt x="25" y="394"/>
                </a:cubicBezTo>
                <a:cubicBezTo>
                  <a:pt x="2" y="375"/>
                  <a:pt x="0" y="341"/>
                  <a:pt x="19" y="318"/>
                </a:cubicBezTo>
                <a:lnTo>
                  <a:pt x="114" y="206"/>
                </a:lnTo>
                <a:lnTo>
                  <a:pt x="19" y="94"/>
                </a:lnTo>
                <a:cubicBezTo>
                  <a:pt x="0" y="71"/>
                  <a:pt x="2" y="38"/>
                  <a:pt x="25" y="19"/>
                </a:cubicBezTo>
                <a:cubicBezTo>
                  <a:pt x="47" y="0"/>
                  <a:pt x="81" y="2"/>
                  <a:pt x="100" y="25"/>
                </a:cubicBezTo>
                <a:lnTo>
                  <a:pt x="225" y="172"/>
                </a:lnTo>
                <a:cubicBezTo>
                  <a:pt x="242" y="192"/>
                  <a:pt x="242" y="221"/>
                  <a:pt x="225" y="241"/>
                </a:cubicBezTo>
                <a:lnTo>
                  <a:pt x="100" y="388"/>
                </a:lnTo>
                <a:cubicBezTo>
                  <a:pt x="89" y="400"/>
                  <a:pt x="74" y="406"/>
                  <a:pt x="59" y="406"/>
                </a:cubicBezTo>
                <a:close/>
                <a:moveTo>
                  <a:pt x="273" y="388"/>
                </a:moveTo>
                <a:lnTo>
                  <a:pt x="398" y="241"/>
                </a:lnTo>
                <a:cubicBezTo>
                  <a:pt x="415" y="221"/>
                  <a:pt x="415" y="192"/>
                  <a:pt x="398" y="172"/>
                </a:cubicBezTo>
                <a:lnTo>
                  <a:pt x="273" y="25"/>
                </a:lnTo>
                <a:cubicBezTo>
                  <a:pt x="254" y="2"/>
                  <a:pt x="220" y="0"/>
                  <a:pt x="198" y="19"/>
                </a:cubicBezTo>
                <a:cubicBezTo>
                  <a:pt x="175" y="38"/>
                  <a:pt x="173" y="71"/>
                  <a:pt x="192" y="94"/>
                </a:cubicBezTo>
                <a:lnTo>
                  <a:pt x="287" y="206"/>
                </a:lnTo>
                <a:lnTo>
                  <a:pt x="192" y="318"/>
                </a:lnTo>
                <a:cubicBezTo>
                  <a:pt x="173" y="341"/>
                  <a:pt x="175" y="375"/>
                  <a:pt x="198" y="394"/>
                </a:cubicBezTo>
                <a:cubicBezTo>
                  <a:pt x="208" y="402"/>
                  <a:pt x="220" y="406"/>
                  <a:pt x="232" y="406"/>
                </a:cubicBezTo>
                <a:cubicBezTo>
                  <a:pt x="247" y="406"/>
                  <a:pt x="262" y="400"/>
                  <a:pt x="273" y="3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4" name="矩形 63"/>
          <p:cNvSpPr/>
          <p:nvPr/>
        </p:nvSpPr>
        <p:spPr>
          <a:xfrm>
            <a:off x="584781" y="858016"/>
            <a:ext cx="7429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操作命令字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OCW1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MH_Other_1"/>
          <p:cNvSpPr/>
          <p:nvPr>
            <p:custDataLst>
              <p:tags r:id="rId2"/>
            </p:custDataLst>
          </p:nvPr>
        </p:nvSpPr>
        <p:spPr>
          <a:xfrm>
            <a:off x="1873250" y="1830388"/>
            <a:ext cx="3889375" cy="3192462"/>
          </a:xfrm>
          <a:custGeom>
            <a:avLst/>
            <a:gdLst>
              <a:gd name="connsiteX0" fmla="*/ 0 w 3718560"/>
              <a:gd name="connsiteY0" fmla="*/ 0 h 3518262"/>
              <a:gd name="connsiteX1" fmla="*/ 0 w 3718560"/>
              <a:gd name="connsiteY1" fmla="*/ 3509554 h 3518262"/>
              <a:gd name="connsiteX2" fmla="*/ 3718560 w 3718560"/>
              <a:gd name="connsiteY2" fmla="*/ 3518262 h 3518262"/>
              <a:gd name="connsiteX3" fmla="*/ 3718560 w 3718560"/>
              <a:gd name="connsiteY3" fmla="*/ 3518262 h 3518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18560" h="3518262">
                <a:moveTo>
                  <a:pt x="0" y="0"/>
                </a:moveTo>
                <a:lnTo>
                  <a:pt x="0" y="3509554"/>
                </a:lnTo>
                <a:lnTo>
                  <a:pt x="3718560" y="3518262"/>
                </a:lnTo>
                <a:lnTo>
                  <a:pt x="3718560" y="3518262"/>
                </a:lnTo>
              </a:path>
            </a:pathLst>
          </a:custGeom>
          <a:noFill/>
          <a:ln w="762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rgbClr val="FFFFFF"/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" name="MH_Desc_1"/>
          <p:cNvSpPr/>
          <p:nvPr>
            <p:custDataLst>
              <p:tags r:id="rId3"/>
            </p:custDataLst>
          </p:nvPr>
        </p:nvSpPr>
        <p:spPr>
          <a:xfrm>
            <a:off x="1636713" y="2117725"/>
            <a:ext cx="5464175" cy="3911600"/>
          </a:xfrm>
          <a:custGeom>
            <a:avLst/>
            <a:gdLst>
              <a:gd name="connsiteX0" fmla="*/ 5320937 w 5320937"/>
              <a:gd name="connsiteY0" fmla="*/ 1837508 h 4188823"/>
              <a:gd name="connsiteX1" fmla="*/ 5320937 w 5320937"/>
              <a:gd name="connsiteY1" fmla="*/ 0 h 4188823"/>
              <a:gd name="connsiteX2" fmla="*/ 0 w 5320937"/>
              <a:gd name="connsiteY2" fmla="*/ 0 h 4188823"/>
              <a:gd name="connsiteX3" fmla="*/ 0 w 5320937"/>
              <a:gd name="connsiteY3" fmla="*/ 3405051 h 4188823"/>
              <a:gd name="connsiteX4" fmla="*/ 2717075 w 5320937"/>
              <a:gd name="connsiteY4" fmla="*/ 3405051 h 4188823"/>
              <a:gd name="connsiteX5" fmla="*/ 3500847 w 5320937"/>
              <a:gd name="connsiteY5" fmla="*/ 4188823 h 4188823"/>
              <a:gd name="connsiteX6" fmla="*/ 3518263 w 5320937"/>
              <a:gd name="connsiteY6" fmla="*/ 4188823 h 4188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20937" h="4188823">
                <a:moveTo>
                  <a:pt x="5320937" y="1837508"/>
                </a:moveTo>
                <a:lnTo>
                  <a:pt x="5320937" y="0"/>
                </a:lnTo>
                <a:lnTo>
                  <a:pt x="0" y="0"/>
                </a:lnTo>
                <a:lnTo>
                  <a:pt x="0" y="3405051"/>
                </a:lnTo>
                <a:lnTo>
                  <a:pt x="2717075" y="3405051"/>
                </a:lnTo>
                <a:lnTo>
                  <a:pt x="3500847" y="4188823"/>
                </a:lnTo>
                <a:lnTo>
                  <a:pt x="3518263" y="4188823"/>
                </a:lnTo>
              </a:path>
            </a:pathLst>
          </a:custGeom>
          <a:noFill/>
          <a:ln w="762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lIns="612000" tIns="216000" rIns="324000" bIns="1584000">
            <a:noAutofit/>
          </a:bodyPr>
          <a:lstStyle/>
          <a:p>
            <a:pPr algn="just">
              <a:defRPr/>
            </a:pPr>
            <a:r>
              <a:rPr lang="en-US" altLang="zh-CN" sz="24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lang="zh-CN" altLang="en-US" sz="24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sz="24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】</a:t>
            </a:r>
            <a:r>
              <a:rPr lang="zh-CN" altLang="en-US" sz="24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若要屏蔽</a:t>
            </a:r>
            <a:r>
              <a:rPr lang="en-US" altLang="zh-CN" sz="24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IR5</a:t>
            </a:r>
            <a:r>
              <a:rPr lang="zh-CN" altLang="en-US" sz="24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4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IR4</a:t>
            </a:r>
            <a:r>
              <a:rPr lang="zh-CN" altLang="en-US" sz="24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4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IR1</a:t>
            </a:r>
            <a:r>
              <a:rPr lang="zh-CN" altLang="en-US" sz="24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引脚上的中断，而让其余的中断得到允许。试确定其中断屏蔽操作命令字。</a:t>
            </a:r>
            <a:endParaRPr lang="zh-CN" altLang="en-US" sz="2400" b="1" kern="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>
              <a:defRPr/>
            </a:pPr>
            <a:r>
              <a:rPr lang="zh-CN" altLang="en-US" sz="24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          </a:t>
            </a:r>
            <a:endParaRPr lang="zh-CN" altLang="en-US" sz="2400" b="1" kern="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>
              <a:defRPr/>
            </a:pPr>
            <a:r>
              <a:rPr lang="en-US" altLang="zh-CN" sz="24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OCW1</a:t>
            </a:r>
            <a:r>
              <a:rPr lang="zh-CN" altLang="en-US" sz="24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为：</a:t>
            </a:r>
            <a:r>
              <a:rPr lang="en-US" altLang="zh-CN" sz="24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00110010  32H</a:t>
            </a:r>
            <a:r>
              <a:rPr lang="zh-CN" altLang="en-US" sz="24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。 </a:t>
            </a:r>
            <a:endParaRPr lang="zh-CN" altLang="en-US" sz="2400" b="1" kern="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MH_Other_2"/>
          <p:cNvSpPr/>
          <p:nvPr>
            <p:custDataLst>
              <p:tags r:id="rId4"/>
            </p:custDataLst>
          </p:nvPr>
        </p:nvSpPr>
        <p:spPr bwMode="auto">
          <a:xfrm>
            <a:off x="5216525" y="3722688"/>
            <a:ext cx="2281238" cy="2357437"/>
          </a:xfrm>
          <a:custGeom>
            <a:avLst/>
            <a:gdLst>
              <a:gd name="T0" fmla="*/ 311438 w 1909763"/>
              <a:gd name="T1" fmla="*/ 1234671 h 1912938"/>
              <a:gd name="T2" fmla="*/ 423998 w 1909763"/>
              <a:gd name="T3" fmla="*/ 1256142 h 1912938"/>
              <a:gd name="T4" fmla="*/ 469528 w 1909763"/>
              <a:gd name="T5" fmla="*/ 1335710 h 1912938"/>
              <a:gd name="T6" fmla="*/ 530235 w 1909763"/>
              <a:gd name="T7" fmla="*/ 1396649 h 1912938"/>
              <a:gd name="T8" fmla="*/ 631728 w 1909763"/>
              <a:gd name="T9" fmla="*/ 1456326 h 1912938"/>
              <a:gd name="T10" fmla="*/ 647854 w 1909763"/>
              <a:gd name="T11" fmla="*/ 1533683 h 1912938"/>
              <a:gd name="T12" fmla="*/ 0 w 1909763"/>
              <a:gd name="T13" fmla="*/ 1905000 h 1912938"/>
              <a:gd name="T14" fmla="*/ 990076 w 1909763"/>
              <a:gd name="T15" fmla="*/ 547002 h 1912938"/>
              <a:gd name="T16" fmla="*/ 1084268 w 1909763"/>
              <a:gd name="T17" fmla="*/ 595709 h 1912938"/>
              <a:gd name="T18" fmla="*/ 1176565 w 1909763"/>
              <a:gd name="T19" fmla="*/ 667504 h 1912938"/>
              <a:gd name="T20" fmla="*/ 1294781 w 1909763"/>
              <a:gd name="T21" fmla="*/ 800657 h 1912938"/>
              <a:gd name="T22" fmla="*/ 1351992 w 1909763"/>
              <a:gd name="T23" fmla="*/ 906610 h 1912938"/>
              <a:gd name="T24" fmla="*/ 1367480 w 1909763"/>
              <a:gd name="T25" fmla="*/ 971447 h 1912938"/>
              <a:gd name="T26" fmla="*/ 741633 w 1909763"/>
              <a:gd name="T27" fmla="*/ 1521772 h 1912938"/>
              <a:gd name="T28" fmla="*/ 719507 w 1909763"/>
              <a:gd name="T29" fmla="*/ 1441437 h 1912938"/>
              <a:gd name="T30" fmla="*/ 689163 w 1909763"/>
              <a:gd name="T31" fmla="*/ 1362684 h 1912938"/>
              <a:gd name="T32" fmla="*/ 605717 w 1909763"/>
              <a:gd name="T33" fmla="*/ 1309233 h 1912938"/>
              <a:gd name="T34" fmla="*/ 554511 w 1909763"/>
              <a:gd name="T35" fmla="*/ 1257047 h 1912938"/>
              <a:gd name="T36" fmla="*/ 495403 w 1909763"/>
              <a:gd name="T37" fmla="*/ 1173233 h 1912938"/>
              <a:gd name="T38" fmla="*/ 414485 w 1909763"/>
              <a:gd name="T39" fmla="*/ 1167223 h 1912938"/>
              <a:gd name="T40" fmla="*/ 334200 w 1909763"/>
              <a:gd name="T41" fmla="*/ 1137810 h 1912938"/>
              <a:gd name="T42" fmla="*/ 1102115 w 1909763"/>
              <a:gd name="T43" fmla="*/ 389221 h 1912938"/>
              <a:gd name="T44" fmla="*/ 1182317 w 1909763"/>
              <a:gd name="T45" fmla="*/ 412935 h 1912938"/>
              <a:gd name="T46" fmla="*/ 1278052 w 1909763"/>
              <a:gd name="T47" fmla="*/ 467951 h 1912938"/>
              <a:gd name="T48" fmla="*/ 1390271 w 1909763"/>
              <a:gd name="T49" fmla="*/ 569762 h 1912938"/>
              <a:gd name="T50" fmla="*/ 1465401 w 1909763"/>
              <a:gd name="T51" fmla="*/ 674102 h 1912938"/>
              <a:gd name="T52" fmla="*/ 1496150 w 1909763"/>
              <a:gd name="T53" fmla="*/ 753148 h 1912938"/>
              <a:gd name="T54" fmla="*/ 1438773 w 1909763"/>
              <a:gd name="T55" fmla="*/ 874245 h 1912938"/>
              <a:gd name="T56" fmla="*/ 1394075 w 1909763"/>
              <a:gd name="T57" fmla="*/ 754728 h 1912938"/>
              <a:gd name="T58" fmla="*/ 1286611 w 1909763"/>
              <a:gd name="T59" fmla="*/ 617822 h 1912938"/>
              <a:gd name="T60" fmla="*/ 1182317 w 1909763"/>
              <a:gd name="T61" fmla="*/ 530239 h 1912938"/>
              <a:gd name="T62" fmla="*/ 1095458 w 1909763"/>
              <a:gd name="T63" fmla="*/ 479966 h 1912938"/>
              <a:gd name="T64" fmla="*/ 1079925 w 1909763"/>
              <a:gd name="T65" fmla="*/ 387324 h 1912938"/>
              <a:gd name="T66" fmla="*/ 1274840 w 1909763"/>
              <a:gd name="T67" fmla="*/ 248813 h 1912938"/>
              <a:gd name="T68" fmla="*/ 1361157 w 1909763"/>
              <a:gd name="T69" fmla="*/ 287000 h 1912938"/>
              <a:gd name="T70" fmla="*/ 1471820 w 1909763"/>
              <a:gd name="T71" fmla="*/ 367792 h 1912938"/>
              <a:gd name="T72" fmla="*/ 1577108 w 1909763"/>
              <a:gd name="T73" fmla="*/ 484246 h 1912938"/>
              <a:gd name="T74" fmla="*/ 1629910 w 1909763"/>
              <a:gd name="T75" fmla="*/ 580818 h 1912938"/>
              <a:gd name="T76" fmla="*/ 1646668 w 1909763"/>
              <a:gd name="T77" fmla="*/ 647723 h 1912938"/>
              <a:gd name="T78" fmla="*/ 1571733 w 1909763"/>
              <a:gd name="T79" fmla="*/ 701374 h 1912938"/>
              <a:gd name="T80" fmla="*/ 1500908 w 1909763"/>
              <a:gd name="T81" fmla="*/ 566932 h 1912938"/>
              <a:gd name="T82" fmla="*/ 1381077 w 1909763"/>
              <a:gd name="T83" fmla="*/ 437539 h 1912938"/>
              <a:gd name="T84" fmla="*/ 1277685 w 1909763"/>
              <a:gd name="T85" fmla="*/ 362111 h 1912938"/>
              <a:gd name="T86" fmla="*/ 1174610 w 1909763"/>
              <a:gd name="T87" fmla="*/ 313195 h 1912938"/>
              <a:gd name="T88" fmla="*/ 1571880 w 1909763"/>
              <a:gd name="T89" fmla="*/ 0 h 1912938"/>
              <a:gd name="T90" fmla="*/ 1674374 w 1909763"/>
              <a:gd name="T91" fmla="*/ 27868 h 1912938"/>
              <a:gd name="T92" fmla="*/ 1797116 w 1909763"/>
              <a:gd name="T93" fmla="*/ 110838 h 1912938"/>
              <a:gd name="T94" fmla="*/ 1880946 w 1909763"/>
              <a:gd name="T95" fmla="*/ 216927 h 1912938"/>
              <a:gd name="T96" fmla="*/ 1901825 w 1909763"/>
              <a:gd name="T97" fmla="*/ 315415 h 1912938"/>
              <a:gd name="T98" fmla="*/ 1879681 w 1909763"/>
              <a:gd name="T99" fmla="*/ 399018 h 1912938"/>
              <a:gd name="T100" fmla="*/ 1834128 w 1909763"/>
              <a:gd name="T101" fmla="*/ 461405 h 1912938"/>
              <a:gd name="T102" fmla="*/ 1716764 w 1909763"/>
              <a:gd name="T103" fmla="*/ 551026 h 1912938"/>
              <a:gd name="T104" fmla="*/ 1686079 w 1909763"/>
              <a:gd name="T105" fmla="*/ 466156 h 1912938"/>
              <a:gd name="T106" fmla="*/ 1635148 w 1909763"/>
              <a:gd name="T107" fmla="*/ 386034 h 1912938"/>
              <a:gd name="T108" fmla="*/ 1552899 w 1909763"/>
              <a:gd name="T109" fmla="*/ 297997 h 1912938"/>
              <a:gd name="T110" fmla="*/ 1465272 w 1909763"/>
              <a:gd name="T111" fmla="*/ 231811 h 1912938"/>
              <a:gd name="T112" fmla="*/ 1387135 w 1909763"/>
              <a:gd name="T113" fmla="*/ 193176 h 1912938"/>
              <a:gd name="T114" fmla="*/ 1324816 w 1909763"/>
              <a:gd name="T115" fmla="*/ 138389 h 1912938"/>
              <a:gd name="T116" fmla="*/ 1449455 w 1909763"/>
              <a:gd name="T117" fmla="*/ 33885 h 1912938"/>
              <a:gd name="T118" fmla="*/ 1518102 w 1909763"/>
              <a:gd name="T119" fmla="*/ 4750 h 1912938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1909763" h="1912938">
                <a:moveTo>
                  <a:pt x="275590" y="1223963"/>
                </a:moveTo>
                <a:lnTo>
                  <a:pt x="276860" y="1225231"/>
                </a:lnTo>
                <a:lnTo>
                  <a:pt x="281623" y="1228085"/>
                </a:lnTo>
                <a:lnTo>
                  <a:pt x="285433" y="1229987"/>
                </a:lnTo>
                <a:lnTo>
                  <a:pt x="290513" y="1232207"/>
                </a:lnTo>
                <a:lnTo>
                  <a:pt x="296545" y="1235060"/>
                </a:lnTo>
                <a:lnTo>
                  <a:pt x="304165" y="1237280"/>
                </a:lnTo>
                <a:lnTo>
                  <a:pt x="312738" y="1239816"/>
                </a:lnTo>
                <a:lnTo>
                  <a:pt x="323215" y="1242036"/>
                </a:lnTo>
                <a:lnTo>
                  <a:pt x="335280" y="1244255"/>
                </a:lnTo>
                <a:lnTo>
                  <a:pt x="348933" y="1246157"/>
                </a:lnTo>
                <a:lnTo>
                  <a:pt x="364173" y="1248060"/>
                </a:lnTo>
                <a:lnTo>
                  <a:pt x="381318" y="1249328"/>
                </a:lnTo>
                <a:lnTo>
                  <a:pt x="400368" y="1249962"/>
                </a:lnTo>
                <a:lnTo>
                  <a:pt x="421958" y="1250279"/>
                </a:lnTo>
                <a:lnTo>
                  <a:pt x="425768" y="1261376"/>
                </a:lnTo>
                <a:lnTo>
                  <a:pt x="430213" y="1272474"/>
                </a:lnTo>
                <a:lnTo>
                  <a:pt x="434658" y="1282937"/>
                </a:lnTo>
                <a:lnTo>
                  <a:pt x="440055" y="1293083"/>
                </a:lnTo>
                <a:lnTo>
                  <a:pt x="445453" y="1303229"/>
                </a:lnTo>
                <a:lnTo>
                  <a:pt x="451485" y="1313375"/>
                </a:lnTo>
                <a:lnTo>
                  <a:pt x="457835" y="1322886"/>
                </a:lnTo>
                <a:lnTo>
                  <a:pt x="464185" y="1332081"/>
                </a:lnTo>
                <a:lnTo>
                  <a:pt x="471488" y="1341276"/>
                </a:lnTo>
                <a:lnTo>
                  <a:pt x="478473" y="1349837"/>
                </a:lnTo>
                <a:lnTo>
                  <a:pt x="485775" y="1358080"/>
                </a:lnTo>
                <a:lnTo>
                  <a:pt x="493395" y="1366324"/>
                </a:lnTo>
                <a:lnTo>
                  <a:pt x="500698" y="1374250"/>
                </a:lnTo>
                <a:lnTo>
                  <a:pt x="508635" y="1381860"/>
                </a:lnTo>
                <a:lnTo>
                  <a:pt x="516573" y="1388835"/>
                </a:lnTo>
                <a:lnTo>
                  <a:pt x="524510" y="1395493"/>
                </a:lnTo>
                <a:lnTo>
                  <a:pt x="532448" y="1402469"/>
                </a:lnTo>
                <a:lnTo>
                  <a:pt x="540385" y="1408810"/>
                </a:lnTo>
                <a:lnTo>
                  <a:pt x="555943" y="1420541"/>
                </a:lnTo>
                <a:lnTo>
                  <a:pt x="571500" y="1430687"/>
                </a:lnTo>
                <a:lnTo>
                  <a:pt x="586105" y="1439565"/>
                </a:lnTo>
                <a:lnTo>
                  <a:pt x="600075" y="1447492"/>
                </a:lnTo>
                <a:lnTo>
                  <a:pt x="612775" y="1453833"/>
                </a:lnTo>
                <a:lnTo>
                  <a:pt x="624523" y="1458589"/>
                </a:lnTo>
                <a:lnTo>
                  <a:pt x="634365" y="1462394"/>
                </a:lnTo>
                <a:lnTo>
                  <a:pt x="634365" y="1467784"/>
                </a:lnTo>
                <a:lnTo>
                  <a:pt x="634683" y="1473808"/>
                </a:lnTo>
                <a:lnTo>
                  <a:pt x="635318" y="1479832"/>
                </a:lnTo>
                <a:lnTo>
                  <a:pt x="636270" y="1486173"/>
                </a:lnTo>
                <a:lnTo>
                  <a:pt x="638810" y="1499173"/>
                </a:lnTo>
                <a:lnTo>
                  <a:pt x="641668" y="1512489"/>
                </a:lnTo>
                <a:lnTo>
                  <a:pt x="645795" y="1526440"/>
                </a:lnTo>
                <a:lnTo>
                  <a:pt x="650558" y="1540074"/>
                </a:lnTo>
                <a:lnTo>
                  <a:pt x="655321" y="1553707"/>
                </a:lnTo>
                <a:lnTo>
                  <a:pt x="660083" y="1566707"/>
                </a:lnTo>
                <a:lnTo>
                  <a:pt x="665481" y="1579389"/>
                </a:lnTo>
                <a:lnTo>
                  <a:pt x="670243" y="1590803"/>
                </a:lnTo>
                <a:lnTo>
                  <a:pt x="679133" y="1610144"/>
                </a:lnTo>
                <a:lnTo>
                  <a:pt x="685165" y="1623144"/>
                </a:lnTo>
                <a:lnTo>
                  <a:pt x="687388" y="1627900"/>
                </a:lnTo>
                <a:lnTo>
                  <a:pt x="0" y="1912938"/>
                </a:lnTo>
                <a:lnTo>
                  <a:pt x="275590" y="1223963"/>
                </a:lnTo>
                <a:close/>
                <a:moveTo>
                  <a:pt x="923427" y="530225"/>
                </a:moveTo>
                <a:lnTo>
                  <a:pt x="931362" y="531813"/>
                </a:lnTo>
                <a:lnTo>
                  <a:pt x="941201" y="533401"/>
                </a:lnTo>
                <a:lnTo>
                  <a:pt x="951993" y="536259"/>
                </a:lnTo>
                <a:lnTo>
                  <a:pt x="965007" y="539435"/>
                </a:lnTo>
                <a:lnTo>
                  <a:pt x="978972" y="544199"/>
                </a:lnTo>
                <a:lnTo>
                  <a:pt x="994208" y="549281"/>
                </a:lnTo>
                <a:lnTo>
                  <a:pt x="1010713" y="555950"/>
                </a:lnTo>
                <a:lnTo>
                  <a:pt x="1028805" y="564526"/>
                </a:lnTo>
                <a:lnTo>
                  <a:pt x="1038327" y="568972"/>
                </a:lnTo>
                <a:lnTo>
                  <a:pt x="1047849" y="574053"/>
                </a:lnTo>
                <a:lnTo>
                  <a:pt x="1057689" y="579453"/>
                </a:lnTo>
                <a:lnTo>
                  <a:pt x="1067845" y="585487"/>
                </a:lnTo>
                <a:lnTo>
                  <a:pt x="1078320" y="591521"/>
                </a:lnTo>
                <a:lnTo>
                  <a:pt x="1088794" y="598191"/>
                </a:lnTo>
                <a:lnTo>
                  <a:pt x="1099903" y="605495"/>
                </a:lnTo>
                <a:lnTo>
                  <a:pt x="1111012" y="613118"/>
                </a:lnTo>
                <a:lnTo>
                  <a:pt x="1122439" y="621058"/>
                </a:lnTo>
                <a:lnTo>
                  <a:pt x="1133548" y="630268"/>
                </a:lnTo>
                <a:lnTo>
                  <a:pt x="1145609" y="639161"/>
                </a:lnTo>
                <a:lnTo>
                  <a:pt x="1157353" y="649006"/>
                </a:lnTo>
                <a:lnTo>
                  <a:pt x="1169415" y="659487"/>
                </a:lnTo>
                <a:lnTo>
                  <a:pt x="1181476" y="670285"/>
                </a:lnTo>
                <a:lnTo>
                  <a:pt x="1193855" y="681719"/>
                </a:lnTo>
                <a:lnTo>
                  <a:pt x="1206234" y="693787"/>
                </a:lnTo>
                <a:lnTo>
                  <a:pt x="1224326" y="712208"/>
                </a:lnTo>
                <a:lnTo>
                  <a:pt x="1241148" y="730311"/>
                </a:lnTo>
                <a:lnTo>
                  <a:pt x="1257336" y="748731"/>
                </a:lnTo>
                <a:lnTo>
                  <a:pt x="1272888" y="767152"/>
                </a:lnTo>
                <a:lnTo>
                  <a:pt x="1287172" y="785573"/>
                </a:lnTo>
                <a:lnTo>
                  <a:pt x="1300185" y="803993"/>
                </a:lnTo>
                <a:lnTo>
                  <a:pt x="1312246" y="822096"/>
                </a:lnTo>
                <a:lnTo>
                  <a:pt x="1323356" y="840199"/>
                </a:lnTo>
                <a:lnTo>
                  <a:pt x="1333513" y="857984"/>
                </a:lnTo>
                <a:lnTo>
                  <a:pt x="1343035" y="875770"/>
                </a:lnTo>
                <a:lnTo>
                  <a:pt x="1346843" y="884345"/>
                </a:lnTo>
                <a:lnTo>
                  <a:pt x="1350970" y="892920"/>
                </a:lnTo>
                <a:lnTo>
                  <a:pt x="1354461" y="901813"/>
                </a:lnTo>
                <a:lnTo>
                  <a:pt x="1357635" y="910388"/>
                </a:lnTo>
                <a:lnTo>
                  <a:pt x="1360809" y="918963"/>
                </a:lnTo>
                <a:lnTo>
                  <a:pt x="1363349" y="927220"/>
                </a:lnTo>
                <a:lnTo>
                  <a:pt x="1365570" y="935478"/>
                </a:lnTo>
                <a:lnTo>
                  <a:pt x="1367792" y="943735"/>
                </a:lnTo>
                <a:lnTo>
                  <a:pt x="1369697" y="951675"/>
                </a:lnTo>
                <a:lnTo>
                  <a:pt x="1370966" y="959933"/>
                </a:lnTo>
                <a:lnTo>
                  <a:pt x="1372236" y="967873"/>
                </a:lnTo>
                <a:lnTo>
                  <a:pt x="1373188" y="975495"/>
                </a:lnTo>
                <a:lnTo>
                  <a:pt x="774247" y="1579563"/>
                </a:lnTo>
                <a:lnTo>
                  <a:pt x="771708" y="1576387"/>
                </a:lnTo>
                <a:lnTo>
                  <a:pt x="768851" y="1572258"/>
                </a:lnTo>
                <a:lnTo>
                  <a:pt x="765042" y="1566542"/>
                </a:lnTo>
                <a:lnTo>
                  <a:pt x="760281" y="1559237"/>
                </a:lnTo>
                <a:lnTo>
                  <a:pt x="755520" y="1550344"/>
                </a:lnTo>
                <a:lnTo>
                  <a:pt x="749807" y="1540181"/>
                </a:lnTo>
                <a:lnTo>
                  <a:pt x="744728" y="1528113"/>
                </a:lnTo>
                <a:lnTo>
                  <a:pt x="739333" y="1515091"/>
                </a:lnTo>
                <a:lnTo>
                  <a:pt x="734254" y="1500164"/>
                </a:lnTo>
                <a:lnTo>
                  <a:pt x="731715" y="1492224"/>
                </a:lnTo>
                <a:lnTo>
                  <a:pt x="729493" y="1483967"/>
                </a:lnTo>
                <a:lnTo>
                  <a:pt x="727271" y="1475392"/>
                </a:lnTo>
                <a:lnTo>
                  <a:pt x="725367" y="1466181"/>
                </a:lnTo>
                <a:lnTo>
                  <a:pt x="724097" y="1457289"/>
                </a:lnTo>
                <a:lnTo>
                  <a:pt x="722510" y="1447443"/>
                </a:lnTo>
                <a:lnTo>
                  <a:pt x="721241" y="1437280"/>
                </a:lnTo>
                <a:lnTo>
                  <a:pt x="720288" y="1427117"/>
                </a:lnTo>
                <a:lnTo>
                  <a:pt x="719336" y="1416319"/>
                </a:lnTo>
                <a:lnTo>
                  <a:pt x="719336" y="1405203"/>
                </a:lnTo>
                <a:lnTo>
                  <a:pt x="719336" y="1394087"/>
                </a:lnTo>
                <a:lnTo>
                  <a:pt x="719971" y="1382018"/>
                </a:lnTo>
                <a:lnTo>
                  <a:pt x="705688" y="1375349"/>
                </a:lnTo>
                <a:lnTo>
                  <a:pt x="692039" y="1368362"/>
                </a:lnTo>
                <a:lnTo>
                  <a:pt x="679343" y="1361692"/>
                </a:lnTo>
                <a:lnTo>
                  <a:pt x="667282" y="1355023"/>
                </a:lnTo>
                <a:lnTo>
                  <a:pt x="655855" y="1348035"/>
                </a:lnTo>
                <a:lnTo>
                  <a:pt x="645381" y="1341366"/>
                </a:lnTo>
                <a:lnTo>
                  <a:pt x="635224" y="1334696"/>
                </a:lnTo>
                <a:lnTo>
                  <a:pt x="625385" y="1327709"/>
                </a:lnTo>
                <a:lnTo>
                  <a:pt x="616497" y="1321357"/>
                </a:lnTo>
                <a:lnTo>
                  <a:pt x="608245" y="1314688"/>
                </a:lnTo>
                <a:lnTo>
                  <a:pt x="599992" y="1308018"/>
                </a:lnTo>
                <a:lnTo>
                  <a:pt x="592692" y="1301349"/>
                </a:lnTo>
                <a:lnTo>
                  <a:pt x="585709" y="1294679"/>
                </a:lnTo>
                <a:lnTo>
                  <a:pt x="579361" y="1288327"/>
                </a:lnTo>
                <a:lnTo>
                  <a:pt x="573013" y="1281975"/>
                </a:lnTo>
                <a:lnTo>
                  <a:pt x="567300" y="1275306"/>
                </a:lnTo>
                <a:lnTo>
                  <a:pt x="561904" y="1268636"/>
                </a:lnTo>
                <a:lnTo>
                  <a:pt x="556825" y="1262285"/>
                </a:lnTo>
                <a:lnTo>
                  <a:pt x="552064" y="1255933"/>
                </a:lnTo>
                <a:lnTo>
                  <a:pt x="547621" y="1249898"/>
                </a:lnTo>
                <a:lnTo>
                  <a:pt x="539686" y="1237194"/>
                </a:lnTo>
                <a:lnTo>
                  <a:pt x="532703" y="1224808"/>
                </a:lnTo>
                <a:lnTo>
                  <a:pt x="526355" y="1212739"/>
                </a:lnTo>
                <a:lnTo>
                  <a:pt x="520641" y="1200988"/>
                </a:lnTo>
                <a:lnTo>
                  <a:pt x="509850" y="1177804"/>
                </a:lnTo>
                <a:lnTo>
                  <a:pt x="497471" y="1178122"/>
                </a:lnTo>
                <a:lnTo>
                  <a:pt x="485727" y="1178122"/>
                </a:lnTo>
                <a:lnTo>
                  <a:pt x="474300" y="1178122"/>
                </a:lnTo>
                <a:lnTo>
                  <a:pt x="463509" y="1177804"/>
                </a:lnTo>
                <a:lnTo>
                  <a:pt x="453352" y="1177169"/>
                </a:lnTo>
                <a:lnTo>
                  <a:pt x="443512" y="1175898"/>
                </a:lnTo>
                <a:lnTo>
                  <a:pt x="433673" y="1174628"/>
                </a:lnTo>
                <a:lnTo>
                  <a:pt x="424785" y="1173675"/>
                </a:lnTo>
                <a:lnTo>
                  <a:pt x="416215" y="1172087"/>
                </a:lnTo>
                <a:lnTo>
                  <a:pt x="408280" y="1170182"/>
                </a:lnTo>
                <a:lnTo>
                  <a:pt x="393045" y="1167006"/>
                </a:lnTo>
                <a:lnTo>
                  <a:pt x="379714" y="1162877"/>
                </a:lnTo>
                <a:lnTo>
                  <a:pt x="367653" y="1158431"/>
                </a:lnTo>
                <a:lnTo>
                  <a:pt x="357496" y="1153984"/>
                </a:lnTo>
                <a:lnTo>
                  <a:pt x="348926" y="1149855"/>
                </a:lnTo>
                <a:lnTo>
                  <a:pt x="341308" y="1146044"/>
                </a:lnTo>
                <a:lnTo>
                  <a:pt x="335595" y="1142551"/>
                </a:lnTo>
                <a:lnTo>
                  <a:pt x="331151" y="1139375"/>
                </a:lnTo>
                <a:lnTo>
                  <a:pt x="327660" y="1137152"/>
                </a:lnTo>
                <a:lnTo>
                  <a:pt x="325438" y="1134928"/>
                </a:lnTo>
                <a:lnTo>
                  <a:pt x="923427" y="530225"/>
                </a:lnTo>
                <a:close/>
                <a:moveTo>
                  <a:pt x="1084432" y="388938"/>
                </a:moveTo>
                <a:lnTo>
                  <a:pt x="1089844" y="389573"/>
                </a:lnTo>
                <a:lnTo>
                  <a:pt x="1097165" y="389891"/>
                </a:lnTo>
                <a:lnTo>
                  <a:pt x="1106715" y="390843"/>
                </a:lnTo>
                <a:lnTo>
                  <a:pt x="1118175" y="392748"/>
                </a:lnTo>
                <a:lnTo>
                  <a:pt x="1132499" y="396241"/>
                </a:lnTo>
                <a:lnTo>
                  <a:pt x="1140458" y="398146"/>
                </a:lnTo>
                <a:lnTo>
                  <a:pt x="1148734" y="400686"/>
                </a:lnTo>
                <a:lnTo>
                  <a:pt x="1157329" y="403226"/>
                </a:lnTo>
                <a:lnTo>
                  <a:pt x="1166879" y="406718"/>
                </a:lnTo>
                <a:lnTo>
                  <a:pt x="1176747" y="410528"/>
                </a:lnTo>
                <a:lnTo>
                  <a:pt x="1187252" y="414656"/>
                </a:lnTo>
                <a:lnTo>
                  <a:pt x="1197756" y="419418"/>
                </a:lnTo>
                <a:lnTo>
                  <a:pt x="1208579" y="424816"/>
                </a:lnTo>
                <a:lnTo>
                  <a:pt x="1220358" y="430848"/>
                </a:lnTo>
                <a:lnTo>
                  <a:pt x="1232136" y="437198"/>
                </a:lnTo>
                <a:lnTo>
                  <a:pt x="1244550" y="444183"/>
                </a:lnTo>
                <a:lnTo>
                  <a:pt x="1256965" y="452121"/>
                </a:lnTo>
                <a:lnTo>
                  <a:pt x="1270017" y="460376"/>
                </a:lnTo>
                <a:lnTo>
                  <a:pt x="1283386" y="469901"/>
                </a:lnTo>
                <a:lnTo>
                  <a:pt x="1296438" y="480061"/>
                </a:lnTo>
                <a:lnTo>
                  <a:pt x="1310444" y="490856"/>
                </a:lnTo>
                <a:lnTo>
                  <a:pt x="1324450" y="502286"/>
                </a:lnTo>
                <a:lnTo>
                  <a:pt x="1338775" y="514986"/>
                </a:lnTo>
                <a:lnTo>
                  <a:pt x="1353100" y="528003"/>
                </a:lnTo>
                <a:lnTo>
                  <a:pt x="1367743" y="542291"/>
                </a:lnTo>
                <a:lnTo>
                  <a:pt x="1382386" y="557531"/>
                </a:lnTo>
                <a:lnTo>
                  <a:pt x="1396074" y="572136"/>
                </a:lnTo>
                <a:lnTo>
                  <a:pt x="1408489" y="586423"/>
                </a:lnTo>
                <a:lnTo>
                  <a:pt x="1420267" y="600393"/>
                </a:lnTo>
                <a:lnTo>
                  <a:pt x="1430772" y="613728"/>
                </a:lnTo>
                <a:lnTo>
                  <a:pt x="1440640" y="627381"/>
                </a:lnTo>
                <a:lnTo>
                  <a:pt x="1449235" y="640081"/>
                </a:lnTo>
                <a:lnTo>
                  <a:pt x="1457511" y="653098"/>
                </a:lnTo>
                <a:lnTo>
                  <a:pt x="1464833" y="665163"/>
                </a:lnTo>
                <a:lnTo>
                  <a:pt x="1471517" y="676911"/>
                </a:lnTo>
                <a:lnTo>
                  <a:pt x="1477566" y="688341"/>
                </a:lnTo>
                <a:lnTo>
                  <a:pt x="1482341" y="699136"/>
                </a:lnTo>
                <a:lnTo>
                  <a:pt x="1487434" y="709613"/>
                </a:lnTo>
                <a:lnTo>
                  <a:pt x="1490935" y="720408"/>
                </a:lnTo>
                <a:lnTo>
                  <a:pt x="1494755" y="729616"/>
                </a:lnTo>
                <a:lnTo>
                  <a:pt x="1497939" y="739141"/>
                </a:lnTo>
                <a:lnTo>
                  <a:pt x="1500167" y="747713"/>
                </a:lnTo>
                <a:lnTo>
                  <a:pt x="1502395" y="756286"/>
                </a:lnTo>
                <a:lnTo>
                  <a:pt x="1503987" y="763906"/>
                </a:lnTo>
                <a:lnTo>
                  <a:pt x="1505260" y="771526"/>
                </a:lnTo>
                <a:lnTo>
                  <a:pt x="1507170" y="784543"/>
                </a:lnTo>
                <a:lnTo>
                  <a:pt x="1508125" y="795338"/>
                </a:lnTo>
                <a:lnTo>
                  <a:pt x="1508125" y="804228"/>
                </a:lnTo>
                <a:lnTo>
                  <a:pt x="1507807" y="810261"/>
                </a:lnTo>
                <a:lnTo>
                  <a:pt x="1506852" y="815341"/>
                </a:lnTo>
                <a:lnTo>
                  <a:pt x="1444778" y="877888"/>
                </a:lnTo>
                <a:lnTo>
                  <a:pt x="1442550" y="864553"/>
                </a:lnTo>
                <a:lnTo>
                  <a:pt x="1439048" y="851218"/>
                </a:lnTo>
                <a:lnTo>
                  <a:pt x="1435228" y="836296"/>
                </a:lnTo>
                <a:lnTo>
                  <a:pt x="1430135" y="821691"/>
                </a:lnTo>
                <a:lnTo>
                  <a:pt x="1424087" y="806451"/>
                </a:lnTo>
                <a:lnTo>
                  <a:pt x="1416765" y="790576"/>
                </a:lnTo>
                <a:lnTo>
                  <a:pt x="1408807" y="774383"/>
                </a:lnTo>
                <a:lnTo>
                  <a:pt x="1399894" y="757873"/>
                </a:lnTo>
                <a:lnTo>
                  <a:pt x="1390026" y="741363"/>
                </a:lnTo>
                <a:lnTo>
                  <a:pt x="1378884" y="724536"/>
                </a:lnTo>
                <a:lnTo>
                  <a:pt x="1367106" y="707073"/>
                </a:lnTo>
                <a:lnTo>
                  <a:pt x="1353737" y="689928"/>
                </a:lnTo>
                <a:lnTo>
                  <a:pt x="1340048" y="672466"/>
                </a:lnTo>
                <a:lnTo>
                  <a:pt x="1325087" y="655003"/>
                </a:lnTo>
                <a:lnTo>
                  <a:pt x="1308852" y="637541"/>
                </a:lnTo>
                <a:lnTo>
                  <a:pt x="1291981" y="620396"/>
                </a:lnTo>
                <a:lnTo>
                  <a:pt x="1278611" y="607061"/>
                </a:lnTo>
                <a:lnTo>
                  <a:pt x="1264923" y="594361"/>
                </a:lnTo>
                <a:lnTo>
                  <a:pt x="1251235" y="582296"/>
                </a:lnTo>
                <a:lnTo>
                  <a:pt x="1238184" y="570866"/>
                </a:lnTo>
                <a:lnTo>
                  <a:pt x="1224814" y="560388"/>
                </a:lnTo>
                <a:lnTo>
                  <a:pt x="1212081" y="550228"/>
                </a:lnTo>
                <a:lnTo>
                  <a:pt x="1199348" y="541021"/>
                </a:lnTo>
                <a:lnTo>
                  <a:pt x="1187252" y="532448"/>
                </a:lnTo>
                <a:lnTo>
                  <a:pt x="1175155" y="524511"/>
                </a:lnTo>
                <a:lnTo>
                  <a:pt x="1163059" y="516573"/>
                </a:lnTo>
                <a:lnTo>
                  <a:pt x="1151917" y="509588"/>
                </a:lnTo>
                <a:lnTo>
                  <a:pt x="1140776" y="502921"/>
                </a:lnTo>
                <a:lnTo>
                  <a:pt x="1129953" y="496888"/>
                </a:lnTo>
                <a:lnTo>
                  <a:pt x="1119766" y="491808"/>
                </a:lnTo>
                <a:lnTo>
                  <a:pt x="1109580" y="486411"/>
                </a:lnTo>
                <a:lnTo>
                  <a:pt x="1100030" y="481966"/>
                </a:lnTo>
                <a:lnTo>
                  <a:pt x="1082522" y="474028"/>
                </a:lnTo>
                <a:lnTo>
                  <a:pt x="1066287" y="467678"/>
                </a:lnTo>
                <a:lnTo>
                  <a:pt x="1052599" y="462598"/>
                </a:lnTo>
                <a:lnTo>
                  <a:pt x="1040821" y="459106"/>
                </a:lnTo>
                <a:lnTo>
                  <a:pt x="1031590" y="456248"/>
                </a:lnTo>
                <a:lnTo>
                  <a:pt x="1024905" y="454343"/>
                </a:lnTo>
                <a:lnTo>
                  <a:pt x="1019175" y="453391"/>
                </a:lnTo>
                <a:lnTo>
                  <a:pt x="1084432" y="388938"/>
                </a:lnTo>
                <a:close/>
                <a:moveTo>
                  <a:pt x="1213168" y="238125"/>
                </a:moveTo>
                <a:lnTo>
                  <a:pt x="1218883" y="238125"/>
                </a:lnTo>
                <a:lnTo>
                  <a:pt x="1226186" y="238759"/>
                </a:lnTo>
                <a:lnTo>
                  <a:pt x="1236028" y="239709"/>
                </a:lnTo>
                <a:lnTo>
                  <a:pt x="1248411" y="242245"/>
                </a:lnTo>
                <a:lnTo>
                  <a:pt x="1263016" y="245414"/>
                </a:lnTo>
                <a:lnTo>
                  <a:pt x="1270953" y="247315"/>
                </a:lnTo>
                <a:lnTo>
                  <a:pt x="1280161" y="249850"/>
                </a:lnTo>
                <a:lnTo>
                  <a:pt x="1289051" y="253020"/>
                </a:lnTo>
                <a:lnTo>
                  <a:pt x="1298893" y="256506"/>
                </a:lnTo>
                <a:lnTo>
                  <a:pt x="1309053" y="260625"/>
                </a:lnTo>
                <a:lnTo>
                  <a:pt x="1319848" y="264745"/>
                </a:lnTo>
                <a:lnTo>
                  <a:pt x="1330961" y="269816"/>
                </a:lnTo>
                <a:lnTo>
                  <a:pt x="1342391" y="275203"/>
                </a:lnTo>
                <a:lnTo>
                  <a:pt x="1354456" y="281541"/>
                </a:lnTo>
                <a:lnTo>
                  <a:pt x="1366838" y="288196"/>
                </a:lnTo>
                <a:lnTo>
                  <a:pt x="1379538" y="295802"/>
                </a:lnTo>
                <a:lnTo>
                  <a:pt x="1392873" y="303725"/>
                </a:lnTo>
                <a:lnTo>
                  <a:pt x="1405891" y="312598"/>
                </a:lnTo>
                <a:lnTo>
                  <a:pt x="1419861" y="322422"/>
                </a:lnTo>
                <a:lnTo>
                  <a:pt x="1433831" y="332880"/>
                </a:lnTo>
                <a:lnTo>
                  <a:pt x="1448436" y="344289"/>
                </a:lnTo>
                <a:lnTo>
                  <a:pt x="1463041" y="356332"/>
                </a:lnTo>
                <a:lnTo>
                  <a:pt x="1477963" y="369325"/>
                </a:lnTo>
                <a:lnTo>
                  <a:pt x="1492886" y="383269"/>
                </a:lnTo>
                <a:lnTo>
                  <a:pt x="1508126" y="398164"/>
                </a:lnTo>
                <a:lnTo>
                  <a:pt x="1523366" y="413692"/>
                </a:lnTo>
                <a:lnTo>
                  <a:pt x="1537653" y="428587"/>
                </a:lnTo>
                <a:lnTo>
                  <a:pt x="1550353" y="443481"/>
                </a:lnTo>
                <a:lnTo>
                  <a:pt x="1562418" y="458376"/>
                </a:lnTo>
                <a:lnTo>
                  <a:pt x="1573848" y="472637"/>
                </a:lnTo>
                <a:lnTo>
                  <a:pt x="1583691" y="486264"/>
                </a:lnTo>
                <a:lnTo>
                  <a:pt x="1593216" y="499891"/>
                </a:lnTo>
                <a:lnTo>
                  <a:pt x="1601471" y="512884"/>
                </a:lnTo>
                <a:lnTo>
                  <a:pt x="1609091" y="525878"/>
                </a:lnTo>
                <a:lnTo>
                  <a:pt x="1616076" y="538237"/>
                </a:lnTo>
                <a:lnTo>
                  <a:pt x="1622108" y="549963"/>
                </a:lnTo>
                <a:lnTo>
                  <a:pt x="1627823" y="561371"/>
                </a:lnTo>
                <a:lnTo>
                  <a:pt x="1632268" y="572780"/>
                </a:lnTo>
                <a:lnTo>
                  <a:pt x="1636713" y="583238"/>
                </a:lnTo>
                <a:lnTo>
                  <a:pt x="1640206" y="593379"/>
                </a:lnTo>
                <a:lnTo>
                  <a:pt x="1643699" y="603203"/>
                </a:lnTo>
                <a:lnTo>
                  <a:pt x="1646239" y="612077"/>
                </a:lnTo>
                <a:lnTo>
                  <a:pt x="1648143" y="620633"/>
                </a:lnTo>
                <a:lnTo>
                  <a:pt x="1650049" y="628873"/>
                </a:lnTo>
                <a:lnTo>
                  <a:pt x="1651636" y="636478"/>
                </a:lnTo>
                <a:lnTo>
                  <a:pt x="1652589" y="643767"/>
                </a:lnTo>
                <a:lnTo>
                  <a:pt x="1653541" y="650422"/>
                </a:lnTo>
                <a:lnTo>
                  <a:pt x="1654176" y="661514"/>
                </a:lnTo>
                <a:lnTo>
                  <a:pt x="1654176" y="670705"/>
                </a:lnTo>
                <a:lnTo>
                  <a:pt x="1653859" y="677043"/>
                </a:lnTo>
                <a:lnTo>
                  <a:pt x="1652906" y="682747"/>
                </a:lnTo>
                <a:lnTo>
                  <a:pt x="1588136" y="747713"/>
                </a:lnTo>
                <a:lnTo>
                  <a:pt x="1585596" y="733769"/>
                </a:lnTo>
                <a:lnTo>
                  <a:pt x="1582421" y="719508"/>
                </a:lnTo>
                <a:lnTo>
                  <a:pt x="1578293" y="704297"/>
                </a:lnTo>
                <a:lnTo>
                  <a:pt x="1572896" y="689085"/>
                </a:lnTo>
                <a:lnTo>
                  <a:pt x="1566546" y="672923"/>
                </a:lnTo>
                <a:lnTo>
                  <a:pt x="1559561" y="656761"/>
                </a:lnTo>
                <a:lnTo>
                  <a:pt x="1550671" y="639964"/>
                </a:lnTo>
                <a:lnTo>
                  <a:pt x="1541463" y="622534"/>
                </a:lnTo>
                <a:lnTo>
                  <a:pt x="1531303" y="605105"/>
                </a:lnTo>
                <a:lnTo>
                  <a:pt x="1519556" y="587358"/>
                </a:lnTo>
                <a:lnTo>
                  <a:pt x="1507173" y="569294"/>
                </a:lnTo>
                <a:lnTo>
                  <a:pt x="1493521" y="551230"/>
                </a:lnTo>
                <a:lnTo>
                  <a:pt x="1479233" y="533166"/>
                </a:lnTo>
                <a:lnTo>
                  <a:pt x="1463676" y="514786"/>
                </a:lnTo>
                <a:lnTo>
                  <a:pt x="1446848" y="497039"/>
                </a:lnTo>
                <a:lnTo>
                  <a:pt x="1429386" y="478975"/>
                </a:lnTo>
                <a:lnTo>
                  <a:pt x="1415098" y="465031"/>
                </a:lnTo>
                <a:lnTo>
                  <a:pt x="1400811" y="451721"/>
                </a:lnTo>
                <a:lnTo>
                  <a:pt x="1386841" y="439362"/>
                </a:lnTo>
                <a:lnTo>
                  <a:pt x="1372871" y="427636"/>
                </a:lnTo>
                <a:lnTo>
                  <a:pt x="1359536" y="416544"/>
                </a:lnTo>
                <a:lnTo>
                  <a:pt x="1345883" y="406086"/>
                </a:lnTo>
                <a:lnTo>
                  <a:pt x="1332548" y="396262"/>
                </a:lnTo>
                <a:lnTo>
                  <a:pt x="1319848" y="387389"/>
                </a:lnTo>
                <a:lnTo>
                  <a:pt x="1307148" y="378832"/>
                </a:lnTo>
                <a:lnTo>
                  <a:pt x="1295083" y="370909"/>
                </a:lnTo>
                <a:lnTo>
                  <a:pt x="1283018" y="363620"/>
                </a:lnTo>
                <a:lnTo>
                  <a:pt x="1271271" y="356648"/>
                </a:lnTo>
                <a:lnTo>
                  <a:pt x="1260158" y="350627"/>
                </a:lnTo>
                <a:lnTo>
                  <a:pt x="1249681" y="344606"/>
                </a:lnTo>
                <a:lnTo>
                  <a:pt x="1239203" y="339219"/>
                </a:lnTo>
                <a:lnTo>
                  <a:pt x="1229361" y="334782"/>
                </a:lnTo>
                <a:lnTo>
                  <a:pt x="1210628" y="326542"/>
                </a:lnTo>
                <a:lnTo>
                  <a:pt x="1193801" y="319887"/>
                </a:lnTo>
                <a:lnTo>
                  <a:pt x="1179513" y="314500"/>
                </a:lnTo>
                <a:lnTo>
                  <a:pt x="1167766" y="310697"/>
                </a:lnTo>
                <a:lnTo>
                  <a:pt x="1157923" y="307845"/>
                </a:lnTo>
                <a:lnTo>
                  <a:pt x="1150621" y="306260"/>
                </a:lnTo>
                <a:lnTo>
                  <a:pt x="1144588" y="304992"/>
                </a:lnTo>
                <a:lnTo>
                  <a:pt x="1213168" y="238125"/>
                </a:lnTo>
                <a:close/>
                <a:moveTo>
                  <a:pt x="1555569" y="0"/>
                </a:moveTo>
                <a:lnTo>
                  <a:pt x="1566687" y="0"/>
                </a:lnTo>
                <a:lnTo>
                  <a:pt x="1578441" y="0"/>
                </a:lnTo>
                <a:lnTo>
                  <a:pt x="1589876" y="1272"/>
                </a:lnTo>
                <a:lnTo>
                  <a:pt x="1601948" y="2862"/>
                </a:lnTo>
                <a:lnTo>
                  <a:pt x="1614337" y="5088"/>
                </a:lnTo>
                <a:lnTo>
                  <a:pt x="1627043" y="7950"/>
                </a:lnTo>
                <a:lnTo>
                  <a:pt x="1640385" y="11766"/>
                </a:lnTo>
                <a:lnTo>
                  <a:pt x="1653409" y="16218"/>
                </a:lnTo>
                <a:lnTo>
                  <a:pt x="1667386" y="21624"/>
                </a:lnTo>
                <a:lnTo>
                  <a:pt x="1681363" y="27984"/>
                </a:lnTo>
                <a:lnTo>
                  <a:pt x="1695976" y="35298"/>
                </a:lnTo>
                <a:lnTo>
                  <a:pt x="1710588" y="42930"/>
                </a:lnTo>
                <a:lnTo>
                  <a:pt x="1725836" y="52152"/>
                </a:lnTo>
                <a:lnTo>
                  <a:pt x="1741084" y="62010"/>
                </a:lnTo>
                <a:lnTo>
                  <a:pt x="1756649" y="72822"/>
                </a:lnTo>
                <a:lnTo>
                  <a:pt x="1772850" y="84588"/>
                </a:lnTo>
                <a:lnTo>
                  <a:pt x="1789051" y="97626"/>
                </a:lnTo>
                <a:lnTo>
                  <a:pt x="1804617" y="111300"/>
                </a:lnTo>
                <a:lnTo>
                  <a:pt x="1819547" y="124656"/>
                </a:lnTo>
                <a:lnTo>
                  <a:pt x="1832571" y="138330"/>
                </a:lnTo>
                <a:lnTo>
                  <a:pt x="1844642" y="151686"/>
                </a:lnTo>
                <a:lnTo>
                  <a:pt x="1856078" y="165042"/>
                </a:lnTo>
                <a:lnTo>
                  <a:pt x="1865608" y="178398"/>
                </a:lnTo>
                <a:lnTo>
                  <a:pt x="1874502" y="191755"/>
                </a:lnTo>
                <a:lnTo>
                  <a:pt x="1881809" y="204475"/>
                </a:lnTo>
                <a:lnTo>
                  <a:pt x="1888797" y="217831"/>
                </a:lnTo>
                <a:lnTo>
                  <a:pt x="1894197" y="230869"/>
                </a:lnTo>
                <a:lnTo>
                  <a:pt x="1898962" y="243907"/>
                </a:lnTo>
                <a:lnTo>
                  <a:pt x="1902457" y="256309"/>
                </a:lnTo>
                <a:lnTo>
                  <a:pt x="1905633" y="268711"/>
                </a:lnTo>
                <a:lnTo>
                  <a:pt x="1907857" y="281113"/>
                </a:lnTo>
                <a:lnTo>
                  <a:pt x="1908810" y="293197"/>
                </a:lnTo>
                <a:lnTo>
                  <a:pt x="1909763" y="305281"/>
                </a:lnTo>
                <a:lnTo>
                  <a:pt x="1909763" y="316729"/>
                </a:lnTo>
                <a:lnTo>
                  <a:pt x="1908492" y="328177"/>
                </a:lnTo>
                <a:lnTo>
                  <a:pt x="1907539" y="339307"/>
                </a:lnTo>
                <a:lnTo>
                  <a:pt x="1905316" y="350437"/>
                </a:lnTo>
                <a:lnTo>
                  <a:pt x="1902457" y="360931"/>
                </a:lnTo>
                <a:lnTo>
                  <a:pt x="1899598" y="371425"/>
                </a:lnTo>
                <a:lnTo>
                  <a:pt x="1895786" y="381601"/>
                </a:lnTo>
                <a:lnTo>
                  <a:pt x="1891656" y="391459"/>
                </a:lnTo>
                <a:lnTo>
                  <a:pt x="1887527" y="400681"/>
                </a:lnTo>
                <a:lnTo>
                  <a:pt x="1882762" y="409903"/>
                </a:lnTo>
                <a:lnTo>
                  <a:pt x="1877361" y="418490"/>
                </a:lnTo>
                <a:lnTo>
                  <a:pt x="1871643" y="426758"/>
                </a:lnTo>
                <a:lnTo>
                  <a:pt x="1865925" y="434708"/>
                </a:lnTo>
                <a:lnTo>
                  <a:pt x="1860208" y="442340"/>
                </a:lnTo>
                <a:lnTo>
                  <a:pt x="1854172" y="449336"/>
                </a:lnTo>
                <a:lnTo>
                  <a:pt x="1847501" y="456014"/>
                </a:lnTo>
                <a:lnTo>
                  <a:pt x="1841783" y="463328"/>
                </a:lnTo>
                <a:lnTo>
                  <a:pt x="1830983" y="476048"/>
                </a:lnTo>
                <a:lnTo>
                  <a:pt x="1801122" y="514208"/>
                </a:lnTo>
                <a:lnTo>
                  <a:pt x="1764909" y="560636"/>
                </a:lnTo>
                <a:lnTo>
                  <a:pt x="1730283" y="604838"/>
                </a:lnTo>
                <a:lnTo>
                  <a:pt x="1729648" y="593708"/>
                </a:lnTo>
                <a:lnTo>
                  <a:pt x="1728377" y="581306"/>
                </a:lnTo>
                <a:lnTo>
                  <a:pt x="1726471" y="567632"/>
                </a:lnTo>
                <a:lnTo>
                  <a:pt x="1723930" y="553322"/>
                </a:lnTo>
                <a:lnTo>
                  <a:pt x="1720118" y="537740"/>
                </a:lnTo>
                <a:lnTo>
                  <a:pt x="1715353" y="521840"/>
                </a:lnTo>
                <a:lnTo>
                  <a:pt x="1712494" y="513254"/>
                </a:lnTo>
                <a:lnTo>
                  <a:pt x="1709318" y="504668"/>
                </a:lnTo>
                <a:lnTo>
                  <a:pt x="1705823" y="496082"/>
                </a:lnTo>
                <a:lnTo>
                  <a:pt x="1702011" y="487178"/>
                </a:lnTo>
                <a:lnTo>
                  <a:pt x="1697882" y="477638"/>
                </a:lnTo>
                <a:lnTo>
                  <a:pt x="1693117" y="468098"/>
                </a:lnTo>
                <a:lnTo>
                  <a:pt x="1688034" y="458876"/>
                </a:lnTo>
                <a:lnTo>
                  <a:pt x="1682952" y="449018"/>
                </a:lnTo>
                <a:lnTo>
                  <a:pt x="1677234" y="439160"/>
                </a:lnTo>
                <a:lnTo>
                  <a:pt x="1670881" y="428984"/>
                </a:lnTo>
                <a:lnTo>
                  <a:pt x="1664527" y="418808"/>
                </a:lnTo>
                <a:lnTo>
                  <a:pt x="1657221" y="408631"/>
                </a:lnTo>
                <a:lnTo>
                  <a:pt x="1649915" y="398137"/>
                </a:lnTo>
                <a:lnTo>
                  <a:pt x="1641973" y="387643"/>
                </a:lnTo>
                <a:lnTo>
                  <a:pt x="1633079" y="376831"/>
                </a:lnTo>
                <a:lnTo>
                  <a:pt x="1624184" y="365701"/>
                </a:lnTo>
                <a:lnTo>
                  <a:pt x="1614337" y="354889"/>
                </a:lnTo>
                <a:lnTo>
                  <a:pt x="1604489" y="343441"/>
                </a:lnTo>
                <a:lnTo>
                  <a:pt x="1593688" y="332311"/>
                </a:lnTo>
                <a:lnTo>
                  <a:pt x="1582570" y="320863"/>
                </a:lnTo>
                <a:lnTo>
                  <a:pt x="1571134" y="310051"/>
                </a:lnTo>
                <a:lnTo>
                  <a:pt x="1559381" y="299239"/>
                </a:lnTo>
                <a:lnTo>
                  <a:pt x="1548263" y="289381"/>
                </a:lnTo>
                <a:lnTo>
                  <a:pt x="1536827" y="279523"/>
                </a:lnTo>
                <a:lnTo>
                  <a:pt x="1525709" y="270619"/>
                </a:lnTo>
                <a:lnTo>
                  <a:pt x="1514590" y="262351"/>
                </a:lnTo>
                <a:lnTo>
                  <a:pt x="1503472" y="254083"/>
                </a:lnTo>
                <a:lnTo>
                  <a:pt x="1492672" y="246451"/>
                </a:lnTo>
                <a:lnTo>
                  <a:pt x="1481871" y="239137"/>
                </a:lnTo>
                <a:lnTo>
                  <a:pt x="1471388" y="232777"/>
                </a:lnTo>
                <a:lnTo>
                  <a:pt x="1460905" y="226417"/>
                </a:lnTo>
                <a:lnTo>
                  <a:pt x="1450740" y="220693"/>
                </a:lnTo>
                <a:lnTo>
                  <a:pt x="1440575" y="215287"/>
                </a:lnTo>
                <a:lnTo>
                  <a:pt x="1430410" y="210199"/>
                </a:lnTo>
                <a:lnTo>
                  <a:pt x="1420562" y="205747"/>
                </a:lnTo>
                <a:lnTo>
                  <a:pt x="1411350" y="201613"/>
                </a:lnTo>
                <a:lnTo>
                  <a:pt x="1401820" y="197479"/>
                </a:lnTo>
                <a:lnTo>
                  <a:pt x="1392925" y="193981"/>
                </a:lnTo>
                <a:lnTo>
                  <a:pt x="1375136" y="187620"/>
                </a:lnTo>
                <a:lnTo>
                  <a:pt x="1358300" y="182850"/>
                </a:lnTo>
                <a:lnTo>
                  <a:pt x="1342417" y="178716"/>
                </a:lnTo>
                <a:lnTo>
                  <a:pt x="1327805" y="175536"/>
                </a:lnTo>
                <a:lnTo>
                  <a:pt x="1314145" y="173310"/>
                </a:lnTo>
                <a:lnTo>
                  <a:pt x="1301756" y="171720"/>
                </a:lnTo>
                <a:lnTo>
                  <a:pt x="1290638" y="171084"/>
                </a:lnTo>
                <a:lnTo>
                  <a:pt x="1330346" y="138966"/>
                </a:lnTo>
                <a:lnTo>
                  <a:pt x="1370689" y="105894"/>
                </a:lnTo>
                <a:lnTo>
                  <a:pt x="1405950" y="76638"/>
                </a:lnTo>
                <a:lnTo>
                  <a:pt x="1419609" y="64554"/>
                </a:lnTo>
                <a:lnTo>
                  <a:pt x="1429774" y="55650"/>
                </a:lnTo>
                <a:lnTo>
                  <a:pt x="1435810" y="49926"/>
                </a:lnTo>
                <a:lnTo>
                  <a:pt x="1442163" y="44520"/>
                </a:lnTo>
                <a:lnTo>
                  <a:pt x="1448834" y="39432"/>
                </a:lnTo>
                <a:lnTo>
                  <a:pt x="1455505" y="34026"/>
                </a:lnTo>
                <a:lnTo>
                  <a:pt x="1463129" y="29256"/>
                </a:lnTo>
                <a:lnTo>
                  <a:pt x="1470753" y="24486"/>
                </a:lnTo>
                <a:lnTo>
                  <a:pt x="1479012" y="20352"/>
                </a:lnTo>
                <a:lnTo>
                  <a:pt x="1487271" y="16218"/>
                </a:lnTo>
                <a:lnTo>
                  <a:pt x="1495848" y="13038"/>
                </a:lnTo>
                <a:lnTo>
                  <a:pt x="1505378" y="9540"/>
                </a:lnTo>
                <a:lnTo>
                  <a:pt x="1514590" y="6996"/>
                </a:lnTo>
                <a:lnTo>
                  <a:pt x="1524438" y="4770"/>
                </a:lnTo>
                <a:lnTo>
                  <a:pt x="1534285" y="2544"/>
                </a:lnTo>
                <a:lnTo>
                  <a:pt x="1544768" y="1272"/>
                </a:lnTo>
                <a:lnTo>
                  <a:pt x="155556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rgbClr val="FFFFFF"/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9" name="ïšḻïdê"/>
          <p:cNvSpPr txBox="1"/>
          <p:nvPr/>
        </p:nvSpPr>
        <p:spPr bwMode="auto">
          <a:xfrm>
            <a:off x="-1" y="162085"/>
            <a:ext cx="828190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6.5 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可编程中断控制器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 </a:t>
            </a:r>
            <a:endParaRPr lang="zh-CN" altLang="en-US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63" name="right-arrowheads_44810"/>
          <p:cNvSpPr>
            <a:spLocks noChangeAspect="1"/>
          </p:cNvSpPr>
          <p:nvPr/>
        </p:nvSpPr>
        <p:spPr bwMode="auto">
          <a:xfrm>
            <a:off x="152015" y="929658"/>
            <a:ext cx="411251" cy="316320"/>
          </a:xfrm>
          <a:custGeom>
            <a:avLst/>
            <a:gdLst>
              <a:gd name="T0" fmla="*/ 59 w 415"/>
              <a:gd name="T1" fmla="*/ 406 h 406"/>
              <a:gd name="T2" fmla="*/ 25 w 415"/>
              <a:gd name="T3" fmla="*/ 394 h 406"/>
              <a:gd name="T4" fmla="*/ 19 w 415"/>
              <a:gd name="T5" fmla="*/ 318 h 406"/>
              <a:gd name="T6" fmla="*/ 114 w 415"/>
              <a:gd name="T7" fmla="*/ 206 h 406"/>
              <a:gd name="T8" fmla="*/ 19 w 415"/>
              <a:gd name="T9" fmla="*/ 94 h 406"/>
              <a:gd name="T10" fmla="*/ 25 w 415"/>
              <a:gd name="T11" fmla="*/ 19 h 406"/>
              <a:gd name="T12" fmla="*/ 100 w 415"/>
              <a:gd name="T13" fmla="*/ 25 h 406"/>
              <a:gd name="T14" fmla="*/ 225 w 415"/>
              <a:gd name="T15" fmla="*/ 172 h 406"/>
              <a:gd name="T16" fmla="*/ 225 w 415"/>
              <a:gd name="T17" fmla="*/ 241 h 406"/>
              <a:gd name="T18" fmla="*/ 100 w 415"/>
              <a:gd name="T19" fmla="*/ 388 h 406"/>
              <a:gd name="T20" fmla="*/ 59 w 415"/>
              <a:gd name="T21" fmla="*/ 406 h 406"/>
              <a:gd name="T22" fmla="*/ 273 w 415"/>
              <a:gd name="T23" fmla="*/ 388 h 406"/>
              <a:gd name="T24" fmla="*/ 398 w 415"/>
              <a:gd name="T25" fmla="*/ 241 h 406"/>
              <a:gd name="T26" fmla="*/ 398 w 415"/>
              <a:gd name="T27" fmla="*/ 172 h 406"/>
              <a:gd name="T28" fmla="*/ 273 w 415"/>
              <a:gd name="T29" fmla="*/ 25 h 406"/>
              <a:gd name="T30" fmla="*/ 198 w 415"/>
              <a:gd name="T31" fmla="*/ 19 h 406"/>
              <a:gd name="T32" fmla="*/ 192 w 415"/>
              <a:gd name="T33" fmla="*/ 94 h 406"/>
              <a:gd name="T34" fmla="*/ 287 w 415"/>
              <a:gd name="T35" fmla="*/ 206 h 406"/>
              <a:gd name="T36" fmla="*/ 192 w 415"/>
              <a:gd name="T37" fmla="*/ 318 h 406"/>
              <a:gd name="T38" fmla="*/ 198 w 415"/>
              <a:gd name="T39" fmla="*/ 394 h 406"/>
              <a:gd name="T40" fmla="*/ 232 w 415"/>
              <a:gd name="T41" fmla="*/ 406 h 406"/>
              <a:gd name="T42" fmla="*/ 273 w 415"/>
              <a:gd name="T43" fmla="*/ 388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5" h="406">
                <a:moveTo>
                  <a:pt x="59" y="406"/>
                </a:moveTo>
                <a:cubicBezTo>
                  <a:pt x="47" y="406"/>
                  <a:pt x="35" y="402"/>
                  <a:pt x="25" y="394"/>
                </a:cubicBezTo>
                <a:cubicBezTo>
                  <a:pt x="2" y="375"/>
                  <a:pt x="0" y="341"/>
                  <a:pt x="19" y="318"/>
                </a:cubicBezTo>
                <a:lnTo>
                  <a:pt x="114" y="206"/>
                </a:lnTo>
                <a:lnTo>
                  <a:pt x="19" y="94"/>
                </a:lnTo>
                <a:cubicBezTo>
                  <a:pt x="0" y="71"/>
                  <a:pt x="2" y="38"/>
                  <a:pt x="25" y="19"/>
                </a:cubicBezTo>
                <a:cubicBezTo>
                  <a:pt x="47" y="0"/>
                  <a:pt x="81" y="2"/>
                  <a:pt x="100" y="25"/>
                </a:cubicBezTo>
                <a:lnTo>
                  <a:pt x="225" y="172"/>
                </a:lnTo>
                <a:cubicBezTo>
                  <a:pt x="242" y="192"/>
                  <a:pt x="242" y="221"/>
                  <a:pt x="225" y="241"/>
                </a:cubicBezTo>
                <a:lnTo>
                  <a:pt x="100" y="388"/>
                </a:lnTo>
                <a:cubicBezTo>
                  <a:pt x="89" y="400"/>
                  <a:pt x="74" y="406"/>
                  <a:pt x="59" y="406"/>
                </a:cubicBezTo>
                <a:close/>
                <a:moveTo>
                  <a:pt x="273" y="388"/>
                </a:moveTo>
                <a:lnTo>
                  <a:pt x="398" y="241"/>
                </a:lnTo>
                <a:cubicBezTo>
                  <a:pt x="415" y="221"/>
                  <a:pt x="415" y="192"/>
                  <a:pt x="398" y="172"/>
                </a:cubicBezTo>
                <a:lnTo>
                  <a:pt x="273" y="25"/>
                </a:lnTo>
                <a:cubicBezTo>
                  <a:pt x="254" y="2"/>
                  <a:pt x="220" y="0"/>
                  <a:pt x="198" y="19"/>
                </a:cubicBezTo>
                <a:cubicBezTo>
                  <a:pt x="175" y="38"/>
                  <a:pt x="173" y="71"/>
                  <a:pt x="192" y="94"/>
                </a:cubicBezTo>
                <a:lnTo>
                  <a:pt x="287" y="206"/>
                </a:lnTo>
                <a:lnTo>
                  <a:pt x="192" y="318"/>
                </a:lnTo>
                <a:cubicBezTo>
                  <a:pt x="173" y="341"/>
                  <a:pt x="175" y="375"/>
                  <a:pt x="198" y="394"/>
                </a:cubicBezTo>
                <a:cubicBezTo>
                  <a:pt x="208" y="402"/>
                  <a:pt x="220" y="406"/>
                  <a:pt x="232" y="406"/>
                </a:cubicBezTo>
                <a:cubicBezTo>
                  <a:pt x="247" y="406"/>
                  <a:pt x="262" y="400"/>
                  <a:pt x="273" y="3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4" name="矩形 63"/>
          <p:cNvSpPr/>
          <p:nvPr/>
        </p:nvSpPr>
        <p:spPr>
          <a:xfrm>
            <a:off x="584781" y="858016"/>
            <a:ext cx="7429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操作命令字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OCW2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95" y="1462958"/>
            <a:ext cx="8422024" cy="50473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9" name="ïšḻïdê"/>
          <p:cNvSpPr txBox="1"/>
          <p:nvPr/>
        </p:nvSpPr>
        <p:spPr bwMode="auto">
          <a:xfrm>
            <a:off x="-1" y="162085"/>
            <a:ext cx="828190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6.5 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可编程中断控制器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 </a:t>
            </a:r>
            <a:endParaRPr lang="zh-CN" altLang="en-US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63" name="right-arrowheads_44810"/>
          <p:cNvSpPr>
            <a:spLocks noChangeAspect="1"/>
          </p:cNvSpPr>
          <p:nvPr/>
        </p:nvSpPr>
        <p:spPr bwMode="auto">
          <a:xfrm>
            <a:off x="152015" y="929658"/>
            <a:ext cx="411251" cy="316320"/>
          </a:xfrm>
          <a:custGeom>
            <a:avLst/>
            <a:gdLst>
              <a:gd name="T0" fmla="*/ 59 w 415"/>
              <a:gd name="T1" fmla="*/ 406 h 406"/>
              <a:gd name="T2" fmla="*/ 25 w 415"/>
              <a:gd name="T3" fmla="*/ 394 h 406"/>
              <a:gd name="T4" fmla="*/ 19 w 415"/>
              <a:gd name="T5" fmla="*/ 318 h 406"/>
              <a:gd name="T6" fmla="*/ 114 w 415"/>
              <a:gd name="T7" fmla="*/ 206 h 406"/>
              <a:gd name="T8" fmla="*/ 19 w 415"/>
              <a:gd name="T9" fmla="*/ 94 h 406"/>
              <a:gd name="T10" fmla="*/ 25 w 415"/>
              <a:gd name="T11" fmla="*/ 19 h 406"/>
              <a:gd name="T12" fmla="*/ 100 w 415"/>
              <a:gd name="T13" fmla="*/ 25 h 406"/>
              <a:gd name="T14" fmla="*/ 225 w 415"/>
              <a:gd name="T15" fmla="*/ 172 h 406"/>
              <a:gd name="T16" fmla="*/ 225 w 415"/>
              <a:gd name="T17" fmla="*/ 241 h 406"/>
              <a:gd name="T18" fmla="*/ 100 w 415"/>
              <a:gd name="T19" fmla="*/ 388 h 406"/>
              <a:gd name="T20" fmla="*/ 59 w 415"/>
              <a:gd name="T21" fmla="*/ 406 h 406"/>
              <a:gd name="T22" fmla="*/ 273 w 415"/>
              <a:gd name="T23" fmla="*/ 388 h 406"/>
              <a:gd name="T24" fmla="*/ 398 w 415"/>
              <a:gd name="T25" fmla="*/ 241 h 406"/>
              <a:gd name="T26" fmla="*/ 398 w 415"/>
              <a:gd name="T27" fmla="*/ 172 h 406"/>
              <a:gd name="T28" fmla="*/ 273 w 415"/>
              <a:gd name="T29" fmla="*/ 25 h 406"/>
              <a:gd name="T30" fmla="*/ 198 w 415"/>
              <a:gd name="T31" fmla="*/ 19 h 406"/>
              <a:gd name="T32" fmla="*/ 192 w 415"/>
              <a:gd name="T33" fmla="*/ 94 h 406"/>
              <a:gd name="T34" fmla="*/ 287 w 415"/>
              <a:gd name="T35" fmla="*/ 206 h 406"/>
              <a:gd name="T36" fmla="*/ 192 w 415"/>
              <a:gd name="T37" fmla="*/ 318 h 406"/>
              <a:gd name="T38" fmla="*/ 198 w 415"/>
              <a:gd name="T39" fmla="*/ 394 h 406"/>
              <a:gd name="T40" fmla="*/ 232 w 415"/>
              <a:gd name="T41" fmla="*/ 406 h 406"/>
              <a:gd name="T42" fmla="*/ 273 w 415"/>
              <a:gd name="T43" fmla="*/ 388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5" h="406">
                <a:moveTo>
                  <a:pt x="59" y="406"/>
                </a:moveTo>
                <a:cubicBezTo>
                  <a:pt x="47" y="406"/>
                  <a:pt x="35" y="402"/>
                  <a:pt x="25" y="394"/>
                </a:cubicBezTo>
                <a:cubicBezTo>
                  <a:pt x="2" y="375"/>
                  <a:pt x="0" y="341"/>
                  <a:pt x="19" y="318"/>
                </a:cubicBezTo>
                <a:lnTo>
                  <a:pt x="114" y="206"/>
                </a:lnTo>
                <a:lnTo>
                  <a:pt x="19" y="94"/>
                </a:lnTo>
                <a:cubicBezTo>
                  <a:pt x="0" y="71"/>
                  <a:pt x="2" y="38"/>
                  <a:pt x="25" y="19"/>
                </a:cubicBezTo>
                <a:cubicBezTo>
                  <a:pt x="47" y="0"/>
                  <a:pt x="81" y="2"/>
                  <a:pt x="100" y="25"/>
                </a:cubicBezTo>
                <a:lnTo>
                  <a:pt x="225" y="172"/>
                </a:lnTo>
                <a:cubicBezTo>
                  <a:pt x="242" y="192"/>
                  <a:pt x="242" y="221"/>
                  <a:pt x="225" y="241"/>
                </a:cubicBezTo>
                <a:lnTo>
                  <a:pt x="100" y="388"/>
                </a:lnTo>
                <a:cubicBezTo>
                  <a:pt x="89" y="400"/>
                  <a:pt x="74" y="406"/>
                  <a:pt x="59" y="406"/>
                </a:cubicBezTo>
                <a:close/>
                <a:moveTo>
                  <a:pt x="273" y="388"/>
                </a:moveTo>
                <a:lnTo>
                  <a:pt x="398" y="241"/>
                </a:lnTo>
                <a:cubicBezTo>
                  <a:pt x="415" y="221"/>
                  <a:pt x="415" y="192"/>
                  <a:pt x="398" y="172"/>
                </a:cubicBezTo>
                <a:lnTo>
                  <a:pt x="273" y="25"/>
                </a:lnTo>
                <a:cubicBezTo>
                  <a:pt x="254" y="2"/>
                  <a:pt x="220" y="0"/>
                  <a:pt x="198" y="19"/>
                </a:cubicBezTo>
                <a:cubicBezTo>
                  <a:pt x="175" y="38"/>
                  <a:pt x="173" y="71"/>
                  <a:pt x="192" y="94"/>
                </a:cubicBezTo>
                <a:lnTo>
                  <a:pt x="287" y="206"/>
                </a:lnTo>
                <a:lnTo>
                  <a:pt x="192" y="318"/>
                </a:lnTo>
                <a:cubicBezTo>
                  <a:pt x="173" y="341"/>
                  <a:pt x="175" y="375"/>
                  <a:pt x="198" y="394"/>
                </a:cubicBezTo>
                <a:cubicBezTo>
                  <a:pt x="208" y="402"/>
                  <a:pt x="220" y="406"/>
                  <a:pt x="232" y="406"/>
                </a:cubicBezTo>
                <a:cubicBezTo>
                  <a:pt x="247" y="406"/>
                  <a:pt x="262" y="400"/>
                  <a:pt x="273" y="3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4" name="矩形 63"/>
          <p:cNvSpPr/>
          <p:nvPr/>
        </p:nvSpPr>
        <p:spPr>
          <a:xfrm>
            <a:off x="584781" y="858016"/>
            <a:ext cx="7429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操作命令字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OCW2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" name="MH_Other_1"/>
          <p:cNvSpPr/>
          <p:nvPr>
            <p:custDataLst>
              <p:tags r:id="rId2"/>
            </p:custDataLst>
          </p:nvPr>
        </p:nvSpPr>
        <p:spPr>
          <a:xfrm rot="16374127">
            <a:off x="-1138752" y="3607682"/>
            <a:ext cx="3570287" cy="1587500"/>
          </a:xfrm>
          <a:custGeom>
            <a:avLst/>
            <a:gdLst/>
            <a:ahLst/>
            <a:cxnLst/>
            <a:rect l="l" t="t" r="r" b="b"/>
            <a:pathLst>
              <a:path w="7590151" h="3240360">
                <a:moveTo>
                  <a:pt x="1620180" y="0"/>
                </a:moveTo>
                <a:cubicBezTo>
                  <a:pt x="2278948" y="0"/>
                  <a:pt x="2845888" y="393168"/>
                  <a:pt x="3097941" y="958193"/>
                </a:cubicBezTo>
                <a:lnTo>
                  <a:pt x="3098072" y="958193"/>
                </a:lnTo>
                <a:cubicBezTo>
                  <a:pt x="3396017" y="1214402"/>
                  <a:pt x="3933309" y="1384501"/>
                  <a:pt x="4546440" y="1384501"/>
                </a:cubicBezTo>
                <a:cubicBezTo>
                  <a:pt x="5102087" y="1384501"/>
                  <a:pt x="5595448" y="1244803"/>
                  <a:pt x="5903768" y="1026403"/>
                </a:cubicBezTo>
                <a:cubicBezTo>
                  <a:pt x="6082157" y="862178"/>
                  <a:pt x="6320464" y="762555"/>
                  <a:pt x="6582039" y="762555"/>
                </a:cubicBezTo>
                <a:cubicBezTo>
                  <a:pt x="7138804" y="762555"/>
                  <a:pt x="7590151" y="1213902"/>
                  <a:pt x="7590151" y="1770667"/>
                </a:cubicBezTo>
                <a:cubicBezTo>
                  <a:pt x="7590151" y="2327432"/>
                  <a:pt x="7138804" y="2778779"/>
                  <a:pt x="6582039" y="2778779"/>
                </a:cubicBezTo>
                <a:cubicBezTo>
                  <a:pt x="6378610" y="2778779"/>
                  <a:pt x="6189255" y="2718524"/>
                  <a:pt x="6031180" y="2614377"/>
                </a:cubicBezTo>
                <a:lnTo>
                  <a:pt x="6025214" y="2614377"/>
                </a:lnTo>
                <a:lnTo>
                  <a:pt x="6018143" y="2606422"/>
                </a:lnTo>
                <a:cubicBezTo>
                  <a:pt x="5945686" y="2557456"/>
                  <a:pt x="5879947" y="2499306"/>
                  <a:pt x="5823306" y="2433018"/>
                </a:cubicBezTo>
                <a:cubicBezTo>
                  <a:pt x="5515437" y="2211718"/>
                  <a:pt x="5018750" y="2069853"/>
                  <a:pt x="4458811" y="2069853"/>
                </a:cubicBezTo>
                <a:cubicBezTo>
                  <a:pt x="3782126" y="2069853"/>
                  <a:pt x="3197817" y="2277043"/>
                  <a:pt x="2925134" y="2577557"/>
                </a:cubicBezTo>
                <a:cubicBezTo>
                  <a:pt x="2631694" y="2979912"/>
                  <a:pt x="2156352" y="3240360"/>
                  <a:pt x="1620180" y="3240360"/>
                </a:cubicBezTo>
                <a:cubicBezTo>
                  <a:pt x="725379" y="3240360"/>
                  <a:pt x="0" y="2514981"/>
                  <a:pt x="0" y="1620180"/>
                </a:cubicBezTo>
                <a:cubicBezTo>
                  <a:pt x="0" y="725379"/>
                  <a:pt x="725379" y="0"/>
                  <a:pt x="1620180" y="0"/>
                </a:cubicBezTo>
                <a:close/>
              </a:path>
            </a:pathLst>
          </a:cu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kern="0">
              <a:solidFill>
                <a:sysClr val="window" lastClr="FFFFFF"/>
              </a:solidFill>
              <a:latin typeface="+mn-lt"/>
              <a:ea typeface="+mn-ea"/>
            </a:endParaRPr>
          </a:p>
        </p:txBody>
      </p:sp>
      <p:sp>
        <p:nvSpPr>
          <p:cNvPr id="11" name="MH_SubTitle_1"/>
          <p:cNvSpPr/>
          <p:nvPr>
            <p:custDataLst>
              <p:tags r:id="rId3"/>
            </p:custDataLst>
          </p:nvPr>
        </p:nvSpPr>
        <p:spPr>
          <a:xfrm>
            <a:off x="384455" y="2686138"/>
            <a:ext cx="811212" cy="811212"/>
          </a:xfrm>
          <a:custGeom>
            <a:avLst/>
            <a:gdLst>
              <a:gd name="connsiteX0" fmla="*/ 426224 w 811436"/>
              <a:gd name="connsiteY0" fmla="*/ 530 h 810021"/>
              <a:gd name="connsiteX1" fmla="*/ 810909 w 811436"/>
              <a:gd name="connsiteY1" fmla="*/ 425552 h 810021"/>
              <a:gd name="connsiteX2" fmla="*/ 385214 w 811436"/>
              <a:gd name="connsiteY2" fmla="*/ 809491 h 810021"/>
              <a:gd name="connsiteX3" fmla="*/ 528 w 811436"/>
              <a:gd name="connsiteY3" fmla="*/ 384470 h 810021"/>
              <a:gd name="connsiteX4" fmla="*/ 426224 w 811436"/>
              <a:gd name="connsiteY4" fmla="*/ 530 h 810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1436" h="810021">
                <a:moveTo>
                  <a:pt x="426224" y="530"/>
                </a:moveTo>
                <a:cubicBezTo>
                  <a:pt x="650004" y="11874"/>
                  <a:pt x="822234" y="202164"/>
                  <a:pt x="810909" y="425552"/>
                </a:cubicBezTo>
                <a:cubicBezTo>
                  <a:pt x="799585" y="648940"/>
                  <a:pt x="608994" y="820836"/>
                  <a:pt x="385214" y="809491"/>
                </a:cubicBezTo>
                <a:cubicBezTo>
                  <a:pt x="161433" y="798147"/>
                  <a:pt x="-10797" y="607858"/>
                  <a:pt x="528" y="384470"/>
                </a:cubicBezTo>
                <a:cubicBezTo>
                  <a:pt x="11853" y="161081"/>
                  <a:pt x="202443" y="-10815"/>
                  <a:pt x="426224" y="53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dirty="0">
                <a:solidFill>
                  <a:srgbClr val="3A3A3A"/>
                </a:solidFill>
              </a:rPr>
              <a:t>01</a:t>
            </a:r>
            <a:endParaRPr lang="zh-CN" altLang="en-US" sz="3600" dirty="0">
              <a:solidFill>
                <a:srgbClr val="3A3A3A"/>
              </a:solidFill>
            </a:endParaRPr>
          </a:p>
        </p:txBody>
      </p:sp>
      <p:sp>
        <p:nvSpPr>
          <p:cNvPr id="12" name="MH_Other_2"/>
          <p:cNvSpPr/>
          <p:nvPr>
            <p:custDataLst>
              <p:tags r:id="rId4"/>
            </p:custDataLst>
          </p:nvPr>
        </p:nvSpPr>
        <p:spPr>
          <a:xfrm rot="18174127">
            <a:off x="-626783" y="3757700"/>
            <a:ext cx="3570288" cy="1589088"/>
          </a:xfrm>
          <a:custGeom>
            <a:avLst/>
            <a:gdLst/>
            <a:ahLst/>
            <a:cxnLst/>
            <a:rect l="l" t="t" r="r" b="b"/>
            <a:pathLst>
              <a:path w="7590151" h="3240360">
                <a:moveTo>
                  <a:pt x="1620180" y="0"/>
                </a:moveTo>
                <a:cubicBezTo>
                  <a:pt x="2278948" y="0"/>
                  <a:pt x="2845888" y="393168"/>
                  <a:pt x="3097941" y="958193"/>
                </a:cubicBezTo>
                <a:lnTo>
                  <a:pt x="3098072" y="958193"/>
                </a:lnTo>
                <a:cubicBezTo>
                  <a:pt x="3396017" y="1214402"/>
                  <a:pt x="3933309" y="1384501"/>
                  <a:pt x="4546440" y="1384501"/>
                </a:cubicBezTo>
                <a:cubicBezTo>
                  <a:pt x="5102087" y="1384501"/>
                  <a:pt x="5595448" y="1244803"/>
                  <a:pt x="5903768" y="1026403"/>
                </a:cubicBezTo>
                <a:cubicBezTo>
                  <a:pt x="6082157" y="862178"/>
                  <a:pt x="6320464" y="762555"/>
                  <a:pt x="6582039" y="762555"/>
                </a:cubicBezTo>
                <a:cubicBezTo>
                  <a:pt x="7138804" y="762555"/>
                  <a:pt x="7590151" y="1213902"/>
                  <a:pt x="7590151" y="1770667"/>
                </a:cubicBezTo>
                <a:cubicBezTo>
                  <a:pt x="7590151" y="2327432"/>
                  <a:pt x="7138804" y="2778779"/>
                  <a:pt x="6582039" y="2778779"/>
                </a:cubicBezTo>
                <a:cubicBezTo>
                  <a:pt x="6378610" y="2778779"/>
                  <a:pt x="6189255" y="2718524"/>
                  <a:pt x="6031180" y="2614377"/>
                </a:cubicBezTo>
                <a:lnTo>
                  <a:pt x="6025214" y="2614377"/>
                </a:lnTo>
                <a:lnTo>
                  <a:pt x="6018143" y="2606422"/>
                </a:lnTo>
                <a:cubicBezTo>
                  <a:pt x="5945686" y="2557456"/>
                  <a:pt x="5879947" y="2499306"/>
                  <a:pt x="5823306" y="2433018"/>
                </a:cubicBezTo>
                <a:cubicBezTo>
                  <a:pt x="5515437" y="2211718"/>
                  <a:pt x="5018750" y="2069853"/>
                  <a:pt x="4458811" y="2069853"/>
                </a:cubicBezTo>
                <a:cubicBezTo>
                  <a:pt x="3782126" y="2069853"/>
                  <a:pt x="3197817" y="2277043"/>
                  <a:pt x="2925134" y="2577557"/>
                </a:cubicBezTo>
                <a:cubicBezTo>
                  <a:pt x="2631694" y="2979912"/>
                  <a:pt x="2156352" y="3240360"/>
                  <a:pt x="1620180" y="3240360"/>
                </a:cubicBezTo>
                <a:cubicBezTo>
                  <a:pt x="725379" y="3240360"/>
                  <a:pt x="0" y="2514981"/>
                  <a:pt x="0" y="1620180"/>
                </a:cubicBezTo>
                <a:cubicBezTo>
                  <a:pt x="0" y="725379"/>
                  <a:pt x="725379" y="0"/>
                  <a:pt x="1620180" y="0"/>
                </a:cubicBezTo>
                <a:close/>
              </a:path>
            </a:pathLst>
          </a:cu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kern="0">
              <a:solidFill>
                <a:sysClr val="window" lastClr="FFFFFF"/>
              </a:solidFill>
              <a:latin typeface="+mn-lt"/>
              <a:ea typeface="+mn-ea"/>
            </a:endParaRPr>
          </a:p>
        </p:txBody>
      </p:sp>
      <p:sp>
        <p:nvSpPr>
          <p:cNvPr id="13" name="MH_SubTitle_2"/>
          <p:cNvSpPr/>
          <p:nvPr>
            <p:custDataLst>
              <p:tags r:id="rId5"/>
            </p:custDataLst>
          </p:nvPr>
        </p:nvSpPr>
        <p:spPr>
          <a:xfrm>
            <a:off x="1532217" y="3084600"/>
            <a:ext cx="811213" cy="809625"/>
          </a:xfrm>
          <a:custGeom>
            <a:avLst/>
            <a:gdLst>
              <a:gd name="connsiteX0" fmla="*/ 426224 w 811436"/>
              <a:gd name="connsiteY0" fmla="*/ 530 h 810021"/>
              <a:gd name="connsiteX1" fmla="*/ 810909 w 811436"/>
              <a:gd name="connsiteY1" fmla="*/ 425552 h 810021"/>
              <a:gd name="connsiteX2" fmla="*/ 385214 w 811436"/>
              <a:gd name="connsiteY2" fmla="*/ 809491 h 810021"/>
              <a:gd name="connsiteX3" fmla="*/ 528 w 811436"/>
              <a:gd name="connsiteY3" fmla="*/ 384470 h 810021"/>
              <a:gd name="connsiteX4" fmla="*/ 426224 w 811436"/>
              <a:gd name="connsiteY4" fmla="*/ 530 h 810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1436" h="810021">
                <a:moveTo>
                  <a:pt x="426224" y="530"/>
                </a:moveTo>
                <a:cubicBezTo>
                  <a:pt x="650004" y="11874"/>
                  <a:pt x="822234" y="202164"/>
                  <a:pt x="810909" y="425552"/>
                </a:cubicBezTo>
                <a:cubicBezTo>
                  <a:pt x="799585" y="648940"/>
                  <a:pt x="608994" y="820836"/>
                  <a:pt x="385214" y="809491"/>
                </a:cubicBezTo>
                <a:cubicBezTo>
                  <a:pt x="161433" y="798147"/>
                  <a:pt x="-10797" y="607858"/>
                  <a:pt x="528" y="384470"/>
                </a:cubicBezTo>
                <a:cubicBezTo>
                  <a:pt x="11853" y="161081"/>
                  <a:pt x="202443" y="-10815"/>
                  <a:pt x="426224" y="53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dirty="0">
                <a:solidFill>
                  <a:srgbClr val="3A3A3A"/>
                </a:solidFill>
              </a:rPr>
              <a:t>02</a:t>
            </a:r>
            <a:endParaRPr lang="zh-CN" altLang="en-US" sz="3600" dirty="0">
              <a:solidFill>
                <a:srgbClr val="3A3A3A"/>
              </a:solidFill>
            </a:endParaRPr>
          </a:p>
        </p:txBody>
      </p:sp>
      <p:sp>
        <p:nvSpPr>
          <p:cNvPr id="14" name="MH_Other_3"/>
          <p:cNvSpPr/>
          <p:nvPr>
            <p:custDataLst>
              <p:tags r:id="rId6"/>
            </p:custDataLst>
          </p:nvPr>
        </p:nvSpPr>
        <p:spPr>
          <a:xfrm rot="19974127">
            <a:off x="-320395" y="4140288"/>
            <a:ext cx="3570287" cy="1587500"/>
          </a:xfrm>
          <a:custGeom>
            <a:avLst/>
            <a:gdLst/>
            <a:ahLst/>
            <a:cxnLst/>
            <a:rect l="l" t="t" r="r" b="b"/>
            <a:pathLst>
              <a:path w="7590151" h="3240360">
                <a:moveTo>
                  <a:pt x="1620180" y="0"/>
                </a:moveTo>
                <a:cubicBezTo>
                  <a:pt x="2278948" y="0"/>
                  <a:pt x="2845888" y="393168"/>
                  <a:pt x="3097941" y="958193"/>
                </a:cubicBezTo>
                <a:lnTo>
                  <a:pt x="3098072" y="958193"/>
                </a:lnTo>
                <a:cubicBezTo>
                  <a:pt x="3396017" y="1214402"/>
                  <a:pt x="3933309" y="1384501"/>
                  <a:pt x="4546440" y="1384501"/>
                </a:cubicBezTo>
                <a:cubicBezTo>
                  <a:pt x="5102087" y="1384501"/>
                  <a:pt x="5595448" y="1244803"/>
                  <a:pt x="5903768" y="1026403"/>
                </a:cubicBezTo>
                <a:cubicBezTo>
                  <a:pt x="6082157" y="862178"/>
                  <a:pt x="6320464" y="762555"/>
                  <a:pt x="6582039" y="762555"/>
                </a:cubicBezTo>
                <a:cubicBezTo>
                  <a:pt x="7138804" y="762555"/>
                  <a:pt x="7590151" y="1213902"/>
                  <a:pt x="7590151" y="1770667"/>
                </a:cubicBezTo>
                <a:cubicBezTo>
                  <a:pt x="7590151" y="2327432"/>
                  <a:pt x="7138804" y="2778779"/>
                  <a:pt x="6582039" y="2778779"/>
                </a:cubicBezTo>
                <a:cubicBezTo>
                  <a:pt x="6378610" y="2778779"/>
                  <a:pt x="6189255" y="2718524"/>
                  <a:pt x="6031180" y="2614377"/>
                </a:cubicBezTo>
                <a:lnTo>
                  <a:pt x="6025214" y="2614377"/>
                </a:lnTo>
                <a:lnTo>
                  <a:pt x="6018143" y="2606422"/>
                </a:lnTo>
                <a:cubicBezTo>
                  <a:pt x="5945686" y="2557456"/>
                  <a:pt x="5879947" y="2499306"/>
                  <a:pt x="5823306" y="2433018"/>
                </a:cubicBezTo>
                <a:cubicBezTo>
                  <a:pt x="5515437" y="2211718"/>
                  <a:pt x="5018750" y="2069853"/>
                  <a:pt x="4458811" y="2069853"/>
                </a:cubicBezTo>
                <a:cubicBezTo>
                  <a:pt x="3782126" y="2069853"/>
                  <a:pt x="3197817" y="2277043"/>
                  <a:pt x="2925134" y="2577557"/>
                </a:cubicBezTo>
                <a:cubicBezTo>
                  <a:pt x="2631694" y="2979912"/>
                  <a:pt x="2156352" y="3240360"/>
                  <a:pt x="1620180" y="3240360"/>
                </a:cubicBezTo>
                <a:cubicBezTo>
                  <a:pt x="725379" y="3240360"/>
                  <a:pt x="0" y="2514981"/>
                  <a:pt x="0" y="1620180"/>
                </a:cubicBezTo>
                <a:cubicBezTo>
                  <a:pt x="0" y="725379"/>
                  <a:pt x="725379" y="0"/>
                  <a:pt x="1620180" y="0"/>
                </a:cubicBezTo>
                <a:close/>
              </a:path>
            </a:pathLst>
          </a:cu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kern="0">
              <a:solidFill>
                <a:sysClr val="window" lastClr="FFFFFF"/>
              </a:solidFill>
              <a:latin typeface="+mn-lt"/>
              <a:ea typeface="+mn-ea"/>
            </a:endParaRPr>
          </a:p>
        </p:txBody>
      </p:sp>
      <p:sp>
        <p:nvSpPr>
          <p:cNvPr id="15" name="MH_SubTitle_3"/>
          <p:cNvSpPr/>
          <p:nvPr>
            <p:custDataLst>
              <p:tags r:id="rId7"/>
            </p:custDataLst>
          </p:nvPr>
        </p:nvSpPr>
        <p:spPr>
          <a:xfrm>
            <a:off x="2265642" y="3999000"/>
            <a:ext cx="811213" cy="811213"/>
          </a:xfrm>
          <a:custGeom>
            <a:avLst/>
            <a:gdLst>
              <a:gd name="connsiteX0" fmla="*/ 426224 w 811436"/>
              <a:gd name="connsiteY0" fmla="*/ 530 h 810021"/>
              <a:gd name="connsiteX1" fmla="*/ 810909 w 811436"/>
              <a:gd name="connsiteY1" fmla="*/ 425552 h 810021"/>
              <a:gd name="connsiteX2" fmla="*/ 385214 w 811436"/>
              <a:gd name="connsiteY2" fmla="*/ 809491 h 810021"/>
              <a:gd name="connsiteX3" fmla="*/ 528 w 811436"/>
              <a:gd name="connsiteY3" fmla="*/ 384470 h 810021"/>
              <a:gd name="connsiteX4" fmla="*/ 426224 w 811436"/>
              <a:gd name="connsiteY4" fmla="*/ 530 h 810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1436" h="810021">
                <a:moveTo>
                  <a:pt x="426224" y="530"/>
                </a:moveTo>
                <a:cubicBezTo>
                  <a:pt x="650004" y="11874"/>
                  <a:pt x="822234" y="202164"/>
                  <a:pt x="810909" y="425552"/>
                </a:cubicBezTo>
                <a:cubicBezTo>
                  <a:pt x="799585" y="648940"/>
                  <a:pt x="608994" y="820836"/>
                  <a:pt x="385214" y="809491"/>
                </a:cubicBezTo>
                <a:cubicBezTo>
                  <a:pt x="161433" y="798147"/>
                  <a:pt x="-10797" y="607858"/>
                  <a:pt x="528" y="384470"/>
                </a:cubicBezTo>
                <a:cubicBezTo>
                  <a:pt x="11853" y="161081"/>
                  <a:pt x="202443" y="-10815"/>
                  <a:pt x="426224" y="53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dirty="0">
                <a:solidFill>
                  <a:srgbClr val="3A3A3A"/>
                </a:solidFill>
              </a:rPr>
              <a:t>03</a:t>
            </a:r>
            <a:endParaRPr lang="zh-CN" altLang="en-US" sz="3600" dirty="0">
              <a:solidFill>
                <a:srgbClr val="3A3A3A"/>
              </a:solidFill>
            </a:endParaRPr>
          </a:p>
        </p:txBody>
      </p:sp>
      <p:sp>
        <p:nvSpPr>
          <p:cNvPr id="16" name="MH_Other_4"/>
          <p:cNvSpPr/>
          <p:nvPr>
            <p:custDataLst>
              <p:tags r:id="rId8"/>
            </p:custDataLst>
          </p:nvPr>
        </p:nvSpPr>
        <p:spPr>
          <a:xfrm rot="174127">
            <a:off x="-188633" y="4653050"/>
            <a:ext cx="3570288" cy="1589088"/>
          </a:xfrm>
          <a:custGeom>
            <a:avLst/>
            <a:gdLst/>
            <a:ahLst/>
            <a:cxnLst/>
            <a:rect l="l" t="t" r="r" b="b"/>
            <a:pathLst>
              <a:path w="7590151" h="3240360">
                <a:moveTo>
                  <a:pt x="1620180" y="0"/>
                </a:moveTo>
                <a:cubicBezTo>
                  <a:pt x="2278948" y="0"/>
                  <a:pt x="2845888" y="393168"/>
                  <a:pt x="3097941" y="958193"/>
                </a:cubicBezTo>
                <a:lnTo>
                  <a:pt x="3098072" y="958193"/>
                </a:lnTo>
                <a:cubicBezTo>
                  <a:pt x="3396017" y="1214402"/>
                  <a:pt x="3933309" y="1384501"/>
                  <a:pt x="4546440" y="1384501"/>
                </a:cubicBezTo>
                <a:cubicBezTo>
                  <a:pt x="5102087" y="1384501"/>
                  <a:pt x="5595448" y="1244803"/>
                  <a:pt x="5903768" y="1026403"/>
                </a:cubicBezTo>
                <a:cubicBezTo>
                  <a:pt x="6082157" y="862178"/>
                  <a:pt x="6320464" y="762555"/>
                  <a:pt x="6582039" y="762555"/>
                </a:cubicBezTo>
                <a:cubicBezTo>
                  <a:pt x="7138804" y="762555"/>
                  <a:pt x="7590151" y="1213902"/>
                  <a:pt x="7590151" y="1770667"/>
                </a:cubicBezTo>
                <a:cubicBezTo>
                  <a:pt x="7590151" y="2327432"/>
                  <a:pt x="7138804" y="2778779"/>
                  <a:pt x="6582039" y="2778779"/>
                </a:cubicBezTo>
                <a:cubicBezTo>
                  <a:pt x="6378610" y="2778779"/>
                  <a:pt x="6189255" y="2718524"/>
                  <a:pt x="6031180" y="2614377"/>
                </a:cubicBezTo>
                <a:lnTo>
                  <a:pt x="6025214" y="2614377"/>
                </a:lnTo>
                <a:lnTo>
                  <a:pt x="6018143" y="2606422"/>
                </a:lnTo>
                <a:cubicBezTo>
                  <a:pt x="5945686" y="2557456"/>
                  <a:pt x="5879947" y="2499306"/>
                  <a:pt x="5823306" y="2433018"/>
                </a:cubicBezTo>
                <a:cubicBezTo>
                  <a:pt x="5515437" y="2211718"/>
                  <a:pt x="5018750" y="2069853"/>
                  <a:pt x="4458811" y="2069853"/>
                </a:cubicBezTo>
                <a:cubicBezTo>
                  <a:pt x="3782126" y="2069853"/>
                  <a:pt x="3197817" y="2277043"/>
                  <a:pt x="2925134" y="2577557"/>
                </a:cubicBezTo>
                <a:cubicBezTo>
                  <a:pt x="2631694" y="2979912"/>
                  <a:pt x="2156352" y="3240360"/>
                  <a:pt x="1620180" y="3240360"/>
                </a:cubicBezTo>
                <a:cubicBezTo>
                  <a:pt x="725379" y="3240360"/>
                  <a:pt x="0" y="2514981"/>
                  <a:pt x="0" y="1620180"/>
                </a:cubicBezTo>
                <a:cubicBezTo>
                  <a:pt x="0" y="725379"/>
                  <a:pt x="725379" y="0"/>
                  <a:pt x="1620180" y="0"/>
                </a:cubicBezTo>
                <a:close/>
              </a:path>
            </a:pathLst>
          </a:cu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kern="0">
              <a:solidFill>
                <a:sysClr val="window" lastClr="FFFFFF"/>
              </a:solidFill>
              <a:latin typeface="+mn-lt"/>
              <a:ea typeface="+mn-ea"/>
            </a:endParaRPr>
          </a:p>
        </p:txBody>
      </p:sp>
      <p:sp>
        <p:nvSpPr>
          <p:cNvPr id="17" name="MH_Title_1"/>
          <p:cNvSpPr/>
          <p:nvPr>
            <p:custDataLst>
              <p:tags r:id="rId9"/>
            </p:custDataLst>
          </p:nvPr>
        </p:nvSpPr>
        <p:spPr>
          <a:xfrm>
            <a:off x="-147358" y="4675275"/>
            <a:ext cx="1439863" cy="1439863"/>
          </a:xfrm>
          <a:custGeom>
            <a:avLst/>
            <a:gdLst>
              <a:gd name="connsiteX0" fmla="*/ 719142 w 1440001"/>
              <a:gd name="connsiteY0" fmla="*/ 1 h 1440000"/>
              <a:gd name="connsiteX1" fmla="*/ 1228510 w 1440001"/>
              <a:gd name="connsiteY1" fmla="*/ 210276 h 1440000"/>
              <a:gd name="connsiteX2" fmla="*/ 1229725 w 1440001"/>
              <a:gd name="connsiteY2" fmla="*/ 1228509 h 1440000"/>
              <a:gd name="connsiteX3" fmla="*/ 211492 w 1440001"/>
              <a:gd name="connsiteY3" fmla="*/ 1229724 h 1440000"/>
              <a:gd name="connsiteX4" fmla="*/ 210277 w 1440001"/>
              <a:gd name="connsiteY4" fmla="*/ 211491 h 1440000"/>
              <a:gd name="connsiteX5" fmla="*/ 719142 w 1440001"/>
              <a:gd name="connsiteY5" fmla="*/ 1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40001" h="1440000">
                <a:moveTo>
                  <a:pt x="719142" y="1"/>
                </a:moveTo>
                <a:cubicBezTo>
                  <a:pt x="903406" y="-219"/>
                  <a:pt x="1087754" y="69855"/>
                  <a:pt x="1228510" y="210276"/>
                </a:cubicBezTo>
                <a:cubicBezTo>
                  <a:pt x="1510023" y="491118"/>
                  <a:pt x="1510567" y="946996"/>
                  <a:pt x="1229725" y="1228509"/>
                </a:cubicBezTo>
                <a:cubicBezTo>
                  <a:pt x="948884" y="1510022"/>
                  <a:pt x="493005" y="1510566"/>
                  <a:pt x="211492" y="1229724"/>
                </a:cubicBezTo>
                <a:cubicBezTo>
                  <a:pt x="-70021" y="948883"/>
                  <a:pt x="-70565" y="493004"/>
                  <a:pt x="210277" y="211491"/>
                </a:cubicBezTo>
                <a:cubicBezTo>
                  <a:pt x="350698" y="70735"/>
                  <a:pt x="534878" y="221"/>
                  <a:pt x="71914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lvl="0" algn="ctr">
              <a:lnSpc>
                <a:spcPct val="130000"/>
              </a:lnSpc>
              <a:defRPr/>
            </a:pPr>
            <a:r>
              <a:rPr lang="en-US" altLang="zh-CN" sz="32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lang="zh-CN" altLang="en-US" sz="32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接口</a:t>
            </a:r>
            <a:endParaRPr lang="zh-CN" altLang="en-US" sz="3200" b="1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8" name="MH_SubTitle_4"/>
          <p:cNvSpPr/>
          <p:nvPr>
            <p:custDataLst>
              <p:tags r:id="rId10"/>
            </p:custDataLst>
          </p:nvPr>
        </p:nvSpPr>
        <p:spPr>
          <a:xfrm>
            <a:off x="2500592" y="5186450"/>
            <a:ext cx="811213" cy="809625"/>
          </a:xfrm>
          <a:custGeom>
            <a:avLst/>
            <a:gdLst>
              <a:gd name="connsiteX0" fmla="*/ 426224 w 811436"/>
              <a:gd name="connsiteY0" fmla="*/ 530 h 810021"/>
              <a:gd name="connsiteX1" fmla="*/ 810909 w 811436"/>
              <a:gd name="connsiteY1" fmla="*/ 425552 h 810021"/>
              <a:gd name="connsiteX2" fmla="*/ 385214 w 811436"/>
              <a:gd name="connsiteY2" fmla="*/ 809491 h 810021"/>
              <a:gd name="connsiteX3" fmla="*/ 528 w 811436"/>
              <a:gd name="connsiteY3" fmla="*/ 384470 h 810021"/>
              <a:gd name="connsiteX4" fmla="*/ 426224 w 811436"/>
              <a:gd name="connsiteY4" fmla="*/ 530 h 810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1436" h="810021">
                <a:moveTo>
                  <a:pt x="426224" y="530"/>
                </a:moveTo>
                <a:cubicBezTo>
                  <a:pt x="650004" y="11874"/>
                  <a:pt x="822234" y="202164"/>
                  <a:pt x="810909" y="425552"/>
                </a:cubicBezTo>
                <a:cubicBezTo>
                  <a:pt x="799585" y="648940"/>
                  <a:pt x="608994" y="820836"/>
                  <a:pt x="385214" y="809491"/>
                </a:cubicBezTo>
                <a:cubicBezTo>
                  <a:pt x="161433" y="798147"/>
                  <a:pt x="-10797" y="607858"/>
                  <a:pt x="528" y="384470"/>
                </a:cubicBezTo>
                <a:cubicBezTo>
                  <a:pt x="11853" y="161081"/>
                  <a:pt x="202443" y="-10815"/>
                  <a:pt x="426224" y="53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>
            <a:norm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dirty="0">
                <a:solidFill>
                  <a:srgbClr val="3A3A3A"/>
                </a:solidFill>
              </a:rPr>
              <a:t>04</a:t>
            </a:r>
            <a:endParaRPr lang="zh-CN" altLang="en-US" sz="3600" dirty="0">
              <a:solidFill>
                <a:srgbClr val="3A3A3A"/>
              </a:solidFill>
            </a:endParaRPr>
          </a:p>
        </p:txBody>
      </p:sp>
      <p:sp>
        <p:nvSpPr>
          <p:cNvPr id="19" name="MH_SubTitle_1"/>
          <p:cNvSpPr txBox="1"/>
          <p:nvPr>
            <p:custDataLst>
              <p:tags r:id="rId11"/>
            </p:custDataLst>
          </p:nvPr>
        </p:nvSpPr>
        <p:spPr>
          <a:xfrm>
            <a:off x="1195666" y="1830112"/>
            <a:ext cx="7985985" cy="1381155"/>
          </a:xfrm>
          <a:prstGeom prst="rect">
            <a:avLst/>
          </a:prstGeom>
          <a:noFill/>
        </p:spPr>
        <p:txBody>
          <a:bodyPr lIns="72000" tIns="0" rIns="72000" bIns="0" anchor="ctr">
            <a:normAutofit/>
          </a:bodyPr>
          <a:lstStyle/>
          <a:p>
            <a:pPr>
              <a:defRPr/>
            </a:pPr>
            <a:r>
              <a:rPr lang="en-US" altLang="zh-CN" sz="2400" b="1" kern="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R</a:t>
            </a:r>
            <a:r>
              <a:rPr lang="zh-CN" altLang="en-US" sz="2400" b="1" kern="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：优先级方式控制位。</a:t>
            </a:r>
            <a:r>
              <a:rPr lang="en-US" altLang="zh-CN" sz="2400" b="1" kern="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2400" b="1" kern="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：循环优先级，</a:t>
            </a:r>
            <a:r>
              <a:rPr lang="en-US" altLang="zh-CN" sz="2400" b="1" kern="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0</a:t>
            </a:r>
            <a:r>
              <a:rPr lang="zh-CN" altLang="en-US" sz="2400" b="1" kern="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：为固定优先级。</a:t>
            </a:r>
            <a:endParaRPr lang="zh-CN" altLang="en-US" sz="2400" b="1" kern="0" dirty="0">
              <a:latin typeface="楷体" panose="02010609060101010101" pitchFamily="49" charset="-122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57640" y="1343452"/>
            <a:ext cx="7819322" cy="830997"/>
          </a:xfrm>
          <a:prstGeom prst="rect">
            <a:avLst/>
          </a:prstGeom>
          <a:noFill/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kern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OCW2</a:t>
            </a:r>
            <a:r>
              <a:rPr lang="zh-CN" altLang="en-US" sz="2400" b="1" kern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具有发</a:t>
            </a:r>
            <a:r>
              <a:rPr lang="en-US" altLang="zh-CN" sz="2400" b="1" kern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EOI</a:t>
            </a:r>
            <a:r>
              <a:rPr lang="zh-CN" altLang="en-US" sz="2400" b="1" kern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命令和设置优先级循环方式的两种功能，其中</a:t>
            </a:r>
            <a:r>
              <a:rPr lang="en-US" altLang="zh-CN" sz="2400" b="1" kern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101</a:t>
            </a:r>
            <a:r>
              <a:rPr lang="zh-CN" altLang="en-US" sz="2400" b="1" kern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400" b="1" kern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111</a:t>
            </a:r>
            <a:r>
              <a:rPr lang="zh-CN" altLang="en-US" sz="2400" b="1" kern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两种情况是结束中断后的系统方式设置。</a:t>
            </a:r>
            <a:endParaRPr lang="zh-CN" altLang="en-US" sz="2400" b="1" kern="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1" name="MH_SubTitle_1"/>
          <p:cNvSpPr txBox="1"/>
          <p:nvPr>
            <p:custDataLst>
              <p:tags r:id="rId12"/>
            </p:custDataLst>
          </p:nvPr>
        </p:nvSpPr>
        <p:spPr>
          <a:xfrm>
            <a:off x="2343431" y="2950391"/>
            <a:ext cx="6619880" cy="926297"/>
          </a:xfrm>
          <a:prstGeom prst="rect">
            <a:avLst/>
          </a:prstGeom>
          <a:noFill/>
        </p:spPr>
        <p:txBody>
          <a:bodyPr lIns="72000" tIns="0" rIns="72000" bIns="0" anchor="ctr">
            <a:normAutofit/>
          </a:bodyPr>
          <a:lstStyle/>
          <a:p>
            <a:pPr>
              <a:defRPr/>
            </a:pPr>
            <a:r>
              <a:rPr lang="en-US" altLang="zh-CN" sz="2400" b="1" kern="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SL</a:t>
            </a:r>
            <a:r>
              <a:rPr lang="zh-CN" altLang="en-US" sz="2400" b="1" kern="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：指示</a:t>
            </a:r>
            <a:r>
              <a:rPr lang="en-US" altLang="zh-CN" sz="2400" b="1" kern="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OCW2</a:t>
            </a:r>
            <a:r>
              <a:rPr lang="zh-CN" altLang="en-US" sz="2400" b="1" kern="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中</a:t>
            </a:r>
            <a:r>
              <a:rPr lang="en-US" altLang="zh-CN" sz="2400" b="1" kern="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L2</a:t>
            </a:r>
            <a:r>
              <a:rPr lang="zh-CN" altLang="en-US" sz="2400" b="1" kern="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～</a:t>
            </a:r>
            <a:r>
              <a:rPr lang="en-US" altLang="zh-CN" sz="2400" b="1" kern="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L0</a:t>
            </a:r>
            <a:r>
              <a:rPr lang="zh-CN" altLang="en-US" sz="2400" b="1" kern="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位是否有效。</a:t>
            </a:r>
            <a:r>
              <a:rPr lang="en-US" altLang="zh-CN" sz="2400" b="1" kern="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2400" b="1" kern="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：有效；</a:t>
            </a:r>
            <a:r>
              <a:rPr lang="en-US" altLang="zh-CN" sz="2400" b="1" kern="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0</a:t>
            </a:r>
            <a:r>
              <a:rPr lang="zh-CN" altLang="en-US" sz="2400" b="1" kern="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：无效。</a:t>
            </a:r>
            <a:endParaRPr lang="zh-CN" altLang="en-US" sz="2400" b="1" kern="0" dirty="0">
              <a:latin typeface="楷体" panose="02010609060101010101" pitchFamily="49" charset="-122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2" name="MH_SubTitle_1"/>
          <p:cNvSpPr txBox="1"/>
          <p:nvPr>
            <p:custDataLst>
              <p:tags r:id="rId13"/>
            </p:custDataLst>
          </p:nvPr>
        </p:nvSpPr>
        <p:spPr>
          <a:xfrm>
            <a:off x="3212223" y="3797798"/>
            <a:ext cx="5954365" cy="1586366"/>
          </a:xfrm>
          <a:prstGeom prst="rect">
            <a:avLst/>
          </a:prstGeom>
          <a:noFill/>
        </p:spPr>
        <p:txBody>
          <a:bodyPr lIns="72000" tIns="0" rIns="72000" bIns="0" anchor="ctr">
            <a:normAutofit fontScale="85000" lnSpcReduction="10000"/>
          </a:bodyPr>
          <a:lstStyle/>
          <a:p>
            <a:pPr>
              <a:lnSpc>
                <a:spcPct val="110000"/>
              </a:lnSpc>
              <a:defRPr/>
            </a:pPr>
            <a:r>
              <a:rPr lang="en-US" altLang="zh-CN" sz="2800" b="1" kern="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EOI</a:t>
            </a:r>
            <a:r>
              <a:rPr lang="zh-CN" altLang="en-US" sz="2800" b="1" kern="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：在非自动中断结束方式下的中断结束命令位。</a:t>
            </a:r>
            <a:endParaRPr lang="zh-CN" altLang="en-US" sz="2800" b="1" kern="0" dirty="0">
              <a:latin typeface="楷体" panose="02010609060101010101" pitchFamily="49" charset="-122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34290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2400" b="1" kern="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2400" b="1" kern="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：发中断结束命令，它使现行中断的</a:t>
            </a:r>
            <a:r>
              <a:rPr lang="en-US" altLang="zh-CN" sz="2400" b="1" kern="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ISR</a:t>
            </a:r>
            <a:r>
              <a:rPr lang="zh-CN" altLang="en-US" sz="2400" b="1" kern="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位复位；</a:t>
            </a:r>
            <a:endParaRPr lang="zh-CN" altLang="en-US" sz="2400" b="1" kern="0" dirty="0">
              <a:latin typeface="楷体" panose="02010609060101010101" pitchFamily="49" charset="-122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342900">
              <a:lnSpc>
                <a:spcPct val="11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2400" b="1" kern="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0</a:t>
            </a:r>
            <a:r>
              <a:rPr lang="zh-CN" altLang="en-US" sz="2400" b="1" kern="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：不发出中断结束命令。</a:t>
            </a:r>
            <a:endParaRPr lang="zh-CN" altLang="en-US" sz="2400" b="1" kern="0" dirty="0">
              <a:latin typeface="楷体" panose="02010609060101010101" pitchFamily="49" charset="-122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3" name="MH_SubTitle_1"/>
          <p:cNvSpPr txBox="1"/>
          <p:nvPr>
            <p:custDataLst>
              <p:tags r:id="rId14"/>
            </p:custDataLst>
          </p:nvPr>
        </p:nvSpPr>
        <p:spPr>
          <a:xfrm>
            <a:off x="3337921" y="5305274"/>
            <a:ext cx="5718921" cy="1586366"/>
          </a:xfrm>
          <a:prstGeom prst="rect">
            <a:avLst/>
          </a:prstGeom>
          <a:noFill/>
        </p:spPr>
        <p:txBody>
          <a:bodyPr lIns="72000" tIns="0" rIns="72000" bIns="0" anchor="ctr">
            <a:normAutofit fontScale="85000" lnSpcReduction="10000"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sz="2800" b="1" kern="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L2</a:t>
            </a:r>
            <a:r>
              <a:rPr lang="zh-CN" altLang="en-US" sz="2800" b="1" kern="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～</a:t>
            </a:r>
            <a:r>
              <a:rPr lang="en-US" altLang="zh-CN" sz="2800" b="1" kern="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L0</a:t>
            </a:r>
            <a:r>
              <a:rPr lang="zh-CN" altLang="en-US" sz="2800" b="1" kern="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：它有两个作用。</a:t>
            </a:r>
            <a:endParaRPr lang="en-US" altLang="zh-CN" sz="2800" b="1" kern="0" dirty="0">
              <a:latin typeface="楷体" panose="02010609060101010101" pitchFamily="49" charset="-122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34290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400" b="1" kern="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设定优先级特殊循环方式时初始的最低优先级序号。</a:t>
            </a:r>
            <a:endParaRPr lang="en-US" altLang="zh-CN" sz="2400" b="1" kern="0" dirty="0">
              <a:latin typeface="楷体" panose="02010609060101010101" pitchFamily="49" charset="-122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34290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400" b="1" kern="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在特殊中断结束命令中指明</a:t>
            </a:r>
            <a:r>
              <a:rPr lang="en-US" altLang="zh-CN" sz="2400" b="1" kern="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ISR</a:t>
            </a:r>
            <a:r>
              <a:rPr lang="zh-CN" altLang="en-US" sz="2400" b="1" kern="0" dirty="0"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的哪位被复位。</a:t>
            </a:r>
            <a:endParaRPr lang="zh-CN" altLang="en-US" sz="2400" b="1" kern="0" dirty="0">
              <a:latin typeface="楷体" panose="02010609060101010101" pitchFamily="49" charset="-122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9" name="ïšḻïdê"/>
          <p:cNvSpPr txBox="1"/>
          <p:nvPr/>
        </p:nvSpPr>
        <p:spPr bwMode="auto">
          <a:xfrm>
            <a:off x="-1" y="162085"/>
            <a:ext cx="828190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6.5 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可编程中断控制器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 </a:t>
            </a:r>
            <a:endParaRPr lang="zh-CN" altLang="en-US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63" name="right-arrowheads_44810"/>
          <p:cNvSpPr>
            <a:spLocks noChangeAspect="1"/>
          </p:cNvSpPr>
          <p:nvPr/>
        </p:nvSpPr>
        <p:spPr bwMode="auto">
          <a:xfrm>
            <a:off x="152015" y="929658"/>
            <a:ext cx="411251" cy="316320"/>
          </a:xfrm>
          <a:custGeom>
            <a:avLst/>
            <a:gdLst>
              <a:gd name="T0" fmla="*/ 59 w 415"/>
              <a:gd name="T1" fmla="*/ 406 h 406"/>
              <a:gd name="T2" fmla="*/ 25 w 415"/>
              <a:gd name="T3" fmla="*/ 394 h 406"/>
              <a:gd name="T4" fmla="*/ 19 w 415"/>
              <a:gd name="T5" fmla="*/ 318 h 406"/>
              <a:gd name="T6" fmla="*/ 114 w 415"/>
              <a:gd name="T7" fmla="*/ 206 h 406"/>
              <a:gd name="T8" fmla="*/ 19 w 415"/>
              <a:gd name="T9" fmla="*/ 94 h 406"/>
              <a:gd name="T10" fmla="*/ 25 w 415"/>
              <a:gd name="T11" fmla="*/ 19 h 406"/>
              <a:gd name="T12" fmla="*/ 100 w 415"/>
              <a:gd name="T13" fmla="*/ 25 h 406"/>
              <a:gd name="T14" fmla="*/ 225 w 415"/>
              <a:gd name="T15" fmla="*/ 172 h 406"/>
              <a:gd name="T16" fmla="*/ 225 w 415"/>
              <a:gd name="T17" fmla="*/ 241 h 406"/>
              <a:gd name="T18" fmla="*/ 100 w 415"/>
              <a:gd name="T19" fmla="*/ 388 h 406"/>
              <a:gd name="T20" fmla="*/ 59 w 415"/>
              <a:gd name="T21" fmla="*/ 406 h 406"/>
              <a:gd name="T22" fmla="*/ 273 w 415"/>
              <a:gd name="T23" fmla="*/ 388 h 406"/>
              <a:gd name="T24" fmla="*/ 398 w 415"/>
              <a:gd name="T25" fmla="*/ 241 h 406"/>
              <a:gd name="T26" fmla="*/ 398 w 415"/>
              <a:gd name="T27" fmla="*/ 172 h 406"/>
              <a:gd name="T28" fmla="*/ 273 w 415"/>
              <a:gd name="T29" fmla="*/ 25 h 406"/>
              <a:gd name="T30" fmla="*/ 198 w 415"/>
              <a:gd name="T31" fmla="*/ 19 h 406"/>
              <a:gd name="T32" fmla="*/ 192 w 415"/>
              <a:gd name="T33" fmla="*/ 94 h 406"/>
              <a:gd name="T34" fmla="*/ 287 w 415"/>
              <a:gd name="T35" fmla="*/ 206 h 406"/>
              <a:gd name="T36" fmla="*/ 192 w 415"/>
              <a:gd name="T37" fmla="*/ 318 h 406"/>
              <a:gd name="T38" fmla="*/ 198 w 415"/>
              <a:gd name="T39" fmla="*/ 394 h 406"/>
              <a:gd name="T40" fmla="*/ 232 w 415"/>
              <a:gd name="T41" fmla="*/ 406 h 406"/>
              <a:gd name="T42" fmla="*/ 273 w 415"/>
              <a:gd name="T43" fmla="*/ 388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5" h="406">
                <a:moveTo>
                  <a:pt x="59" y="406"/>
                </a:moveTo>
                <a:cubicBezTo>
                  <a:pt x="47" y="406"/>
                  <a:pt x="35" y="402"/>
                  <a:pt x="25" y="394"/>
                </a:cubicBezTo>
                <a:cubicBezTo>
                  <a:pt x="2" y="375"/>
                  <a:pt x="0" y="341"/>
                  <a:pt x="19" y="318"/>
                </a:cubicBezTo>
                <a:lnTo>
                  <a:pt x="114" y="206"/>
                </a:lnTo>
                <a:lnTo>
                  <a:pt x="19" y="94"/>
                </a:lnTo>
                <a:cubicBezTo>
                  <a:pt x="0" y="71"/>
                  <a:pt x="2" y="38"/>
                  <a:pt x="25" y="19"/>
                </a:cubicBezTo>
                <a:cubicBezTo>
                  <a:pt x="47" y="0"/>
                  <a:pt x="81" y="2"/>
                  <a:pt x="100" y="25"/>
                </a:cubicBezTo>
                <a:lnTo>
                  <a:pt x="225" y="172"/>
                </a:lnTo>
                <a:cubicBezTo>
                  <a:pt x="242" y="192"/>
                  <a:pt x="242" y="221"/>
                  <a:pt x="225" y="241"/>
                </a:cubicBezTo>
                <a:lnTo>
                  <a:pt x="100" y="388"/>
                </a:lnTo>
                <a:cubicBezTo>
                  <a:pt x="89" y="400"/>
                  <a:pt x="74" y="406"/>
                  <a:pt x="59" y="406"/>
                </a:cubicBezTo>
                <a:close/>
                <a:moveTo>
                  <a:pt x="273" y="388"/>
                </a:moveTo>
                <a:lnTo>
                  <a:pt x="398" y="241"/>
                </a:lnTo>
                <a:cubicBezTo>
                  <a:pt x="415" y="221"/>
                  <a:pt x="415" y="192"/>
                  <a:pt x="398" y="172"/>
                </a:cubicBezTo>
                <a:lnTo>
                  <a:pt x="273" y="25"/>
                </a:lnTo>
                <a:cubicBezTo>
                  <a:pt x="254" y="2"/>
                  <a:pt x="220" y="0"/>
                  <a:pt x="198" y="19"/>
                </a:cubicBezTo>
                <a:cubicBezTo>
                  <a:pt x="175" y="38"/>
                  <a:pt x="173" y="71"/>
                  <a:pt x="192" y="94"/>
                </a:cubicBezTo>
                <a:lnTo>
                  <a:pt x="287" y="206"/>
                </a:lnTo>
                <a:lnTo>
                  <a:pt x="192" y="318"/>
                </a:lnTo>
                <a:cubicBezTo>
                  <a:pt x="173" y="341"/>
                  <a:pt x="175" y="375"/>
                  <a:pt x="198" y="394"/>
                </a:cubicBezTo>
                <a:cubicBezTo>
                  <a:pt x="208" y="402"/>
                  <a:pt x="220" y="406"/>
                  <a:pt x="232" y="406"/>
                </a:cubicBezTo>
                <a:cubicBezTo>
                  <a:pt x="247" y="406"/>
                  <a:pt x="262" y="400"/>
                  <a:pt x="273" y="3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4" name="矩形 63"/>
          <p:cNvSpPr/>
          <p:nvPr/>
        </p:nvSpPr>
        <p:spPr>
          <a:xfrm>
            <a:off x="584781" y="858016"/>
            <a:ext cx="7429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操作命令字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OCW2</a:t>
            </a:r>
            <a:endParaRPr lang="en-US" altLang="zh-CN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MH_Other_1"/>
          <p:cNvSpPr/>
          <p:nvPr>
            <p:custDataLst>
              <p:tags r:id="rId2"/>
            </p:custDataLst>
          </p:nvPr>
        </p:nvSpPr>
        <p:spPr>
          <a:xfrm>
            <a:off x="1605960" y="2041928"/>
            <a:ext cx="4743519" cy="3192462"/>
          </a:xfrm>
          <a:custGeom>
            <a:avLst/>
            <a:gdLst>
              <a:gd name="connsiteX0" fmla="*/ 0 w 3718560"/>
              <a:gd name="connsiteY0" fmla="*/ 0 h 3518262"/>
              <a:gd name="connsiteX1" fmla="*/ 0 w 3718560"/>
              <a:gd name="connsiteY1" fmla="*/ 3509554 h 3518262"/>
              <a:gd name="connsiteX2" fmla="*/ 3718560 w 3718560"/>
              <a:gd name="connsiteY2" fmla="*/ 3518262 h 3518262"/>
              <a:gd name="connsiteX3" fmla="*/ 3718560 w 3718560"/>
              <a:gd name="connsiteY3" fmla="*/ 3518262 h 3518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18560" h="3518262">
                <a:moveTo>
                  <a:pt x="0" y="0"/>
                </a:moveTo>
                <a:lnTo>
                  <a:pt x="0" y="3509554"/>
                </a:lnTo>
                <a:lnTo>
                  <a:pt x="3718560" y="3518262"/>
                </a:lnTo>
                <a:lnTo>
                  <a:pt x="3718560" y="3518262"/>
                </a:lnTo>
              </a:path>
            </a:pathLst>
          </a:custGeom>
          <a:noFill/>
          <a:ln w="762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rgbClr val="FFFFFF"/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" name="MH_Desc_1"/>
          <p:cNvSpPr/>
          <p:nvPr>
            <p:custDataLst>
              <p:tags r:id="rId3"/>
            </p:custDataLst>
          </p:nvPr>
        </p:nvSpPr>
        <p:spPr>
          <a:xfrm>
            <a:off x="1023583" y="2329265"/>
            <a:ext cx="6664160" cy="3911600"/>
          </a:xfrm>
          <a:custGeom>
            <a:avLst/>
            <a:gdLst>
              <a:gd name="connsiteX0" fmla="*/ 5320937 w 5320937"/>
              <a:gd name="connsiteY0" fmla="*/ 1837508 h 4188823"/>
              <a:gd name="connsiteX1" fmla="*/ 5320937 w 5320937"/>
              <a:gd name="connsiteY1" fmla="*/ 0 h 4188823"/>
              <a:gd name="connsiteX2" fmla="*/ 0 w 5320937"/>
              <a:gd name="connsiteY2" fmla="*/ 0 h 4188823"/>
              <a:gd name="connsiteX3" fmla="*/ 0 w 5320937"/>
              <a:gd name="connsiteY3" fmla="*/ 3405051 h 4188823"/>
              <a:gd name="connsiteX4" fmla="*/ 2717075 w 5320937"/>
              <a:gd name="connsiteY4" fmla="*/ 3405051 h 4188823"/>
              <a:gd name="connsiteX5" fmla="*/ 3500847 w 5320937"/>
              <a:gd name="connsiteY5" fmla="*/ 4188823 h 4188823"/>
              <a:gd name="connsiteX6" fmla="*/ 3518263 w 5320937"/>
              <a:gd name="connsiteY6" fmla="*/ 4188823 h 4188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20937" h="4188823">
                <a:moveTo>
                  <a:pt x="5320937" y="1837508"/>
                </a:moveTo>
                <a:lnTo>
                  <a:pt x="5320937" y="0"/>
                </a:lnTo>
                <a:lnTo>
                  <a:pt x="0" y="0"/>
                </a:lnTo>
                <a:lnTo>
                  <a:pt x="0" y="3405051"/>
                </a:lnTo>
                <a:lnTo>
                  <a:pt x="2717075" y="3405051"/>
                </a:lnTo>
                <a:lnTo>
                  <a:pt x="3500847" y="4188823"/>
                </a:lnTo>
                <a:lnTo>
                  <a:pt x="3518263" y="4188823"/>
                </a:lnTo>
              </a:path>
            </a:pathLst>
          </a:custGeom>
          <a:noFill/>
          <a:ln w="762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lIns="612000" tIns="216000" rIns="324000" bIns="1584000">
            <a:noAutofit/>
          </a:bodyPr>
          <a:lstStyle/>
          <a:p>
            <a:pPr algn="just">
              <a:lnSpc>
                <a:spcPct val="80000"/>
              </a:lnSpc>
              <a:defRPr/>
            </a:pPr>
            <a:r>
              <a:rPr lang="en-US" altLang="zh-CN" sz="24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lang="zh-CN" altLang="en-US" sz="24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sz="24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】</a:t>
            </a:r>
            <a:r>
              <a:rPr lang="zh-CN" altLang="en-US" sz="24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若某</a:t>
            </a:r>
            <a:r>
              <a:rPr lang="en-US" altLang="zh-CN" sz="24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4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en-US" altLang="zh-CN" sz="24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OCW2</a:t>
            </a:r>
            <a:r>
              <a:rPr lang="zh-CN" altLang="en-US" sz="24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设置为</a:t>
            </a:r>
            <a:r>
              <a:rPr lang="en-US" altLang="zh-CN" sz="24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11000011B</a:t>
            </a:r>
            <a:r>
              <a:rPr lang="zh-CN" altLang="en-US" sz="24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，试分析此操作命令字所确定的操作方式。</a:t>
            </a:r>
            <a:endParaRPr lang="zh-CN" altLang="en-US" sz="2400" b="1" kern="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>
              <a:lnSpc>
                <a:spcPct val="80000"/>
              </a:lnSpc>
              <a:defRPr/>
            </a:pPr>
            <a:r>
              <a:rPr lang="zh-CN" altLang="en-US" sz="24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该命令字确定</a:t>
            </a:r>
            <a:r>
              <a:rPr lang="en-US" altLang="zh-CN" sz="24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4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为特殊循环优先级，将</a:t>
            </a:r>
            <a:r>
              <a:rPr lang="en-US" altLang="zh-CN" sz="24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IR3</a:t>
            </a:r>
            <a:r>
              <a:rPr lang="zh-CN" altLang="en-US" sz="24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定为最低优先级。因此，系统中优先级从高到低为</a:t>
            </a:r>
            <a:r>
              <a:rPr lang="en-US" altLang="zh-CN" sz="24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IR4</a:t>
            </a:r>
            <a:r>
              <a:rPr lang="zh-CN" altLang="en-US" sz="24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4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IR5</a:t>
            </a:r>
            <a:r>
              <a:rPr lang="zh-CN" altLang="en-US" sz="24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4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IR6</a:t>
            </a:r>
            <a:r>
              <a:rPr lang="zh-CN" altLang="en-US" sz="24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4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IR7</a:t>
            </a:r>
            <a:r>
              <a:rPr lang="zh-CN" altLang="en-US" sz="24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4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IR0</a:t>
            </a:r>
            <a:r>
              <a:rPr lang="zh-CN" altLang="en-US" sz="24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4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IR1</a:t>
            </a:r>
            <a:r>
              <a:rPr lang="zh-CN" altLang="en-US" sz="24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4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IR2</a:t>
            </a:r>
            <a:r>
              <a:rPr lang="zh-CN" altLang="en-US" sz="24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4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IR3</a:t>
            </a:r>
            <a:r>
              <a:rPr lang="zh-CN" altLang="en-US" sz="24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。 </a:t>
            </a:r>
            <a:endParaRPr lang="zh-CN" altLang="en-US" sz="2400" b="1" kern="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MH_Other_2"/>
          <p:cNvSpPr/>
          <p:nvPr>
            <p:custDataLst>
              <p:tags r:id="rId4"/>
            </p:custDataLst>
          </p:nvPr>
        </p:nvSpPr>
        <p:spPr bwMode="auto">
          <a:xfrm>
            <a:off x="5302397" y="3934228"/>
            <a:ext cx="2782220" cy="2357437"/>
          </a:xfrm>
          <a:custGeom>
            <a:avLst/>
            <a:gdLst>
              <a:gd name="T0" fmla="*/ 311438 w 1909763"/>
              <a:gd name="T1" fmla="*/ 1234671 h 1912938"/>
              <a:gd name="T2" fmla="*/ 423998 w 1909763"/>
              <a:gd name="T3" fmla="*/ 1256142 h 1912938"/>
              <a:gd name="T4" fmla="*/ 469528 w 1909763"/>
              <a:gd name="T5" fmla="*/ 1335710 h 1912938"/>
              <a:gd name="T6" fmla="*/ 530235 w 1909763"/>
              <a:gd name="T7" fmla="*/ 1396649 h 1912938"/>
              <a:gd name="T8" fmla="*/ 631728 w 1909763"/>
              <a:gd name="T9" fmla="*/ 1456326 h 1912938"/>
              <a:gd name="T10" fmla="*/ 647854 w 1909763"/>
              <a:gd name="T11" fmla="*/ 1533683 h 1912938"/>
              <a:gd name="T12" fmla="*/ 0 w 1909763"/>
              <a:gd name="T13" fmla="*/ 1905000 h 1912938"/>
              <a:gd name="T14" fmla="*/ 990076 w 1909763"/>
              <a:gd name="T15" fmla="*/ 547002 h 1912938"/>
              <a:gd name="T16" fmla="*/ 1084268 w 1909763"/>
              <a:gd name="T17" fmla="*/ 595709 h 1912938"/>
              <a:gd name="T18" fmla="*/ 1176565 w 1909763"/>
              <a:gd name="T19" fmla="*/ 667504 h 1912938"/>
              <a:gd name="T20" fmla="*/ 1294781 w 1909763"/>
              <a:gd name="T21" fmla="*/ 800657 h 1912938"/>
              <a:gd name="T22" fmla="*/ 1351992 w 1909763"/>
              <a:gd name="T23" fmla="*/ 906610 h 1912938"/>
              <a:gd name="T24" fmla="*/ 1367480 w 1909763"/>
              <a:gd name="T25" fmla="*/ 971447 h 1912938"/>
              <a:gd name="T26" fmla="*/ 741633 w 1909763"/>
              <a:gd name="T27" fmla="*/ 1521772 h 1912938"/>
              <a:gd name="T28" fmla="*/ 719507 w 1909763"/>
              <a:gd name="T29" fmla="*/ 1441437 h 1912938"/>
              <a:gd name="T30" fmla="*/ 689163 w 1909763"/>
              <a:gd name="T31" fmla="*/ 1362684 h 1912938"/>
              <a:gd name="T32" fmla="*/ 605717 w 1909763"/>
              <a:gd name="T33" fmla="*/ 1309233 h 1912938"/>
              <a:gd name="T34" fmla="*/ 554511 w 1909763"/>
              <a:gd name="T35" fmla="*/ 1257047 h 1912938"/>
              <a:gd name="T36" fmla="*/ 495403 w 1909763"/>
              <a:gd name="T37" fmla="*/ 1173233 h 1912938"/>
              <a:gd name="T38" fmla="*/ 414485 w 1909763"/>
              <a:gd name="T39" fmla="*/ 1167223 h 1912938"/>
              <a:gd name="T40" fmla="*/ 334200 w 1909763"/>
              <a:gd name="T41" fmla="*/ 1137810 h 1912938"/>
              <a:gd name="T42" fmla="*/ 1102115 w 1909763"/>
              <a:gd name="T43" fmla="*/ 389221 h 1912938"/>
              <a:gd name="T44" fmla="*/ 1182317 w 1909763"/>
              <a:gd name="T45" fmla="*/ 412935 h 1912938"/>
              <a:gd name="T46" fmla="*/ 1278052 w 1909763"/>
              <a:gd name="T47" fmla="*/ 467951 h 1912938"/>
              <a:gd name="T48" fmla="*/ 1390271 w 1909763"/>
              <a:gd name="T49" fmla="*/ 569762 h 1912938"/>
              <a:gd name="T50" fmla="*/ 1465401 w 1909763"/>
              <a:gd name="T51" fmla="*/ 674102 h 1912938"/>
              <a:gd name="T52" fmla="*/ 1496150 w 1909763"/>
              <a:gd name="T53" fmla="*/ 753148 h 1912938"/>
              <a:gd name="T54" fmla="*/ 1438773 w 1909763"/>
              <a:gd name="T55" fmla="*/ 874245 h 1912938"/>
              <a:gd name="T56" fmla="*/ 1394075 w 1909763"/>
              <a:gd name="T57" fmla="*/ 754728 h 1912938"/>
              <a:gd name="T58" fmla="*/ 1286611 w 1909763"/>
              <a:gd name="T59" fmla="*/ 617822 h 1912938"/>
              <a:gd name="T60" fmla="*/ 1182317 w 1909763"/>
              <a:gd name="T61" fmla="*/ 530239 h 1912938"/>
              <a:gd name="T62" fmla="*/ 1095458 w 1909763"/>
              <a:gd name="T63" fmla="*/ 479966 h 1912938"/>
              <a:gd name="T64" fmla="*/ 1079925 w 1909763"/>
              <a:gd name="T65" fmla="*/ 387324 h 1912938"/>
              <a:gd name="T66" fmla="*/ 1274840 w 1909763"/>
              <a:gd name="T67" fmla="*/ 248813 h 1912938"/>
              <a:gd name="T68" fmla="*/ 1361157 w 1909763"/>
              <a:gd name="T69" fmla="*/ 287000 h 1912938"/>
              <a:gd name="T70" fmla="*/ 1471820 w 1909763"/>
              <a:gd name="T71" fmla="*/ 367792 h 1912938"/>
              <a:gd name="T72" fmla="*/ 1577108 w 1909763"/>
              <a:gd name="T73" fmla="*/ 484246 h 1912938"/>
              <a:gd name="T74" fmla="*/ 1629910 w 1909763"/>
              <a:gd name="T75" fmla="*/ 580818 h 1912938"/>
              <a:gd name="T76" fmla="*/ 1646668 w 1909763"/>
              <a:gd name="T77" fmla="*/ 647723 h 1912938"/>
              <a:gd name="T78" fmla="*/ 1571733 w 1909763"/>
              <a:gd name="T79" fmla="*/ 701374 h 1912938"/>
              <a:gd name="T80" fmla="*/ 1500908 w 1909763"/>
              <a:gd name="T81" fmla="*/ 566932 h 1912938"/>
              <a:gd name="T82" fmla="*/ 1381077 w 1909763"/>
              <a:gd name="T83" fmla="*/ 437539 h 1912938"/>
              <a:gd name="T84" fmla="*/ 1277685 w 1909763"/>
              <a:gd name="T85" fmla="*/ 362111 h 1912938"/>
              <a:gd name="T86" fmla="*/ 1174610 w 1909763"/>
              <a:gd name="T87" fmla="*/ 313195 h 1912938"/>
              <a:gd name="T88" fmla="*/ 1571880 w 1909763"/>
              <a:gd name="T89" fmla="*/ 0 h 1912938"/>
              <a:gd name="T90" fmla="*/ 1674374 w 1909763"/>
              <a:gd name="T91" fmla="*/ 27868 h 1912938"/>
              <a:gd name="T92" fmla="*/ 1797116 w 1909763"/>
              <a:gd name="T93" fmla="*/ 110838 h 1912938"/>
              <a:gd name="T94" fmla="*/ 1880946 w 1909763"/>
              <a:gd name="T95" fmla="*/ 216927 h 1912938"/>
              <a:gd name="T96" fmla="*/ 1901825 w 1909763"/>
              <a:gd name="T97" fmla="*/ 315415 h 1912938"/>
              <a:gd name="T98" fmla="*/ 1879681 w 1909763"/>
              <a:gd name="T99" fmla="*/ 399018 h 1912938"/>
              <a:gd name="T100" fmla="*/ 1834128 w 1909763"/>
              <a:gd name="T101" fmla="*/ 461405 h 1912938"/>
              <a:gd name="T102" fmla="*/ 1716764 w 1909763"/>
              <a:gd name="T103" fmla="*/ 551026 h 1912938"/>
              <a:gd name="T104" fmla="*/ 1686079 w 1909763"/>
              <a:gd name="T105" fmla="*/ 466156 h 1912938"/>
              <a:gd name="T106" fmla="*/ 1635148 w 1909763"/>
              <a:gd name="T107" fmla="*/ 386034 h 1912938"/>
              <a:gd name="T108" fmla="*/ 1552899 w 1909763"/>
              <a:gd name="T109" fmla="*/ 297997 h 1912938"/>
              <a:gd name="T110" fmla="*/ 1465272 w 1909763"/>
              <a:gd name="T111" fmla="*/ 231811 h 1912938"/>
              <a:gd name="T112" fmla="*/ 1387135 w 1909763"/>
              <a:gd name="T113" fmla="*/ 193176 h 1912938"/>
              <a:gd name="T114" fmla="*/ 1324816 w 1909763"/>
              <a:gd name="T115" fmla="*/ 138389 h 1912938"/>
              <a:gd name="T116" fmla="*/ 1449455 w 1909763"/>
              <a:gd name="T117" fmla="*/ 33885 h 1912938"/>
              <a:gd name="T118" fmla="*/ 1518102 w 1909763"/>
              <a:gd name="T119" fmla="*/ 4750 h 1912938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1909763" h="1912938">
                <a:moveTo>
                  <a:pt x="275590" y="1223963"/>
                </a:moveTo>
                <a:lnTo>
                  <a:pt x="276860" y="1225231"/>
                </a:lnTo>
                <a:lnTo>
                  <a:pt x="281623" y="1228085"/>
                </a:lnTo>
                <a:lnTo>
                  <a:pt x="285433" y="1229987"/>
                </a:lnTo>
                <a:lnTo>
                  <a:pt x="290513" y="1232207"/>
                </a:lnTo>
                <a:lnTo>
                  <a:pt x="296545" y="1235060"/>
                </a:lnTo>
                <a:lnTo>
                  <a:pt x="304165" y="1237280"/>
                </a:lnTo>
                <a:lnTo>
                  <a:pt x="312738" y="1239816"/>
                </a:lnTo>
                <a:lnTo>
                  <a:pt x="323215" y="1242036"/>
                </a:lnTo>
                <a:lnTo>
                  <a:pt x="335280" y="1244255"/>
                </a:lnTo>
                <a:lnTo>
                  <a:pt x="348933" y="1246157"/>
                </a:lnTo>
                <a:lnTo>
                  <a:pt x="364173" y="1248060"/>
                </a:lnTo>
                <a:lnTo>
                  <a:pt x="381318" y="1249328"/>
                </a:lnTo>
                <a:lnTo>
                  <a:pt x="400368" y="1249962"/>
                </a:lnTo>
                <a:lnTo>
                  <a:pt x="421958" y="1250279"/>
                </a:lnTo>
                <a:lnTo>
                  <a:pt x="425768" y="1261376"/>
                </a:lnTo>
                <a:lnTo>
                  <a:pt x="430213" y="1272474"/>
                </a:lnTo>
                <a:lnTo>
                  <a:pt x="434658" y="1282937"/>
                </a:lnTo>
                <a:lnTo>
                  <a:pt x="440055" y="1293083"/>
                </a:lnTo>
                <a:lnTo>
                  <a:pt x="445453" y="1303229"/>
                </a:lnTo>
                <a:lnTo>
                  <a:pt x="451485" y="1313375"/>
                </a:lnTo>
                <a:lnTo>
                  <a:pt x="457835" y="1322886"/>
                </a:lnTo>
                <a:lnTo>
                  <a:pt x="464185" y="1332081"/>
                </a:lnTo>
                <a:lnTo>
                  <a:pt x="471488" y="1341276"/>
                </a:lnTo>
                <a:lnTo>
                  <a:pt x="478473" y="1349837"/>
                </a:lnTo>
                <a:lnTo>
                  <a:pt x="485775" y="1358080"/>
                </a:lnTo>
                <a:lnTo>
                  <a:pt x="493395" y="1366324"/>
                </a:lnTo>
                <a:lnTo>
                  <a:pt x="500698" y="1374250"/>
                </a:lnTo>
                <a:lnTo>
                  <a:pt x="508635" y="1381860"/>
                </a:lnTo>
                <a:lnTo>
                  <a:pt x="516573" y="1388835"/>
                </a:lnTo>
                <a:lnTo>
                  <a:pt x="524510" y="1395493"/>
                </a:lnTo>
                <a:lnTo>
                  <a:pt x="532448" y="1402469"/>
                </a:lnTo>
                <a:lnTo>
                  <a:pt x="540385" y="1408810"/>
                </a:lnTo>
                <a:lnTo>
                  <a:pt x="555943" y="1420541"/>
                </a:lnTo>
                <a:lnTo>
                  <a:pt x="571500" y="1430687"/>
                </a:lnTo>
                <a:lnTo>
                  <a:pt x="586105" y="1439565"/>
                </a:lnTo>
                <a:lnTo>
                  <a:pt x="600075" y="1447492"/>
                </a:lnTo>
                <a:lnTo>
                  <a:pt x="612775" y="1453833"/>
                </a:lnTo>
                <a:lnTo>
                  <a:pt x="624523" y="1458589"/>
                </a:lnTo>
                <a:lnTo>
                  <a:pt x="634365" y="1462394"/>
                </a:lnTo>
                <a:lnTo>
                  <a:pt x="634365" y="1467784"/>
                </a:lnTo>
                <a:lnTo>
                  <a:pt x="634683" y="1473808"/>
                </a:lnTo>
                <a:lnTo>
                  <a:pt x="635318" y="1479832"/>
                </a:lnTo>
                <a:lnTo>
                  <a:pt x="636270" y="1486173"/>
                </a:lnTo>
                <a:lnTo>
                  <a:pt x="638810" y="1499173"/>
                </a:lnTo>
                <a:lnTo>
                  <a:pt x="641668" y="1512489"/>
                </a:lnTo>
                <a:lnTo>
                  <a:pt x="645795" y="1526440"/>
                </a:lnTo>
                <a:lnTo>
                  <a:pt x="650558" y="1540074"/>
                </a:lnTo>
                <a:lnTo>
                  <a:pt x="655321" y="1553707"/>
                </a:lnTo>
                <a:lnTo>
                  <a:pt x="660083" y="1566707"/>
                </a:lnTo>
                <a:lnTo>
                  <a:pt x="665481" y="1579389"/>
                </a:lnTo>
                <a:lnTo>
                  <a:pt x="670243" y="1590803"/>
                </a:lnTo>
                <a:lnTo>
                  <a:pt x="679133" y="1610144"/>
                </a:lnTo>
                <a:lnTo>
                  <a:pt x="685165" y="1623144"/>
                </a:lnTo>
                <a:lnTo>
                  <a:pt x="687388" y="1627900"/>
                </a:lnTo>
                <a:lnTo>
                  <a:pt x="0" y="1912938"/>
                </a:lnTo>
                <a:lnTo>
                  <a:pt x="275590" y="1223963"/>
                </a:lnTo>
                <a:close/>
                <a:moveTo>
                  <a:pt x="923427" y="530225"/>
                </a:moveTo>
                <a:lnTo>
                  <a:pt x="931362" y="531813"/>
                </a:lnTo>
                <a:lnTo>
                  <a:pt x="941201" y="533401"/>
                </a:lnTo>
                <a:lnTo>
                  <a:pt x="951993" y="536259"/>
                </a:lnTo>
                <a:lnTo>
                  <a:pt x="965007" y="539435"/>
                </a:lnTo>
                <a:lnTo>
                  <a:pt x="978972" y="544199"/>
                </a:lnTo>
                <a:lnTo>
                  <a:pt x="994208" y="549281"/>
                </a:lnTo>
                <a:lnTo>
                  <a:pt x="1010713" y="555950"/>
                </a:lnTo>
                <a:lnTo>
                  <a:pt x="1028805" y="564526"/>
                </a:lnTo>
                <a:lnTo>
                  <a:pt x="1038327" y="568972"/>
                </a:lnTo>
                <a:lnTo>
                  <a:pt x="1047849" y="574053"/>
                </a:lnTo>
                <a:lnTo>
                  <a:pt x="1057689" y="579453"/>
                </a:lnTo>
                <a:lnTo>
                  <a:pt x="1067845" y="585487"/>
                </a:lnTo>
                <a:lnTo>
                  <a:pt x="1078320" y="591521"/>
                </a:lnTo>
                <a:lnTo>
                  <a:pt x="1088794" y="598191"/>
                </a:lnTo>
                <a:lnTo>
                  <a:pt x="1099903" y="605495"/>
                </a:lnTo>
                <a:lnTo>
                  <a:pt x="1111012" y="613118"/>
                </a:lnTo>
                <a:lnTo>
                  <a:pt x="1122439" y="621058"/>
                </a:lnTo>
                <a:lnTo>
                  <a:pt x="1133548" y="630268"/>
                </a:lnTo>
                <a:lnTo>
                  <a:pt x="1145609" y="639161"/>
                </a:lnTo>
                <a:lnTo>
                  <a:pt x="1157353" y="649006"/>
                </a:lnTo>
                <a:lnTo>
                  <a:pt x="1169415" y="659487"/>
                </a:lnTo>
                <a:lnTo>
                  <a:pt x="1181476" y="670285"/>
                </a:lnTo>
                <a:lnTo>
                  <a:pt x="1193855" y="681719"/>
                </a:lnTo>
                <a:lnTo>
                  <a:pt x="1206234" y="693787"/>
                </a:lnTo>
                <a:lnTo>
                  <a:pt x="1224326" y="712208"/>
                </a:lnTo>
                <a:lnTo>
                  <a:pt x="1241148" y="730311"/>
                </a:lnTo>
                <a:lnTo>
                  <a:pt x="1257336" y="748731"/>
                </a:lnTo>
                <a:lnTo>
                  <a:pt x="1272888" y="767152"/>
                </a:lnTo>
                <a:lnTo>
                  <a:pt x="1287172" y="785573"/>
                </a:lnTo>
                <a:lnTo>
                  <a:pt x="1300185" y="803993"/>
                </a:lnTo>
                <a:lnTo>
                  <a:pt x="1312246" y="822096"/>
                </a:lnTo>
                <a:lnTo>
                  <a:pt x="1323356" y="840199"/>
                </a:lnTo>
                <a:lnTo>
                  <a:pt x="1333513" y="857984"/>
                </a:lnTo>
                <a:lnTo>
                  <a:pt x="1343035" y="875770"/>
                </a:lnTo>
                <a:lnTo>
                  <a:pt x="1346843" y="884345"/>
                </a:lnTo>
                <a:lnTo>
                  <a:pt x="1350970" y="892920"/>
                </a:lnTo>
                <a:lnTo>
                  <a:pt x="1354461" y="901813"/>
                </a:lnTo>
                <a:lnTo>
                  <a:pt x="1357635" y="910388"/>
                </a:lnTo>
                <a:lnTo>
                  <a:pt x="1360809" y="918963"/>
                </a:lnTo>
                <a:lnTo>
                  <a:pt x="1363349" y="927220"/>
                </a:lnTo>
                <a:lnTo>
                  <a:pt x="1365570" y="935478"/>
                </a:lnTo>
                <a:lnTo>
                  <a:pt x="1367792" y="943735"/>
                </a:lnTo>
                <a:lnTo>
                  <a:pt x="1369697" y="951675"/>
                </a:lnTo>
                <a:lnTo>
                  <a:pt x="1370966" y="959933"/>
                </a:lnTo>
                <a:lnTo>
                  <a:pt x="1372236" y="967873"/>
                </a:lnTo>
                <a:lnTo>
                  <a:pt x="1373188" y="975495"/>
                </a:lnTo>
                <a:lnTo>
                  <a:pt x="774247" y="1579563"/>
                </a:lnTo>
                <a:lnTo>
                  <a:pt x="771708" y="1576387"/>
                </a:lnTo>
                <a:lnTo>
                  <a:pt x="768851" y="1572258"/>
                </a:lnTo>
                <a:lnTo>
                  <a:pt x="765042" y="1566542"/>
                </a:lnTo>
                <a:lnTo>
                  <a:pt x="760281" y="1559237"/>
                </a:lnTo>
                <a:lnTo>
                  <a:pt x="755520" y="1550344"/>
                </a:lnTo>
                <a:lnTo>
                  <a:pt x="749807" y="1540181"/>
                </a:lnTo>
                <a:lnTo>
                  <a:pt x="744728" y="1528113"/>
                </a:lnTo>
                <a:lnTo>
                  <a:pt x="739333" y="1515091"/>
                </a:lnTo>
                <a:lnTo>
                  <a:pt x="734254" y="1500164"/>
                </a:lnTo>
                <a:lnTo>
                  <a:pt x="731715" y="1492224"/>
                </a:lnTo>
                <a:lnTo>
                  <a:pt x="729493" y="1483967"/>
                </a:lnTo>
                <a:lnTo>
                  <a:pt x="727271" y="1475392"/>
                </a:lnTo>
                <a:lnTo>
                  <a:pt x="725367" y="1466181"/>
                </a:lnTo>
                <a:lnTo>
                  <a:pt x="724097" y="1457289"/>
                </a:lnTo>
                <a:lnTo>
                  <a:pt x="722510" y="1447443"/>
                </a:lnTo>
                <a:lnTo>
                  <a:pt x="721241" y="1437280"/>
                </a:lnTo>
                <a:lnTo>
                  <a:pt x="720288" y="1427117"/>
                </a:lnTo>
                <a:lnTo>
                  <a:pt x="719336" y="1416319"/>
                </a:lnTo>
                <a:lnTo>
                  <a:pt x="719336" y="1405203"/>
                </a:lnTo>
                <a:lnTo>
                  <a:pt x="719336" y="1394087"/>
                </a:lnTo>
                <a:lnTo>
                  <a:pt x="719971" y="1382018"/>
                </a:lnTo>
                <a:lnTo>
                  <a:pt x="705688" y="1375349"/>
                </a:lnTo>
                <a:lnTo>
                  <a:pt x="692039" y="1368362"/>
                </a:lnTo>
                <a:lnTo>
                  <a:pt x="679343" y="1361692"/>
                </a:lnTo>
                <a:lnTo>
                  <a:pt x="667282" y="1355023"/>
                </a:lnTo>
                <a:lnTo>
                  <a:pt x="655855" y="1348035"/>
                </a:lnTo>
                <a:lnTo>
                  <a:pt x="645381" y="1341366"/>
                </a:lnTo>
                <a:lnTo>
                  <a:pt x="635224" y="1334696"/>
                </a:lnTo>
                <a:lnTo>
                  <a:pt x="625385" y="1327709"/>
                </a:lnTo>
                <a:lnTo>
                  <a:pt x="616497" y="1321357"/>
                </a:lnTo>
                <a:lnTo>
                  <a:pt x="608245" y="1314688"/>
                </a:lnTo>
                <a:lnTo>
                  <a:pt x="599992" y="1308018"/>
                </a:lnTo>
                <a:lnTo>
                  <a:pt x="592692" y="1301349"/>
                </a:lnTo>
                <a:lnTo>
                  <a:pt x="585709" y="1294679"/>
                </a:lnTo>
                <a:lnTo>
                  <a:pt x="579361" y="1288327"/>
                </a:lnTo>
                <a:lnTo>
                  <a:pt x="573013" y="1281975"/>
                </a:lnTo>
                <a:lnTo>
                  <a:pt x="567300" y="1275306"/>
                </a:lnTo>
                <a:lnTo>
                  <a:pt x="561904" y="1268636"/>
                </a:lnTo>
                <a:lnTo>
                  <a:pt x="556825" y="1262285"/>
                </a:lnTo>
                <a:lnTo>
                  <a:pt x="552064" y="1255933"/>
                </a:lnTo>
                <a:lnTo>
                  <a:pt x="547621" y="1249898"/>
                </a:lnTo>
                <a:lnTo>
                  <a:pt x="539686" y="1237194"/>
                </a:lnTo>
                <a:lnTo>
                  <a:pt x="532703" y="1224808"/>
                </a:lnTo>
                <a:lnTo>
                  <a:pt x="526355" y="1212739"/>
                </a:lnTo>
                <a:lnTo>
                  <a:pt x="520641" y="1200988"/>
                </a:lnTo>
                <a:lnTo>
                  <a:pt x="509850" y="1177804"/>
                </a:lnTo>
                <a:lnTo>
                  <a:pt x="497471" y="1178122"/>
                </a:lnTo>
                <a:lnTo>
                  <a:pt x="485727" y="1178122"/>
                </a:lnTo>
                <a:lnTo>
                  <a:pt x="474300" y="1178122"/>
                </a:lnTo>
                <a:lnTo>
                  <a:pt x="463509" y="1177804"/>
                </a:lnTo>
                <a:lnTo>
                  <a:pt x="453352" y="1177169"/>
                </a:lnTo>
                <a:lnTo>
                  <a:pt x="443512" y="1175898"/>
                </a:lnTo>
                <a:lnTo>
                  <a:pt x="433673" y="1174628"/>
                </a:lnTo>
                <a:lnTo>
                  <a:pt x="424785" y="1173675"/>
                </a:lnTo>
                <a:lnTo>
                  <a:pt x="416215" y="1172087"/>
                </a:lnTo>
                <a:lnTo>
                  <a:pt x="408280" y="1170182"/>
                </a:lnTo>
                <a:lnTo>
                  <a:pt x="393045" y="1167006"/>
                </a:lnTo>
                <a:lnTo>
                  <a:pt x="379714" y="1162877"/>
                </a:lnTo>
                <a:lnTo>
                  <a:pt x="367653" y="1158431"/>
                </a:lnTo>
                <a:lnTo>
                  <a:pt x="357496" y="1153984"/>
                </a:lnTo>
                <a:lnTo>
                  <a:pt x="348926" y="1149855"/>
                </a:lnTo>
                <a:lnTo>
                  <a:pt x="341308" y="1146044"/>
                </a:lnTo>
                <a:lnTo>
                  <a:pt x="335595" y="1142551"/>
                </a:lnTo>
                <a:lnTo>
                  <a:pt x="331151" y="1139375"/>
                </a:lnTo>
                <a:lnTo>
                  <a:pt x="327660" y="1137152"/>
                </a:lnTo>
                <a:lnTo>
                  <a:pt x="325438" y="1134928"/>
                </a:lnTo>
                <a:lnTo>
                  <a:pt x="923427" y="530225"/>
                </a:lnTo>
                <a:close/>
                <a:moveTo>
                  <a:pt x="1084432" y="388938"/>
                </a:moveTo>
                <a:lnTo>
                  <a:pt x="1089844" y="389573"/>
                </a:lnTo>
                <a:lnTo>
                  <a:pt x="1097165" y="389891"/>
                </a:lnTo>
                <a:lnTo>
                  <a:pt x="1106715" y="390843"/>
                </a:lnTo>
                <a:lnTo>
                  <a:pt x="1118175" y="392748"/>
                </a:lnTo>
                <a:lnTo>
                  <a:pt x="1132499" y="396241"/>
                </a:lnTo>
                <a:lnTo>
                  <a:pt x="1140458" y="398146"/>
                </a:lnTo>
                <a:lnTo>
                  <a:pt x="1148734" y="400686"/>
                </a:lnTo>
                <a:lnTo>
                  <a:pt x="1157329" y="403226"/>
                </a:lnTo>
                <a:lnTo>
                  <a:pt x="1166879" y="406718"/>
                </a:lnTo>
                <a:lnTo>
                  <a:pt x="1176747" y="410528"/>
                </a:lnTo>
                <a:lnTo>
                  <a:pt x="1187252" y="414656"/>
                </a:lnTo>
                <a:lnTo>
                  <a:pt x="1197756" y="419418"/>
                </a:lnTo>
                <a:lnTo>
                  <a:pt x="1208579" y="424816"/>
                </a:lnTo>
                <a:lnTo>
                  <a:pt x="1220358" y="430848"/>
                </a:lnTo>
                <a:lnTo>
                  <a:pt x="1232136" y="437198"/>
                </a:lnTo>
                <a:lnTo>
                  <a:pt x="1244550" y="444183"/>
                </a:lnTo>
                <a:lnTo>
                  <a:pt x="1256965" y="452121"/>
                </a:lnTo>
                <a:lnTo>
                  <a:pt x="1270017" y="460376"/>
                </a:lnTo>
                <a:lnTo>
                  <a:pt x="1283386" y="469901"/>
                </a:lnTo>
                <a:lnTo>
                  <a:pt x="1296438" y="480061"/>
                </a:lnTo>
                <a:lnTo>
                  <a:pt x="1310444" y="490856"/>
                </a:lnTo>
                <a:lnTo>
                  <a:pt x="1324450" y="502286"/>
                </a:lnTo>
                <a:lnTo>
                  <a:pt x="1338775" y="514986"/>
                </a:lnTo>
                <a:lnTo>
                  <a:pt x="1353100" y="528003"/>
                </a:lnTo>
                <a:lnTo>
                  <a:pt x="1367743" y="542291"/>
                </a:lnTo>
                <a:lnTo>
                  <a:pt x="1382386" y="557531"/>
                </a:lnTo>
                <a:lnTo>
                  <a:pt x="1396074" y="572136"/>
                </a:lnTo>
                <a:lnTo>
                  <a:pt x="1408489" y="586423"/>
                </a:lnTo>
                <a:lnTo>
                  <a:pt x="1420267" y="600393"/>
                </a:lnTo>
                <a:lnTo>
                  <a:pt x="1430772" y="613728"/>
                </a:lnTo>
                <a:lnTo>
                  <a:pt x="1440640" y="627381"/>
                </a:lnTo>
                <a:lnTo>
                  <a:pt x="1449235" y="640081"/>
                </a:lnTo>
                <a:lnTo>
                  <a:pt x="1457511" y="653098"/>
                </a:lnTo>
                <a:lnTo>
                  <a:pt x="1464833" y="665163"/>
                </a:lnTo>
                <a:lnTo>
                  <a:pt x="1471517" y="676911"/>
                </a:lnTo>
                <a:lnTo>
                  <a:pt x="1477566" y="688341"/>
                </a:lnTo>
                <a:lnTo>
                  <a:pt x="1482341" y="699136"/>
                </a:lnTo>
                <a:lnTo>
                  <a:pt x="1487434" y="709613"/>
                </a:lnTo>
                <a:lnTo>
                  <a:pt x="1490935" y="720408"/>
                </a:lnTo>
                <a:lnTo>
                  <a:pt x="1494755" y="729616"/>
                </a:lnTo>
                <a:lnTo>
                  <a:pt x="1497939" y="739141"/>
                </a:lnTo>
                <a:lnTo>
                  <a:pt x="1500167" y="747713"/>
                </a:lnTo>
                <a:lnTo>
                  <a:pt x="1502395" y="756286"/>
                </a:lnTo>
                <a:lnTo>
                  <a:pt x="1503987" y="763906"/>
                </a:lnTo>
                <a:lnTo>
                  <a:pt x="1505260" y="771526"/>
                </a:lnTo>
                <a:lnTo>
                  <a:pt x="1507170" y="784543"/>
                </a:lnTo>
                <a:lnTo>
                  <a:pt x="1508125" y="795338"/>
                </a:lnTo>
                <a:lnTo>
                  <a:pt x="1508125" y="804228"/>
                </a:lnTo>
                <a:lnTo>
                  <a:pt x="1507807" y="810261"/>
                </a:lnTo>
                <a:lnTo>
                  <a:pt x="1506852" y="815341"/>
                </a:lnTo>
                <a:lnTo>
                  <a:pt x="1444778" y="877888"/>
                </a:lnTo>
                <a:lnTo>
                  <a:pt x="1442550" y="864553"/>
                </a:lnTo>
                <a:lnTo>
                  <a:pt x="1439048" y="851218"/>
                </a:lnTo>
                <a:lnTo>
                  <a:pt x="1435228" y="836296"/>
                </a:lnTo>
                <a:lnTo>
                  <a:pt x="1430135" y="821691"/>
                </a:lnTo>
                <a:lnTo>
                  <a:pt x="1424087" y="806451"/>
                </a:lnTo>
                <a:lnTo>
                  <a:pt x="1416765" y="790576"/>
                </a:lnTo>
                <a:lnTo>
                  <a:pt x="1408807" y="774383"/>
                </a:lnTo>
                <a:lnTo>
                  <a:pt x="1399894" y="757873"/>
                </a:lnTo>
                <a:lnTo>
                  <a:pt x="1390026" y="741363"/>
                </a:lnTo>
                <a:lnTo>
                  <a:pt x="1378884" y="724536"/>
                </a:lnTo>
                <a:lnTo>
                  <a:pt x="1367106" y="707073"/>
                </a:lnTo>
                <a:lnTo>
                  <a:pt x="1353737" y="689928"/>
                </a:lnTo>
                <a:lnTo>
                  <a:pt x="1340048" y="672466"/>
                </a:lnTo>
                <a:lnTo>
                  <a:pt x="1325087" y="655003"/>
                </a:lnTo>
                <a:lnTo>
                  <a:pt x="1308852" y="637541"/>
                </a:lnTo>
                <a:lnTo>
                  <a:pt x="1291981" y="620396"/>
                </a:lnTo>
                <a:lnTo>
                  <a:pt x="1278611" y="607061"/>
                </a:lnTo>
                <a:lnTo>
                  <a:pt x="1264923" y="594361"/>
                </a:lnTo>
                <a:lnTo>
                  <a:pt x="1251235" y="582296"/>
                </a:lnTo>
                <a:lnTo>
                  <a:pt x="1238184" y="570866"/>
                </a:lnTo>
                <a:lnTo>
                  <a:pt x="1224814" y="560388"/>
                </a:lnTo>
                <a:lnTo>
                  <a:pt x="1212081" y="550228"/>
                </a:lnTo>
                <a:lnTo>
                  <a:pt x="1199348" y="541021"/>
                </a:lnTo>
                <a:lnTo>
                  <a:pt x="1187252" y="532448"/>
                </a:lnTo>
                <a:lnTo>
                  <a:pt x="1175155" y="524511"/>
                </a:lnTo>
                <a:lnTo>
                  <a:pt x="1163059" y="516573"/>
                </a:lnTo>
                <a:lnTo>
                  <a:pt x="1151917" y="509588"/>
                </a:lnTo>
                <a:lnTo>
                  <a:pt x="1140776" y="502921"/>
                </a:lnTo>
                <a:lnTo>
                  <a:pt x="1129953" y="496888"/>
                </a:lnTo>
                <a:lnTo>
                  <a:pt x="1119766" y="491808"/>
                </a:lnTo>
                <a:lnTo>
                  <a:pt x="1109580" y="486411"/>
                </a:lnTo>
                <a:lnTo>
                  <a:pt x="1100030" y="481966"/>
                </a:lnTo>
                <a:lnTo>
                  <a:pt x="1082522" y="474028"/>
                </a:lnTo>
                <a:lnTo>
                  <a:pt x="1066287" y="467678"/>
                </a:lnTo>
                <a:lnTo>
                  <a:pt x="1052599" y="462598"/>
                </a:lnTo>
                <a:lnTo>
                  <a:pt x="1040821" y="459106"/>
                </a:lnTo>
                <a:lnTo>
                  <a:pt x="1031590" y="456248"/>
                </a:lnTo>
                <a:lnTo>
                  <a:pt x="1024905" y="454343"/>
                </a:lnTo>
                <a:lnTo>
                  <a:pt x="1019175" y="453391"/>
                </a:lnTo>
                <a:lnTo>
                  <a:pt x="1084432" y="388938"/>
                </a:lnTo>
                <a:close/>
                <a:moveTo>
                  <a:pt x="1213168" y="238125"/>
                </a:moveTo>
                <a:lnTo>
                  <a:pt x="1218883" y="238125"/>
                </a:lnTo>
                <a:lnTo>
                  <a:pt x="1226186" y="238759"/>
                </a:lnTo>
                <a:lnTo>
                  <a:pt x="1236028" y="239709"/>
                </a:lnTo>
                <a:lnTo>
                  <a:pt x="1248411" y="242245"/>
                </a:lnTo>
                <a:lnTo>
                  <a:pt x="1263016" y="245414"/>
                </a:lnTo>
                <a:lnTo>
                  <a:pt x="1270953" y="247315"/>
                </a:lnTo>
                <a:lnTo>
                  <a:pt x="1280161" y="249850"/>
                </a:lnTo>
                <a:lnTo>
                  <a:pt x="1289051" y="253020"/>
                </a:lnTo>
                <a:lnTo>
                  <a:pt x="1298893" y="256506"/>
                </a:lnTo>
                <a:lnTo>
                  <a:pt x="1309053" y="260625"/>
                </a:lnTo>
                <a:lnTo>
                  <a:pt x="1319848" y="264745"/>
                </a:lnTo>
                <a:lnTo>
                  <a:pt x="1330961" y="269816"/>
                </a:lnTo>
                <a:lnTo>
                  <a:pt x="1342391" y="275203"/>
                </a:lnTo>
                <a:lnTo>
                  <a:pt x="1354456" y="281541"/>
                </a:lnTo>
                <a:lnTo>
                  <a:pt x="1366838" y="288196"/>
                </a:lnTo>
                <a:lnTo>
                  <a:pt x="1379538" y="295802"/>
                </a:lnTo>
                <a:lnTo>
                  <a:pt x="1392873" y="303725"/>
                </a:lnTo>
                <a:lnTo>
                  <a:pt x="1405891" y="312598"/>
                </a:lnTo>
                <a:lnTo>
                  <a:pt x="1419861" y="322422"/>
                </a:lnTo>
                <a:lnTo>
                  <a:pt x="1433831" y="332880"/>
                </a:lnTo>
                <a:lnTo>
                  <a:pt x="1448436" y="344289"/>
                </a:lnTo>
                <a:lnTo>
                  <a:pt x="1463041" y="356332"/>
                </a:lnTo>
                <a:lnTo>
                  <a:pt x="1477963" y="369325"/>
                </a:lnTo>
                <a:lnTo>
                  <a:pt x="1492886" y="383269"/>
                </a:lnTo>
                <a:lnTo>
                  <a:pt x="1508126" y="398164"/>
                </a:lnTo>
                <a:lnTo>
                  <a:pt x="1523366" y="413692"/>
                </a:lnTo>
                <a:lnTo>
                  <a:pt x="1537653" y="428587"/>
                </a:lnTo>
                <a:lnTo>
                  <a:pt x="1550353" y="443481"/>
                </a:lnTo>
                <a:lnTo>
                  <a:pt x="1562418" y="458376"/>
                </a:lnTo>
                <a:lnTo>
                  <a:pt x="1573848" y="472637"/>
                </a:lnTo>
                <a:lnTo>
                  <a:pt x="1583691" y="486264"/>
                </a:lnTo>
                <a:lnTo>
                  <a:pt x="1593216" y="499891"/>
                </a:lnTo>
                <a:lnTo>
                  <a:pt x="1601471" y="512884"/>
                </a:lnTo>
                <a:lnTo>
                  <a:pt x="1609091" y="525878"/>
                </a:lnTo>
                <a:lnTo>
                  <a:pt x="1616076" y="538237"/>
                </a:lnTo>
                <a:lnTo>
                  <a:pt x="1622108" y="549963"/>
                </a:lnTo>
                <a:lnTo>
                  <a:pt x="1627823" y="561371"/>
                </a:lnTo>
                <a:lnTo>
                  <a:pt x="1632268" y="572780"/>
                </a:lnTo>
                <a:lnTo>
                  <a:pt x="1636713" y="583238"/>
                </a:lnTo>
                <a:lnTo>
                  <a:pt x="1640206" y="593379"/>
                </a:lnTo>
                <a:lnTo>
                  <a:pt x="1643699" y="603203"/>
                </a:lnTo>
                <a:lnTo>
                  <a:pt x="1646239" y="612077"/>
                </a:lnTo>
                <a:lnTo>
                  <a:pt x="1648143" y="620633"/>
                </a:lnTo>
                <a:lnTo>
                  <a:pt x="1650049" y="628873"/>
                </a:lnTo>
                <a:lnTo>
                  <a:pt x="1651636" y="636478"/>
                </a:lnTo>
                <a:lnTo>
                  <a:pt x="1652589" y="643767"/>
                </a:lnTo>
                <a:lnTo>
                  <a:pt x="1653541" y="650422"/>
                </a:lnTo>
                <a:lnTo>
                  <a:pt x="1654176" y="661514"/>
                </a:lnTo>
                <a:lnTo>
                  <a:pt x="1654176" y="670705"/>
                </a:lnTo>
                <a:lnTo>
                  <a:pt x="1653859" y="677043"/>
                </a:lnTo>
                <a:lnTo>
                  <a:pt x="1652906" y="682747"/>
                </a:lnTo>
                <a:lnTo>
                  <a:pt x="1588136" y="747713"/>
                </a:lnTo>
                <a:lnTo>
                  <a:pt x="1585596" y="733769"/>
                </a:lnTo>
                <a:lnTo>
                  <a:pt x="1582421" y="719508"/>
                </a:lnTo>
                <a:lnTo>
                  <a:pt x="1578293" y="704297"/>
                </a:lnTo>
                <a:lnTo>
                  <a:pt x="1572896" y="689085"/>
                </a:lnTo>
                <a:lnTo>
                  <a:pt x="1566546" y="672923"/>
                </a:lnTo>
                <a:lnTo>
                  <a:pt x="1559561" y="656761"/>
                </a:lnTo>
                <a:lnTo>
                  <a:pt x="1550671" y="639964"/>
                </a:lnTo>
                <a:lnTo>
                  <a:pt x="1541463" y="622534"/>
                </a:lnTo>
                <a:lnTo>
                  <a:pt x="1531303" y="605105"/>
                </a:lnTo>
                <a:lnTo>
                  <a:pt x="1519556" y="587358"/>
                </a:lnTo>
                <a:lnTo>
                  <a:pt x="1507173" y="569294"/>
                </a:lnTo>
                <a:lnTo>
                  <a:pt x="1493521" y="551230"/>
                </a:lnTo>
                <a:lnTo>
                  <a:pt x="1479233" y="533166"/>
                </a:lnTo>
                <a:lnTo>
                  <a:pt x="1463676" y="514786"/>
                </a:lnTo>
                <a:lnTo>
                  <a:pt x="1446848" y="497039"/>
                </a:lnTo>
                <a:lnTo>
                  <a:pt x="1429386" y="478975"/>
                </a:lnTo>
                <a:lnTo>
                  <a:pt x="1415098" y="465031"/>
                </a:lnTo>
                <a:lnTo>
                  <a:pt x="1400811" y="451721"/>
                </a:lnTo>
                <a:lnTo>
                  <a:pt x="1386841" y="439362"/>
                </a:lnTo>
                <a:lnTo>
                  <a:pt x="1372871" y="427636"/>
                </a:lnTo>
                <a:lnTo>
                  <a:pt x="1359536" y="416544"/>
                </a:lnTo>
                <a:lnTo>
                  <a:pt x="1345883" y="406086"/>
                </a:lnTo>
                <a:lnTo>
                  <a:pt x="1332548" y="396262"/>
                </a:lnTo>
                <a:lnTo>
                  <a:pt x="1319848" y="387389"/>
                </a:lnTo>
                <a:lnTo>
                  <a:pt x="1307148" y="378832"/>
                </a:lnTo>
                <a:lnTo>
                  <a:pt x="1295083" y="370909"/>
                </a:lnTo>
                <a:lnTo>
                  <a:pt x="1283018" y="363620"/>
                </a:lnTo>
                <a:lnTo>
                  <a:pt x="1271271" y="356648"/>
                </a:lnTo>
                <a:lnTo>
                  <a:pt x="1260158" y="350627"/>
                </a:lnTo>
                <a:lnTo>
                  <a:pt x="1249681" y="344606"/>
                </a:lnTo>
                <a:lnTo>
                  <a:pt x="1239203" y="339219"/>
                </a:lnTo>
                <a:lnTo>
                  <a:pt x="1229361" y="334782"/>
                </a:lnTo>
                <a:lnTo>
                  <a:pt x="1210628" y="326542"/>
                </a:lnTo>
                <a:lnTo>
                  <a:pt x="1193801" y="319887"/>
                </a:lnTo>
                <a:lnTo>
                  <a:pt x="1179513" y="314500"/>
                </a:lnTo>
                <a:lnTo>
                  <a:pt x="1167766" y="310697"/>
                </a:lnTo>
                <a:lnTo>
                  <a:pt x="1157923" y="307845"/>
                </a:lnTo>
                <a:lnTo>
                  <a:pt x="1150621" y="306260"/>
                </a:lnTo>
                <a:lnTo>
                  <a:pt x="1144588" y="304992"/>
                </a:lnTo>
                <a:lnTo>
                  <a:pt x="1213168" y="238125"/>
                </a:lnTo>
                <a:close/>
                <a:moveTo>
                  <a:pt x="1555569" y="0"/>
                </a:moveTo>
                <a:lnTo>
                  <a:pt x="1566687" y="0"/>
                </a:lnTo>
                <a:lnTo>
                  <a:pt x="1578441" y="0"/>
                </a:lnTo>
                <a:lnTo>
                  <a:pt x="1589876" y="1272"/>
                </a:lnTo>
                <a:lnTo>
                  <a:pt x="1601948" y="2862"/>
                </a:lnTo>
                <a:lnTo>
                  <a:pt x="1614337" y="5088"/>
                </a:lnTo>
                <a:lnTo>
                  <a:pt x="1627043" y="7950"/>
                </a:lnTo>
                <a:lnTo>
                  <a:pt x="1640385" y="11766"/>
                </a:lnTo>
                <a:lnTo>
                  <a:pt x="1653409" y="16218"/>
                </a:lnTo>
                <a:lnTo>
                  <a:pt x="1667386" y="21624"/>
                </a:lnTo>
                <a:lnTo>
                  <a:pt x="1681363" y="27984"/>
                </a:lnTo>
                <a:lnTo>
                  <a:pt x="1695976" y="35298"/>
                </a:lnTo>
                <a:lnTo>
                  <a:pt x="1710588" y="42930"/>
                </a:lnTo>
                <a:lnTo>
                  <a:pt x="1725836" y="52152"/>
                </a:lnTo>
                <a:lnTo>
                  <a:pt x="1741084" y="62010"/>
                </a:lnTo>
                <a:lnTo>
                  <a:pt x="1756649" y="72822"/>
                </a:lnTo>
                <a:lnTo>
                  <a:pt x="1772850" y="84588"/>
                </a:lnTo>
                <a:lnTo>
                  <a:pt x="1789051" y="97626"/>
                </a:lnTo>
                <a:lnTo>
                  <a:pt x="1804617" y="111300"/>
                </a:lnTo>
                <a:lnTo>
                  <a:pt x="1819547" y="124656"/>
                </a:lnTo>
                <a:lnTo>
                  <a:pt x="1832571" y="138330"/>
                </a:lnTo>
                <a:lnTo>
                  <a:pt x="1844642" y="151686"/>
                </a:lnTo>
                <a:lnTo>
                  <a:pt x="1856078" y="165042"/>
                </a:lnTo>
                <a:lnTo>
                  <a:pt x="1865608" y="178398"/>
                </a:lnTo>
                <a:lnTo>
                  <a:pt x="1874502" y="191755"/>
                </a:lnTo>
                <a:lnTo>
                  <a:pt x="1881809" y="204475"/>
                </a:lnTo>
                <a:lnTo>
                  <a:pt x="1888797" y="217831"/>
                </a:lnTo>
                <a:lnTo>
                  <a:pt x="1894197" y="230869"/>
                </a:lnTo>
                <a:lnTo>
                  <a:pt x="1898962" y="243907"/>
                </a:lnTo>
                <a:lnTo>
                  <a:pt x="1902457" y="256309"/>
                </a:lnTo>
                <a:lnTo>
                  <a:pt x="1905633" y="268711"/>
                </a:lnTo>
                <a:lnTo>
                  <a:pt x="1907857" y="281113"/>
                </a:lnTo>
                <a:lnTo>
                  <a:pt x="1908810" y="293197"/>
                </a:lnTo>
                <a:lnTo>
                  <a:pt x="1909763" y="305281"/>
                </a:lnTo>
                <a:lnTo>
                  <a:pt x="1909763" y="316729"/>
                </a:lnTo>
                <a:lnTo>
                  <a:pt x="1908492" y="328177"/>
                </a:lnTo>
                <a:lnTo>
                  <a:pt x="1907539" y="339307"/>
                </a:lnTo>
                <a:lnTo>
                  <a:pt x="1905316" y="350437"/>
                </a:lnTo>
                <a:lnTo>
                  <a:pt x="1902457" y="360931"/>
                </a:lnTo>
                <a:lnTo>
                  <a:pt x="1899598" y="371425"/>
                </a:lnTo>
                <a:lnTo>
                  <a:pt x="1895786" y="381601"/>
                </a:lnTo>
                <a:lnTo>
                  <a:pt x="1891656" y="391459"/>
                </a:lnTo>
                <a:lnTo>
                  <a:pt x="1887527" y="400681"/>
                </a:lnTo>
                <a:lnTo>
                  <a:pt x="1882762" y="409903"/>
                </a:lnTo>
                <a:lnTo>
                  <a:pt x="1877361" y="418490"/>
                </a:lnTo>
                <a:lnTo>
                  <a:pt x="1871643" y="426758"/>
                </a:lnTo>
                <a:lnTo>
                  <a:pt x="1865925" y="434708"/>
                </a:lnTo>
                <a:lnTo>
                  <a:pt x="1860208" y="442340"/>
                </a:lnTo>
                <a:lnTo>
                  <a:pt x="1854172" y="449336"/>
                </a:lnTo>
                <a:lnTo>
                  <a:pt x="1847501" y="456014"/>
                </a:lnTo>
                <a:lnTo>
                  <a:pt x="1841783" y="463328"/>
                </a:lnTo>
                <a:lnTo>
                  <a:pt x="1830983" y="476048"/>
                </a:lnTo>
                <a:lnTo>
                  <a:pt x="1801122" y="514208"/>
                </a:lnTo>
                <a:lnTo>
                  <a:pt x="1764909" y="560636"/>
                </a:lnTo>
                <a:lnTo>
                  <a:pt x="1730283" y="604838"/>
                </a:lnTo>
                <a:lnTo>
                  <a:pt x="1729648" y="593708"/>
                </a:lnTo>
                <a:lnTo>
                  <a:pt x="1728377" y="581306"/>
                </a:lnTo>
                <a:lnTo>
                  <a:pt x="1726471" y="567632"/>
                </a:lnTo>
                <a:lnTo>
                  <a:pt x="1723930" y="553322"/>
                </a:lnTo>
                <a:lnTo>
                  <a:pt x="1720118" y="537740"/>
                </a:lnTo>
                <a:lnTo>
                  <a:pt x="1715353" y="521840"/>
                </a:lnTo>
                <a:lnTo>
                  <a:pt x="1712494" y="513254"/>
                </a:lnTo>
                <a:lnTo>
                  <a:pt x="1709318" y="504668"/>
                </a:lnTo>
                <a:lnTo>
                  <a:pt x="1705823" y="496082"/>
                </a:lnTo>
                <a:lnTo>
                  <a:pt x="1702011" y="487178"/>
                </a:lnTo>
                <a:lnTo>
                  <a:pt x="1697882" y="477638"/>
                </a:lnTo>
                <a:lnTo>
                  <a:pt x="1693117" y="468098"/>
                </a:lnTo>
                <a:lnTo>
                  <a:pt x="1688034" y="458876"/>
                </a:lnTo>
                <a:lnTo>
                  <a:pt x="1682952" y="449018"/>
                </a:lnTo>
                <a:lnTo>
                  <a:pt x="1677234" y="439160"/>
                </a:lnTo>
                <a:lnTo>
                  <a:pt x="1670881" y="428984"/>
                </a:lnTo>
                <a:lnTo>
                  <a:pt x="1664527" y="418808"/>
                </a:lnTo>
                <a:lnTo>
                  <a:pt x="1657221" y="408631"/>
                </a:lnTo>
                <a:lnTo>
                  <a:pt x="1649915" y="398137"/>
                </a:lnTo>
                <a:lnTo>
                  <a:pt x="1641973" y="387643"/>
                </a:lnTo>
                <a:lnTo>
                  <a:pt x="1633079" y="376831"/>
                </a:lnTo>
                <a:lnTo>
                  <a:pt x="1624184" y="365701"/>
                </a:lnTo>
                <a:lnTo>
                  <a:pt x="1614337" y="354889"/>
                </a:lnTo>
                <a:lnTo>
                  <a:pt x="1604489" y="343441"/>
                </a:lnTo>
                <a:lnTo>
                  <a:pt x="1593688" y="332311"/>
                </a:lnTo>
                <a:lnTo>
                  <a:pt x="1582570" y="320863"/>
                </a:lnTo>
                <a:lnTo>
                  <a:pt x="1571134" y="310051"/>
                </a:lnTo>
                <a:lnTo>
                  <a:pt x="1559381" y="299239"/>
                </a:lnTo>
                <a:lnTo>
                  <a:pt x="1548263" y="289381"/>
                </a:lnTo>
                <a:lnTo>
                  <a:pt x="1536827" y="279523"/>
                </a:lnTo>
                <a:lnTo>
                  <a:pt x="1525709" y="270619"/>
                </a:lnTo>
                <a:lnTo>
                  <a:pt x="1514590" y="262351"/>
                </a:lnTo>
                <a:lnTo>
                  <a:pt x="1503472" y="254083"/>
                </a:lnTo>
                <a:lnTo>
                  <a:pt x="1492672" y="246451"/>
                </a:lnTo>
                <a:lnTo>
                  <a:pt x="1481871" y="239137"/>
                </a:lnTo>
                <a:lnTo>
                  <a:pt x="1471388" y="232777"/>
                </a:lnTo>
                <a:lnTo>
                  <a:pt x="1460905" y="226417"/>
                </a:lnTo>
                <a:lnTo>
                  <a:pt x="1450740" y="220693"/>
                </a:lnTo>
                <a:lnTo>
                  <a:pt x="1440575" y="215287"/>
                </a:lnTo>
                <a:lnTo>
                  <a:pt x="1430410" y="210199"/>
                </a:lnTo>
                <a:lnTo>
                  <a:pt x="1420562" y="205747"/>
                </a:lnTo>
                <a:lnTo>
                  <a:pt x="1411350" y="201613"/>
                </a:lnTo>
                <a:lnTo>
                  <a:pt x="1401820" y="197479"/>
                </a:lnTo>
                <a:lnTo>
                  <a:pt x="1392925" y="193981"/>
                </a:lnTo>
                <a:lnTo>
                  <a:pt x="1375136" y="187620"/>
                </a:lnTo>
                <a:lnTo>
                  <a:pt x="1358300" y="182850"/>
                </a:lnTo>
                <a:lnTo>
                  <a:pt x="1342417" y="178716"/>
                </a:lnTo>
                <a:lnTo>
                  <a:pt x="1327805" y="175536"/>
                </a:lnTo>
                <a:lnTo>
                  <a:pt x="1314145" y="173310"/>
                </a:lnTo>
                <a:lnTo>
                  <a:pt x="1301756" y="171720"/>
                </a:lnTo>
                <a:lnTo>
                  <a:pt x="1290638" y="171084"/>
                </a:lnTo>
                <a:lnTo>
                  <a:pt x="1330346" y="138966"/>
                </a:lnTo>
                <a:lnTo>
                  <a:pt x="1370689" y="105894"/>
                </a:lnTo>
                <a:lnTo>
                  <a:pt x="1405950" y="76638"/>
                </a:lnTo>
                <a:lnTo>
                  <a:pt x="1419609" y="64554"/>
                </a:lnTo>
                <a:lnTo>
                  <a:pt x="1429774" y="55650"/>
                </a:lnTo>
                <a:lnTo>
                  <a:pt x="1435810" y="49926"/>
                </a:lnTo>
                <a:lnTo>
                  <a:pt x="1442163" y="44520"/>
                </a:lnTo>
                <a:lnTo>
                  <a:pt x="1448834" y="39432"/>
                </a:lnTo>
                <a:lnTo>
                  <a:pt x="1455505" y="34026"/>
                </a:lnTo>
                <a:lnTo>
                  <a:pt x="1463129" y="29256"/>
                </a:lnTo>
                <a:lnTo>
                  <a:pt x="1470753" y="24486"/>
                </a:lnTo>
                <a:lnTo>
                  <a:pt x="1479012" y="20352"/>
                </a:lnTo>
                <a:lnTo>
                  <a:pt x="1487271" y="16218"/>
                </a:lnTo>
                <a:lnTo>
                  <a:pt x="1495848" y="13038"/>
                </a:lnTo>
                <a:lnTo>
                  <a:pt x="1505378" y="9540"/>
                </a:lnTo>
                <a:lnTo>
                  <a:pt x="1514590" y="6996"/>
                </a:lnTo>
                <a:lnTo>
                  <a:pt x="1524438" y="4770"/>
                </a:lnTo>
                <a:lnTo>
                  <a:pt x="1534285" y="2544"/>
                </a:lnTo>
                <a:lnTo>
                  <a:pt x="1544768" y="1272"/>
                </a:lnTo>
                <a:lnTo>
                  <a:pt x="155556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 contourW="12700">
              <a:contourClr>
                <a:srgbClr val="FFFFFF"/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rgbClr val="FFFFFF"/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9" name="ïšḻïdê"/>
          <p:cNvSpPr txBox="1"/>
          <p:nvPr/>
        </p:nvSpPr>
        <p:spPr bwMode="auto">
          <a:xfrm>
            <a:off x="-1" y="162085"/>
            <a:ext cx="828190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6.5 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可编程中断控制器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 </a:t>
            </a:r>
            <a:endParaRPr lang="zh-CN" altLang="en-US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63" name="right-arrowheads_44810"/>
          <p:cNvSpPr>
            <a:spLocks noChangeAspect="1"/>
          </p:cNvSpPr>
          <p:nvPr/>
        </p:nvSpPr>
        <p:spPr bwMode="auto">
          <a:xfrm>
            <a:off x="152015" y="929658"/>
            <a:ext cx="411251" cy="316320"/>
          </a:xfrm>
          <a:custGeom>
            <a:avLst/>
            <a:gdLst>
              <a:gd name="T0" fmla="*/ 59 w 415"/>
              <a:gd name="T1" fmla="*/ 406 h 406"/>
              <a:gd name="T2" fmla="*/ 25 w 415"/>
              <a:gd name="T3" fmla="*/ 394 h 406"/>
              <a:gd name="T4" fmla="*/ 19 w 415"/>
              <a:gd name="T5" fmla="*/ 318 h 406"/>
              <a:gd name="T6" fmla="*/ 114 w 415"/>
              <a:gd name="T7" fmla="*/ 206 h 406"/>
              <a:gd name="T8" fmla="*/ 19 w 415"/>
              <a:gd name="T9" fmla="*/ 94 h 406"/>
              <a:gd name="T10" fmla="*/ 25 w 415"/>
              <a:gd name="T11" fmla="*/ 19 h 406"/>
              <a:gd name="T12" fmla="*/ 100 w 415"/>
              <a:gd name="T13" fmla="*/ 25 h 406"/>
              <a:gd name="T14" fmla="*/ 225 w 415"/>
              <a:gd name="T15" fmla="*/ 172 h 406"/>
              <a:gd name="T16" fmla="*/ 225 w 415"/>
              <a:gd name="T17" fmla="*/ 241 h 406"/>
              <a:gd name="T18" fmla="*/ 100 w 415"/>
              <a:gd name="T19" fmla="*/ 388 h 406"/>
              <a:gd name="T20" fmla="*/ 59 w 415"/>
              <a:gd name="T21" fmla="*/ 406 h 406"/>
              <a:gd name="T22" fmla="*/ 273 w 415"/>
              <a:gd name="T23" fmla="*/ 388 h 406"/>
              <a:gd name="T24" fmla="*/ 398 w 415"/>
              <a:gd name="T25" fmla="*/ 241 h 406"/>
              <a:gd name="T26" fmla="*/ 398 w 415"/>
              <a:gd name="T27" fmla="*/ 172 h 406"/>
              <a:gd name="T28" fmla="*/ 273 w 415"/>
              <a:gd name="T29" fmla="*/ 25 h 406"/>
              <a:gd name="T30" fmla="*/ 198 w 415"/>
              <a:gd name="T31" fmla="*/ 19 h 406"/>
              <a:gd name="T32" fmla="*/ 192 w 415"/>
              <a:gd name="T33" fmla="*/ 94 h 406"/>
              <a:gd name="T34" fmla="*/ 287 w 415"/>
              <a:gd name="T35" fmla="*/ 206 h 406"/>
              <a:gd name="T36" fmla="*/ 192 w 415"/>
              <a:gd name="T37" fmla="*/ 318 h 406"/>
              <a:gd name="T38" fmla="*/ 198 w 415"/>
              <a:gd name="T39" fmla="*/ 394 h 406"/>
              <a:gd name="T40" fmla="*/ 232 w 415"/>
              <a:gd name="T41" fmla="*/ 406 h 406"/>
              <a:gd name="T42" fmla="*/ 273 w 415"/>
              <a:gd name="T43" fmla="*/ 388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5" h="406">
                <a:moveTo>
                  <a:pt x="59" y="406"/>
                </a:moveTo>
                <a:cubicBezTo>
                  <a:pt x="47" y="406"/>
                  <a:pt x="35" y="402"/>
                  <a:pt x="25" y="394"/>
                </a:cubicBezTo>
                <a:cubicBezTo>
                  <a:pt x="2" y="375"/>
                  <a:pt x="0" y="341"/>
                  <a:pt x="19" y="318"/>
                </a:cubicBezTo>
                <a:lnTo>
                  <a:pt x="114" y="206"/>
                </a:lnTo>
                <a:lnTo>
                  <a:pt x="19" y="94"/>
                </a:lnTo>
                <a:cubicBezTo>
                  <a:pt x="0" y="71"/>
                  <a:pt x="2" y="38"/>
                  <a:pt x="25" y="19"/>
                </a:cubicBezTo>
                <a:cubicBezTo>
                  <a:pt x="47" y="0"/>
                  <a:pt x="81" y="2"/>
                  <a:pt x="100" y="25"/>
                </a:cubicBezTo>
                <a:lnTo>
                  <a:pt x="225" y="172"/>
                </a:lnTo>
                <a:cubicBezTo>
                  <a:pt x="242" y="192"/>
                  <a:pt x="242" y="221"/>
                  <a:pt x="225" y="241"/>
                </a:cubicBezTo>
                <a:lnTo>
                  <a:pt x="100" y="388"/>
                </a:lnTo>
                <a:cubicBezTo>
                  <a:pt x="89" y="400"/>
                  <a:pt x="74" y="406"/>
                  <a:pt x="59" y="406"/>
                </a:cubicBezTo>
                <a:close/>
                <a:moveTo>
                  <a:pt x="273" y="388"/>
                </a:moveTo>
                <a:lnTo>
                  <a:pt x="398" y="241"/>
                </a:lnTo>
                <a:cubicBezTo>
                  <a:pt x="415" y="221"/>
                  <a:pt x="415" y="192"/>
                  <a:pt x="398" y="172"/>
                </a:cubicBezTo>
                <a:lnTo>
                  <a:pt x="273" y="25"/>
                </a:lnTo>
                <a:cubicBezTo>
                  <a:pt x="254" y="2"/>
                  <a:pt x="220" y="0"/>
                  <a:pt x="198" y="19"/>
                </a:cubicBezTo>
                <a:cubicBezTo>
                  <a:pt x="175" y="38"/>
                  <a:pt x="173" y="71"/>
                  <a:pt x="192" y="94"/>
                </a:cubicBezTo>
                <a:lnTo>
                  <a:pt x="287" y="206"/>
                </a:lnTo>
                <a:lnTo>
                  <a:pt x="192" y="318"/>
                </a:lnTo>
                <a:cubicBezTo>
                  <a:pt x="173" y="341"/>
                  <a:pt x="175" y="375"/>
                  <a:pt x="198" y="394"/>
                </a:cubicBezTo>
                <a:cubicBezTo>
                  <a:pt x="208" y="402"/>
                  <a:pt x="220" y="406"/>
                  <a:pt x="232" y="406"/>
                </a:cubicBezTo>
                <a:cubicBezTo>
                  <a:pt x="247" y="406"/>
                  <a:pt x="262" y="400"/>
                  <a:pt x="273" y="3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4" name="矩形 63"/>
          <p:cNvSpPr/>
          <p:nvPr/>
        </p:nvSpPr>
        <p:spPr>
          <a:xfrm>
            <a:off x="584781" y="858016"/>
            <a:ext cx="7429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操作命令字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OCW3</a:t>
            </a:r>
            <a:endParaRPr lang="en-US" altLang="zh-CN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13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34"/>
          <a:stretch>
            <a:fillRect/>
          </a:stretch>
        </p:blipFill>
        <p:spPr bwMode="auto">
          <a:xfrm>
            <a:off x="614294" y="2130686"/>
            <a:ext cx="7770902" cy="35787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9" name="ïšḻïdê"/>
          <p:cNvSpPr txBox="1"/>
          <p:nvPr/>
        </p:nvSpPr>
        <p:spPr bwMode="auto">
          <a:xfrm>
            <a:off x="-1" y="162085"/>
            <a:ext cx="828190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6.5 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可编程中断控制器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 </a:t>
            </a:r>
            <a:endParaRPr lang="zh-CN" altLang="en-US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63" name="right-arrowheads_44810"/>
          <p:cNvSpPr>
            <a:spLocks noChangeAspect="1"/>
          </p:cNvSpPr>
          <p:nvPr/>
        </p:nvSpPr>
        <p:spPr bwMode="auto">
          <a:xfrm>
            <a:off x="152015" y="929658"/>
            <a:ext cx="411251" cy="316320"/>
          </a:xfrm>
          <a:custGeom>
            <a:avLst/>
            <a:gdLst>
              <a:gd name="T0" fmla="*/ 59 w 415"/>
              <a:gd name="T1" fmla="*/ 406 h 406"/>
              <a:gd name="T2" fmla="*/ 25 w 415"/>
              <a:gd name="T3" fmla="*/ 394 h 406"/>
              <a:gd name="T4" fmla="*/ 19 w 415"/>
              <a:gd name="T5" fmla="*/ 318 h 406"/>
              <a:gd name="T6" fmla="*/ 114 w 415"/>
              <a:gd name="T7" fmla="*/ 206 h 406"/>
              <a:gd name="T8" fmla="*/ 19 w 415"/>
              <a:gd name="T9" fmla="*/ 94 h 406"/>
              <a:gd name="T10" fmla="*/ 25 w 415"/>
              <a:gd name="T11" fmla="*/ 19 h 406"/>
              <a:gd name="T12" fmla="*/ 100 w 415"/>
              <a:gd name="T13" fmla="*/ 25 h 406"/>
              <a:gd name="T14" fmla="*/ 225 w 415"/>
              <a:gd name="T15" fmla="*/ 172 h 406"/>
              <a:gd name="T16" fmla="*/ 225 w 415"/>
              <a:gd name="T17" fmla="*/ 241 h 406"/>
              <a:gd name="T18" fmla="*/ 100 w 415"/>
              <a:gd name="T19" fmla="*/ 388 h 406"/>
              <a:gd name="T20" fmla="*/ 59 w 415"/>
              <a:gd name="T21" fmla="*/ 406 h 406"/>
              <a:gd name="T22" fmla="*/ 273 w 415"/>
              <a:gd name="T23" fmla="*/ 388 h 406"/>
              <a:gd name="T24" fmla="*/ 398 w 415"/>
              <a:gd name="T25" fmla="*/ 241 h 406"/>
              <a:gd name="T26" fmla="*/ 398 w 415"/>
              <a:gd name="T27" fmla="*/ 172 h 406"/>
              <a:gd name="T28" fmla="*/ 273 w 415"/>
              <a:gd name="T29" fmla="*/ 25 h 406"/>
              <a:gd name="T30" fmla="*/ 198 w 415"/>
              <a:gd name="T31" fmla="*/ 19 h 406"/>
              <a:gd name="T32" fmla="*/ 192 w 415"/>
              <a:gd name="T33" fmla="*/ 94 h 406"/>
              <a:gd name="T34" fmla="*/ 287 w 415"/>
              <a:gd name="T35" fmla="*/ 206 h 406"/>
              <a:gd name="T36" fmla="*/ 192 w 415"/>
              <a:gd name="T37" fmla="*/ 318 h 406"/>
              <a:gd name="T38" fmla="*/ 198 w 415"/>
              <a:gd name="T39" fmla="*/ 394 h 406"/>
              <a:gd name="T40" fmla="*/ 232 w 415"/>
              <a:gd name="T41" fmla="*/ 406 h 406"/>
              <a:gd name="T42" fmla="*/ 273 w 415"/>
              <a:gd name="T43" fmla="*/ 388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5" h="406">
                <a:moveTo>
                  <a:pt x="59" y="406"/>
                </a:moveTo>
                <a:cubicBezTo>
                  <a:pt x="47" y="406"/>
                  <a:pt x="35" y="402"/>
                  <a:pt x="25" y="394"/>
                </a:cubicBezTo>
                <a:cubicBezTo>
                  <a:pt x="2" y="375"/>
                  <a:pt x="0" y="341"/>
                  <a:pt x="19" y="318"/>
                </a:cubicBezTo>
                <a:lnTo>
                  <a:pt x="114" y="206"/>
                </a:lnTo>
                <a:lnTo>
                  <a:pt x="19" y="94"/>
                </a:lnTo>
                <a:cubicBezTo>
                  <a:pt x="0" y="71"/>
                  <a:pt x="2" y="38"/>
                  <a:pt x="25" y="19"/>
                </a:cubicBezTo>
                <a:cubicBezTo>
                  <a:pt x="47" y="0"/>
                  <a:pt x="81" y="2"/>
                  <a:pt x="100" y="25"/>
                </a:cubicBezTo>
                <a:lnTo>
                  <a:pt x="225" y="172"/>
                </a:lnTo>
                <a:cubicBezTo>
                  <a:pt x="242" y="192"/>
                  <a:pt x="242" y="221"/>
                  <a:pt x="225" y="241"/>
                </a:cubicBezTo>
                <a:lnTo>
                  <a:pt x="100" y="388"/>
                </a:lnTo>
                <a:cubicBezTo>
                  <a:pt x="89" y="400"/>
                  <a:pt x="74" y="406"/>
                  <a:pt x="59" y="406"/>
                </a:cubicBezTo>
                <a:close/>
                <a:moveTo>
                  <a:pt x="273" y="388"/>
                </a:moveTo>
                <a:lnTo>
                  <a:pt x="398" y="241"/>
                </a:lnTo>
                <a:cubicBezTo>
                  <a:pt x="415" y="221"/>
                  <a:pt x="415" y="192"/>
                  <a:pt x="398" y="172"/>
                </a:cubicBezTo>
                <a:lnTo>
                  <a:pt x="273" y="25"/>
                </a:lnTo>
                <a:cubicBezTo>
                  <a:pt x="254" y="2"/>
                  <a:pt x="220" y="0"/>
                  <a:pt x="198" y="19"/>
                </a:cubicBezTo>
                <a:cubicBezTo>
                  <a:pt x="175" y="38"/>
                  <a:pt x="173" y="71"/>
                  <a:pt x="192" y="94"/>
                </a:cubicBezTo>
                <a:lnTo>
                  <a:pt x="287" y="206"/>
                </a:lnTo>
                <a:lnTo>
                  <a:pt x="192" y="318"/>
                </a:lnTo>
                <a:cubicBezTo>
                  <a:pt x="173" y="341"/>
                  <a:pt x="175" y="375"/>
                  <a:pt x="198" y="394"/>
                </a:cubicBezTo>
                <a:cubicBezTo>
                  <a:pt x="208" y="402"/>
                  <a:pt x="220" y="406"/>
                  <a:pt x="232" y="406"/>
                </a:cubicBezTo>
                <a:cubicBezTo>
                  <a:pt x="247" y="406"/>
                  <a:pt x="262" y="400"/>
                  <a:pt x="273" y="3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4" name="矩形 63"/>
          <p:cNvSpPr/>
          <p:nvPr/>
        </p:nvSpPr>
        <p:spPr>
          <a:xfrm>
            <a:off x="584781" y="858016"/>
            <a:ext cx="7429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操作命令字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OCW3</a:t>
            </a:r>
            <a:endParaRPr lang="en-US" altLang="zh-CN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" name="MH_SubTitle_1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311967" y="1525057"/>
            <a:ext cx="670248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 defTabSz="914400" fontAlgn="base">
              <a:spcBef>
                <a:spcPct val="30000"/>
              </a:spcBef>
              <a:spcAft>
                <a:spcPct val="0"/>
              </a:spcAft>
              <a:buClr>
                <a:srgbClr val="FFC000"/>
              </a:buClr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设置特殊中断屏蔽方式：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D6D5=11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为设置，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为清除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MH_SubTitle_2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311967" y="2460888"/>
            <a:ext cx="6834101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 defTabSz="914400" fontAlgn="base">
              <a:spcBef>
                <a:spcPct val="30000"/>
              </a:spcBef>
              <a:spcAft>
                <a:spcPct val="0"/>
              </a:spcAft>
              <a:buClr>
                <a:srgbClr val="FFC000"/>
              </a:buClr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查询中断请求：使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P=1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写到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，再对该地址读入，得到中断状态字节。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" name="MH_SubTitle_3"/>
          <p:cNvSpPr txBox="1"/>
          <p:nvPr>
            <p:custDataLst>
              <p:tags r:id="rId4"/>
            </p:custDataLst>
          </p:nvPr>
        </p:nvSpPr>
        <p:spPr>
          <a:xfrm>
            <a:off x="1443587" y="4670285"/>
            <a:ext cx="6702480" cy="830263"/>
          </a:xfrm>
          <a:prstGeom prst="rect">
            <a:avLst/>
          </a:prstGeom>
          <a:noFill/>
        </p:spPr>
        <p:txBody>
          <a:bodyPr anchor="ctr">
            <a:noAutofit/>
          </a:bodyPr>
          <a:lstStyle/>
          <a:p>
            <a:pPr lvl="0" defTabSz="914400" fontAlgn="base">
              <a:spcBef>
                <a:spcPct val="30000"/>
              </a:spcBef>
              <a:spcAft>
                <a:spcPct val="0"/>
              </a:spcAft>
              <a:buClr>
                <a:srgbClr val="FFC000"/>
              </a:buClr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读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的状态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MH_Other_4"/>
          <p:cNvSpPr>
            <a:spLocks noEditPoints="1"/>
          </p:cNvSpPr>
          <p:nvPr>
            <p:custDataLst>
              <p:tags r:id="rId5"/>
            </p:custDataLst>
          </p:nvPr>
        </p:nvSpPr>
        <p:spPr bwMode="auto">
          <a:xfrm rot="5400000">
            <a:off x="649979" y="1680633"/>
            <a:ext cx="354013" cy="322262"/>
          </a:xfrm>
          <a:custGeom>
            <a:avLst/>
            <a:gdLst>
              <a:gd name="T0" fmla="*/ 85221703 w 115"/>
              <a:gd name="T1" fmla="*/ 839050551 h 105"/>
              <a:gd name="T2" fmla="*/ 994256285 w 115"/>
              <a:gd name="T3" fmla="*/ 839050551 h 105"/>
              <a:gd name="T4" fmla="*/ 1060539832 w 115"/>
              <a:gd name="T5" fmla="*/ 744775104 h 105"/>
              <a:gd name="T6" fmla="*/ 596555002 w 115"/>
              <a:gd name="T7" fmla="*/ 28282327 h 105"/>
              <a:gd name="T8" fmla="*/ 482922986 w 115"/>
              <a:gd name="T9" fmla="*/ 28282327 h 105"/>
              <a:gd name="T10" fmla="*/ 18938156 w 115"/>
              <a:gd name="T11" fmla="*/ 744775104 h 105"/>
              <a:gd name="T12" fmla="*/ 85221703 w 115"/>
              <a:gd name="T13" fmla="*/ 839050551 h 105"/>
              <a:gd name="T14" fmla="*/ 539737455 w 115"/>
              <a:gd name="T15" fmla="*/ 113129308 h 105"/>
              <a:gd name="T16" fmla="*/ 965849050 w 115"/>
              <a:gd name="T17" fmla="*/ 763628966 h 105"/>
              <a:gd name="T18" fmla="*/ 113628938 w 115"/>
              <a:gd name="T19" fmla="*/ 763628966 h 105"/>
              <a:gd name="T20" fmla="*/ 539737455 w 115"/>
              <a:gd name="T21" fmla="*/ 113129308 h 105"/>
              <a:gd name="T22" fmla="*/ 1032132597 w 115"/>
              <a:gd name="T23" fmla="*/ 914469066 h 105"/>
              <a:gd name="T24" fmla="*/ 47345391 w 115"/>
              <a:gd name="T25" fmla="*/ 914469066 h 105"/>
              <a:gd name="T26" fmla="*/ 9469078 w 115"/>
              <a:gd name="T27" fmla="*/ 952179858 h 105"/>
              <a:gd name="T28" fmla="*/ 47345391 w 115"/>
              <a:gd name="T29" fmla="*/ 989890651 h 105"/>
              <a:gd name="T30" fmla="*/ 1032132597 w 115"/>
              <a:gd name="T31" fmla="*/ 989890651 h 105"/>
              <a:gd name="T32" fmla="*/ 1070008910 w 115"/>
              <a:gd name="T33" fmla="*/ 952179858 h 105"/>
              <a:gd name="T34" fmla="*/ 1032132597 w 115"/>
              <a:gd name="T35" fmla="*/ 914469066 h 10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115" h="105">
                <a:moveTo>
                  <a:pt x="9" y="89"/>
                </a:moveTo>
                <a:cubicBezTo>
                  <a:pt x="105" y="89"/>
                  <a:pt x="105" y="89"/>
                  <a:pt x="105" y="89"/>
                </a:cubicBezTo>
                <a:cubicBezTo>
                  <a:pt x="115" y="89"/>
                  <a:pt x="114" y="83"/>
                  <a:pt x="112" y="79"/>
                </a:cubicBezTo>
                <a:cubicBezTo>
                  <a:pt x="63" y="3"/>
                  <a:pt x="63" y="3"/>
                  <a:pt x="63" y="3"/>
                </a:cubicBezTo>
                <a:cubicBezTo>
                  <a:pt x="61" y="0"/>
                  <a:pt x="54" y="0"/>
                  <a:pt x="51" y="3"/>
                </a:cubicBezTo>
                <a:cubicBezTo>
                  <a:pt x="2" y="79"/>
                  <a:pt x="2" y="79"/>
                  <a:pt x="2" y="79"/>
                </a:cubicBezTo>
                <a:cubicBezTo>
                  <a:pt x="0" y="84"/>
                  <a:pt x="0" y="89"/>
                  <a:pt x="9" y="89"/>
                </a:cubicBezTo>
                <a:close/>
                <a:moveTo>
                  <a:pt x="57" y="12"/>
                </a:moveTo>
                <a:cubicBezTo>
                  <a:pt x="102" y="81"/>
                  <a:pt x="102" y="81"/>
                  <a:pt x="102" y="81"/>
                </a:cubicBezTo>
                <a:cubicBezTo>
                  <a:pt x="100" y="81"/>
                  <a:pt x="19" y="81"/>
                  <a:pt x="12" y="81"/>
                </a:cubicBezTo>
                <a:lnTo>
                  <a:pt x="57" y="12"/>
                </a:lnTo>
                <a:close/>
                <a:moveTo>
                  <a:pt x="109" y="97"/>
                </a:moveTo>
                <a:cubicBezTo>
                  <a:pt x="5" y="97"/>
                  <a:pt x="5" y="97"/>
                  <a:pt x="5" y="97"/>
                </a:cubicBezTo>
                <a:cubicBezTo>
                  <a:pt x="3" y="97"/>
                  <a:pt x="1" y="99"/>
                  <a:pt x="1" y="101"/>
                </a:cubicBezTo>
                <a:cubicBezTo>
                  <a:pt x="1" y="103"/>
                  <a:pt x="3" y="105"/>
                  <a:pt x="5" y="105"/>
                </a:cubicBezTo>
                <a:cubicBezTo>
                  <a:pt x="109" y="105"/>
                  <a:pt x="109" y="105"/>
                  <a:pt x="109" y="105"/>
                </a:cubicBezTo>
                <a:cubicBezTo>
                  <a:pt x="111" y="105"/>
                  <a:pt x="113" y="103"/>
                  <a:pt x="113" y="101"/>
                </a:cubicBezTo>
                <a:cubicBezTo>
                  <a:pt x="113" y="99"/>
                  <a:pt x="111" y="97"/>
                  <a:pt x="109" y="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>
              <a:lnSpc>
                <a:spcPct val="150000"/>
              </a:lnSpc>
            </a:pP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MH_Other_5"/>
          <p:cNvSpPr>
            <a:spLocks noEditPoints="1"/>
          </p:cNvSpPr>
          <p:nvPr>
            <p:custDataLst>
              <p:tags r:id="rId6"/>
            </p:custDataLst>
          </p:nvPr>
        </p:nvSpPr>
        <p:spPr bwMode="auto">
          <a:xfrm rot="5400000">
            <a:off x="649980" y="2616463"/>
            <a:ext cx="354012" cy="322262"/>
          </a:xfrm>
          <a:custGeom>
            <a:avLst/>
            <a:gdLst>
              <a:gd name="T0" fmla="*/ 85221463 w 115"/>
              <a:gd name="T1" fmla="*/ 839050551 h 105"/>
              <a:gd name="T2" fmla="*/ 994253476 w 115"/>
              <a:gd name="T3" fmla="*/ 839050551 h 105"/>
              <a:gd name="T4" fmla="*/ 1060536836 w 115"/>
              <a:gd name="T5" fmla="*/ 744775104 h 105"/>
              <a:gd name="T6" fmla="*/ 596553317 w 115"/>
              <a:gd name="T7" fmla="*/ 28282327 h 105"/>
              <a:gd name="T8" fmla="*/ 482921622 w 115"/>
              <a:gd name="T9" fmla="*/ 28282327 h 105"/>
              <a:gd name="T10" fmla="*/ 18938103 w 115"/>
              <a:gd name="T11" fmla="*/ 744775104 h 105"/>
              <a:gd name="T12" fmla="*/ 85221463 w 115"/>
              <a:gd name="T13" fmla="*/ 839050551 h 105"/>
              <a:gd name="T14" fmla="*/ 539735930 w 115"/>
              <a:gd name="T15" fmla="*/ 113129308 h 105"/>
              <a:gd name="T16" fmla="*/ 965846322 w 115"/>
              <a:gd name="T17" fmla="*/ 763628966 h 105"/>
              <a:gd name="T18" fmla="*/ 113628617 w 115"/>
              <a:gd name="T19" fmla="*/ 763628966 h 105"/>
              <a:gd name="T20" fmla="*/ 539735930 w 115"/>
              <a:gd name="T21" fmla="*/ 113129308 h 105"/>
              <a:gd name="T22" fmla="*/ 1032129682 w 115"/>
              <a:gd name="T23" fmla="*/ 914469066 h 105"/>
              <a:gd name="T24" fmla="*/ 47345257 w 115"/>
              <a:gd name="T25" fmla="*/ 914469066 h 105"/>
              <a:gd name="T26" fmla="*/ 9469051 w 115"/>
              <a:gd name="T27" fmla="*/ 952179858 h 105"/>
              <a:gd name="T28" fmla="*/ 47345257 w 115"/>
              <a:gd name="T29" fmla="*/ 989890651 h 105"/>
              <a:gd name="T30" fmla="*/ 1032129682 w 115"/>
              <a:gd name="T31" fmla="*/ 989890651 h 105"/>
              <a:gd name="T32" fmla="*/ 1070005888 w 115"/>
              <a:gd name="T33" fmla="*/ 952179858 h 105"/>
              <a:gd name="T34" fmla="*/ 1032129682 w 115"/>
              <a:gd name="T35" fmla="*/ 914469066 h 10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115" h="105">
                <a:moveTo>
                  <a:pt x="9" y="89"/>
                </a:moveTo>
                <a:cubicBezTo>
                  <a:pt x="105" y="89"/>
                  <a:pt x="105" y="89"/>
                  <a:pt x="105" y="89"/>
                </a:cubicBezTo>
                <a:cubicBezTo>
                  <a:pt x="115" y="89"/>
                  <a:pt x="114" y="83"/>
                  <a:pt x="112" y="79"/>
                </a:cubicBezTo>
                <a:cubicBezTo>
                  <a:pt x="63" y="3"/>
                  <a:pt x="63" y="3"/>
                  <a:pt x="63" y="3"/>
                </a:cubicBezTo>
                <a:cubicBezTo>
                  <a:pt x="61" y="0"/>
                  <a:pt x="54" y="0"/>
                  <a:pt x="51" y="3"/>
                </a:cubicBezTo>
                <a:cubicBezTo>
                  <a:pt x="2" y="79"/>
                  <a:pt x="2" y="79"/>
                  <a:pt x="2" y="79"/>
                </a:cubicBezTo>
                <a:cubicBezTo>
                  <a:pt x="0" y="84"/>
                  <a:pt x="0" y="89"/>
                  <a:pt x="9" y="89"/>
                </a:cubicBezTo>
                <a:close/>
                <a:moveTo>
                  <a:pt x="57" y="12"/>
                </a:moveTo>
                <a:cubicBezTo>
                  <a:pt x="102" y="81"/>
                  <a:pt x="102" y="81"/>
                  <a:pt x="102" y="81"/>
                </a:cubicBezTo>
                <a:cubicBezTo>
                  <a:pt x="100" y="81"/>
                  <a:pt x="19" y="81"/>
                  <a:pt x="12" y="81"/>
                </a:cubicBezTo>
                <a:lnTo>
                  <a:pt x="57" y="12"/>
                </a:lnTo>
                <a:close/>
                <a:moveTo>
                  <a:pt x="109" y="97"/>
                </a:moveTo>
                <a:cubicBezTo>
                  <a:pt x="5" y="97"/>
                  <a:pt x="5" y="97"/>
                  <a:pt x="5" y="97"/>
                </a:cubicBezTo>
                <a:cubicBezTo>
                  <a:pt x="3" y="97"/>
                  <a:pt x="1" y="99"/>
                  <a:pt x="1" y="101"/>
                </a:cubicBezTo>
                <a:cubicBezTo>
                  <a:pt x="1" y="103"/>
                  <a:pt x="3" y="105"/>
                  <a:pt x="5" y="105"/>
                </a:cubicBezTo>
                <a:cubicBezTo>
                  <a:pt x="109" y="105"/>
                  <a:pt x="109" y="105"/>
                  <a:pt x="109" y="105"/>
                </a:cubicBezTo>
                <a:cubicBezTo>
                  <a:pt x="111" y="105"/>
                  <a:pt x="113" y="103"/>
                  <a:pt x="113" y="101"/>
                </a:cubicBezTo>
                <a:cubicBezTo>
                  <a:pt x="113" y="99"/>
                  <a:pt x="111" y="97"/>
                  <a:pt x="109" y="9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MH_Other_6"/>
          <p:cNvSpPr>
            <a:spLocks noEditPoints="1"/>
          </p:cNvSpPr>
          <p:nvPr>
            <p:custDataLst>
              <p:tags r:id="rId7"/>
            </p:custDataLst>
          </p:nvPr>
        </p:nvSpPr>
        <p:spPr bwMode="auto">
          <a:xfrm rot="5400000">
            <a:off x="781599" y="4825861"/>
            <a:ext cx="354013" cy="322262"/>
          </a:xfrm>
          <a:custGeom>
            <a:avLst/>
            <a:gdLst>
              <a:gd name="T0" fmla="*/ 9 w 115"/>
              <a:gd name="T1" fmla="*/ 89 h 105"/>
              <a:gd name="T2" fmla="*/ 105 w 115"/>
              <a:gd name="T3" fmla="*/ 89 h 105"/>
              <a:gd name="T4" fmla="*/ 112 w 115"/>
              <a:gd name="T5" fmla="*/ 79 h 105"/>
              <a:gd name="T6" fmla="*/ 63 w 115"/>
              <a:gd name="T7" fmla="*/ 3 h 105"/>
              <a:gd name="T8" fmla="*/ 51 w 115"/>
              <a:gd name="T9" fmla="*/ 3 h 105"/>
              <a:gd name="T10" fmla="*/ 2 w 115"/>
              <a:gd name="T11" fmla="*/ 79 h 105"/>
              <a:gd name="T12" fmla="*/ 9 w 115"/>
              <a:gd name="T13" fmla="*/ 89 h 105"/>
              <a:gd name="T14" fmla="*/ 57 w 115"/>
              <a:gd name="T15" fmla="*/ 12 h 105"/>
              <a:gd name="T16" fmla="*/ 102 w 115"/>
              <a:gd name="T17" fmla="*/ 81 h 105"/>
              <a:gd name="T18" fmla="*/ 12 w 115"/>
              <a:gd name="T19" fmla="*/ 81 h 105"/>
              <a:gd name="T20" fmla="*/ 57 w 115"/>
              <a:gd name="T21" fmla="*/ 12 h 105"/>
              <a:gd name="T22" fmla="*/ 109 w 115"/>
              <a:gd name="T23" fmla="*/ 97 h 105"/>
              <a:gd name="T24" fmla="*/ 5 w 115"/>
              <a:gd name="T25" fmla="*/ 97 h 105"/>
              <a:gd name="T26" fmla="*/ 1 w 115"/>
              <a:gd name="T27" fmla="*/ 101 h 105"/>
              <a:gd name="T28" fmla="*/ 5 w 115"/>
              <a:gd name="T29" fmla="*/ 105 h 105"/>
              <a:gd name="T30" fmla="*/ 109 w 115"/>
              <a:gd name="T31" fmla="*/ 105 h 105"/>
              <a:gd name="T32" fmla="*/ 113 w 115"/>
              <a:gd name="T33" fmla="*/ 101 h 105"/>
              <a:gd name="T34" fmla="*/ 109 w 115"/>
              <a:gd name="T35" fmla="*/ 97 h 1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15" h="105">
                <a:moveTo>
                  <a:pt x="9" y="89"/>
                </a:moveTo>
                <a:cubicBezTo>
                  <a:pt x="105" y="89"/>
                  <a:pt x="105" y="89"/>
                  <a:pt x="105" y="89"/>
                </a:cubicBezTo>
                <a:cubicBezTo>
                  <a:pt x="115" y="89"/>
                  <a:pt x="114" y="83"/>
                  <a:pt x="112" y="79"/>
                </a:cubicBezTo>
                <a:cubicBezTo>
                  <a:pt x="63" y="3"/>
                  <a:pt x="63" y="3"/>
                  <a:pt x="63" y="3"/>
                </a:cubicBezTo>
                <a:cubicBezTo>
                  <a:pt x="61" y="0"/>
                  <a:pt x="54" y="0"/>
                  <a:pt x="51" y="3"/>
                </a:cubicBezTo>
                <a:cubicBezTo>
                  <a:pt x="2" y="79"/>
                  <a:pt x="2" y="79"/>
                  <a:pt x="2" y="79"/>
                </a:cubicBezTo>
                <a:cubicBezTo>
                  <a:pt x="0" y="84"/>
                  <a:pt x="0" y="89"/>
                  <a:pt x="9" y="89"/>
                </a:cubicBezTo>
                <a:close/>
                <a:moveTo>
                  <a:pt x="57" y="12"/>
                </a:moveTo>
                <a:cubicBezTo>
                  <a:pt x="102" y="81"/>
                  <a:pt x="102" y="81"/>
                  <a:pt x="102" y="81"/>
                </a:cubicBezTo>
                <a:cubicBezTo>
                  <a:pt x="100" y="81"/>
                  <a:pt x="19" y="81"/>
                  <a:pt x="12" y="81"/>
                </a:cubicBezTo>
                <a:lnTo>
                  <a:pt x="57" y="12"/>
                </a:lnTo>
                <a:close/>
                <a:moveTo>
                  <a:pt x="109" y="97"/>
                </a:moveTo>
                <a:cubicBezTo>
                  <a:pt x="5" y="97"/>
                  <a:pt x="5" y="97"/>
                  <a:pt x="5" y="97"/>
                </a:cubicBezTo>
                <a:cubicBezTo>
                  <a:pt x="3" y="97"/>
                  <a:pt x="1" y="99"/>
                  <a:pt x="1" y="101"/>
                </a:cubicBezTo>
                <a:cubicBezTo>
                  <a:pt x="1" y="103"/>
                  <a:pt x="3" y="105"/>
                  <a:pt x="5" y="105"/>
                </a:cubicBezTo>
                <a:cubicBezTo>
                  <a:pt x="109" y="105"/>
                  <a:pt x="109" y="105"/>
                  <a:pt x="109" y="105"/>
                </a:cubicBezTo>
                <a:cubicBezTo>
                  <a:pt x="111" y="105"/>
                  <a:pt x="113" y="103"/>
                  <a:pt x="113" y="101"/>
                </a:cubicBezTo>
                <a:cubicBezTo>
                  <a:pt x="113" y="99"/>
                  <a:pt x="111" y="97"/>
                  <a:pt x="109" y="9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04932" y="3202924"/>
            <a:ext cx="6376969" cy="493819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333018" y="3249779"/>
            <a:ext cx="2304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中断状态字</a:t>
            </a:r>
            <a:endParaRPr lang="zh-CN" altLang="en-US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28298" y="3643456"/>
            <a:ext cx="6917769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400" fontAlgn="base"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I=1,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表示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IR0~IR7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中有中断请求，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R2R1R0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表示其中的最高优先级的编码；</a:t>
            </a:r>
            <a:endParaRPr lang="zh-CN" altLang="en-US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 defTabSz="914400" fontAlgn="base"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I=0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，表示无中断请求产生。</a:t>
            </a:r>
            <a:endParaRPr lang="zh-CN" altLang="en-US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64525" y="5404881"/>
            <a:ext cx="744485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写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RR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RIS=10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OCW3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到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，再读该地址，得到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IRR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的内容；</a:t>
            </a:r>
            <a:endParaRPr lang="en-US" altLang="zh-CN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写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RR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RIS=11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OCW3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到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，再读该地址，得到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ISR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的内容；</a:t>
            </a:r>
            <a:endParaRPr lang="zh-CN" altLang="en-US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3" name="文本框 22"/>
          <p:cNvSpPr txBox="1">
            <a:spLocks noChangeArrowheads="1"/>
          </p:cNvSpPr>
          <p:nvPr/>
        </p:nvSpPr>
        <p:spPr bwMode="auto">
          <a:xfrm>
            <a:off x="469032" y="6235144"/>
            <a:ext cx="8388350" cy="400110"/>
          </a:xfrm>
          <a:prstGeom prst="rect">
            <a:avLst/>
          </a:prstGeom>
          <a:noFill/>
          <a:ln w="2857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defTabSz="914400" fontAlgn="base">
              <a:spcBef>
                <a:spcPct val="0"/>
              </a:spcBef>
              <a:spcAft>
                <a:spcPct val="0"/>
              </a:spcAft>
              <a:defRPr sz="2400" b="1" ker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zh-CN" altLang="en-US" sz="2000" dirty="0">
                <a:solidFill>
                  <a:srgbClr val="FF0000"/>
                </a:solidFill>
              </a:rPr>
              <a:t>如果要读</a:t>
            </a:r>
            <a:r>
              <a:rPr lang="en-US" altLang="zh-CN" sz="2000" dirty="0">
                <a:solidFill>
                  <a:srgbClr val="FF0000"/>
                </a:solidFill>
              </a:rPr>
              <a:t>IMR</a:t>
            </a:r>
            <a:r>
              <a:rPr lang="zh-CN" altLang="en-US" sz="2000" dirty="0">
                <a:solidFill>
                  <a:srgbClr val="FF0000"/>
                </a:solidFill>
              </a:rPr>
              <a:t>，只需要从奇地址端口</a:t>
            </a:r>
            <a:r>
              <a:rPr lang="en-US" altLang="zh-CN" sz="2000" dirty="0">
                <a:solidFill>
                  <a:srgbClr val="FF0000"/>
                </a:solidFill>
              </a:rPr>
              <a:t>(A0=1)</a:t>
            </a:r>
            <a:r>
              <a:rPr lang="zh-CN" altLang="en-US" sz="2000" dirty="0">
                <a:solidFill>
                  <a:srgbClr val="FF0000"/>
                </a:solidFill>
              </a:rPr>
              <a:t>读</a:t>
            </a:r>
            <a:r>
              <a:rPr lang="en-US" altLang="zh-CN" sz="2000" dirty="0">
                <a:solidFill>
                  <a:srgbClr val="FF0000"/>
                </a:solidFill>
              </a:rPr>
              <a:t>8259A</a:t>
            </a:r>
            <a:r>
              <a:rPr lang="zh-CN" altLang="en-US" sz="2000" dirty="0">
                <a:solidFill>
                  <a:srgbClr val="FF0000"/>
                </a:solidFill>
              </a:rPr>
              <a:t>即可，与</a:t>
            </a:r>
            <a:r>
              <a:rPr lang="en-US" altLang="zh-CN" sz="2000" dirty="0">
                <a:solidFill>
                  <a:srgbClr val="FF0000"/>
                </a:solidFill>
              </a:rPr>
              <a:t>OCW3</a:t>
            </a:r>
            <a:r>
              <a:rPr lang="zh-CN" altLang="en-US" sz="2000" dirty="0">
                <a:solidFill>
                  <a:srgbClr val="FF0000"/>
                </a:solidFill>
              </a:rPr>
              <a:t>无关。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9" name="ïšḻïdê"/>
          <p:cNvSpPr txBox="1"/>
          <p:nvPr/>
        </p:nvSpPr>
        <p:spPr bwMode="auto">
          <a:xfrm>
            <a:off x="-1" y="162085"/>
            <a:ext cx="828190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6.5 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可编程中断控制器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 </a:t>
            </a:r>
            <a:endParaRPr lang="zh-CN" altLang="en-US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63" name="right-arrowheads_44810"/>
          <p:cNvSpPr>
            <a:spLocks noChangeAspect="1"/>
          </p:cNvSpPr>
          <p:nvPr/>
        </p:nvSpPr>
        <p:spPr bwMode="auto">
          <a:xfrm>
            <a:off x="152015" y="929658"/>
            <a:ext cx="411251" cy="316320"/>
          </a:xfrm>
          <a:custGeom>
            <a:avLst/>
            <a:gdLst>
              <a:gd name="T0" fmla="*/ 59 w 415"/>
              <a:gd name="T1" fmla="*/ 406 h 406"/>
              <a:gd name="T2" fmla="*/ 25 w 415"/>
              <a:gd name="T3" fmla="*/ 394 h 406"/>
              <a:gd name="T4" fmla="*/ 19 w 415"/>
              <a:gd name="T5" fmla="*/ 318 h 406"/>
              <a:gd name="T6" fmla="*/ 114 w 415"/>
              <a:gd name="T7" fmla="*/ 206 h 406"/>
              <a:gd name="T8" fmla="*/ 19 w 415"/>
              <a:gd name="T9" fmla="*/ 94 h 406"/>
              <a:gd name="T10" fmla="*/ 25 w 415"/>
              <a:gd name="T11" fmla="*/ 19 h 406"/>
              <a:gd name="T12" fmla="*/ 100 w 415"/>
              <a:gd name="T13" fmla="*/ 25 h 406"/>
              <a:gd name="T14" fmla="*/ 225 w 415"/>
              <a:gd name="T15" fmla="*/ 172 h 406"/>
              <a:gd name="T16" fmla="*/ 225 w 415"/>
              <a:gd name="T17" fmla="*/ 241 h 406"/>
              <a:gd name="T18" fmla="*/ 100 w 415"/>
              <a:gd name="T19" fmla="*/ 388 h 406"/>
              <a:gd name="T20" fmla="*/ 59 w 415"/>
              <a:gd name="T21" fmla="*/ 406 h 406"/>
              <a:gd name="T22" fmla="*/ 273 w 415"/>
              <a:gd name="T23" fmla="*/ 388 h 406"/>
              <a:gd name="T24" fmla="*/ 398 w 415"/>
              <a:gd name="T25" fmla="*/ 241 h 406"/>
              <a:gd name="T26" fmla="*/ 398 w 415"/>
              <a:gd name="T27" fmla="*/ 172 h 406"/>
              <a:gd name="T28" fmla="*/ 273 w 415"/>
              <a:gd name="T29" fmla="*/ 25 h 406"/>
              <a:gd name="T30" fmla="*/ 198 w 415"/>
              <a:gd name="T31" fmla="*/ 19 h 406"/>
              <a:gd name="T32" fmla="*/ 192 w 415"/>
              <a:gd name="T33" fmla="*/ 94 h 406"/>
              <a:gd name="T34" fmla="*/ 287 w 415"/>
              <a:gd name="T35" fmla="*/ 206 h 406"/>
              <a:gd name="T36" fmla="*/ 192 w 415"/>
              <a:gd name="T37" fmla="*/ 318 h 406"/>
              <a:gd name="T38" fmla="*/ 198 w 415"/>
              <a:gd name="T39" fmla="*/ 394 h 406"/>
              <a:gd name="T40" fmla="*/ 232 w 415"/>
              <a:gd name="T41" fmla="*/ 406 h 406"/>
              <a:gd name="T42" fmla="*/ 273 w 415"/>
              <a:gd name="T43" fmla="*/ 388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5" h="406">
                <a:moveTo>
                  <a:pt x="59" y="406"/>
                </a:moveTo>
                <a:cubicBezTo>
                  <a:pt x="47" y="406"/>
                  <a:pt x="35" y="402"/>
                  <a:pt x="25" y="394"/>
                </a:cubicBezTo>
                <a:cubicBezTo>
                  <a:pt x="2" y="375"/>
                  <a:pt x="0" y="341"/>
                  <a:pt x="19" y="318"/>
                </a:cubicBezTo>
                <a:lnTo>
                  <a:pt x="114" y="206"/>
                </a:lnTo>
                <a:lnTo>
                  <a:pt x="19" y="94"/>
                </a:lnTo>
                <a:cubicBezTo>
                  <a:pt x="0" y="71"/>
                  <a:pt x="2" y="38"/>
                  <a:pt x="25" y="19"/>
                </a:cubicBezTo>
                <a:cubicBezTo>
                  <a:pt x="47" y="0"/>
                  <a:pt x="81" y="2"/>
                  <a:pt x="100" y="25"/>
                </a:cubicBezTo>
                <a:lnTo>
                  <a:pt x="225" y="172"/>
                </a:lnTo>
                <a:cubicBezTo>
                  <a:pt x="242" y="192"/>
                  <a:pt x="242" y="221"/>
                  <a:pt x="225" y="241"/>
                </a:cubicBezTo>
                <a:lnTo>
                  <a:pt x="100" y="388"/>
                </a:lnTo>
                <a:cubicBezTo>
                  <a:pt x="89" y="400"/>
                  <a:pt x="74" y="406"/>
                  <a:pt x="59" y="406"/>
                </a:cubicBezTo>
                <a:close/>
                <a:moveTo>
                  <a:pt x="273" y="388"/>
                </a:moveTo>
                <a:lnTo>
                  <a:pt x="398" y="241"/>
                </a:lnTo>
                <a:cubicBezTo>
                  <a:pt x="415" y="221"/>
                  <a:pt x="415" y="192"/>
                  <a:pt x="398" y="172"/>
                </a:cubicBezTo>
                <a:lnTo>
                  <a:pt x="273" y="25"/>
                </a:lnTo>
                <a:cubicBezTo>
                  <a:pt x="254" y="2"/>
                  <a:pt x="220" y="0"/>
                  <a:pt x="198" y="19"/>
                </a:cubicBezTo>
                <a:cubicBezTo>
                  <a:pt x="175" y="38"/>
                  <a:pt x="173" y="71"/>
                  <a:pt x="192" y="94"/>
                </a:cubicBezTo>
                <a:lnTo>
                  <a:pt x="287" y="206"/>
                </a:lnTo>
                <a:lnTo>
                  <a:pt x="192" y="318"/>
                </a:lnTo>
                <a:cubicBezTo>
                  <a:pt x="173" y="341"/>
                  <a:pt x="175" y="375"/>
                  <a:pt x="198" y="394"/>
                </a:cubicBezTo>
                <a:cubicBezTo>
                  <a:pt x="208" y="402"/>
                  <a:pt x="220" y="406"/>
                  <a:pt x="232" y="406"/>
                </a:cubicBezTo>
                <a:cubicBezTo>
                  <a:pt x="247" y="406"/>
                  <a:pt x="262" y="400"/>
                  <a:pt x="273" y="3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4" name="矩形 63"/>
          <p:cNvSpPr/>
          <p:nvPr/>
        </p:nvSpPr>
        <p:spPr>
          <a:xfrm>
            <a:off x="584781" y="858016"/>
            <a:ext cx="7429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8259A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的应用举例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MH_Other_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58187" y="2961382"/>
            <a:ext cx="3153554" cy="3182906"/>
          </a:xfrm>
          <a:prstGeom prst="ellipse">
            <a:avLst/>
          </a:prstGeom>
          <a:noFill/>
          <a:ln w="19050">
            <a:solidFill>
              <a:schemeClr val="accent1">
                <a:alpha val="50000"/>
              </a:schemeClr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 sz="135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9" name="MH_Other_2"/>
          <p:cNvSpPr>
            <a:spLocks noChangeArrowheads="1"/>
          </p:cNvSpPr>
          <p:nvPr>
            <p:custDataLst>
              <p:tags r:id="rId3"/>
            </p:custDataLst>
          </p:nvPr>
        </p:nvSpPr>
        <p:spPr bwMode="gray">
          <a:xfrm>
            <a:off x="2082098" y="2855565"/>
            <a:ext cx="251461" cy="25144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35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0" name="MH_Other_3"/>
          <p:cNvSpPr>
            <a:spLocks noChangeShapeType="1"/>
          </p:cNvSpPr>
          <p:nvPr>
            <p:custDataLst>
              <p:tags r:id="rId4"/>
            </p:custDataLst>
          </p:nvPr>
        </p:nvSpPr>
        <p:spPr bwMode="gray">
          <a:xfrm>
            <a:off x="85405" y="4559840"/>
            <a:ext cx="3483541" cy="0"/>
          </a:xfrm>
          <a:prstGeom prst="line">
            <a:avLst/>
          </a:prstGeom>
          <a:noFill/>
          <a:ln w="28575">
            <a:solidFill>
              <a:schemeClr val="accent1">
                <a:alpha val="50000"/>
              </a:schemeClr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35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1" name="MH_Other_4"/>
          <p:cNvSpPr>
            <a:spLocks noChangeShapeType="1"/>
          </p:cNvSpPr>
          <p:nvPr>
            <p:custDataLst>
              <p:tags r:id="rId5"/>
            </p:custDataLst>
          </p:nvPr>
        </p:nvSpPr>
        <p:spPr bwMode="gray">
          <a:xfrm>
            <a:off x="1827176" y="2726366"/>
            <a:ext cx="0" cy="3663845"/>
          </a:xfrm>
          <a:prstGeom prst="line">
            <a:avLst/>
          </a:prstGeom>
          <a:noFill/>
          <a:ln w="28575">
            <a:solidFill>
              <a:schemeClr val="accent1">
                <a:alpha val="50000"/>
              </a:schemeClr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35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2" name="MH_Other_5"/>
          <p:cNvSpPr>
            <a:spLocks noChangeArrowheads="1"/>
          </p:cNvSpPr>
          <p:nvPr>
            <p:custDataLst>
              <p:tags r:id="rId6"/>
            </p:custDataLst>
          </p:nvPr>
        </p:nvSpPr>
        <p:spPr bwMode="gray">
          <a:xfrm>
            <a:off x="430958" y="3141934"/>
            <a:ext cx="2789323" cy="2810920"/>
          </a:xfrm>
          <a:prstGeom prst="ellipse">
            <a:avLst/>
          </a:prstGeom>
          <a:noFill/>
          <a:ln w="9525">
            <a:solidFill>
              <a:schemeClr val="accent1">
                <a:alpha val="50000"/>
              </a:schemeClr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64999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 sz="135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3" name="MH_Other_6"/>
          <p:cNvSpPr>
            <a:spLocks noChangeArrowheads="1"/>
          </p:cNvSpPr>
          <p:nvPr>
            <p:custDataLst>
              <p:tags r:id="rId7"/>
            </p:custDataLst>
          </p:nvPr>
        </p:nvSpPr>
        <p:spPr bwMode="gray">
          <a:xfrm>
            <a:off x="749695" y="3479108"/>
            <a:ext cx="2137679" cy="218208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0">
            <a:noFill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35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4" name="MH_SubTitle_1"/>
          <p:cNvSpPr>
            <a:spLocks noChangeArrowheads="1"/>
          </p:cNvSpPr>
          <p:nvPr>
            <p:custDataLst>
              <p:tags r:id="rId8"/>
            </p:custDataLst>
          </p:nvPr>
        </p:nvSpPr>
        <p:spPr bwMode="black">
          <a:xfrm>
            <a:off x="2491844" y="2362807"/>
            <a:ext cx="6040505" cy="727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2"/>
                    </a:gs>
                    <a:gs pos="100000">
                      <a:schemeClr val="accent2">
                        <a:gamma/>
                        <a:tint val="73725"/>
                        <a:invGamma/>
                      </a:scheme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r>
              <a:rPr lang="zh-CN" altLang="en-US" sz="20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端口地址，主片在</a:t>
            </a:r>
            <a:r>
              <a:rPr lang="en-US" altLang="zh-CN" sz="20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020H</a:t>
            </a:r>
            <a:r>
              <a:rPr lang="zh-CN" altLang="en-US" sz="20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～</a:t>
            </a:r>
            <a:r>
              <a:rPr lang="en-US" altLang="zh-CN" sz="20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03FH</a:t>
            </a:r>
            <a:r>
              <a:rPr lang="zh-CN" altLang="en-US" sz="20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范围内，实际使用</a:t>
            </a:r>
            <a:r>
              <a:rPr lang="en-US" altLang="zh-CN" sz="20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020H</a:t>
            </a:r>
            <a:r>
              <a:rPr lang="zh-CN" altLang="en-US" sz="20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0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021H</a:t>
            </a:r>
            <a:r>
              <a:rPr lang="zh-CN" altLang="en-US" sz="20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两个端口；从片在</a:t>
            </a:r>
            <a:r>
              <a:rPr lang="en-US" altLang="zh-CN" sz="20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0A0H</a:t>
            </a:r>
            <a:r>
              <a:rPr lang="zh-CN" altLang="en-US" sz="20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～</a:t>
            </a:r>
            <a:r>
              <a:rPr lang="en-US" altLang="zh-CN" sz="20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0BFH</a:t>
            </a:r>
            <a:r>
              <a:rPr lang="zh-CN" altLang="en-US" sz="20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范围，实际使用</a:t>
            </a:r>
            <a:r>
              <a:rPr lang="en-US" altLang="zh-CN" sz="20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0A0H</a:t>
            </a:r>
            <a:r>
              <a:rPr lang="zh-CN" altLang="en-US" sz="20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0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0A1H</a:t>
            </a:r>
            <a:r>
              <a:rPr lang="zh-CN" altLang="en-US" sz="20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两个端口。</a:t>
            </a:r>
            <a:endParaRPr lang="zh-CN" altLang="en-US" sz="2000" b="1" kern="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MH_Title_1"/>
          <p:cNvSpPr>
            <a:spLocks noChangeArrowheads="1"/>
          </p:cNvSpPr>
          <p:nvPr>
            <p:custDataLst>
              <p:tags r:id="rId9"/>
            </p:custDataLst>
          </p:nvPr>
        </p:nvSpPr>
        <p:spPr bwMode="gray">
          <a:xfrm>
            <a:off x="1134311" y="3871399"/>
            <a:ext cx="1368457" cy="1397517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lIns="0" tIns="0" rIns="0" bIns="0" anchor="ctr">
            <a:normAutofit/>
          </a:bodyPr>
          <a:lstStyle/>
          <a:p>
            <a:pPr algn="ctr">
              <a:defRPr/>
            </a:pPr>
            <a:r>
              <a:rPr lang="zh-CN" altLang="en-US" sz="2400" kern="0" dirty="0">
                <a:solidFill>
                  <a:srgbClr val="FFFFFF"/>
                </a:solidFill>
              </a:rPr>
              <a:t>说明</a:t>
            </a:r>
            <a:endParaRPr lang="zh-CN" altLang="en-US" sz="2400" kern="0" dirty="0">
              <a:solidFill>
                <a:srgbClr val="FFFFFF"/>
              </a:solidFill>
            </a:endParaRPr>
          </a:p>
        </p:txBody>
      </p:sp>
      <p:sp>
        <p:nvSpPr>
          <p:cNvPr id="16" name="MH_Other_7"/>
          <p:cNvSpPr>
            <a:spLocks noChangeArrowheads="1"/>
          </p:cNvSpPr>
          <p:nvPr>
            <p:custDataLst>
              <p:tags r:id="rId10"/>
            </p:custDataLst>
          </p:nvPr>
        </p:nvSpPr>
        <p:spPr bwMode="gray">
          <a:xfrm>
            <a:off x="2995329" y="3478508"/>
            <a:ext cx="251461" cy="25144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35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8" name="MH_Other_9"/>
          <p:cNvSpPr>
            <a:spLocks noChangeArrowheads="1"/>
          </p:cNvSpPr>
          <p:nvPr>
            <p:custDataLst>
              <p:tags r:id="rId11"/>
            </p:custDataLst>
          </p:nvPr>
        </p:nvSpPr>
        <p:spPr bwMode="gray">
          <a:xfrm>
            <a:off x="3303788" y="4427832"/>
            <a:ext cx="251461" cy="25144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35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0" name="MH_Other_11"/>
          <p:cNvSpPr>
            <a:spLocks noChangeArrowheads="1"/>
          </p:cNvSpPr>
          <p:nvPr>
            <p:custDataLst>
              <p:tags r:id="rId12"/>
            </p:custDataLst>
          </p:nvPr>
        </p:nvSpPr>
        <p:spPr bwMode="gray">
          <a:xfrm>
            <a:off x="3069198" y="5283309"/>
            <a:ext cx="251461" cy="25144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35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1" name="MH_Other_12"/>
          <p:cNvSpPr>
            <a:spLocks noChangeArrowheads="1"/>
          </p:cNvSpPr>
          <p:nvPr>
            <p:custDataLst>
              <p:tags r:id="rId13"/>
            </p:custDataLst>
          </p:nvPr>
        </p:nvSpPr>
        <p:spPr bwMode="gray">
          <a:xfrm>
            <a:off x="2202756" y="5971538"/>
            <a:ext cx="251461" cy="251444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35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2" name="MH_SubTitle_2"/>
          <p:cNvSpPr>
            <a:spLocks noChangeArrowheads="1"/>
          </p:cNvSpPr>
          <p:nvPr>
            <p:custDataLst>
              <p:tags r:id="rId14"/>
            </p:custDataLst>
          </p:nvPr>
        </p:nvSpPr>
        <p:spPr bwMode="black">
          <a:xfrm>
            <a:off x="3342473" y="3419315"/>
            <a:ext cx="5656729" cy="400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2"/>
                    </a:gs>
                    <a:gs pos="100000">
                      <a:schemeClr val="accent2">
                        <a:gamma/>
                        <a:tint val="73725"/>
                        <a:invGamma/>
                      </a:scheme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r>
              <a:rPr lang="zh-CN" altLang="en-US" sz="20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主、从片的中断请求信号均采用边沿触发方式。</a:t>
            </a:r>
            <a:endParaRPr lang="zh-CN" altLang="en-US" sz="2000" b="1" kern="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4" name="MH_SubTitle_4"/>
          <p:cNvSpPr>
            <a:spLocks noChangeArrowheads="1"/>
          </p:cNvSpPr>
          <p:nvPr>
            <p:custDataLst>
              <p:tags r:id="rId15"/>
            </p:custDataLst>
          </p:nvPr>
        </p:nvSpPr>
        <p:spPr bwMode="black">
          <a:xfrm>
            <a:off x="3604897" y="3819421"/>
            <a:ext cx="5604417" cy="7196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2"/>
                    </a:gs>
                    <a:gs pos="100000">
                      <a:schemeClr val="accent2">
                        <a:gamma/>
                        <a:tint val="73725"/>
                        <a:invGamma/>
                      </a:scheme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 marL="0" lvl="1" defTabSz="914400" fontAlgn="base">
              <a:spcAft>
                <a:spcPct val="0"/>
              </a:spcAft>
              <a:buClr>
                <a:srgbClr val="B4B9BE"/>
              </a:buClr>
              <a:buSzPct val="80000"/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主片与从片采用一般全嵌套方式，优先级的排列次序为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级最高（主片的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IR</a:t>
            </a:r>
            <a:r>
              <a:rPr lang="en-US" altLang="zh-CN" sz="20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），依次为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级（主片的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IR</a:t>
            </a:r>
            <a:r>
              <a:rPr lang="en-US" altLang="zh-CN" sz="20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）、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级（主片的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IR</a:t>
            </a:r>
            <a:r>
              <a:rPr lang="en-US" altLang="zh-CN" sz="20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，即从片的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IR</a:t>
            </a:r>
            <a:r>
              <a:rPr lang="en-US" altLang="zh-CN" sz="20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～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IR</a:t>
            </a:r>
            <a:r>
              <a:rPr lang="en-US" altLang="zh-CN" sz="20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），然后是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级～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级（主片的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IR</a:t>
            </a:r>
            <a:r>
              <a:rPr lang="en-US" altLang="zh-CN" sz="20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～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IR</a:t>
            </a:r>
            <a:r>
              <a:rPr lang="en-US" altLang="zh-CN" sz="2000" b="1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）。</a:t>
            </a:r>
            <a:endParaRPr lang="zh-CN" altLang="en-US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6" name="MH_SubTitle_6"/>
          <p:cNvSpPr>
            <a:spLocks noChangeArrowheads="1"/>
          </p:cNvSpPr>
          <p:nvPr>
            <p:custDataLst>
              <p:tags r:id="rId16"/>
            </p:custDataLst>
          </p:nvPr>
        </p:nvSpPr>
        <p:spPr bwMode="black">
          <a:xfrm>
            <a:off x="3286688" y="5277994"/>
            <a:ext cx="617210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2"/>
                    </a:gs>
                    <a:gs pos="100000">
                      <a:schemeClr val="accent2">
                        <a:gamma/>
                        <a:tint val="73725"/>
                        <a:invGamma/>
                      </a:scheme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0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采用非缓冲方式，主片的</a:t>
            </a:r>
            <a:r>
              <a:rPr lang="en-US" altLang="zh-CN" sz="20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SP/EN</a:t>
            </a:r>
            <a:r>
              <a:rPr lang="zh-CN" altLang="en-US" sz="20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端接</a:t>
            </a:r>
            <a:r>
              <a:rPr lang="en-US" altLang="zh-CN" sz="20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+5V</a:t>
            </a:r>
            <a:r>
              <a:rPr lang="zh-CN" altLang="en-US" sz="20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，从片的</a:t>
            </a:r>
            <a:r>
              <a:rPr lang="en-US" altLang="zh-CN" sz="20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SP/EN</a:t>
            </a:r>
            <a:r>
              <a:rPr lang="zh-CN" altLang="en-US" sz="20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端接地。</a:t>
            </a:r>
            <a:endParaRPr lang="zh-CN" altLang="en-US" sz="2000" b="1" kern="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7" name="MH_SubTitle_7"/>
          <p:cNvSpPr>
            <a:spLocks noChangeArrowheads="1"/>
          </p:cNvSpPr>
          <p:nvPr>
            <p:custDataLst>
              <p:tags r:id="rId17"/>
            </p:custDataLst>
          </p:nvPr>
        </p:nvSpPr>
        <p:spPr bwMode="black">
          <a:xfrm>
            <a:off x="2590754" y="5989218"/>
            <a:ext cx="560776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2"/>
                    </a:gs>
                    <a:gs pos="100000">
                      <a:schemeClr val="accent2">
                        <a:gamma/>
                        <a:tint val="73725"/>
                        <a:invGamma/>
                      </a:schemeClr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r>
              <a:rPr lang="zh-CN" altLang="en-US" sz="20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设定主片的中断号为</a:t>
            </a:r>
            <a:r>
              <a:rPr lang="en-US" altLang="zh-CN" sz="20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08H</a:t>
            </a:r>
            <a:r>
              <a:rPr lang="zh-CN" altLang="en-US" sz="20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～</a:t>
            </a:r>
            <a:r>
              <a:rPr lang="en-US" altLang="zh-CN" sz="20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0FH</a:t>
            </a:r>
            <a:r>
              <a:rPr lang="zh-CN" altLang="en-US" sz="20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，从片的中断号为</a:t>
            </a:r>
            <a:r>
              <a:rPr lang="en-US" altLang="zh-CN" sz="20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70H</a:t>
            </a:r>
            <a:r>
              <a:rPr lang="zh-CN" altLang="en-US" sz="20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～</a:t>
            </a:r>
            <a:r>
              <a:rPr lang="en-US" altLang="zh-CN" sz="20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77H</a:t>
            </a:r>
            <a:r>
              <a:rPr lang="zh-CN" altLang="en-US" sz="2000" b="1" kern="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2000" b="1" kern="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334370" y="1491459"/>
            <a:ext cx="7947531" cy="830997"/>
          </a:xfrm>
          <a:prstGeom prst="rect">
            <a:avLst/>
          </a:prstGeom>
          <a:noFill/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0" hangingPunct="0"/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设两片</a:t>
            </a:r>
            <a:r>
              <a:rPr lang="en-US" altLang="zh-CN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级联，提供</a:t>
            </a:r>
            <a:r>
              <a:rPr lang="en-US" altLang="zh-CN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15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级向量中断，</a:t>
            </a:r>
            <a:r>
              <a:rPr lang="en-US" altLang="zh-CN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CAS2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～</a:t>
            </a:r>
            <a:r>
              <a:rPr lang="en-US" altLang="zh-CN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CAS0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作为互连线，从片</a:t>
            </a:r>
            <a:r>
              <a:rPr lang="en-US" altLang="zh-CN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en-US" altLang="zh-CN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INT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直接连到主片</a:t>
            </a:r>
            <a:r>
              <a:rPr lang="en-US" altLang="zh-CN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en-US" altLang="zh-CN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IR2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上。</a:t>
            </a:r>
            <a:endParaRPr lang="zh-CN" altLang="en-US" sz="2400" b="1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9" name="ïšḻïdê"/>
          <p:cNvSpPr txBox="1"/>
          <p:nvPr/>
        </p:nvSpPr>
        <p:spPr bwMode="auto">
          <a:xfrm>
            <a:off x="-1" y="162085"/>
            <a:ext cx="828190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6.5 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可编程中断控制器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 </a:t>
            </a:r>
            <a:endParaRPr lang="zh-CN" altLang="en-US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63" name="right-arrowheads_44810"/>
          <p:cNvSpPr>
            <a:spLocks noChangeAspect="1"/>
          </p:cNvSpPr>
          <p:nvPr/>
        </p:nvSpPr>
        <p:spPr bwMode="auto">
          <a:xfrm>
            <a:off x="152015" y="929658"/>
            <a:ext cx="411251" cy="316320"/>
          </a:xfrm>
          <a:custGeom>
            <a:avLst/>
            <a:gdLst>
              <a:gd name="T0" fmla="*/ 59 w 415"/>
              <a:gd name="T1" fmla="*/ 406 h 406"/>
              <a:gd name="T2" fmla="*/ 25 w 415"/>
              <a:gd name="T3" fmla="*/ 394 h 406"/>
              <a:gd name="T4" fmla="*/ 19 w 415"/>
              <a:gd name="T5" fmla="*/ 318 h 406"/>
              <a:gd name="T6" fmla="*/ 114 w 415"/>
              <a:gd name="T7" fmla="*/ 206 h 406"/>
              <a:gd name="T8" fmla="*/ 19 w 415"/>
              <a:gd name="T9" fmla="*/ 94 h 406"/>
              <a:gd name="T10" fmla="*/ 25 w 415"/>
              <a:gd name="T11" fmla="*/ 19 h 406"/>
              <a:gd name="T12" fmla="*/ 100 w 415"/>
              <a:gd name="T13" fmla="*/ 25 h 406"/>
              <a:gd name="T14" fmla="*/ 225 w 415"/>
              <a:gd name="T15" fmla="*/ 172 h 406"/>
              <a:gd name="T16" fmla="*/ 225 w 415"/>
              <a:gd name="T17" fmla="*/ 241 h 406"/>
              <a:gd name="T18" fmla="*/ 100 w 415"/>
              <a:gd name="T19" fmla="*/ 388 h 406"/>
              <a:gd name="T20" fmla="*/ 59 w 415"/>
              <a:gd name="T21" fmla="*/ 406 h 406"/>
              <a:gd name="T22" fmla="*/ 273 w 415"/>
              <a:gd name="T23" fmla="*/ 388 h 406"/>
              <a:gd name="T24" fmla="*/ 398 w 415"/>
              <a:gd name="T25" fmla="*/ 241 h 406"/>
              <a:gd name="T26" fmla="*/ 398 w 415"/>
              <a:gd name="T27" fmla="*/ 172 h 406"/>
              <a:gd name="T28" fmla="*/ 273 w 415"/>
              <a:gd name="T29" fmla="*/ 25 h 406"/>
              <a:gd name="T30" fmla="*/ 198 w 415"/>
              <a:gd name="T31" fmla="*/ 19 h 406"/>
              <a:gd name="T32" fmla="*/ 192 w 415"/>
              <a:gd name="T33" fmla="*/ 94 h 406"/>
              <a:gd name="T34" fmla="*/ 287 w 415"/>
              <a:gd name="T35" fmla="*/ 206 h 406"/>
              <a:gd name="T36" fmla="*/ 192 w 415"/>
              <a:gd name="T37" fmla="*/ 318 h 406"/>
              <a:gd name="T38" fmla="*/ 198 w 415"/>
              <a:gd name="T39" fmla="*/ 394 h 406"/>
              <a:gd name="T40" fmla="*/ 232 w 415"/>
              <a:gd name="T41" fmla="*/ 406 h 406"/>
              <a:gd name="T42" fmla="*/ 273 w 415"/>
              <a:gd name="T43" fmla="*/ 388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5" h="406">
                <a:moveTo>
                  <a:pt x="59" y="406"/>
                </a:moveTo>
                <a:cubicBezTo>
                  <a:pt x="47" y="406"/>
                  <a:pt x="35" y="402"/>
                  <a:pt x="25" y="394"/>
                </a:cubicBezTo>
                <a:cubicBezTo>
                  <a:pt x="2" y="375"/>
                  <a:pt x="0" y="341"/>
                  <a:pt x="19" y="318"/>
                </a:cubicBezTo>
                <a:lnTo>
                  <a:pt x="114" y="206"/>
                </a:lnTo>
                <a:lnTo>
                  <a:pt x="19" y="94"/>
                </a:lnTo>
                <a:cubicBezTo>
                  <a:pt x="0" y="71"/>
                  <a:pt x="2" y="38"/>
                  <a:pt x="25" y="19"/>
                </a:cubicBezTo>
                <a:cubicBezTo>
                  <a:pt x="47" y="0"/>
                  <a:pt x="81" y="2"/>
                  <a:pt x="100" y="25"/>
                </a:cubicBezTo>
                <a:lnTo>
                  <a:pt x="225" y="172"/>
                </a:lnTo>
                <a:cubicBezTo>
                  <a:pt x="242" y="192"/>
                  <a:pt x="242" y="221"/>
                  <a:pt x="225" y="241"/>
                </a:cubicBezTo>
                <a:lnTo>
                  <a:pt x="100" y="388"/>
                </a:lnTo>
                <a:cubicBezTo>
                  <a:pt x="89" y="400"/>
                  <a:pt x="74" y="406"/>
                  <a:pt x="59" y="406"/>
                </a:cubicBezTo>
                <a:close/>
                <a:moveTo>
                  <a:pt x="273" y="388"/>
                </a:moveTo>
                <a:lnTo>
                  <a:pt x="398" y="241"/>
                </a:lnTo>
                <a:cubicBezTo>
                  <a:pt x="415" y="221"/>
                  <a:pt x="415" y="192"/>
                  <a:pt x="398" y="172"/>
                </a:cubicBezTo>
                <a:lnTo>
                  <a:pt x="273" y="25"/>
                </a:lnTo>
                <a:cubicBezTo>
                  <a:pt x="254" y="2"/>
                  <a:pt x="220" y="0"/>
                  <a:pt x="198" y="19"/>
                </a:cubicBezTo>
                <a:cubicBezTo>
                  <a:pt x="175" y="38"/>
                  <a:pt x="173" y="71"/>
                  <a:pt x="192" y="94"/>
                </a:cubicBezTo>
                <a:lnTo>
                  <a:pt x="287" y="206"/>
                </a:lnTo>
                <a:lnTo>
                  <a:pt x="192" y="318"/>
                </a:lnTo>
                <a:cubicBezTo>
                  <a:pt x="173" y="341"/>
                  <a:pt x="175" y="375"/>
                  <a:pt x="198" y="394"/>
                </a:cubicBezTo>
                <a:cubicBezTo>
                  <a:pt x="208" y="402"/>
                  <a:pt x="220" y="406"/>
                  <a:pt x="232" y="406"/>
                </a:cubicBezTo>
                <a:cubicBezTo>
                  <a:pt x="247" y="406"/>
                  <a:pt x="262" y="400"/>
                  <a:pt x="273" y="3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4" name="矩形 63"/>
          <p:cNvSpPr/>
          <p:nvPr/>
        </p:nvSpPr>
        <p:spPr>
          <a:xfrm>
            <a:off x="584781" y="858016"/>
            <a:ext cx="7429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两个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8259A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的级联图 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pSp>
        <p:nvGrpSpPr>
          <p:cNvPr id="13" name="组合 47120"/>
          <p:cNvGrpSpPr/>
          <p:nvPr/>
        </p:nvGrpSpPr>
        <p:grpSpPr bwMode="auto">
          <a:xfrm>
            <a:off x="353040" y="1319681"/>
            <a:ext cx="8492898" cy="5462471"/>
            <a:chOff x="0" y="0"/>
            <a:chExt cx="3100" cy="3475"/>
          </a:xfrm>
        </p:grpSpPr>
        <p:pic>
          <p:nvPicPr>
            <p:cNvPr id="14" name="Picture 19" descr="image001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0535"/>
            <a:stretch>
              <a:fillRect/>
            </a:stretch>
          </p:blipFill>
          <p:spPr bwMode="auto">
            <a:xfrm>
              <a:off x="0" y="0"/>
              <a:ext cx="3100" cy="3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" name="直接连接符 47122"/>
            <p:cNvSpPr>
              <a:spLocks noChangeShapeType="1"/>
            </p:cNvSpPr>
            <p:nvPr/>
          </p:nvSpPr>
          <p:spPr bwMode="auto">
            <a:xfrm>
              <a:off x="18" y="507"/>
              <a:ext cx="0" cy="2940"/>
            </a:xfrm>
            <a:prstGeom prst="line">
              <a:avLst/>
            </a:prstGeom>
            <a:noFill/>
            <a:ln w="9525">
              <a:solidFill>
                <a:srgbClr val="000514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9" name="ïšḻïdê"/>
          <p:cNvSpPr txBox="1"/>
          <p:nvPr/>
        </p:nvSpPr>
        <p:spPr bwMode="auto">
          <a:xfrm>
            <a:off x="-1" y="162085"/>
            <a:ext cx="828190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6.5 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可编程中断控制器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 </a:t>
            </a:r>
            <a:endParaRPr lang="zh-CN" altLang="en-US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63" name="right-arrowheads_44810"/>
          <p:cNvSpPr>
            <a:spLocks noChangeAspect="1"/>
          </p:cNvSpPr>
          <p:nvPr/>
        </p:nvSpPr>
        <p:spPr bwMode="auto">
          <a:xfrm>
            <a:off x="152015" y="929658"/>
            <a:ext cx="411251" cy="316320"/>
          </a:xfrm>
          <a:custGeom>
            <a:avLst/>
            <a:gdLst>
              <a:gd name="T0" fmla="*/ 59 w 415"/>
              <a:gd name="T1" fmla="*/ 406 h 406"/>
              <a:gd name="T2" fmla="*/ 25 w 415"/>
              <a:gd name="T3" fmla="*/ 394 h 406"/>
              <a:gd name="T4" fmla="*/ 19 w 415"/>
              <a:gd name="T5" fmla="*/ 318 h 406"/>
              <a:gd name="T6" fmla="*/ 114 w 415"/>
              <a:gd name="T7" fmla="*/ 206 h 406"/>
              <a:gd name="T8" fmla="*/ 19 w 415"/>
              <a:gd name="T9" fmla="*/ 94 h 406"/>
              <a:gd name="T10" fmla="*/ 25 w 415"/>
              <a:gd name="T11" fmla="*/ 19 h 406"/>
              <a:gd name="T12" fmla="*/ 100 w 415"/>
              <a:gd name="T13" fmla="*/ 25 h 406"/>
              <a:gd name="T14" fmla="*/ 225 w 415"/>
              <a:gd name="T15" fmla="*/ 172 h 406"/>
              <a:gd name="T16" fmla="*/ 225 w 415"/>
              <a:gd name="T17" fmla="*/ 241 h 406"/>
              <a:gd name="T18" fmla="*/ 100 w 415"/>
              <a:gd name="T19" fmla="*/ 388 h 406"/>
              <a:gd name="T20" fmla="*/ 59 w 415"/>
              <a:gd name="T21" fmla="*/ 406 h 406"/>
              <a:gd name="T22" fmla="*/ 273 w 415"/>
              <a:gd name="T23" fmla="*/ 388 h 406"/>
              <a:gd name="T24" fmla="*/ 398 w 415"/>
              <a:gd name="T25" fmla="*/ 241 h 406"/>
              <a:gd name="T26" fmla="*/ 398 w 415"/>
              <a:gd name="T27" fmla="*/ 172 h 406"/>
              <a:gd name="T28" fmla="*/ 273 w 415"/>
              <a:gd name="T29" fmla="*/ 25 h 406"/>
              <a:gd name="T30" fmla="*/ 198 w 415"/>
              <a:gd name="T31" fmla="*/ 19 h 406"/>
              <a:gd name="T32" fmla="*/ 192 w 415"/>
              <a:gd name="T33" fmla="*/ 94 h 406"/>
              <a:gd name="T34" fmla="*/ 287 w 415"/>
              <a:gd name="T35" fmla="*/ 206 h 406"/>
              <a:gd name="T36" fmla="*/ 192 w 415"/>
              <a:gd name="T37" fmla="*/ 318 h 406"/>
              <a:gd name="T38" fmla="*/ 198 w 415"/>
              <a:gd name="T39" fmla="*/ 394 h 406"/>
              <a:gd name="T40" fmla="*/ 232 w 415"/>
              <a:gd name="T41" fmla="*/ 406 h 406"/>
              <a:gd name="T42" fmla="*/ 273 w 415"/>
              <a:gd name="T43" fmla="*/ 388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5" h="406">
                <a:moveTo>
                  <a:pt x="59" y="406"/>
                </a:moveTo>
                <a:cubicBezTo>
                  <a:pt x="47" y="406"/>
                  <a:pt x="35" y="402"/>
                  <a:pt x="25" y="394"/>
                </a:cubicBezTo>
                <a:cubicBezTo>
                  <a:pt x="2" y="375"/>
                  <a:pt x="0" y="341"/>
                  <a:pt x="19" y="318"/>
                </a:cubicBezTo>
                <a:lnTo>
                  <a:pt x="114" y="206"/>
                </a:lnTo>
                <a:lnTo>
                  <a:pt x="19" y="94"/>
                </a:lnTo>
                <a:cubicBezTo>
                  <a:pt x="0" y="71"/>
                  <a:pt x="2" y="38"/>
                  <a:pt x="25" y="19"/>
                </a:cubicBezTo>
                <a:cubicBezTo>
                  <a:pt x="47" y="0"/>
                  <a:pt x="81" y="2"/>
                  <a:pt x="100" y="25"/>
                </a:cubicBezTo>
                <a:lnTo>
                  <a:pt x="225" y="172"/>
                </a:lnTo>
                <a:cubicBezTo>
                  <a:pt x="242" y="192"/>
                  <a:pt x="242" y="221"/>
                  <a:pt x="225" y="241"/>
                </a:cubicBezTo>
                <a:lnTo>
                  <a:pt x="100" y="388"/>
                </a:lnTo>
                <a:cubicBezTo>
                  <a:pt x="89" y="400"/>
                  <a:pt x="74" y="406"/>
                  <a:pt x="59" y="406"/>
                </a:cubicBezTo>
                <a:close/>
                <a:moveTo>
                  <a:pt x="273" y="388"/>
                </a:moveTo>
                <a:lnTo>
                  <a:pt x="398" y="241"/>
                </a:lnTo>
                <a:cubicBezTo>
                  <a:pt x="415" y="221"/>
                  <a:pt x="415" y="192"/>
                  <a:pt x="398" y="172"/>
                </a:cubicBezTo>
                <a:lnTo>
                  <a:pt x="273" y="25"/>
                </a:lnTo>
                <a:cubicBezTo>
                  <a:pt x="254" y="2"/>
                  <a:pt x="220" y="0"/>
                  <a:pt x="198" y="19"/>
                </a:cubicBezTo>
                <a:cubicBezTo>
                  <a:pt x="175" y="38"/>
                  <a:pt x="173" y="71"/>
                  <a:pt x="192" y="94"/>
                </a:cubicBezTo>
                <a:lnTo>
                  <a:pt x="287" y="206"/>
                </a:lnTo>
                <a:lnTo>
                  <a:pt x="192" y="318"/>
                </a:lnTo>
                <a:cubicBezTo>
                  <a:pt x="173" y="341"/>
                  <a:pt x="175" y="375"/>
                  <a:pt x="198" y="394"/>
                </a:cubicBezTo>
                <a:cubicBezTo>
                  <a:pt x="208" y="402"/>
                  <a:pt x="220" y="406"/>
                  <a:pt x="232" y="406"/>
                </a:cubicBezTo>
                <a:cubicBezTo>
                  <a:pt x="247" y="406"/>
                  <a:pt x="262" y="400"/>
                  <a:pt x="273" y="3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4" name="矩形 63"/>
          <p:cNvSpPr/>
          <p:nvPr/>
        </p:nvSpPr>
        <p:spPr>
          <a:xfrm>
            <a:off x="584781" y="858016"/>
            <a:ext cx="7429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对两片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8259A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的初始化 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内容占位符 2"/>
          <p:cNvSpPr>
            <a:spLocks noChangeArrowheads="1"/>
          </p:cNvSpPr>
          <p:nvPr/>
        </p:nvSpPr>
        <p:spPr bwMode="auto">
          <a:xfrm>
            <a:off x="4917" y="1166693"/>
            <a:ext cx="9051925" cy="583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fontAlgn="base"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;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对主片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的初始化 </a:t>
            </a:r>
            <a:endParaRPr lang="zh-CN" altLang="en-US" sz="24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defTabSz="914400" fontAlgn="base"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    </a:t>
            </a:r>
            <a:r>
              <a:rPr lang="en-US" altLang="zh-CN" sz="2400" dirty="0">
                <a:latin typeface="宋体" panose="02010600030101010101" pitchFamily="2" charset="-122"/>
              </a:rPr>
              <a:t>INTM00	EQU  	020H       		;</a:t>
            </a:r>
            <a:r>
              <a:rPr lang="zh-CN" altLang="en-US" sz="2400" dirty="0">
                <a:latin typeface="宋体" panose="02010600030101010101" pitchFamily="2" charset="-122"/>
              </a:rPr>
              <a:t>主</a:t>
            </a:r>
            <a:r>
              <a:rPr lang="en-US" altLang="zh-CN" sz="2400" dirty="0">
                <a:latin typeface="宋体" panose="02010600030101010101" pitchFamily="2" charset="-122"/>
              </a:rPr>
              <a:t>8259A</a:t>
            </a:r>
            <a:r>
              <a:rPr lang="zh-CN" altLang="en-US" sz="2400" dirty="0">
                <a:latin typeface="宋体" panose="02010600030101010101" pitchFamily="2" charset="-122"/>
              </a:rPr>
              <a:t>端口</a:t>
            </a:r>
            <a:r>
              <a:rPr lang="en-US" altLang="zh-CN" sz="2400" dirty="0">
                <a:latin typeface="宋体" panose="02010600030101010101" pitchFamily="2" charset="-122"/>
              </a:rPr>
              <a:t>0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defTabSz="914400" fontAlgn="base"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宋体" panose="02010600030101010101" pitchFamily="2" charset="-122"/>
              </a:rPr>
              <a:t>    INTM01	EQU   021H       		;</a:t>
            </a:r>
            <a:r>
              <a:rPr lang="zh-CN" altLang="en-US" sz="2400" dirty="0">
                <a:latin typeface="宋体" panose="02010600030101010101" pitchFamily="2" charset="-122"/>
              </a:rPr>
              <a:t>主</a:t>
            </a:r>
            <a:r>
              <a:rPr lang="en-US" altLang="zh-CN" sz="2400" dirty="0">
                <a:latin typeface="宋体" panose="02010600030101010101" pitchFamily="2" charset="-122"/>
              </a:rPr>
              <a:t>8259A</a:t>
            </a:r>
            <a:r>
              <a:rPr lang="zh-CN" altLang="en-US" sz="2400" dirty="0">
                <a:latin typeface="宋体" panose="02010600030101010101" pitchFamily="2" charset="-122"/>
              </a:rPr>
              <a:t>端口</a:t>
            </a:r>
            <a:r>
              <a:rPr lang="en-US" altLang="zh-CN" sz="2400" dirty="0">
                <a:latin typeface="宋体" panose="02010600030101010101" pitchFamily="2" charset="-122"/>
              </a:rPr>
              <a:t>l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defTabSz="914400" fontAlgn="base"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宋体" panose="02010600030101010101" pitchFamily="2" charset="-122"/>
              </a:rPr>
              <a:t>    ……      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defTabSz="914400" fontAlgn="base"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宋体" panose="02010600030101010101" pitchFamily="2" charset="-122"/>
              </a:rPr>
              <a:t>    MOV  AL, 00010001B;ICWl;  </a:t>
            </a:r>
            <a:r>
              <a:rPr lang="zh-CN" altLang="en-US" sz="2400" dirty="0">
                <a:latin typeface="宋体" panose="02010600030101010101" pitchFamily="2" charset="-122"/>
              </a:rPr>
              <a:t>边沿触发，要</a:t>
            </a:r>
            <a:r>
              <a:rPr lang="en-US" altLang="zh-CN" sz="2400" dirty="0">
                <a:latin typeface="宋体" panose="02010600030101010101" pitchFamily="2" charset="-122"/>
              </a:rPr>
              <a:t>ICW4</a:t>
            </a:r>
            <a:r>
              <a:rPr lang="zh-CN" altLang="en-US" sz="2400" dirty="0">
                <a:latin typeface="宋体" panose="02010600030101010101" pitchFamily="2" charset="-122"/>
              </a:rPr>
              <a:t>，级联方式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defTabSz="914400" fontAlgn="base"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宋体" panose="02010600030101010101" pitchFamily="2" charset="-122"/>
              </a:rPr>
              <a:t>                           </a:t>
            </a:r>
            <a:r>
              <a:rPr lang="zh-CN" altLang="en-US" sz="2400" dirty="0">
                <a:latin typeface="宋体" panose="02010600030101010101" pitchFamily="2" charset="-122"/>
              </a:rPr>
              <a:t>；要</a:t>
            </a:r>
            <a:r>
              <a:rPr lang="en-US" altLang="zh-CN" sz="2400" dirty="0">
                <a:latin typeface="宋体" panose="02010600030101010101" pitchFamily="2" charset="-122"/>
              </a:rPr>
              <a:t>ICW3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defTabSz="914400" fontAlgn="base"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    </a:t>
            </a:r>
            <a:r>
              <a:rPr lang="en-US" altLang="zh-CN" sz="2400" dirty="0">
                <a:latin typeface="宋体" panose="02010600030101010101" pitchFamily="2" charset="-122"/>
              </a:rPr>
              <a:t>OUT  INTM00, AL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defTabSz="914400" fontAlgn="base"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宋体" panose="02010600030101010101" pitchFamily="2" charset="-122"/>
              </a:rPr>
              <a:t>    JMP </a:t>
            </a:r>
            <a:r>
              <a:rPr lang="zh-CN" altLang="en-US" sz="2400" dirty="0">
                <a:latin typeface="宋体" panose="02010600030101010101" pitchFamily="2" charset="-122"/>
              </a:rPr>
              <a:t> </a:t>
            </a:r>
            <a:r>
              <a:rPr lang="en-US" altLang="zh-CN" sz="2400" dirty="0">
                <a:latin typeface="宋体" panose="02010600030101010101" pitchFamily="2" charset="-122"/>
              </a:rPr>
              <a:t>SHORT $+2 ;</a:t>
            </a:r>
            <a:r>
              <a:rPr lang="zh-CN" altLang="en-US" sz="2400" dirty="0">
                <a:latin typeface="宋体" panose="02010600030101010101" pitchFamily="2" charset="-122"/>
              </a:rPr>
              <a:t>延迟</a:t>
            </a:r>
            <a:r>
              <a:rPr lang="en-US" altLang="zh-CN" sz="2400" dirty="0">
                <a:latin typeface="宋体" panose="02010600030101010101" pitchFamily="2" charset="-122"/>
              </a:rPr>
              <a:t>=</a:t>
            </a:r>
            <a:r>
              <a:rPr lang="zh-CN" altLang="en-US" sz="2400" dirty="0">
                <a:latin typeface="宋体" panose="02010600030101010101" pitchFamily="2" charset="-122"/>
              </a:rPr>
              <a:t>该指令的执行时间，</a:t>
            </a:r>
            <a:r>
              <a:rPr lang="en-US" altLang="zh-CN" sz="2400" dirty="0">
                <a:latin typeface="宋体" panose="02010600030101010101" pitchFamily="2" charset="-122"/>
              </a:rPr>
              <a:t>$+2</a:t>
            </a:r>
            <a:r>
              <a:rPr lang="zh-CN" altLang="en-US" sz="2400" dirty="0">
                <a:latin typeface="宋体" panose="02010600030101010101" pitchFamily="2" charset="-122"/>
              </a:rPr>
              <a:t>是下条指令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defTabSz="914400" fontAlgn="base"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    </a:t>
            </a:r>
            <a:r>
              <a:rPr lang="en-US" altLang="zh-CN" sz="2400" dirty="0">
                <a:latin typeface="宋体" panose="02010600030101010101" pitchFamily="2" charset="-122"/>
              </a:rPr>
              <a:t>MOV AL, 00001000B	 ;ICW2</a:t>
            </a:r>
            <a:r>
              <a:rPr lang="zh-CN" altLang="en-US" sz="2400" dirty="0">
                <a:latin typeface="宋体" panose="02010600030101010101" pitchFamily="2" charset="-122"/>
              </a:rPr>
              <a:t>：设置主片的中断向量，起始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defTabSz="914400" fontAlgn="base"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宋体" panose="02010600030101010101" pitchFamily="2" charset="-122"/>
              </a:rPr>
              <a:t>                         ;</a:t>
            </a:r>
            <a:r>
              <a:rPr lang="zh-CN" altLang="en-US" sz="2400" dirty="0">
                <a:latin typeface="宋体" panose="02010600030101010101" pitchFamily="2" charset="-122"/>
              </a:rPr>
              <a:t>的中断向量为</a:t>
            </a:r>
            <a:r>
              <a:rPr lang="en-US" altLang="zh-CN" sz="2400" dirty="0">
                <a:latin typeface="宋体" panose="02010600030101010101" pitchFamily="2" charset="-122"/>
              </a:rPr>
              <a:t>08H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defTabSz="914400" fontAlgn="base"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宋体" panose="02010600030101010101" pitchFamily="2" charset="-122"/>
              </a:rPr>
              <a:t>    OUT INTM01, AL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defTabSz="914400" fontAlgn="base"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宋体" panose="02010600030101010101" pitchFamily="2" charset="-122"/>
              </a:rPr>
              <a:t>    JMP  SHORT $+2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defTabSz="914400" fontAlgn="base"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宋体" panose="02010600030101010101" pitchFamily="2" charset="-122"/>
              </a:rPr>
              <a:t>    MOV </a:t>
            </a:r>
            <a:r>
              <a:rPr lang="zh-CN" altLang="en-US" sz="2400" dirty="0">
                <a:latin typeface="宋体" panose="02010600030101010101" pitchFamily="2" charset="-122"/>
              </a:rPr>
              <a:t> </a:t>
            </a:r>
            <a:r>
              <a:rPr lang="en-US" altLang="zh-CN" sz="2400" dirty="0">
                <a:latin typeface="宋体" panose="02010600030101010101" pitchFamily="2" charset="-122"/>
              </a:rPr>
              <a:t>AL, 00000100B  ;ICW3</a:t>
            </a:r>
            <a:r>
              <a:rPr lang="zh-CN" altLang="en-US" sz="2400" dirty="0">
                <a:latin typeface="宋体" panose="02010600030101010101" pitchFamily="2" charset="-122"/>
              </a:rPr>
              <a:t>：主片的</a:t>
            </a:r>
            <a:r>
              <a:rPr lang="en-US" altLang="zh-CN" sz="2400" dirty="0">
                <a:latin typeface="宋体" panose="02010600030101010101" pitchFamily="2" charset="-122"/>
              </a:rPr>
              <a:t>IR2</a:t>
            </a:r>
            <a:r>
              <a:rPr lang="zh-CN" altLang="en-US" sz="2400" dirty="0">
                <a:latin typeface="宋体" panose="02010600030101010101" pitchFamily="2" charset="-122"/>
              </a:rPr>
              <a:t>接从片</a:t>
            </a:r>
            <a:r>
              <a:rPr lang="en-US" altLang="zh-CN" sz="2400" dirty="0">
                <a:latin typeface="宋体" panose="02010600030101010101" pitchFamily="2" charset="-122"/>
              </a:rPr>
              <a:t>8259A</a:t>
            </a:r>
            <a:r>
              <a:rPr lang="zh-CN" altLang="en-US" sz="2400" dirty="0">
                <a:latin typeface="宋体" panose="02010600030101010101" pitchFamily="2" charset="-122"/>
              </a:rPr>
              <a:t>的</a:t>
            </a:r>
            <a:r>
              <a:rPr lang="en-US" altLang="zh-CN" sz="2400" dirty="0">
                <a:latin typeface="宋体" panose="02010600030101010101" pitchFamily="2" charset="-122"/>
              </a:rPr>
              <a:t>INT  			</a:t>
            </a:r>
            <a:endParaRPr lang="en-US" altLang="zh-CN" sz="24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9" name="ïšḻïdê"/>
          <p:cNvSpPr txBox="1"/>
          <p:nvPr/>
        </p:nvSpPr>
        <p:spPr bwMode="auto">
          <a:xfrm>
            <a:off x="-1" y="162085"/>
            <a:ext cx="828190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6.5 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可编程中断控制器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 </a:t>
            </a:r>
            <a:endParaRPr lang="zh-CN" altLang="en-US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63" name="right-arrowheads_44810"/>
          <p:cNvSpPr>
            <a:spLocks noChangeAspect="1"/>
          </p:cNvSpPr>
          <p:nvPr/>
        </p:nvSpPr>
        <p:spPr bwMode="auto">
          <a:xfrm>
            <a:off x="152015" y="929658"/>
            <a:ext cx="411251" cy="316320"/>
          </a:xfrm>
          <a:custGeom>
            <a:avLst/>
            <a:gdLst>
              <a:gd name="T0" fmla="*/ 59 w 415"/>
              <a:gd name="T1" fmla="*/ 406 h 406"/>
              <a:gd name="T2" fmla="*/ 25 w 415"/>
              <a:gd name="T3" fmla="*/ 394 h 406"/>
              <a:gd name="T4" fmla="*/ 19 w 415"/>
              <a:gd name="T5" fmla="*/ 318 h 406"/>
              <a:gd name="T6" fmla="*/ 114 w 415"/>
              <a:gd name="T7" fmla="*/ 206 h 406"/>
              <a:gd name="T8" fmla="*/ 19 w 415"/>
              <a:gd name="T9" fmla="*/ 94 h 406"/>
              <a:gd name="T10" fmla="*/ 25 w 415"/>
              <a:gd name="T11" fmla="*/ 19 h 406"/>
              <a:gd name="T12" fmla="*/ 100 w 415"/>
              <a:gd name="T13" fmla="*/ 25 h 406"/>
              <a:gd name="T14" fmla="*/ 225 w 415"/>
              <a:gd name="T15" fmla="*/ 172 h 406"/>
              <a:gd name="T16" fmla="*/ 225 w 415"/>
              <a:gd name="T17" fmla="*/ 241 h 406"/>
              <a:gd name="T18" fmla="*/ 100 w 415"/>
              <a:gd name="T19" fmla="*/ 388 h 406"/>
              <a:gd name="T20" fmla="*/ 59 w 415"/>
              <a:gd name="T21" fmla="*/ 406 h 406"/>
              <a:gd name="T22" fmla="*/ 273 w 415"/>
              <a:gd name="T23" fmla="*/ 388 h 406"/>
              <a:gd name="T24" fmla="*/ 398 w 415"/>
              <a:gd name="T25" fmla="*/ 241 h 406"/>
              <a:gd name="T26" fmla="*/ 398 w 415"/>
              <a:gd name="T27" fmla="*/ 172 h 406"/>
              <a:gd name="T28" fmla="*/ 273 w 415"/>
              <a:gd name="T29" fmla="*/ 25 h 406"/>
              <a:gd name="T30" fmla="*/ 198 w 415"/>
              <a:gd name="T31" fmla="*/ 19 h 406"/>
              <a:gd name="T32" fmla="*/ 192 w 415"/>
              <a:gd name="T33" fmla="*/ 94 h 406"/>
              <a:gd name="T34" fmla="*/ 287 w 415"/>
              <a:gd name="T35" fmla="*/ 206 h 406"/>
              <a:gd name="T36" fmla="*/ 192 w 415"/>
              <a:gd name="T37" fmla="*/ 318 h 406"/>
              <a:gd name="T38" fmla="*/ 198 w 415"/>
              <a:gd name="T39" fmla="*/ 394 h 406"/>
              <a:gd name="T40" fmla="*/ 232 w 415"/>
              <a:gd name="T41" fmla="*/ 406 h 406"/>
              <a:gd name="T42" fmla="*/ 273 w 415"/>
              <a:gd name="T43" fmla="*/ 388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5" h="406">
                <a:moveTo>
                  <a:pt x="59" y="406"/>
                </a:moveTo>
                <a:cubicBezTo>
                  <a:pt x="47" y="406"/>
                  <a:pt x="35" y="402"/>
                  <a:pt x="25" y="394"/>
                </a:cubicBezTo>
                <a:cubicBezTo>
                  <a:pt x="2" y="375"/>
                  <a:pt x="0" y="341"/>
                  <a:pt x="19" y="318"/>
                </a:cubicBezTo>
                <a:lnTo>
                  <a:pt x="114" y="206"/>
                </a:lnTo>
                <a:lnTo>
                  <a:pt x="19" y="94"/>
                </a:lnTo>
                <a:cubicBezTo>
                  <a:pt x="0" y="71"/>
                  <a:pt x="2" y="38"/>
                  <a:pt x="25" y="19"/>
                </a:cubicBezTo>
                <a:cubicBezTo>
                  <a:pt x="47" y="0"/>
                  <a:pt x="81" y="2"/>
                  <a:pt x="100" y="25"/>
                </a:cubicBezTo>
                <a:lnTo>
                  <a:pt x="225" y="172"/>
                </a:lnTo>
                <a:cubicBezTo>
                  <a:pt x="242" y="192"/>
                  <a:pt x="242" y="221"/>
                  <a:pt x="225" y="241"/>
                </a:cubicBezTo>
                <a:lnTo>
                  <a:pt x="100" y="388"/>
                </a:lnTo>
                <a:cubicBezTo>
                  <a:pt x="89" y="400"/>
                  <a:pt x="74" y="406"/>
                  <a:pt x="59" y="406"/>
                </a:cubicBezTo>
                <a:close/>
                <a:moveTo>
                  <a:pt x="273" y="388"/>
                </a:moveTo>
                <a:lnTo>
                  <a:pt x="398" y="241"/>
                </a:lnTo>
                <a:cubicBezTo>
                  <a:pt x="415" y="221"/>
                  <a:pt x="415" y="192"/>
                  <a:pt x="398" y="172"/>
                </a:cubicBezTo>
                <a:lnTo>
                  <a:pt x="273" y="25"/>
                </a:lnTo>
                <a:cubicBezTo>
                  <a:pt x="254" y="2"/>
                  <a:pt x="220" y="0"/>
                  <a:pt x="198" y="19"/>
                </a:cubicBezTo>
                <a:cubicBezTo>
                  <a:pt x="175" y="38"/>
                  <a:pt x="173" y="71"/>
                  <a:pt x="192" y="94"/>
                </a:cubicBezTo>
                <a:lnTo>
                  <a:pt x="287" y="206"/>
                </a:lnTo>
                <a:lnTo>
                  <a:pt x="192" y="318"/>
                </a:lnTo>
                <a:cubicBezTo>
                  <a:pt x="173" y="341"/>
                  <a:pt x="175" y="375"/>
                  <a:pt x="198" y="394"/>
                </a:cubicBezTo>
                <a:cubicBezTo>
                  <a:pt x="208" y="402"/>
                  <a:pt x="220" y="406"/>
                  <a:pt x="232" y="406"/>
                </a:cubicBezTo>
                <a:cubicBezTo>
                  <a:pt x="247" y="406"/>
                  <a:pt x="262" y="400"/>
                  <a:pt x="273" y="3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4" name="矩形 63"/>
          <p:cNvSpPr/>
          <p:nvPr/>
        </p:nvSpPr>
        <p:spPr>
          <a:xfrm>
            <a:off x="584781" y="858016"/>
            <a:ext cx="7429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对两片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8259A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的初始化 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" name="内容占位符 2"/>
          <p:cNvSpPr>
            <a:spLocks noChangeArrowheads="1"/>
          </p:cNvSpPr>
          <p:nvPr/>
        </p:nvSpPr>
        <p:spPr bwMode="auto">
          <a:xfrm>
            <a:off x="-87158" y="1526948"/>
            <a:ext cx="9144000" cy="6129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fontAlgn="base"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宋体" panose="02010600030101010101" pitchFamily="2" charset="-122"/>
              </a:rPr>
              <a:t>      OUT  	INTM01, AL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defTabSz="914400" fontAlgn="base"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宋体" panose="02010600030101010101" pitchFamily="2" charset="-122"/>
              </a:rPr>
              <a:t>    	JMP 	SHORT$+2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defTabSz="914400" fontAlgn="base"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宋体" panose="02010600030101010101" pitchFamily="2" charset="-122"/>
              </a:rPr>
              <a:t>    	MOV 	AL, 00000001B   ;ICW4</a:t>
            </a:r>
            <a:r>
              <a:rPr lang="zh-CN" altLang="en-US" sz="2400" dirty="0">
                <a:latin typeface="宋体" panose="02010600030101010101" pitchFamily="2" charset="-122"/>
              </a:rPr>
              <a:t>：非总线缓冲，一般全嵌套，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defTabSz="914400" fontAlgn="base"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宋体" panose="02010600030101010101" pitchFamily="2" charset="-122"/>
              </a:rPr>
              <a:t>                            ;</a:t>
            </a:r>
            <a:r>
              <a:rPr lang="zh-CN" altLang="en-US" sz="2400" dirty="0">
                <a:latin typeface="宋体" panose="02010600030101010101" pitchFamily="2" charset="-122"/>
              </a:rPr>
              <a:t>正常中断结束方式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defTabSz="914400" fontAlgn="base"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    	</a:t>
            </a:r>
            <a:r>
              <a:rPr lang="en-US" altLang="zh-CN" sz="2400" dirty="0">
                <a:latin typeface="宋体" panose="02010600030101010101" pitchFamily="2" charset="-122"/>
              </a:rPr>
              <a:t>OUT  	INTM01, AL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defTabSz="914400" fontAlgn="base"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宋体" panose="02010600030101010101" pitchFamily="2" charset="-122"/>
              </a:rPr>
              <a:t>    	JMP  	SHORT$+2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defTabSz="914400" fontAlgn="base"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  </a:t>
            </a:r>
            <a:r>
              <a:rPr lang="en-US" altLang="zh-CN" sz="2400" dirty="0">
                <a:latin typeface="宋体" panose="02010600030101010101" pitchFamily="2" charset="-122"/>
              </a:rPr>
              <a:t>;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对从片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的初始化</a:t>
            </a:r>
            <a:endParaRPr lang="zh-CN" altLang="en-US" sz="24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defTabSz="914400" fontAlgn="base"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    	</a:t>
            </a:r>
            <a:r>
              <a:rPr lang="en-US" altLang="zh-CN" sz="2400" dirty="0">
                <a:latin typeface="宋体" panose="02010600030101010101" pitchFamily="2" charset="-122"/>
              </a:rPr>
              <a:t>INTS00  EQU  	0A0H       ;</a:t>
            </a:r>
            <a:r>
              <a:rPr lang="zh-CN" altLang="en-US" sz="2400" dirty="0">
                <a:latin typeface="宋体" panose="02010600030101010101" pitchFamily="2" charset="-122"/>
              </a:rPr>
              <a:t>从片</a:t>
            </a:r>
            <a:r>
              <a:rPr lang="en-US" altLang="zh-CN" sz="2400" dirty="0">
                <a:latin typeface="宋体" panose="02010600030101010101" pitchFamily="2" charset="-122"/>
              </a:rPr>
              <a:t>8259A</a:t>
            </a:r>
            <a:r>
              <a:rPr lang="zh-CN" altLang="en-US" sz="2400" dirty="0">
                <a:latin typeface="宋体" panose="02010600030101010101" pitchFamily="2" charset="-122"/>
              </a:rPr>
              <a:t>端口</a:t>
            </a:r>
            <a:r>
              <a:rPr lang="en-US" altLang="zh-CN" sz="2400" dirty="0">
                <a:latin typeface="宋体" panose="02010600030101010101" pitchFamily="2" charset="-122"/>
              </a:rPr>
              <a:t>0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defTabSz="914400" fontAlgn="base"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宋体" panose="02010600030101010101" pitchFamily="2" charset="-122"/>
              </a:rPr>
              <a:t>      INTS01  EQU  	0A1H       ;</a:t>
            </a:r>
            <a:r>
              <a:rPr lang="zh-CN" altLang="en-US" sz="2400" dirty="0">
                <a:latin typeface="宋体" panose="02010600030101010101" pitchFamily="2" charset="-122"/>
              </a:rPr>
              <a:t>从片</a:t>
            </a:r>
            <a:r>
              <a:rPr lang="en-US" altLang="zh-CN" sz="2400" dirty="0">
                <a:latin typeface="宋体" panose="02010600030101010101" pitchFamily="2" charset="-122"/>
              </a:rPr>
              <a:t>8259A</a:t>
            </a:r>
            <a:r>
              <a:rPr lang="zh-CN" altLang="en-US" sz="2400" dirty="0">
                <a:latin typeface="宋体" panose="02010600030101010101" pitchFamily="2" charset="-122"/>
              </a:rPr>
              <a:t>端口</a:t>
            </a:r>
            <a:r>
              <a:rPr lang="en-US" altLang="zh-CN" sz="2400" dirty="0">
                <a:latin typeface="宋体" panose="02010600030101010101" pitchFamily="2" charset="-122"/>
              </a:rPr>
              <a:t>1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defTabSz="914400" fontAlgn="base"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宋体" panose="02010600030101010101" pitchFamily="2" charset="-122"/>
              </a:rPr>
              <a:t>    	MOV 	AL, 0001000lB	    ;</a:t>
            </a:r>
            <a:r>
              <a:rPr lang="en-US" altLang="zh-CN" sz="2400" dirty="0" err="1">
                <a:latin typeface="宋体" panose="02010600030101010101" pitchFamily="2" charset="-122"/>
              </a:rPr>
              <a:t>ICWl</a:t>
            </a:r>
            <a:r>
              <a:rPr lang="zh-CN" altLang="en-US" sz="2400" dirty="0">
                <a:latin typeface="宋体" panose="02010600030101010101" pitchFamily="2" charset="-122"/>
              </a:rPr>
              <a:t>：边沿触发，要</a:t>
            </a:r>
            <a:r>
              <a:rPr lang="en-US" altLang="zh-CN" sz="2400" dirty="0">
                <a:latin typeface="宋体" panose="02010600030101010101" pitchFamily="2" charset="-122"/>
              </a:rPr>
              <a:t>ICW4</a:t>
            </a:r>
            <a:r>
              <a:rPr lang="zh-CN" altLang="en-US" sz="2400" dirty="0">
                <a:latin typeface="宋体" panose="02010600030101010101" pitchFamily="2" charset="-122"/>
              </a:rPr>
              <a:t>；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defTabSz="914400" fontAlgn="base"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                                  </a:t>
            </a:r>
            <a:r>
              <a:rPr lang="en-US" altLang="zh-CN" sz="2400" dirty="0">
                <a:latin typeface="宋体" panose="02010600030101010101" pitchFamily="2" charset="-122"/>
              </a:rPr>
              <a:t>;</a:t>
            </a:r>
            <a:r>
              <a:rPr lang="zh-CN" altLang="en-US" sz="2400" dirty="0">
                <a:latin typeface="宋体" panose="02010600030101010101" pitchFamily="2" charset="-122"/>
              </a:rPr>
              <a:t>级联方式，要</a:t>
            </a:r>
            <a:r>
              <a:rPr lang="en-US" altLang="zh-CN" sz="2400" dirty="0">
                <a:latin typeface="宋体" panose="02010600030101010101" pitchFamily="2" charset="-122"/>
              </a:rPr>
              <a:t>ICW3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defTabSz="914400" fontAlgn="base"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宋体" panose="02010600030101010101" pitchFamily="2" charset="-122"/>
              </a:rPr>
              <a:t>    	OUT 	INTS00, Al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defTabSz="914400" fontAlgn="base"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宋体" panose="02010600030101010101" pitchFamily="2" charset="-122"/>
              </a:rPr>
              <a:t>    			</a:t>
            </a:r>
            <a:endParaRPr lang="en-US" altLang="zh-CN" sz="24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9" name="ïšḻïdê"/>
          <p:cNvSpPr txBox="1"/>
          <p:nvPr/>
        </p:nvSpPr>
        <p:spPr bwMode="auto">
          <a:xfrm>
            <a:off x="-1" y="162085"/>
            <a:ext cx="828190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6.5 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可编程中断控制器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 </a:t>
            </a:r>
            <a:endParaRPr lang="zh-CN" altLang="en-US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63" name="right-arrowheads_44810"/>
          <p:cNvSpPr>
            <a:spLocks noChangeAspect="1"/>
          </p:cNvSpPr>
          <p:nvPr/>
        </p:nvSpPr>
        <p:spPr bwMode="auto">
          <a:xfrm>
            <a:off x="152015" y="929658"/>
            <a:ext cx="411251" cy="316320"/>
          </a:xfrm>
          <a:custGeom>
            <a:avLst/>
            <a:gdLst>
              <a:gd name="T0" fmla="*/ 59 w 415"/>
              <a:gd name="T1" fmla="*/ 406 h 406"/>
              <a:gd name="T2" fmla="*/ 25 w 415"/>
              <a:gd name="T3" fmla="*/ 394 h 406"/>
              <a:gd name="T4" fmla="*/ 19 w 415"/>
              <a:gd name="T5" fmla="*/ 318 h 406"/>
              <a:gd name="T6" fmla="*/ 114 w 415"/>
              <a:gd name="T7" fmla="*/ 206 h 406"/>
              <a:gd name="T8" fmla="*/ 19 w 415"/>
              <a:gd name="T9" fmla="*/ 94 h 406"/>
              <a:gd name="T10" fmla="*/ 25 w 415"/>
              <a:gd name="T11" fmla="*/ 19 h 406"/>
              <a:gd name="T12" fmla="*/ 100 w 415"/>
              <a:gd name="T13" fmla="*/ 25 h 406"/>
              <a:gd name="T14" fmla="*/ 225 w 415"/>
              <a:gd name="T15" fmla="*/ 172 h 406"/>
              <a:gd name="T16" fmla="*/ 225 w 415"/>
              <a:gd name="T17" fmla="*/ 241 h 406"/>
              <a:gd name="T18" fmla="*/ 100 w 415"/>
              <a:gd name="T19" fmla="*/ 388 h 406"/>
              <a:gd name="T20" fmla="*/ 59 w 415"/>
              <a:gd name="T21" fmla="*/ 406 h 406"/>
              <a:gd name="T22" fmla="*/ 273 w 415"/>
              <a:gd name="T23" fmla="*/ 388 h 406"/>
              <a:gd name="T24" fmla="*/ 398 w 415"/>
              <a:gd name="T25" fmla="*/ 241 h 406"/>
              <a:gd name="T26" fmla="*/ 398 w 415"/>
              <a:gd name="T27" fmla="*/ 172 h 406"/>
              <a:gd name="T28" fmla="*/ 273 w 415"/>
              <a:gd name="T29" fmla="*/ 25 h 406"/>
              <a:gd name="T30" fmla="*/ 198 w 415"/>
              <a:gd name="T31" fmla="*/ 19 h 406"/>
              <a:gd name="T32" fmla="*/ 192 w 415"/>
              <a:gd name="T33" fmla="*/ 94 h 406"/>
              <a:gd name="T34" fmla="*/ 287 w 415"/>
              <a:gd name="T35" fmla="*/ 206 h 406"/>
              <a:gd name="T36" fmla="*/ 192 w 415"/>
              <a:gd name="T37" fmla="*/ 318 h 406"/>
              <a:gd name="T38" fmla="*/ 198 w 415"/>
              <a:gd name="T39" fmla="*/ 394 h 406"/>
              <a:gd name="T40" fmla="*/ 232 w 415"/>
              <a:gd name="T41" fmla="*/ 406 h 406"/>
              <a:gd name="T42" fmla="*/ 273 w 415"/>
              <a:gd name="T43" fmla="*/ 388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5" h="406">
                <a:moveTo>
                  <a:pt x="59" y="406"/>
                </a:moveTo>
                <a:cubicBezTo>
                  <a:pt x="47" y="406"/>
                  <a:pt x="35" y="402"/>
                  <a:pt x="25" y="394"/>
                </a:cubicBezTo>
                <a:cubicBezTo>
                  <a:pt x="2" y="375"/>
                  <a:pt x="0" y="341"/>
                  <a:pt x="19" y="318"/>
                </a:cubicBezTo>
                <a:lnTo>
                  <a:pt x="114" y="206"/>
                </a:lnTo>
                <a:lnTo>
                  <a:pt x="19" y="94"/>
                </a:lnTo>
                <a:cubicBezTo>
                  <a:pt x="0" y="71"/>
                  <a:pt x="2" y="38"/>
                  <a:pt x="25" y="19"/>
                </a:cubicBezTo>
                <a:cubicBezTo>
                  <a:pt x="47" y="0"/>
                  <a:pt x="81" y="2"/>
                  <a:pt x="100" y="25"/>
                </a:cubicBezTo>
                <a:lnTo>
                  <a:pt x="225" y="172"/>
                </a:lnTo>
                <a:cubicBezTo>
                  <a:pt x="242" y="192"/>
                  <a:pt x="242" y="221"/>
                  <a:pt x="225" y="241"/>
                </a:cubicBezTo>
                <a:lnTo>
                  <a:pt x="100" y="388"/>
                </a:lnTo>
                <a:cubicBezTo>
                  <a:pt x="89" y="400"/>
                  <a:pt x="74" y="406"/>
                  <a:pt x="59" y="406"/>
                </a:cubicBezTo>
                <a:close/>
                <a:moveTo>
                  <a:pt x="273" y="388"/>
                </a:moveTo>
                <a:lnTo>
                  <a:pt x="398" y="241"/>
                </a:lnTo>
                <a:cubicBezTo>
                  <a:pt x="415" y="221"/>
                  <a:pt x="415" y="192"/>
                  <a:pt x="398" y="172"/>
                </a:cubicBezTo>
                <a:lnTo>
                  <a:pt x="273" y="25"/>
                </a:lnTo>
                <a:cubicBezTo>
                  <a:pt x="254" y="2"/>
                  <a:pt x="220" y="0"/>
                  <a:pt x="198" y="19"/>
                </a:cubicBezTo>
                <a:cubicBezTo>
                  <a:pt x="175" y="38"/>
                  <a:pt x="173" y="71"/>
                  <a:pt x="192" y="94"/>
                </a:cubicBezTo>
                <a:lnTo>
                  <a:pt x="287" y="206"/>
                </a:lnTo>
                <a:lnTo>
                  <a:pt x="192" y="318"/>
                </a:lnTo>
                <a:cubicBezTo>
                  <a:pt x="173" y="341"/>
                  <a:pt x="175" y="375"/>
                  <a:pt x="198" y="394"/>
                </a:cubicBezTo>
                <a:cubicBezTo>
                  <a:pt x="208" y="402"/>
                  <a:pt x="220" y="406"/>
                  <a:pt x="232" y="406"/>
                </a:cubicBezTo>
                <a:cubicBezTo>
                  <a:pt x="247" y="406"/>
                  <a:pt x="262" y="400"/>
                  <a:pt x="273" y="3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4" name="矩形 63"/>
          <p:cNvSpPr/>
          <p:nvPr/>
        </p:nvSpPr>
        <p:spPr>
          <a:xfrm>
            <a:off x="584781" y="858016"/>
            <a:ext cx="7429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对两片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8259A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的初始化 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内容占位符 2"/>
          <p:cNvSpPr>
            <a:spLocks noChangeArrowheads="1"/>
          </p:cNvSpPr>
          <p:nvPr/>
        </p:nvSpPr>
        <p:spPr bwMode="auto">
          <a:xfrm>
            <a:off x="-255718" y="1159436"/>
            <a:ext cx="9110663" cy="614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fontAlgn="base"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宋体" panose="02010600030101010101" pitchFamily="2" charset="-122"/>
              </a:rPr>
              <a:t>		JMP 	SHORT  $+2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defTabSz="914400" fontAlgn="base"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宋体" panose="02010600030101010101" pitchFamily="2" charset="-122"/>
              </a:rPr>
              <a:t>    	MOV 	AL, 01110000B 	;ICW2</a:t>
            </a:r>
            <a:r>
              <a:rPr lang="zh-CN" altLang="en-US" sz="2400" dirty="0">
                <a:latin typeface="宋体" panose="02010600030101010101" pitchFamily="2" charset="-122"/>
              </a:rPr>
              <a:t>：设置从片的中断向量，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defTabSz="914400" fontAlgn="base"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                              ；起始的中断向量为</a:t>
            </a:r>
            <a:r>
              <a:rPr lang="en-US" altLang="zh-CN" sz="2400" dirty="0">
                <a:latin typeface="宋体" panose="02010600030101010101" pitchFamily="2" charset="-122"/>
              </a:rPr>
              <a:t>70H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defTabSz="914400" fontAlgn="base"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宋体" panose="02010600030101010101" pitchFamily="2" charset="-122"/>
              </a:rPr>
              <a:t>    	OUT 	INTS01, AL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defTabSz="914400" fontAlgn="base"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宋体" panose="02010600030101010101" pitchFamily="2" charset="-122"/>
              </a:rPr>
              <a:t>    	JMP 	SHORT  $+2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defTabSz="914400" fontAlgn="base"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宋体" panose="02010600030101010101" pitchFamily="2" charset="-122"/>
              </a:rPr>
              <a:t>      MOV	AL, 00000010B 	;ICW3</a:t>
            </a:r>
            <a:r>
              <a:rPr lang="zh-CN" altLang="en-US" sz="2400" dirty="0">
                <a:latin typeface="宋体" panose="02010600030101010101" pitchFamily="2" charset="-122"/>
              </a:rPr>
              <a:t>，设置从片的识别标志，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defTabSz="914400" fontAlgn="base"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                              ；即指定连接主片的</a:t>
            </a:r>
            <a:r>
              <a:rPr lang="en-US" altLang="zh-CN" sz="2400" dirty="0">
                <a:latin typeface="宋体" panose="02010600030101010101" pitchFamily="2" charset="-122"/>
              </a:rPr>
              <a:t>IR2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defTabSz="914400" fontAlgn="base"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宋体" panose="02010600030101010101" pitchFamily="2" charset="-122"/>
              </a:rPr>
              <a:t>    	OUT 	INTS01, AL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defTabSz="914400" fontAlgn="base"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宋体" panose="02010600030101010101" pitchFamily="2" charset="-122"/>
              </a:rPr>
              <a:t>    	JMP 	SHORT  $+2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defTabSz="914400" fontAlgn="base"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宋体" panose="02010600030101010101" pitchFamily="2" charset="-122"/>
              </a:rPr>
              <a:t>    	MOV 	AL, 00000001B  ;ICW4</a:t>
            </a:r>
            <a:r>
              <a:rPr lang="zh-CN" altLang="en-US" sz="2400" dirty="0">
                <a:latin typeface="宋体" panose="02010600030101010101" pitchFamily="2" charset="-122"/>
              </a:rPr>
              <a:t>：非总线缓冲，一般全嵌套，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defTabSz="914400" fontAlgn="base"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                           ；正常的中断结束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defTabSz="914400" fontAlgn="base"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lang="zh-CN" altLang="en-US" sz="2400" dirty="0">
                <a:latin typeface="宋体" panose="02010600030101010101" pitchFamily="2" charset="-122"/>
              </a:rPr>
              <a:t>    	</a:t>
            </a:r>
            <a:r>
              <a:rPr lang="en-US" altLang="zh-CN" sz="2400" dirty="0">
                <a:latin typeface="宋体" panose="02010600030101010101" pitchFamily="2" charset="-122"/>
              </a:rPr>
              <a:t>OUT 	INTS01, AL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defTabSz="914400" fontAlgn="base">
              <a:spcBef>
                <a:spcPct val="20000"/>
              </a:spcBef>
              <a:spcAft>
                <a:spcPct val="0"/>
              </a:spcAft>
              <a:buClrTx/>
              <a:buSzPct val="75000"/>
              <a:buFont typeface="Wingdings" panose="05000000000000000000" pitchFamily="2" charset="2"/>
              <a:buNone/>
            </a:pPr>
            <a:r>
              <a:rPr lang="en-US" altLang="zh-CN" sz="2400" dirty="0">
                <a:latin typeface="宋体" panose="02010600030101010101" pitchFamily="2" charset="-122"/>
              </a:rPr>
              <a:t>    	JMP 	SHORT  $</a:t>
            </a:r>
            <a:r>
              <a:rPr lang="en-US" altLang="zh-CN" sz="2400" dirty="0">
                <a:latin typeface="宋体" panose="02010600030101010101" pitchFamily="2" charset="-122"/>
                <a:sym typeface="Symbol" panose="05050102010706020507" pitchFamily="18" charset="2"/>
              </a:rPr>
              <a:t></a:t>
            </a:r>
            <a:r>
              <a:rPr lang="en-US" altLang="zh-CN" sz="2400" dirty="0">
                <a:latin typeface="宋体" panose="02010600030101010101" pitchFamily="2" charset="-122"/>
              </a:rPr>
              <a:t>2</a:t>
            </a:r>
            <a:endParaRPr lang="en-US" altLang="zh-CN" sz="24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9" name="ïšḻïdê"/>
          <p:cNvSpPr txBox="1"/>
          <p:nvPr/>
        </p:nvSpPr>
        <p:spPr bwMode="auto">
          <a:xfrm>
            <a:off x="-1" y="162085"/>
            <a:ext cx="828190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6.5 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可编程中断控制器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 </a:t>
            </a:r>
            <a:endParaRPr lang="zh-CN" altLang="en-US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63" name="right-arrowheads_44810"/>
          <p:cNvSpPr>
            <a:spLocks noChangeAspect="1"/>
          </p:cNvSpPr>
          <p:nvPr/>
        </p:nvSpPr>
        <p:spPr bwMode="auto">
          <a:xfrm>
            <a:off x="152015" y="929658"/>
            <a:ext cx="411251" cy="316320"/>
          </a:xfrm>
          <a:custGeom>
            <a:avLst/>
            <a:gdLst>
              <a:gd name="T0" fmla="*/ 59 w 415"/>
              <a:gd name="T1" fmla="*/ 406 h 406"/>
              <a:gd name="T2" fmla="*/ 25 w 415"/>
              <a:gd name="T3" fmla="*/ 394 h 406"/>
              <a:gd name="T4" fmla="*/ 19 w 415"/>
              <a:gd name="T5" fmla="*/ 318 h 406"/>
              <a:gd name="T6" fmla="*/ 114 w 415"/>
              <a:gd name="T7" fmla="*/ 206 h 406"/>
              <a:gd name="T8" fmla="*/ 19 w 415"/>
              <a:gd name="T9" fmla="*/ 94 h 406"/>
              <a:gd name="T10" fmla="*/ 25 w 415"/>
              <a:gd name="T11" fmla="*/ 19 h 406"/>
              <a:gd name="T12" fmla="*/ 100 w 415"/>
              <a:gd name="T13" fmla="*/ 25 h 406"/>
              <a:gd name="T14" fmla="*/ 225 w 415"/>
              <a:gd name="T15" fmla="*/ 172 h 406"/>
              <a:gd name="T16" fmla="*/ 225 w 415"/>
              <a:gd name="T17" fmla="*/ 241 h 406"/>
              <a:gd name="T18" fmla="*/ 100 w 415"/>
              <a:gd name="T19" fmla="*/ 388 h 406"/>
              <a:gd name="T20" fmla="*/ 59 w 415"/>
              <a:gd name="T21" fmla="*/ 406 h 406"/>
              <a:gd name="T22" fmla="*/ 273 w 415"/>
              <a:gd name="T23" fmla="*/ 388 h 406"/>
              <a:gd name="T24" fmla="*/ 398 w 415"/>
              <a:gd name="T25" fmla="*/ 241 h 406"/>
              <a:gd name="T26" fmla="*/ 398 w 415"/>
              <a:gd name="T27" fmla="*/ 172 h 406"/>
              <a:gd name="T28" fmla="*/ 273 w 415"/>
              <a:gd name="T29" fmla="*/ 25 h 406"/>
              <a:gd name="T30" fmla="*/ 198 w 415"/>
              <a:gd name="T31" fmla="*/ 19 h 406"/>
              <a:gd name="T32" fmla="*/ 192 w 415"/>
              <a:gd name="T33" fmla="*/ 94 h 406"/>
              <a:gd name="T34" fmla="*/ 287 w 415"/>
              <a:gd name="T35" fmla="*/ 206 h 406"/>
              <a:gd name="T36" fmla="*/ 192 w 415"/>
              <a:gd name="T37" fmla="*/ 318 h 406"/>
              <a:gd name="T38" fmla="*/ 198 w 415"/>
              <a:gd name="T39" fmla="*/ 394 h 406"/>
              <a:gd name="T40" fmla="*/ 232 w 415"/>
              <a:gd name="T41" fmla="*/ 406 h 406"/>
              <a:gd name="T42" fmla="*/ 273 w 415"/>
              <a:gd name="T43" fmla="*/ 388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5" h="406">
                <a:moveTo>
                  <a:pt x="59" y="406"/>
                </a:moveTo>
                <a:cubicBezTo>
                  <a:pt x="47" y="406"/>
                  <a:pt x="35" y="402"/>
                  <a:pt x="25" y="394"/>
                </a:cubicBezTo>
                <a:cubicBezTo>
                  <a:pt x="2" y="375"/>
                  <a:pt x="0" y="341"/>
                  <a:pt x="19" y="318"/>
                </a:cubicBezTo>
                <a:lnTo>
                  <a:pt x="114" y="206"/>
                </a:lnTo>
                <a:lnTo>
                  <a:pt x="19" y="94"/>
                </a:lnTo>
                <a:cubicBezTo>
                  <a:pt x="0" y="71"/>
                  <a:pt x="2" y="38"/>
                  <a:pt x="25" y="19"/>
                </a:cubicBezTo>
                <a:cubicBezTo>
                  <a:pt x="47" y="0"/>
                  <a:pt x="81" y="2"/>
                  <a:pt x="100" y="25"/>
                </a:cubicBezTo>
                <a:lnTo>
                  <a:pt x="225" y="172"/>
                </a:lnTo>
                <a:cubicBezTo>
                  <a:pt x="242" y="192"/>
                  <a:pt x="242" y="221"/>
                  <a:pt x="225" y="241"/>
                </a:cubicBezTo>
                <a:lnTo>
                  <a:pt x="100" y="388"/>
                </a:lnTo>
                <a:cubicBezTo>
                  <a:pt x="89" y="400"/>
                  <a:pt x="74" y="406"/>
                  <a:pt x="59" y="406"/>
                </a:cubicBezTo>
                <a:close/>
                <a:moveTo>
                  <a:pt x="273" y="388"/>
                </a:moveTo>
                <a:lnTo>
                  <a:pt x="398" y="241"/>
                </a:lnTo>
                <a:cubicBezTo>
                  <a:pt x="415" y="221"/>
                  <a:pt x="415" y="192"/>
                  <a:pt x="398" y="172"/>
                </a:cubicBezTo>
                <a:lnTo>
                  <a:pt x="273" y="25"/>
                </a:lnTo>
                <a:cubicBezTo>
                  <a:pt x="254" y="2"/>
                  <a:pt x="220" y="0"/>
                  <a:pt x="198" y="19"/>
                </a:cubicBezTo>
                <a:cubicBezTo>
                  <a:pt x="175" y="38"/>
                  <a:pt x="173" y="71"/>
                  <a:pt x="192" y="94"/>
                </a:cubicBezTo>
                <a:lnTo>
                  <a:pt x="287" y="206"/>
                </a:lnTo>
                <a:lnTo>
                  <a:pt x="192" y="318"/>
                </a:lnTo>
                <a:cubicBezTo>
                  <a:pt x="173" y="341"/>
                  <a:pt x="175" y="375"/>
                  <a:pt x="198" y="394"/>
                </a:cubicBezTo>
                <a:cubicBezTo>
                  <a:pt x="208" y="402"/>
                  <a:pt x="220" y="406"/>
                  <a:pt x="232" y="406"/>
                </a:cubicBezTo>
                <a:cubicBezTo>
                  <a:pt x="247" y="406"/>
                  <a:pt x="262" y="400"/>
                  <a:pt x="273" y="3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4" name="矩形 63"/>
          <p:cNvSpPr/>
          <p:nvPr/>
        </p:nvSpPr>
        <p:spPr>
          <a:xfrm>
            <a:off x="584781" y="858016"/>
            <a:ext cx="7429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中断服务程序设计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内容占位符 2"/>
          <p:cNvSpPr txBox="1"/>
          <p:nvPr/>
        </p:nvSpPr>
        <p:spPr bwMode="auto">
          <a:xfrm>
            <a:off x="385762" y="1697053"/>
            <a:ext cx="8372475" cy="6048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533400" indent="-5334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u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lvl="1" indent="-4572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Ø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4572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ü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2600" lvl="3" indent="-3810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09800" lvl="4" indent="-3810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3400" marR="0" lvl="0" indent="-5334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B4B9BE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MY_INT PROC FAR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  <a:p>
            <a:pPr marL="1371600" marR="0" lvl="2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B4B9BE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PUSH  AX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  <a:p>
            <a:pPr marL="1371600" marR="0" lvl="2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B4B9BE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PUSH  BX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  <a:p>
            <a:pPr marL="1371600" marR="0" lvl="2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B4B9BE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….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  <a:p>
            <a:pPr marL="1371600" marR="0" lvl="2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B4B9BE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STI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  <a:p>
            <a:pPr marL="1371600" marR="0" lvl="2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B4B9BE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&lt;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中断服务程序主体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&gt;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  <a:p>
            <a:pPr marL="1371600" marR="0" lvl="2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B4B9BE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CLI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  <a:p>
            <a:pPr marL="1371600" marR="0" lvl="2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B4B9BE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….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  <a:p>
            <a:pPr marL="1371600" marR="0" lvl="2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B4B9BE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POP  BX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  <a:p>
            <a:pPr marL="1371600" marR="0" lvl="2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B4B9BE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POP  AX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  <a:p>
            <a:pPr marL="1371600" marR="0" lvl="2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B4B9BE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MOV AL, 20H	;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用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OCW2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写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EOI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命令  ，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00100000B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  <a:p>
            <a:pPr marL="1371600" marR="0" lvl="2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B4B9BE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OUT  A0H, AL  ;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向从片发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EOI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命令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  <a:p>
            <a:pPr marL="1371600" marR="0" lvl="2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B4B9BE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MOV AL, 20H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  <a:p>
            <a:pPr marL="1371600" marR="0" lvl="2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B4B9BE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OUT 20H, AL   ;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向主片发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EOI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命令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	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  <a:p>
            <a:pPr marL="914400" marR="0" lvl="1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B4B9BE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MY_INT ENDP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1"/>
          <p:cNvSpPr txBox="1">
            <a:spLocks noChangeArrowheads="1"/>
          </p:cNvSpPr>
          <p:nvPr/>
        </p:nvSpPr>
        <p:spPr bwMode="auto">
          <a:xfrm>
            <a:off x="4427420" y="2399207"/>
            <a:ext cx="4536504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要对用户的每个中断按照此方法编写中断服务程序。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9" name="ïšḻïdê"/>
          <p:cNvSpPr txBox="1"/>
          <p:nvPr/>
        </p:nvSpPr>
        <p:spPr bwMode="auto">
          <a:xfrm>
            <a:off x="-1" y="162085"/>
            <a:ext cx="828190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6.5 </a:t>
            </a:r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可编程中断控制器</a:t>
            </a:r>
            <a:r>
              <a:rPr lang="en-US" altLang="zh-CN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8259A </a:t>
            </a:r>
            <a:endParaRPr lang="zh-CN" altLang="en-US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63" name="right-arrowheads_44810"/>
          <p:cNvSpPr>
            <a:spLocks noChangeAspect="1"/>
          </p:cNvSpPr>
          <p:nvPr/>
        </p:nvSpPr>
        <p:spPr bwMode="auto">
          <a:xfrm>
            <a:off x="152015" y="929658"/>
            <a:ext cx="411251" cy="316320"/>
          </a:xfrm>
          <a:custGeom>
            <a:avLst/>
            <a:gdLst>
              <a:gd name="T0" fmla="*/ 59 w 415"/>
              <a:gd name="T1" fmla="*/ 406 h 406"/>
              <a:gd name="T2" fmla="*/ 25 w 415"/>
              <a:gd name="T3" fmla="*/ 394 h 406"/>
              <a:gd name="T4" fmla="*/ 19 w 415"/>
              <a:gd name="T5" fmla="*/ 318 h 406"/>
              <a:gd name="T6" fmla="*/ 114 w 415"/>
              <a:gd name="T7" fmla="*/ 206 h 406"/>
              <a:gd name="T8" fmla="*/ 19 w 415"/>
              <a:gd name="T9" fmla="*/ 94 h 406"/>
              <a:gd name="T10" fmla="*/ 25 w 415"/>
              <a:gd name="T11" fmla="*/ 19 h 406"/>
              <a:gd name="T12" fmla="*/ 100 w 415"/>
              <a:gd name="T13" fmla="*/ 25 h 406"/>
              <a:gd name="T14" fmla="*/ 225 w 415"/>
              <a:gd name="T15" fmla="*/ 172 h 406"/>
              <a:gd name="T16" fmla="*/ 225 w 415"/>
              <a:gd name="T17" fmla="*/ 241 h 406"/>
              <a:gd name="T18" fmla="*/ 100 w 415"/>
              <a:gd name="T19" fmla="*/ 388 h 406"/>
              <a:gd name="T20" fmla="*/ 59 w 415"/>
              <a:gd name="T21" fmla="*/ 406 h 406"/>
              <a:gd name="T22" fmla="*/ 273 w 415"/>
              <a:gd name="T23" fmla="*/ 388 h 406"/>
              <a:gd name="T24" fmla="*/ 398 w 415"/>
              <a:gd name="T25" fmla="*/ 241 h 406"/>
              <a:gd name="T26" fmla="*/ 398 w 415"/>
              <a:gd name="T27" fmla="*/ 172 h 406"/>
              <a:gd name="T28" fmla="*/ 273 w 415"/>
              <a:gd name="T29" fmla="*/ 25 h 406"/>
              <a:gd name="T30" fmla="*/ 198 w 415"/>
              <a:gd name="T31" fmla="*/ 19 h 406"/>
              <a:gd name="T32" fmla="*/ 192 w 415"/>
              <a:gd name="T33" fmla="*/ 94 h 406"/>
              <a:gd name="T34" fmla="*/ 287 w 415"/>
              <a:gd name="T35" fmla="*/ 206 h 406"/>
              <a:gd name="T36" fmla="*/ 192 w 415"/>
              <a:gd name="T37" fmla="*/ 318 h 406"/>
              <a:gd name="T38" fmla="*/ 198 w 415"/>
              <a:gd name="T39" fmla="*/ 394 h 406"/>
              <a:gd name="T40" fmla="*/ 232 w 415"/>
              <a:gd name="T41" fmla="*/ 406 h 406"/>
              <a:gd name="T42" fmla="*/ 273 w 415"/>
              <a:gd name="T43" fmla="*/ 388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415" h="406">
                <a:moveTo>
                  <a:pt x="59" y="406"/>
                </a:moveTo>
                <a:cubicBezTo>
                  <a:pt x="47" y="406"/>
                  <a:pt x="35" y="402"/>
                  <a:pt x="25" y="394"/>
                </a:cubicBezTo>
                <a:cubicBezTo>
                  <a:pt x="2" y="375"/>
                  <a:pt x="0" y="341"/>
                  <a:pt x="19" y="318"/>
                </a:cubicBezTo>
                <a:lnTo>
                  <a:pt x="114" y="206"/>
                </a:lnTo>
                <a:lnTo>
                  <a:pt x="19" y="94"/>
                </a:lnTo>
                <a:cubicBezTo>
                  <a:pt x="0" y="71"/>
                  <a:pt x="2" y="38"/>
                  <a:pt x="25" y="19"/>
                </a:cubicBezTo>
                <a:cubicBezTo>
                  <a:pt x="47" y="0"/>
                  <a:pt x="81" y="2"/>
                  <a:pt x="100" y="25"/>
                </a:cubicBezTo>
                <a:lnTo>
                  <a:pt x="225" y="172"/>
                </a:lnTo>
                <a:cubicBezTo>
                  <a:pt x="242" y="192"/>
                  <a:pt x="242" y="221"/>
                  <a:pt x="225" y="241"/>
                </a:cubicBezTo>
                <a:lnTo>
                  <a:pt x="100" y="388"/>
                </a:lnTo>
                <a:cubicBezTo>
                  <a:pt x="89" y="400"/>
                  <a:pt x="74" y="406"/>
                  <a:pt x="59" y="406"/>
                </a:cubicBezTo>
                <a:close/>
                <a:moveTo>
                  <a:pt x="273" y="388"/>
                </a:moveTo>
                <a:lnTo>
                  <a:pt x="398" y="241"/>
                </a:lnTo>
                <a:cubicBezTo>
                  <a:pt x="415" y="221"/>
                  <a:pt x="415" y="192"/>
                  <a:pt x="398" y="172"/>
                </a:cubicBezTo>
                <a:lnTo>
                  <a:pt x="273" y="25"/>
                </a:lnTo>
                <a:cubicBezTo>
                  <a:pt x="254" y="2"/>
                  <a:pt x="220" y="0"/>
                  <a:pt x="198" y="19"/>
                </a:cubicBezTo>
                <a:cubicBezTo>
                  <a:pt x="175" y="38"/>
                  <a:pt x="173" y="71"/>
                  <a:pt x="192" y="94"/>
                </a:cubicBezTo>
                <a:lnTo>
                  <a:pt x="287" y="206"/>
                </a:lnTo>
                <a:lnTo>
                  <a:pt x="192" y="318"/>
                </a:lnTo>
                <a:cubicBezTo>
                  <a:pt x="173" y="341"/>
                  <a:pt x="175" y="375"/>
                  <a:pt x="198" y="394"/>
                </a:cubicBezTo>
                <a:cubicBezTo>
                  <a:pt x="208" y="402"/>
                  <a:pt x="220" y="406"/>
                  <a:pt x="232" y="406"/>
                </a:cubicBezTo>
                <a:cubicBezTo>
                  <a:pt x="247" y="406"/>
                  <a:pt x="262" y="400"/>
                  <a:pt x="273" y="3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4" name="矩形 63"/>
          <p:cNvSpPr/>
          <p:nvPr/>
        </p:nvSpPr>
        <p:spPr>
          <a:xfrm>
            <a:off x="584781" y="858016"/>
            <a:ext cx="7429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主程序中设置中断向量 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内容占位符 2"/>
          <p:cNvSpPr txBox="1"/>
          <p:nvPr/>
        </p:nvSpPr>
        <p:spPr bwMode="auto">
          <a:xfrm>
            <a:off x="468313" y="1389254"/>
            <a:ext cx="6121400" cy="51528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533400" indent="-5334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u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lvl="1" indent="-4572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Ø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4572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ü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2600" lvl="3" indent="-3810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n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09800" lvl="4" indent="-38100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eaLnBrk="0" fontAlgn="base" latinLnBrk="0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eaLnBrk="0" fontAlgn="base" latinLnBrk="0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eaLnBrk="0" fontAlgn="base" latinLnBrk="0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eaLnBrk="0" fontAlgn="base" latinLnBrk="0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marR="0" lvl="1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B4B9BE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CLI 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  <a:p>
            <a:pPr marL="914400" marR="0" lvl="1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B4B9BE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PUSH DS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  <a:p>
            <a:pPr marL="914400" marR="0" lvl="1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B4B9BE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XOR AX, AX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  <a:p>
            <a:pPr marL="914400" marR="0" lvl="1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B4B9BE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MOV DS, AX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  <a:p>
            <a:pPr marL="914400" marR="0" lvl="1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B4B9BE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MOV BX,  n   ;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中断类型号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  <a:p>
            <a:pPr marL="914400" marR="0" lvl="1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B4B9BE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MOV CL,2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  <a:p>
            <a:pPr marL="914400" marR="0" lvl="1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B4B9BE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SHL BX, CL   ;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向量表偏移地址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=nX4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  <a:p>
            <a:pPr marL="914400" marR="0" lvl="1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B4B9BE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MOV AX,  OFFSET MY_INT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  <a:p>
            <a:pPr marL="914400" marR="0" lvl="1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B4B9BE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MOV [BX],  AX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  <a:p>
            <a:pPr marL="914400" marR="0" lvl="1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B4B9BE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MOV AX,  SEG MY_INT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  <a:p>
            <a:pPr marL="914400" marR="0" lvl="1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B4B9BE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MOV [BX+2], AX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  <a:p>
            <a:pPr marL="914400" marR="0" lvl="1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B4B9BE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POP DS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  <a:p>
            <a:pPr marL="914400" marR="0" lvl="1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B4B9BE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;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按上述方法设置用户的各个中断向量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  <a:p>
            <a:pPr marL="914400" marR="0" lvl="1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B4B9BE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STI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Sľídé"/>
          <p:cNvSpPr/>
          <p:nvPr/>
        </p:nvSpPr>
        <p:spPr>
          <a:xfrm>
            <a:off x="0" y="124432"/>
            <a:ext cx="8319247" cy="66194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9" name="ïšḻïdê"/>
          <p:cNvSpPr txBox="1"/>
          <p:nvPr/>
        </p:nvSpPr>
        <p:spPr bwMode="auto">
          <a:xfrm>
            <a:off x="-1" y="162085"/>
            <a:ext cx="8281902" cy="530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4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作业</a:t>
            </a:r>
            <a:endParaRPr lang="zh-CN" altLang="en-US" sz="24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2381" y="655346"/>
            <a:ext cx="3484890" cy="0"/>
          </a:xfrm>
          <a:prstGeom prst="line">
            <a:avLst/>
          </a:prstGeom>
          <a:ln w="1905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196" y="124432"/>
            <a:ext cx="671646" cy="648000"/>
          </a:xfrm>
          <a:prstGeom prst="rect">
            <a:avLst/>
          </a:prstGeom>
        </p:spPr>
      </p:pic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204082" y="946775"/>
            <a:ext cx="8516937" cy="6119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Ø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ü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B4B9BE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fontAlgn="base">
              <a:lnSpc>
                <a:spcPct val="90000"/>
              </a:lnSpc>
              <a:spcAft>
                <a:spcPct val="0"/>
              </a:spcAft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6.5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6.7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defTabSz="914400" fontAlgn="base">
              <a:lnSpc>
                <a:spcPct val="90000"/>
              </a:lnSpc>
              <a:spcAft>
                <a:spcPct val="0"/>
              </a:spcAft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补充题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：初始化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控制器，系统中有一片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，中断请求用电平触发，中断类型号为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60H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～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67H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，特殊全嵌套方式，不用缓冲方式，采用中断自动结束方式。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端口地址为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93H/94H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。编写其初始化程序。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defTabSz="914400" fontAlgn="base">
              <a:lnSpc>
                <a:spcPct val="90000"/>
              </a:lnSpc>
              <a:spcAft>
                <a:spcPct val="0"/>
              </a:spcAft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补充题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：开关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K4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的信号输入到中断控制器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IR2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，当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K4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开关合上瞬间，产生中断，在中断服务程序中完成读取开关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K0~K3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的状态，并在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段数码管上显示数字或符号。设输出接口的地址为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3F2H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，输入接口地址为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3F3H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。当开关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K0~K3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的状态分别为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0000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～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1111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时，在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段数码管上对应显示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’0’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～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’F’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的端口为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3F0H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3F1H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．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defTabSz="914400" fontAlgn="base">
              <a:lnSpc>
                <a:spcPct val="90000"/>
              </a:lnSpc>
              <a:spcAft>
                <a:spcPct val="0"/>
              </a:spcAft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１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. 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设计相关的接口电路，包括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的连接。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defTabSz="914400" fontAlgn="base">
              <a:lnSpc>
                <a:spcPct val="90000"/>
              </a:lnSpc>
              <a:spcAft>
                <a:spcPct val="0"/>
              </a:spcAft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2. 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编写主程序完成初始化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8259A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和相关中断向量的设置。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defTabSz="914400" fontAlgn="base">
              <a:lnSpc>
                <a:spcPct val="90000"/>
              </a:lnSpc>
              <a:spcAft>
                <a:spcPct val="0"/>
              </a:spcAft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3.  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编写中断服务程序。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>
            <p:custDataLst>
              <p:tags r:id="rId1"/>
            </p:custDataLst>
          </p:nvPr>
        </p:nvSpPr>
        <p:spPr>
          <a:xfrm rot="3131087" flipV="1">
            <a:off x="2609057" y="223044"/>
            <a:ext cx="3925887" cy="4937125"/>
          </a:xfrm>
          <a:custGeom>
            <a:avLst/>
            <a:gdLst>
              <a:gd name="connsiteX0" fmla="*/ 1588293 w 3925991"/>
              <a:gd name="connsiteY0" fmla="*/ 2290541 h 4937492"/>
              <a:gd name="connsiteX1" fmla="*/ 2063727 w 3925991"/>
              <a:gd name="connsiteY1" fmla="*/ 1821287 h 4937492"/>
              <a:gd name="connsiteX2" fmla="*/ 2189212 w 3925991"/>
              <a:gd name="connsiteY2" fmla="*/ 2081910 h 4937492"/>
              <a:gd name="connsiteX3" fmla="*/ 1526366 w 3925991"/>
              <a:gd name="connsiteY3" fmla="*/ 2351663 h 4937492"/>
              <a:gd name="connsiteX4" fmla="*/ 1573848 w 3925991"/>
              <a:gd name="connsiteY4" fmla="*/ 2304798 h 4937492"/>
              <a:gd name="connsiteX5" fmla="*/ 2654669 w 3925991"/>
              <a:gd name="connsiteY5" fmla="*/ 2121927 h 4937492"/>
              <a:gd name="connsiteX6" fmla="*/ 2607219 w 3925991"/>
              <a:gd name="connsiteY6" fmla="*/ 1936784 h 4937492"/>
              <a:gd name="connsiteX7" fmla="*/ 2413412 w 3925991"/>
              <a:gd name="connsiteY7" fmla="*/ 2004071 h 4937492"/>
              <a:gd name="connsiteX8" fmla="*/ 2124688 w 3925991"/>
              <a:gd name="connsiteY8" fmla="*/ 1761118 h 4937492"/>
              <a:gd name="connsiteX9" fmla="*/ 2347705 w 3925991"/>
              <a:gd name="connsiteY9" fmla="*/ 1540999 h 4937492"/>
              <a:gd name="connsiteX10" fmla="*/ 2119430 w 3925991"/>
              <a:gd name="connsiteY10" fmla="*/ 1361689 h 4937492"/>
              <a:gd name="connsiteX11" fmla="*/ 1556336 w 3925991"/>
              <a:gd name="connsiteY11" fmla="*/ 2301636 h 4937492"/>
              <a:gd name="connsiteX12" fmla="*/ 1521924 w 3925991"/>
              <a:gd name="connsiteY12" fmla="*/ 2313583 h 4937492"/>
              <a:gd name="connsiteX13" fmla="*/ 1552253 w 3925991"/>
              <a:gd name="connsiteY13" fmla="*/ 2308452 h 4937492"/>
              <a:gd name="connsiteX14" fmla="*/ 0 w 3925991"/>
              <a:gd name="connsiteY14" fmla="*/ 534139 h 4937492"/>
              <a:gd name="connsiteX15" fmla="*/ 748392 w 3925991"/>
              <a:gd name="connsiteY15" fmla="*/ 1253112 h 4937492"/>
              <a:gd name="connsiteX16" fmla="*/ 430781 w 3925991"/>
              <a:gd name="connsiteY16" fmla="*/ 691321 h 4937492"/>
              <a:gd name="connsiteX17" fmla="*/ 1327878 w 3925991"/>
              <a:gd name="connsiteY17" fmla="*/ 298905 h 4937492"/>
              <a:gd name="connsiteX18" fmla="*/ 1138066 w 3925991"/>
              <a:gd name="connsiteY18" fmla="*/ 0 h 4937492"/>
              <a:gd name="connsiteX19" fmla="*/ 403558 w 3925991"/>
              <a:gd name="connsiteY19" fmla="*/ 643170 h 4937492"/>
              <a:gd name="connsiteX20" fmla="*/ 237644 w 3925991"/>
              <a:gd name="connsiteY20" fmla="*/ 349702 h 4937492"/>
              <a:gd name="connsiteX21" fmla="*/ 3259808 w 3925991"/>
              <a:gd name="connsiteY21" fmla="*/ 4769533 h 4937492"/>
              <a:gd name="connsiteX22" fmla="*/ 3326451 w 3925991"/>
              <a:gd name="connsiteY22" fmla="*/ 4769533 h 4937492"/>
              <a:gd name="connsiteX23" fmla="*/ 3259808 w 3925991"/>
              <a:gd name="connsiteY23" fmla="*/ 4546311 h 4937492"/>
              <a:gd name="connsiteX24" fmla="*/ 715016 w 3925991"/>
              <a:gd name="connsiteY24" fmla="*/ 1545812 h 4937492"/>
              <a:gd name="connsiteX25" fmla="*/ 1224662 w 3925991"/>
              <a:gd name="connsiteY25" fmla="*/ 1228640 h 4937492"/>
              <a:gd name="connsiteX26" fmla="*/ 1553185 w 3925991"/>
              <a:gd name="connsiteY26" fmla="*/ 1505082 h 4937492"/>
              <a:gd name="connsiteX27" fmla="*/ 985860 w 3925991"/>
              <a:gd name="connsiteY27" fmla="*/ 1875541 h 4937492"/>
              <a:gd name="connsiteX28" fmla="*/ 1114162 w 3925991"/>
              <a:gd name="connsiteY28" fmla="*/ 2040856 h 4937492"/>
              <a:gd name="connsiteX29" fmla="*/ 1629252 w 3925991"/>
              <a:gd name="connsiteY29" fmla="*/ 1569091 h 4937492"/>
              <a:gd name="connsiteX30" fmla="*/ 1629945 w 3925991"/>
              <a:gd name="connsiteY30" fmla="*/ 1569674 h 4937492"/>
              <a:gd name="connsiteX31" fmla="*/ 1629538 w 3925991"/>
              <a:gd name="connsiteY31" fmla="*/ 1568829 h 4937492"/>
              <a:gd name="connsiteX32" fmla="*/ 2061669 w 3925991"/>
              <a:gd name="connsiteY32" fmla="*/ 1173046 h 4937492"/>
              <a:gd name="connsiteX33" fmla="*/ 1587923 w 3925991"/>
              <a:gd name="connsiteY33" fmla="*/ 1482398 h 4937492"/>
              <a:gd name="connsiteX34" fmla="*/ 1410160 w 3925991"/>
              <a:gd name="connsiteY34" fmla="*/ 1113198 h 4937492"/>
              <a:gd name="connsiteX35" fmla="*/ 1808084 w 3925991"/>
              <a:gd name="connsiteY35" fmla="*/ 865554 h 4937492"/>
              <a:gd name="connsiteX36" fmla="*/ 1645264 w 3925991"/>
              <a:gd name="connsiteY36" fmla="*/ 655764 h 4937492"/>
              <a:gd name="connsiteX37" fmla="*/ 2756171 w 3925991"/>
              <a:gd name="connsiteY37" fmla="*/ 4212531 h 4937492"/>
              <a:gd name="connsiteX38" fmla="*/ 3140506 w 3925991"/>
              <a:gd name="connsiteY38" fmla="*/ 3905777 h 4937492"/>
              <a:gd name="connsiteX39" fmla="*/ 3176620 w 3925991"/>
              <a:gd name="connsiteY39" fmla="*/ 4432247 h 4937492"/>
              <a:gd name="connsiteX40" fmla="*/ 3380443 w 3925991"/>
              <a:gd name="connsiteY40" fmla="*/ 3809456 h 4937492"/>
              <a:gd name="connsiteX41" fmla="*/ 3925991 w 3925991"/>
              <a:gd name="connsiteY41" fmla="*/ 3818061 h 4937492"/>
              <a:gd name="connsiteX42" fmla="*/ 3879334 w 3925991"/>
              <a:gd name="connsiteY42" fmla="*/ 3556633 h 4937492"/>
              <a:gd name="connsiteX43" fmla="*/ 3339029 w 3925991"/>
              <a:gd name="connsiteY43" fmla="*/ 3765576 h 4937492"/>
              <a:gd name="connsiteX44" fmla="*/ 3319251 w 3925991"/>
              <a:gd name="connsiteY44" fmla="*/ 3763113 h 4937492"/>
              <a:gd name="connsiteX45" fmla="*/ 3766016 w 3925991"/>
              <a:gd name="connsiteY45" fmla="*/ 3406530 h 4937492"/>
              <a:gd name="connsiteX46" fmla="*/ 3517889 w 3925991"/>
              <a:gd name="connsiteY46" fmla="*/ 3168879 h 4937492"/>
              <a:gd name="connsiteX47" fmla="*/ 1894465 w 3925991"/>
              <a:gd name="connsiteY47" fmla="*/ 3132813 h 4937492"/>
              <a:gd name="connsiteX48" fmla="*/ 1926278 w 3925991"/>
              <a:gd name="connsiteY48" fmla="*/ 3130130 h 4937492"/>
              <a:gd name="connsiteX49" fmla="*/ 1911336 w 3925991"/>
              <a:gd name="connsiteY49" fmla="*/ 3147018 h 4937492"/>
              <a:gd name="connsiteX50" fmla="*/ 1935017 w 3925991"/>
              <a:gd name="connsiteY50" fmla="*/ 3129393 h 4937492"/>
              <a:gd name="connsiteX51" fmla="*/ 2934976 w 3925991"/>
              <a:gd name="connsiteY51" fmla="*/ 3045067 h 4937492"/>
              <a:gd name="connsiteX52" fmla="*/ 2323478 w 3925991"/>
              <a:gd name="connsiteY52" fmla="*/ 3627121 h 4937492"/>
              <a:gd name="connsiteX53" fmla="*/ 3302960 w 3925991"/>
              <a:gd name="connsiteY53" fmla="*/ 3014035 h 4937492"/>
              <a:gd name="connsiteX54" fmla="*/ 3327171 w 3925991"/>
              <a:gd name="connsiteY54" fmla="*/ 3011993 h 4937492"/>
              <a:gd name="connsiteX55" fmla="*/ 3325066 w 3925991"/>
              <a:gd name="connsiteY55" fmla="*/ 3000198 h 4937492"/>
              <a:gd name="connsiteX56" fmla="*/ 3414494 w 3925991"/>
              <a:gd name="connsiteY56" fmla="*/ 2944223 h 4937492"/>
              <a:gd name="connsiteX57" fmla="*/ 3285386 w 3925991"/>
              <a:gd name="connsiteY57" fmla="*/ 2777869 h 4937492"/>
              <a:gd name="connsiteX58" fmla="*/ 3280513 w 3925991"/>
              <a:gd name="connsiteY58" fmla="*/ 2750563 h 4937492"/>
              <a:gd name="connsiteX59" fmla="*/ 3267071 w 3925991"/>
              <a:gd name="connsiteY59" fmla="*/ 2754270 h 4937492"/>
              <a:gd name="connsiteX60" fmla="*/ 3255775 w 3925991"/>
              <a:gd name="connsiteY60" fmla="*/ 2739715 h 4937492"/>
              <a:gd name="connsiteX61" fmla="*/ 3229637 w 3925991"/>
              <a:gd name="connsiteY61" fmla="*/ 2764594 h 4937492"/>
              <a:gd name="connsiteX62" fmla="*/ 1951589 w 3925991"/>
              <a:gd name="connsiteY62" fmla="*/ 3117059 h 4937492"/>
              <a:gd name="connsiteX63" fmla="*/ 2944142 w 3925991"/>
              <a:gd name="connsiteY63" fmla="*/ 2378348 h 4937492"/>
              <a:gd name="connsiteX64" fmla="*/ 2764465 w 3925991"/>
              <a:gd name="connsiteY64" fmla="*/ 2182801 h 4937492"/>
              <a:gd name="connsiteX65" fmla="*/ 1933406 w 3925991"/>
              <a:gd name="connsiteY65" fmla="*/ 3122074 h 4937492"/>
              <a:gd name="connsiteX66" fmla="*/ 3194103 w 3925991"/>
              <a:gd name="connsiteY66" fmla="*/ 4937492 h 4937492"/>
              <a:gd name="connsiteX67" fmla="*/ 3257914 w 3925991"/>
              <a:gd name="connsiteY67" fmla="*/ 4924012 h 4937492"/>
              <a:gd name="connsiteX68" fmla="*/ 3212759 w 3925991"/>
              <a:gd name="connsiteY68" fmla="*/ 4710275 h 4937492"/>
              <a:gd name="connsiteX69" fmla="*/ 3024632 w 3925991"/>
              <a:gd name="connsiteY69" fmla="*/ 4815933 h 4937492"/>
              <a:gd name="connsiteX70" fmla="*/ 3137795 w 3925991"/>
              <a:gd name="connsiteY70" fmla="*/ 4844962 h 4937492"/>
              <a:gd name="connsiteX71" fmla="*/ 3178445 w 3925991"/>
              <a:gd name="connsiteY71" fmla="*/ 4451404 h 4937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3925991" h="4937492">
                <a:moveTo>
                  <a:pt x="1588293" y="2290541"/>
                </a:moveTo>
                <a:lnTo>
                  <a:pt x="2063727" y="1821287"/>
                </a:lnTo>
                <a:lnTo>
                  <a:pt x="2189212" y="2081910"/>
                </a:lnTo>
                <a:close/>
                <a:moveTo>
                  <a:pt x="1526366" y="2351663"/>
                </a:moveTo>
                <a:lnTo>
                  <a:pt x="1573848" y="2304798"/>
                </a:lnTo>
                <a:lnTo>
                  <a:pt x="2654669" y="2121927"/>
                </a:lnTo>
                <a:lnTo>
                  <a:pt x="2607219" y="1936784"/>
                </a:lnTo>
                <a:lnTo>
                  <a:pt x="2413412" y="2004071"/>
                </a:lnTo>
                <a:lnTo>
                  <a:pt x="2124688" y="1761118"/>
                </a:lnTo>
                <a:lnTo>
                  <a:pt x="2347705" y="1540999"/>
                </a:lnTo>
                <a:lnTo>
                  <a:pt x="2119430" y="1361689"/>
                </a:lnTo>
                <a:lnTo>
                  <a:pt x="1556336" y="2301636"/>
                </a:lnTo>
                <a:lnTo>
                  <a:pt x="1521924" y="2313583"/>
                </a:lnTo>
                <a:lnTo>
                  <a:pt x="1552253" y="2308452"/>
                </a:lnTo>
                <a:close/>
                <a:moveTo>
                  <a:pt x="0" y="534139"/>
                </a:moveTo>
                <a:lnTo>
                  <a:pt x="748392" y="1253112"/>
                </a:lnTo>
                <a:lnTo>
                  <a:pt x="430781" y="691321"/>
                </a:lnTo>
                <a:lnTo>
                  <a:pt x="1327878" y="298905"/>
                </a:lnTo>
                <a:lnTo>
                  <a:pt x="1138066" y="0"/>
                </a:lnTo>
                <a:lnTo>
                  <a:pt x="403558" y="643170"/>
                </a:lnTo>
                <a:lnTo>
                  <a:pt x="237644" y="349702"/>
                </a:lnTo>
                <a:close/>
                <a:moveTo>
                  <a:pt x="3259808" y="4769533"/>
                </a:moveTo>
                <a:lnTo>
                  <a:pt x="3326451" y="4769533"/>
                </a:lnTo>
                <a:lnTo>
                  <a:pt x="3259808" y="4546311"/>
                </a:lnTo>
                <a:close/>
                <a:moveTo>
                  <a:pt x="715016" y="1545812"/>
                </a:moveTo>
                <a:lnTo>
                  <a:pt x="1224662" y="1228640"/>
                </a:lnTo>
                <a:lnTo>
                  <a:pt x="1553185" y="1505082"/>
                </a:lnTo>
                <a:lnTo>
                  <a:pt x="985860" y="1875541"/>
                </a:lnTo>
                <a:lnTo>
                  <a:pt x="1114162" y="2040856"/>
                </a:lnTo>
                <a:lnTo>
                  <a:pt x="1629252" y="1569091"/>
                </a:lnTo>
                <a:lnTo>
                  <a:pt x="1629945" y="1569674"/>
                </a:lnTo>
                <a:lnTo>
                  <a:pt x="1629538" y="1568829"/>
                </a:lnTo>
                <a:lnTo>
                  <a:pt x="2061669" y="1173046"/>
                </a:lnTo>
                <a:lnTo>
                  <a:pt x="1587923" y="1482398"/>
                </a:lnTo>
                <a:lnTo>
                  <a:pt x="1410160" y="1113198"/>
                </a:lnTo>
                <a:lnTo>
                  <a:pt x="1808084" y="865554"/>
                </a:lnTo>
                <a:lnTo>
                  <a:pt x="1645264" y="655764"/>
                </a:lnTo>
                <a:close/>
                <a:moveTo>
                  <a:pt x="2756171" y="4212531"/>
                </a:moveTo>
                <a:lnTo>
                  <a:pt x="3140506" y="3905777"/>
                </a:lnTo>
                <a:lnTo>
                  <a:pt x="3176620" y="4432247"/>
                </a:lnTo>
                <a:lnTo>
                  <a:pt x="3380443" y="3809456"/>
                </a:lnTo>
                <a:lnTo>
                  <a:pt x="3925991" y="3818061"/>
                </a:lnTo>
                <a:lnTo>
                  <a:pt x="3879334" y="3556633"/>
                </a:lnTo>
                <a:lnTo>
                  <a:pt x="3339029" y="3765576"/>
                </a:lnTo>
                <a:lnTo>
                  <a:pt x="3319251" y="3763113"/>
                </a:lnTo>
                <a:lnTo>
                  <a:pt x="3766016" y="3406530"/>
                </a:lnTo>
                <a:lnTo>
                  <a:pt x="3517889" y="3168879"/>
                </a:lnTo>
                <a:close/>
                <a:moveTo>
                  <a:pt x="1894465" y="3132813"/>
                </a:moveTo>
                <a:lnTo>
                  <a:pt x="1926278" y="3130130"/>
                </a:lnTo>
                <a:lnTo>
                  <a:pt x="1911336" y="3147018"/>
                </a:lnTo>
                <a:lnTo>
                  <a:pt x="1935017" y="3129393"/>
                </a:lnTo>
                <a:lnTo>
                  <a:pt x="2934976" y="3045067"/>
                </a:lnTo>
                <a:lnTo>
                  <a:pt x="2323478" y="3627121"/>
                </a:lnTo>
                <a:lnTo>
                  <a:pt x="3302960" y="3014035"/>
                </a:lnTo>
                <a:lnTo>
                  <a:pt x="3327171" y="3011993"/>
                </a:lnTo>
                <a:lnTo>
                  <a:pt x="3325066" y="3000198"/>
                </a:lnTo>
                <a:lnTo>
                  <a:pt x="3414494" y="2944223"/>
                </a:lnTo>
                <a:lnTo>
                  <a:pt x="3285386" y="2777869"/>
                </a:lnTo>
                <a:lnTo>
                  <a:pt x="3280513" y="2750563"/>
                </a:lnTo>
                <a:lnTo>
                  <a:pt x="3267071" y="2754270"/>
                </a:lnTo>
                <a:lnTo>
                  <a:pt x="3255775" y="2739715"/>
                </a:lnTo>
                <a:lnTo>
                  <a:pt x="3229637" y="2764594"/>
                </a:lnTo>
                <a:lnTo>
                  <a:pt x="1951589" y="3117059"/>
                </a:lnTo>
                <a:lnTo>
                  <a:pt x="2944142" y="2378348"/>
                </a:lnTo>
                <a:lnTo>
                  <a:pt x="2764465" y="2182801"/>
                </a:lnTo>
                <a:lnTo>
                  <a:pt x="1933406" y="3122074"/>
                </a:lnTo>
                <a:close/>
                <a:moveTo>
                  <a:pt x="3194103" y="4937492"/>
                </a:moveTo>
                <a:lnTo>
                  <a:pt x="3257914" y="4924012"/>
                </a:lnTo>
                <a:lnTo>
                  <a:pt x="3212759" y="4710275"/>
                </a:lnTo>
                <a:close/>
                <a:moveTo>
                  <a:pt x="3024632" y="4815933"/>
                </a:moveTo>
                <a:lnTo>
                  <a:pt x="3137795" y="4844962"/>
                </a:lnTo>
                <a:lnTo>
                  <a:pt x="3178445" y="4451404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rgbClr val="FFFFFF"/>
              </a:solidFill>
              <a:latin typeface="Calibri" panose="020F0502020204030204"/>
              <a:ea typeface="幼圆" panose="02010509060101010101" charset="-122"/>
            </a:endParaRPr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3522663" y="4202113"/>
            <a:ext cx="2098675" cy="3683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kern="0" dirty="0">
                <a:solidFill>
                  <a:schemeClr val="accent1"/>
                </a:solidFill>
                <a:latin typeface="Tempus Sans ITC" panose="04020404030D07020202" pitchFamily="82" charset="0"/>
                <a:ea typeface="Adobe Gothic Std B" panose="020B0800000000000000" pitchFamily="34" charset="-128"/>
              </a:rPr>
              <a:t>@</a:t>
            </a:r>
            <a:r>
              <a:rPr lang="zh-CN" altLang="en-US" kern="0" dirty="0">
                <a:solidFill>
                  <a:schemeClr val="accent1"/>
                </a:solidFill>
                <a:latin typeface="Tempus Sans ITC" panose="04020404030D07020202" pitchFamily="82" charset="0"/>
                <a:ea typeface="Adobe Gothic Std B" panose="020B0800000000000000" pitchFamily="34" charset="-128"/>
              </a:rPr>
              <a:t>刘辉</a:t>
            </a:r>
            <a:endParaRPr lang="zh-CN" altLang="en-US" kern="0" dirty="0">
              <a:solidFill>
                <a:schemeClr val="accent1"/>
              </a:solidFill>
              <a:latin typeface="Tempus Sans ITC" panose="04020404030D07020202" pitchFamily="82" charset="0"/>
              <a:ea typeface="+mn-ea"/>
            </a:endParaRPr>
          </a:p>
        </p:txBody>
      </p:sp>
      <p:cxnSp>
        <p:nvCxnSpPr>
          <p:cNvPr id="10" name="直接连接符 9"/>
          <p:cNvCxnSpPr/>
          <p:nvPr>
            <p:custDataLst>
              <p:tags r:id="rId3"/>
            </p:custDataLst>
          </p:nvPr>
        </p:nvCxnSpPr>
        <p:spPr>
          <a:xfrm rot="5400000">
            <a:off x="4572000" y="996950"/>
            <a:ext cx="0" cy="6083300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4"/>
            </p:custDataLst>
          </p:nvPr>
        </p:nvCxnSpPr>
        <p:spPr>
          <a:xfrm rot="5400000">
            <a:off x="4572000" y="1687513"/>
            <a:ext cx="0" cy="6083300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tags/tag1.xml><?xml version="1.0" encoding="utf-8"?>
<p:tagLst xmlns:p="http://schemas.openxmlformats.org/presentationml/2006/main">
  <p:tag name="MH" val="20200529235458"/>
  <p:tag name="MH_LIBRARY" val="CONTENTS"/>
  <p:tag name="MH_TYPE" val="OTHERS"/>
  <p:tag name="ID" val="626778"/>
</p:tagLst>
</file>

<file path=ppt/tags/tag2.xml><?xml version="1.0" encoding="utf-8"?>
<p:tagLst xmlns:p="http://schemas.openxmlformats.org/presentationml/2006/main">
  <p:tag name="MH" val="20200529235458"/>
  <p:tag name="MH_LIBRARY" val="CONTENTS"/>
  <p:tag name="MH_TYPE" val="OTHERS"/>
  <p:tag name="ID" val="626778"/>
</p:tagLst>
</file>

<file path=ppt/tags/tag3.xml><?xml version="1.0" encoding="utf-8"?>
<p:tagLst xmlns:p="http://schemas.openxmlformats.org/presentationml/2006/main">
  <p:tag name="MH" val="20200529235458"/>
  <p:tag name="MH_LIBRARY" val="CONTENTS"/>
  <p:tag name="MH_TYPE" val="OTHERS"/>
  <p:tag name="ID" val="626778"/>
</p:tagLst>
</file>

<file path=ppt/tags/tag4.xml><?xml version="1.0" encoding="utf-8"?>
<p:tagLst xmlns:p="http://schemas.openxmlformats.org/presentationml/2006/main">
  <p:tag name="MH" val="20200529235458"/>
  <p:tag name="MH_LIBRARY" val="CONTENTS"/>
  <p:tag name="MH_TYPE" val="NUMBER"/>
  <p:tag name="ID" val="626778"/>
  <p:tag name="MH_ORDER" val="NUMBER"/>
</p:tagLst>
</file>

<file path=ppt/tags/tag5.xml><?xml version="1.0" encoding="utf-8"?>
<p:tagLst xmlns:p="http://schemas.openxmlformats.org/presentationml/2006/main">
  <p:tag name="MH" val="20200529235458"/>
  <p:tag name="MH_LIBRARY" val="CONTENTS"/>
  <p:tag name="MH_TYPE" val="TITLE"/>
  <p:tag name="ID" val="626778"/>
  <p:tag name="MH_ORDER" val="NUMBER"/>
</p:tagLst>
</file>

<file path=ppt/tags/tag6.xml><?xml version="1.0" encoding="utf-8"?>
<p:tagLst xmlns:p="http://schemas.openxmlformats.org/presentationml/2006/main">
  <p:tag name="MH" val="20200809100308"/>
  <p:tag name="MH_LIBRARY" val="GRAPHIC"/>
  <p:tag name="MH_TYPE" val="Other"/>
  <p:tag name="MH_ORDER" val="1"/>
</p:tagLst>
</file>

<file path=ppt/tags/tag7.xml><?xml version="1.0" encoding="utf-8"?>
<p:tagLst xmlns:p="http://schemas.openxmlformats.org/presentationml/2006/main">
  <p:tag name="MH" val="20200809100308"/>
  <p:tag name="MH_LIBRARY" val="GRAPHIC"/>
  <p:tag name="MH_TYPE" val="Other"/>
  <p:tag name="MH_ORDER" val="2"/>
</p:tagLst>
</file>

<file path=ppt/tags/tag8.xml><?xml version="1.0" encoding="utf-8"?>
<p:tagLst xmlns:p="http://schemas.openxmlformats.org/presentationml/2006/main">
  <p:tag name="MH" val="20200809100308"/>
  <p:tag name="MH_LIBRARY" val="GRAPHIC"/>
  <p:tag name="MH_TYPE" val="Title"/>
  <p:tag name="MH_ORDER" val="1"/>
</p:tagLst>
</file>

<file path=ppt/tags/tag9.xml><?xml version="1.0" encoding="utf-8"?>
<p:tagLst xmlns:p="http://schemas.openxmlformats.org/presentationml/2006/main">
  <p:tag name="MH" val="20200809100308"/>
  <p:tag name="MH_LIBRARY" val="GRAPHIC"/>
  <p:tag name="MH_TYPE" val="SubTitle"/>
  <p:tag name="MH_ORDER" val="1"/>
</p:tagLst>
</file>

<file path=ppt/tags/tag10.xml><?xml version="1.0" encoding="utf-8"?>
<p:tagLst xmlns:p="http://schemas.openxmlformats.org/presentationml/2006/main">
  <p:tag name="MH" val="20200809100308"/>
  <p:tag name="MH_LIBRARY" val="GRAPHIC"/>
  <p:tag name="MH_TYPE" val="Other"/>
  <p:tag name="MH_ORDER" val="3"/>
</p:tagLst>
</file>

<file path=ppt/tags/tag11.xml><?xml version="1.0" encoding="utf-8"?>
<p:tagLst xmlns:p="http://schemas.openxmlformats.org/presentationml/2006/main">
  <p:tag name="MH" val="20200809100308"/>
  <p:tag name="MH_LIBRARY" val="GRAPHIC"/>
  <p:tag name="MH_TYPE" val="Other"/>
  <p:tag name="MH_ORDER" val="4"/>
</p:tagLst>
</file>

<file path=ppt/tags/tag12.xml><?xml version="1.0" encoding="utf-8"?>
<p:tagLst xmlns:p="http://schemas.openxmlformats.org/presentationml/2006/main">
  <p:tag name="MH" val="20200809100308"/>
  <p:tag name="MH_LIBRARY" val="GRAPHIC"/>
  <p:tag name="MH_TYPE" val="SubTitle"/>
  <p:tag name="MH_ORDER" val="2"/>
</p:tagLst>
</file>

<file path=ppt/tags/tag13.xml><?xml version="1.0" encoding="utf-8"?>
<p:tagLst xmlns:p="http://schemas.openxmlformats.org/presentationml/2006/main">
  <p:tag name="MH" val="20200809100308"/>
  <p:tag name="MH_LIBRARY" val="GRAPHIC"/>
  <p:tag name="MH_TYPE" val="Other"/>
  <p:tag name="MH_ORDER" val="5"/>
</p:tagLst>
</file>

<file path=ppt/tags/tag14.xml><?xml version="1.0" encoding="utf-8"?>
<p:tagLst xmlns:p="http://schemas.openxmlformats.org/presentationml/2006/main">
  <p:tag name="MH" val="20200809100308"/>
  <p:tag name="MH_LIBRARY" val="GRAPHIC"/>
  <p:tag name="MH_TYPE" val="Other"/>
  <p:tag name="MH_ORDER" val="6"/>
</p:tagLst>
</file>

<file path=ppt/tags/tag15.xml><?xml version="1.0" encoding="utf-8"?>
<p:tagLst xmlns:p="http://schemas.openxmlformats.org/presentationml/2006/main">
  <p:tag name="MH" val="20200809100308"/>
  <p:tag name="MH_LIBRARY" val="GRAPHIC"/>
  <p:tag name="MH_TYPE" val="SubTitle"/>
  <p:tag name="MH_ORDER" val="3"/>
</p:tagLst>
</file>

<file path=ppt/tags/tag16.xml><?xml version="1.0" encoding="utf-8"?>
<p:tagLst xmlns:p="http://schemas.openxmlformats.org/presentationml/2006/main">
  <p:tag name="MH" val="20200809100308"/>
  <p:tag name="MH_LIBRARY" val="GRAPHIC"/>
  <p:tag name="MH_TYPE" val="Other"/>
  <p:tag name="MH_ORDER" val="7"/>
</p:tagLst>
</file>

<file path=ppt/tags/tag17.xml><?xml version="1.0" encoding="utf-8"?>
<p:tagLst xmlns:p="http://schemas.openxmlformats.org/presentationml/2006/main">
  <p:tag name="MH" val="20200809100308"/>
  <p:tag name="MH_LIBRARY" val="GRAPHIC"/>
  <p:tag name="MH_TYPE" val="Other"/>
  <p:tag name="MH_ORDER" val="8"/>
</p:tagLst>
</file>

<file path=ppt/tags/tag18.xml><?xml version="1.0" encoding="utf-8"?>
<p:tagLst xmlns:p="http://schemas.openxmlformats.org/presentationml/2006/main">
  <p:tag name="MH" val="20200601135543"/>
  <p:tag name="MH_LIBRARY" val="GRAPHIC"/>
  <p:tag name="MH_TYPE" val="Other"/>
  <p:tag name="MH_ORDER" val="1"/>
</p:tagLst>
</file>

<file path=ppt/tags/tag19.xml><?xml version="1.0" encoding="utf-8"?>
<p:tagLst xmlns:p="http://schemas.openxmlformats.org/presentationml/2006/main">
  <p:tag name="MH" val="20200601135543"/>
  <p:tag name="MH_LIBRARY" val="GRAPHIC"/>
  <p:tag name="MH_TYPE" val="Other"/>
  <p:tag name="MH_ORDER" val="2"/>
</p:tagLst>
</file>

<file path=ppt/tags/tag20.xml><?xml version="1.0" encoding="utf-8"?>
<p:tagLst xmlns:p="http://schemas.openxmlformats.org/presentationml/2006/main">
  <p:tag name="MH" val="20200601135543"/>
  <p:tag name="MH_LIBRARY" val="GRAPHIC"/>
  <p:tag name="MH_TYPE" val="Text"/>
  <p:tag name="MH_ORDER" val="1"/>
</p:tagLst>
</file>

<file path=ppt/tags/tag21.xml><?xml version="1.0" encoding="utf-8"?>
<p:tagLst xmlns:p="http://schemas.openxmlformats.org/presentationml/2006/main">
  <p:tag name="MH" val="20200601135543"/>
  <p:tag name="MH_LIBRARY" val="GRAPHIC"/>
  <p:tag name="MH_TYPE" val="Other"/>
  <p:tag name="MH_ORDER" val="3"/>
</p:tagLst>
</file>

<file path=ppt/tags/tag22.xml><?xml version="1.0" encoding="utf-8"?>
<p:tagLst xmlns:p="http://schemas.openxmlformats.org/presentationml/2006/main">
  <p:tag name="MH" val="20200601135543"/>
  <p:tag name="MH_LIBRARY" val="GRAPHIC"/>
  <p:tag name="MH_TYPE" val="Other"/>
  <p:tag name="MH_ORDER" val="4"/>
</p:tagLst>
</file>

<file path=ppt/tags/tag23.xml><?xml version="1.0" encoding="utf-8"?>
<p:tagLst xmlns:p="http://schemas.openxmlformats.org/presentationml/2006/main">
  <p:tag name="MH" val="20200601135543"/>
  <p:tag name="MH_LIBRARY" val="GRAPHIC"/>
  <p:tag name="MH_TYPE" val="SubTitle"/>
  <p:tag name="MH_ORDER" val="2"/>
</p:tagLst>
</file>

<file path=ppt/tags/tag24.xml><?xml version="1.0" encoding="utf-8"?>
<p:tagLst xmlns:p="http://schemas.openxmlformats.org/presentationml/2006/main">
  <p:tag name="MH" val="20200601135543"/>
  <p:tag name="MH_LIBRARY" val="GRAPHIC"/>
  <p:tag name="MH_TYPE" val="Other"/>
  <p:tag name="MH_ORDER" val="5"/>
</p:tagLst>
</file>

<file path=ppt/tags/tag25.xml><?xml version="1.0" encoding="utf-8"?>
<p:tagLst xmlns:p="http://schemas.openxmlformats.org/presentationml/2006/main">
  <p:tag name="MH" val="20200601135543"/>
  <p:tag name="MH_LIBRARY" val="GRAPHIC"/>
  <p:tag name="MH_TYPE" val="Other"/>
  <p:tag name="MH_ORDER" val="6"/>
</p:tagLst>
</file>

<file path=ppt/tags/tag26.xml><?xml version="1.0" encoding="utf-8"?>
<p:tagLst xmlns:p="http://schemas.openxmlformats.org/presentationml/2006/main">
  <p:tag name="MH" val="20200724142132"/>
  <p:tag name="MH_LIBRARY" val="GRAPHIC"/>
  <p:tag name="MH_TYPE" val="Other"/>
  <p:tag name="MH_ORDER" val="5"/>
</p:tagLst>
</file>

<file path=ppt/tags/tag27.xml><?xml version="1.0" encoding="utf-8"?>
<p:tagLst xmlns:p="http://schemas.openxmlformats.org/presentationml/2006/main">
  <p:tag name="MH" val="20200724142132"/>
  <p:tag name="MH_LIBRARY" val="GRAPHIC"/>
  <p:tag name="MH_TYPE" val="Other"/>
  <p:tag name="MH_ORDER" val="6"/>
</p:tagLst>
</file>

<file path=ppt/tags/tag28.xml><?xml version="1.0" encoding="utf-8"?>
<p:tagLst xmlns:p="http://schemas.openxmlformats.org/presentationml/2006/main">
  <p:tag name="MH" val="20200724142132"/>
  <p:tag name="MH_LIBRARY" val="GRAPHIC"/>
  <p:tag name="MH_TYPE" val="Other"/>
  <p:tag name="MH_ORDER" val="9"/>
</p:tagLst>
</file>

<file path=ppt/tags/tag29.xml><?xml version="1.0" encoding="utf-8"?>
<p:tagLst xmlns:p="http://schemas.openxmlformats.org/presentationml/2006/main">
  <p:tag name="MH" val="20200601135543"/>
  <p:tag name="MH_LIBRARY" val="GRAPHIC"/>
  <p:tag name="MH_TYPE" val="SubTitle"/>
  <p:tag name="MH_ORDER" val="2"/>
</p:tagLst>
</file>

<file path=ppt/tags/tag30.xml><?xml version="1.0" encoding="utf-8"?>
<p:tagLst xmlns:p="http://schemas.openxmlformats.org/presentationml/2006/main">
  <p:tag name="MH" val="20200601135543"/>
  <p:tag name="MH_LIBRARY" val="GRAPHIC"/>
  <p:tag name="MH_TYPE" val="Text"/>
  <p:tag name="MH_ORDER" val="2"/>
</p:tagLst>
</file>

<file path=ppt/tags/tag31.xml><?xml version="1.0" encoding="utf-8"?>
<p:tagLst xmlns:p="http://schemas.openxmlformats.org/presentationml/2006/main">
  <p:tag name="MH" val="20200601135543"/>
  <p:tag name="MH_LIBRARY" val="GRAPHIC"/>
  <p:tag name="MH_TYPE" val="Text"/>
  <p:tag name="MH_ORDER" val="1"/>
</p:tagLst>
</file>

<file path=ppt/tags/tag32.xml><?xml version="1.0" encoding="utf-8"?>
<p:tagLst xmlns:p="http://schemas.openxmlformats.org/presentationml/2006/main">
  <p:tag name="MH" val="20200601135543"/>
  <p:tag name="MH_LIBRARY" val="GRAPHIC"/>
  <p:tag name="MH_TYPE" val="SubTitle"/>
  <p:tag name="MH_ORDER" val="2"/>
</p:tagLst>
</file>

<file path=ppt/tags/tag33.xml><?xml version="1.0" encoding="utf-8"?>
<p:tagLst xmlns:p="http://schemas.openxmlformats.org/presentationml/2006/main">
  <p:tag name="MH" val="20200601135543"/>
  <p:tag name="MH_LIBRARY" val="GRAPHIC"/>
  <p:tag name="MH_TYPE" val="Other"/>
  <p:tag name="MH_ORDER" val="1"/>
</p:tagLst>
</file>

<file path=ppt/tags/tag34.xml><?xml version="1.0" encoding="utf-8"?>
<p:tagLst xmlns:p="http://schemas.openxmlformats.org/presentationml/2006/main">
  <p:tag name="MH" val="20200601135543"/>
  <p:tag name="MH_LIBRARY" val="GRAPHIC"/>
  <p:tag name="MH_TYPE" val="Other"/>
  <p:tag name="MH_ORDER" val="2"/>
</p:tagLst>
</file>

<file path=ppt/tags/tag35.xml><?xml version="1.0" encoding="utf-8"?>
<p:tagLst xmlns:p="http://schemas.openxmlformats.org/presentationml/2006/main">
  <p:tag name="MH" val="20200601135543"/>
  <p:tag name="MH_LIBRARY" val="GRAPHIC"/>
  <p:tag name="MH_TYPE" val="Text"/>
  <p:tag name="MH_ORDER" val="1"/>
</p:tagLst>
</file>

<file path=ppt/tags/tag36.xml><?xml version="1.0" encoding="utf-8"?>
<p:tagLst xmlns:p="http://schemas.openxmlformats.org/presentationml/2006/main">
  <p:tag name="MH" val="20200601135543"/>
  <p:tag name="MH_LIBRARY" val="GRAPHIC"/>
  <p:tag name="MH_TYPE" val="Other"/>
  <p:tag name="MH_ORDER" val="3"/>
</p:tagLst>
</file>

<file path=ppt/tags/tag37.xml><?xml version="1.0" encoding="utf-8"?>
<p:tagLst xmlns:p="http://schemas.openxmlformats.org/presentationml/2006/main">
  <p:tag name="MH" val="20200601135543"/>
  <p:tag name="MH_LIBRARY" val="GRAPHIC"/>
  <p:tag name="MH_TYPE" val="Other"/>
  <p:tag name="MH_ORDER" val="4"/>
</p:tagLst>
</file>

<file path=ppt/tags/tag38.xml><?xml version="1.0" encoding="utf-8"?>
<p:tagLst xmlns:p="http://schemas.openxmlformats.org/presentationml/2006/main">
  <p:tag name="MH" val="20200601135543"/>
  <p:tag name="MH_LIBRARY" val="GRAPHIC"/>
  <p:tag name="MH_TYPE" val="SubTitle"/>
  <p:tag name="MH_ORDER" val="2"/>
</p:tagLst>
</file>

<file path=ppt/tags/tag39.xml><?xml version="1.0" encoding="utf-8"?>
<p:tagLst xmlns:p="http://schemas.openxmlformats.org/presentationml/2006/main">
  <p:tag name="MH" val="20200601135543"/>
  <p:tag name="MH_LIBRARY" val="GRAPHIC"/>
  <p:tag name="MH_TYPE" val="Other"/>
  <p:tag name="MH_ORDER" val="5"/>
</p:tagLst>
</file>

<file path=ppt/tags/tag40.xml><?xml version="1.0" encoding="utf-8"?>
<p:tagLst xmlns:p="http://schemas.openxmlformats.org/presentationml/2006/main">
  <p:tag name="MH" val="20200601135543"/>
  <p:tag name="MH_LIBRARY" val="GRAPHIC"/>
  <p:tag name="MH_TYPE" val="Other"/>
  <p:tag name="MH_ORDER" val="6"/>
</p:tagLst>
</file>

<file path=ppt/tags/tag41.xml><?xml version="1.0" encoding="utf-8"?>
<p:tagLst xmlns:p="http://schemas.openxmlformats.org/presentationml/2006/main">
  <p:tag name="MH" val="20200724142132"/>
  <p:tag name="MH_LIBRARY" val="GRAPHIC"/>
  <p:tag name="MH_TYPE" val="Other"/>
  <p:tag name="MH_ORDER" val="5"/>
</p:tagLst>
</file>

<file path=ppt/tags/tag42.xml><?xml version="1.0" encoding="utf-8"?>
<p:tagLst xmlns:p="http://schemas.openxmlformats.org/presentationml/2006/main">
  <p:tag name="MH" val="20200724142132"/>
  <p:tag name="MH_LIBRARY" val="GRAPHIC"/>
  <p:tag name="MH_TYPE" val="Other"/>
  <p:tag name="MH_ORDER" val="6"/>
</p:tagLst>
</file>

<file path=ppt/tags/tag43.xml><?xml version="1.0" encoding="utf-8"?>
<p:tagLst xmlns:p="http://schemas.openxmlformats.org/presentationml/2006/main">
  <p:tag name="MH" val="20200724142132"/>
  <p:tag name="MH_LIBRARY" val="GRAPHIC"/>
  <p:tag name="MH_TYPE" val="Other"/>
  <p:tag name="MH_ORDER" val="9"/>
</p:tagLst>
</file>

<file path=ppt/tags/tag44.xml><?xml version="1.0" encoding="utf-8"?>
<p:tagLst xmlns:p="http://schemas.openxmlformats.org/presentationml/2006/main">
  <p:tag name="MH" val="20200601135543"/>
  <p:tag name="MH_LIBRARY" val="GRAPHIC"/>
  <p:tag name="MH_TYPE" val="SubTitle"/>
  <p:tag name="MH_ORDER" val="2"/>
</p:tagLst>
</file>

<file path=ppt/tags/tag45.xml><?xml version="1.0" encoding="utf-8"?>
<p:tagLst xmlns:p="http://schemas.openxmlformats.org/presentationml/2006/main">
  <p:tag name="MH" val="20200601135543"/>
  <p:tag name="MH_LIBRARY" val="GRAPHIC"/>
  <p:tag name="MH_TYPE" val="Text"/>
  <p:tag name="MH_ORDER" val="2"/>
</p:tagLst>
</file>

<file path=ppt/tags/tag46.xml><?xml version="1.0" encoding="utf-8"?>
<p:tagLst xmlns:p="http://schemas.openxmlformats.org/presentationml/2006/main">
  <p:tag name="MH" val="20200601135543"/>
  <p:tag name="MH_LIBRARY" val="GRAPHIC"/>
  <p:tag name="MH_TYPE" val="Text"/>
  <p:tag name="MH_ORDER" val="1"/>
</p:tagLst>
</file>

<file path=ppt/tags/tag47.xml><?xml version="1.0" encoding="utf-8"?>
<p:tagLst xmlns:p="http://schemas.openxmlformats.org/presentationml/2006/main">
  <p:tag name="MH" val="20200601135543"/>
  <p:tag name="MH_LIBRARY" val="GRAPHIC"/>
  <p:tag name="MH_TYPE" val="SubTitle"/>
  <p:tag name="MH_ORDER" val="2"/>
</p:tagLst>
</file>

<file path=ppt/tags/tag48.xml><?xml version="1.0" encoding="utf-8"?>
<p:tagLst xmlns:p="http://schemas.openxmlformats.org/presentationml/2006/main">
  <p:tag name="MH" val="20200601135543"/>
  <p:tag name="MH_LIBRARY" val="GRAPHIC"/>
  <p:tag name="MH_TYPE" val="Other"/>
  <p:tag name="MH_ORDER" val="1"/>
</p:tagLst>
</file>

<file path=ppt/tags/tag49.xml><?xml version="1.0" encoding="utf-8"?>
<p:tagLst xmlns:p="http://schemas.openxmlformats.org/presentationml/2006/main">
  <p:tag name="MH" val="20200601135543"/>
  <p:tag name="MH_LIBRARY" val="GRAPHIC"/>
  <p:tag name="MH_TYPE" val="Other"/>
  <p:tag name="MH_ORDER" val="2"/>
</p:tagLst>
</file>

<file path=ppt/tags/tag50.xml><?xml version="1.0" encoding="utf-8"?>
<p:tagLst xmlns:p="http://schemas.openxmlformats.org/presentationml/2006/main">
  <p:tag name="MH" val="20200601135543"/>
  <p:tag name="MH_LIBRARY" val="GRAPHIC"/>
  <p:tag name="MH_TYPE" val="Text"/>
  <p:tag name="MH_ORDER" val="1"/>
</p:tagLst>
</file>

<file path=ppt/tags/tag51.xml><?xml version="1.0" encoding="utf-8"?>
<p:tagLst xmlns:p="http://schemas.openxmlformats.org/presentationml/2006/main">
  <p:tag name="MH" val="20200601135543"/>
  <p:tag name="MH_LIBRARY" val="GRAPHIC"/>
  <p:tag name="MH_TYPE" val="Other"/>
  <p:tag name="MH_ORDER" val="3"/>
</p:tagLst>
</file>

<file path=ppt/tags/tag52.xml><?xml version="1.0" encoding="utf-8"?>
<p:tagLst xmlns:p="http://schemas.openxmlformats.org/presentationml/2006/main">
  <p:tag name="MH" val="20200601135543"/>
  <p:tag name="MH_LIBRARY" val="GRAPHIC"/>
  <p:tag name="MH_TYPE" val="Other"/>
  <p:tag name="MH_ORDER" val="4"/>
</p:tagLst>
</file>

<file path=ppt/tags/tag53.xml><?xml version="1.0" encoding="utf-8"?>
<p:tagLst xmlns:p="http://schemas.openxmlformats.org/presentationml/2006/main">
  <p:tag name="MH" val="20200601135543"/>
  <p:tag name="MH_LIBRARY" val="GRAPHIC"/>
  <p:tag name="MH_TYPE" val="SubTitle"/>
  <p:tag name="MH_ORDER" val="2"/>
</p:tagLst>
</file>

<file path=ppt/tags/tag54.xml><?xml version="1.0" encoding="utf-8"?>
<p:tagLst xmlns:p="http://schemas.openxmlformats.org/presentationml/2006/main">
  <p:tag name="MH" val="20200601135543"/>
  <p:tag name="MH_LIBRARY" val="GRAPHIC"/>
  <p:tag name="MH_TYPE" val="Other"/>
  <p:tag name="MH_ORDER" val="5"/>
</p:tagLst>
</file>

<file path=ppt/tags/tag55.xml><?xml version="1.0" encoding="utf-8"?>
<p:tagLst xmlns:p="http://schemas.openxmlformats.org/presentationml/2006/main">
  <p:tag name="MH" val="20200601135543"/>
  <p:tag name="MH_LIBRARY" val="GRAPHIC"/>
  <p:tag name="MH_TYPE" val="Other"/>
  <p:tag name="MH_ORDER" val="6"/>
</p:tagLst>
</file>

<file path=ppt/tags/tag56.xml><?xml version="1.0" encoding="utf-8"?>
<p:tagLst xmlns:p="http://schemas.openxmlformats.org/presentationml/2006/main">
  <p:tag name="MH" val="20200601135543"/>
  <p:tag name="MH_LIBRARY" val="GRAPHIC"/>
  <p:tag name="MH_TYPE" val="Text"/>
  <p:tag name="MH_ORDER" val="1"/>
</p:tagLst>
</file>

<file path=ppt/tags/tag57.xml><?xml version="1.0" encoding="utf-8"?>
<p:tagLst xmlns:p="http://schemas.openxmlformats.org/presentationml/2006/main">
  <p:tag name="MH" val="20200601135543"/>
  <p:tag name="MH_LIBRARY" val="GRAPHIC"/>
  <p:tag name="MH_TYPE" val="SubTitle"/>
  <p:tag name="MH_ORDER" val="2"/>
</p:tagLst>
</file>

<file path=ppt/tags/tag58.xml><?xml version="1.0" encoding="utf-8"?>
<p:tagLst xmlns:p="http://schemas.openxmlformats.org/presentationml/2006/main">
  <p:tag name="MH" val="20200806223744"/>
  <p:tag name="MH_LIBRARY" val="GRAPHIC"/>
  <p:tag name="MH_TYPE" val="Other"/>
  <p:tag name="MH_ORDER" val="1"/>
</p:tagLst>
</file>

<file path=ppt/tags/tag59.xml><?xml version="1.0" encoding="utf-8"?>
<p:tagLst xmlns:p="http://schemas.openxmlformats.org/presentationml/2006/main">
  <p:tag name="MH" val="20200806223744"/>
  <p:tag name="MH_LIBRARY" val="GRAPHIC"/>
  <p:tag name="MH_TYPE" val="Other"/>
  <p:tag name="MH_ORDER" val="2"/>
</p:tagLst>
</file>

<file path=ppt/tags/tag60.xml><?xml version="1.0" encoding="utf-8"?>
<p:tagLst xmlns:p="http://schemas.openxmlformats.org/presentationml/2006/main">
  <p:tag name="MH" val="20200806223744"/>
  <p:tag name="MH_LIBRARY" val="GRAPHIC"/>
  <p:tag name="MH_TYPE" val="Other"/>
  <p:tag name="MH_ORDER" val="3"/>
</p:tagLst>
</file>

<file path=ppt/tags/tag61.xml><?xml version="1.0" encoding="utf-8"?>
<p:tagLst xmlns:p="http://schemas.openxmlformats.org/presentationml/2006/main">
  <p:tag name="MH" val="20200806223744"/>
  <p:tag name="MH_LIBRARY" val="GRAPHIC"/>
  <p:tag name="MH_TYPE" val="Other"/>
  <p:tag name="MH_ORDER" val="4"/>
</p:tagLst>
</file>

<file path=ppt/tags/tag62.xml><?xml version="1.0" encoding="utf-8"?>
<p:tagLst xmlns:p="http://schemas.openxmlformats.org/presentationml/2006/main">
  <p:tag name="MH" val="20200806223744"/>
  <p:tag name="MH_LIBRARY" val="GRAPHIC"/>
  <p:tag name="MH_TYPE" val="Other"/>
  <p:tag name="MH_ORDER" val="4"/>
</p:tagLst>
</file>

<file path=ppt/tags/tag63.xml><?xml version="1.0" encoding="utf-8"?>
<p:tagLst xmlns:p="http://schemas.openxmlformats.org/presentationml/2006/main">
  <p:tag name="MH" val="20200713124552"/>
  <p:tag name="MH_LIBRARY" val="GRAPHIC"/>
  <p:tag name="MH_TYPE" val="Other"/>
  <p:tag name="MH_ORDER" val="1"/>
</p:tagLst>
</file>

<file path=ppt/tags/tag64.xml><?xml version="1.0" encoding="utf-8"?>
<p:tagLst xmlns:p="http://schemas.openxmlformats.org/presentationml/2006/main">
  <p:tag name="MH" val="20200713124552"/>
  <p:tag name="MH_LIBRARY" val="GRAPHIC"/>
  <p:tag name="MH_TYPE" val="Other"/>
  <p:tag name="MH_ORDER" val="2"/>
</p:tagLst>
</file>

<file path=ppt/tags/tag65.xml><?xml version="1.0" encoding="utf-8"?>
<p:tagLst xmlns:p="http://schemas.openxmlformats.org/presentationml/2006/main">
  <p:tag name="MH" val="20200713124552"/>
  <p:tag name="MH_LIBRARY" val="GRAPHIC"/>
  <p:tag name="MH_TYPE" val="Other"/>
  <p:tag name="MH_ORDER" val="3"/>
</p:tagLst>
</file>

<file path=ppt/tags/tag66.xml><?xml version="1.0" encoding="utf-8"?>
<p:tagLst xmlns:p="http://schemas.openxmlformats.org/presentationml/2006/main">
  <p:tag name="MH" val="20200713124552"/>
  <p:tag name="MH_LIBRARY" val="GRAPHIC"/>
  <p:tag name="MH_TYPE" val="Other"/>
  <p:tag name="MH_ORDER" val="4"/>
</p:tagLst>
</file>

<file path=ppt/tags/tag67.xml><?xml version="1.0" encoding="utf-8"?>
<p:tagLst xmlns:p="http://schemas.openxmlformats.org/presentationml/2006/main">
  <p:tag name="MH" val="20200713124552"/>
  <p:tag name="MH_LIBRARY" val="GRAPHIC"/>
  <p:tag name="MH_TYPE" val="Title"/>
  <p:tag name="MH_ORDER" val="1"/>
</p:tagLst>
</file>

<file path=ppt/tags/tag68.xml><?xml version="1.0" encoding="utf-8"?>
<p:tagLst xmlns:p="http://schemas.openxmlformats.org/presentationml/2006/main">
  <p:tag name="MH" val="20200713124552"/>
  <p:tag name="MH_LIBRARY" val="GRAPHIC"/>
  <p:tag name="MH_TYPE" val="SubTitle"/>
  <p:tag name="MH_ORDER" val="2"/>
</p:tagLst>
</file>

<file path=ppt/tags/tag69.xml><?xml version="1.0" encoding="utf-8"?>
<p:tagLst xmlns:p="http://schemas.openxmlformats.org/presentationml/2006/main">
  <p:tag name="MH" val="20200713124552"/>
  <p:tag name="MH_LIBRARY" val="GRAPHIC"/>
  <p:tag name="MH_TYPE" val="SubTitle"/>
  <p:tag name="MH_ORDER" val="1"/>
</p:tagLst>
</file>

<file path=ppt/tags/tag70.xml><?xml version="1.0" encoding="utf-8"?>
<p:tagLst xmlns:p="http://schemas.openxmlformats.org/presentationml/2006/main">
  <p:tag name="MH" val="20200713124552"/>
  <p:tag name="MH_LIBRARY" val="GRAPHIC"/>
  <p:tag name="MH_TYPE" val="SubTitle"/>
  <p:tag name="MH_ORDER" val="3"/>
</p:tagLst>
</file>

<file path=ppt/tags/tag71.xml><?xml version="1.0" encoding="utf-8"?>
<p:tagLst xmlns:p="http://schemas.openxmlformats.org/presentationml/2006/main">
  <p:tag name="MH" val="20200713124552"/>
  <p:tag name="MH_LIBRARY" val="GRAPHIC"/>
  <p:tag name="MH_TYPE" val="Other"/>
  <p:tag name="MH_ORDER" val="1"/>
</p:tagLst>
</file>

<file path=ppt/tags/tag72.xml><?xml version="1.0" encoding="utf-8"?>
<p:tagLst xmlns:p="http://schemas.openxmlformats.org/presentationml/2006/main">
  <p:tag name="MH" val="20200713124552"/>
  <p:tag name="MH_LIBRARY" val="GRAPHIC"/>
  <p:tag name="MH_TYPE" val="Other"/>
  <p:tag name="MH_ORDER" val="2"/>
</p:tagLst>
</file>

<file path=ppt/tags/tag73.xml><?xml version="1.0" encoding="utf-8"?>
<p:tagLst xmlns:p="http://schemas.openxmlformats.org/presentationml/2006/main">
  <p:tag name="MH" val="20200713124552"/>
  <p:tag name="MH_LIBRARY" val="GRAPHIC"/>
  <p:tag name="MH_TYPE" val="Other"/>
  <p:tag name="MH_ORDER" val="3"/>
</p:tagLst>
</file>

<file path=ppt/tags/tag74.xml><?xml version="1.0" encoding="utf-8"?>
<p:tagLst xmlns:p="http://schemas.openxmlformats.org/presentationml/2006/main">
  <p:tag name="MH" val="20200713124552"/>
  <p:tag name="MH_LIBRARY" val="GRAPHIC"/>
  <p:tag name="MH_TYPE" val="Title"/>
  <p:tag name="MH_ORDER" val="1"/>
</p:tagLst>
</file>

<file path=ppt/tags/tag75.xml><?xml version="1.0" encoding="utf-8"?>
<p:tagLst xmlns:p="http://schemas.openxmlformats.org/presentationml/2006/main">
  <p:tag name="MH" val="20200713124552"/>
  <p:tag name="MH_LIBRARY" val="GRAPHIC"/>
  <p:tag name="MH_TYPE" val="SubTitle"/>
  <p:tag name="MH_ORDER" val="1"/>
</p:tagLst>
</file>

<file path=ppt/tags/tag76.xml><?xml version="1.0" encoding="utf-8"?>
<p:tagLst xmlns:p="http://schemas.openxmlformats.org/presentationml/2006/main">
  <p:tag name="MH" val="20200713124552"/>
  <p:tag name="MH_LIBRARY" val="GRAPHIC"/>
  <p:tag name="MH_TYPE" val="SubTitle"/>
  <p:tag name="MH_ORDER" val="3"/>
</p:tagLst>
</file>

<file path=ppt/tags/tag77.xml><?xml version="1.0" encoding="utf-8"?>
<p:tagLst xmlns:p="http://schemas.openxmlformats.org/presentationml/2006/main">
  <p:tag name="MH" val="20200810084117"/>
  <p:tag name="MH_LIBRARY" val="GRAPHIC"/>
  <p:tag name="MH_TYPE" val="Other"/>
  <p:tag name="MH_ORDER" val="1"/>
</p:tagLst>
</file>

<file path=ppt/tags/tag78.xml><?xml version="1.0" encoding="utf-8"?>
<p:tagLst xmlns:p="http://schemas.openxmlformats.org/presentationml/2006/main">
  <p:tag name="MH" val="20200810084117"/>
  <p:tag name="MH_LIBRARY" val="GRAPHIC"/>
  <p:tag name="MH_TYPE" val="Other"/>
  <p:tag name="MH_ORDER" val="2"/>
</p:tagLst>
</file>

<file path=ppt/tags/tag79.xml><?xml version="1.0" encoding="utf-8"?>
<p:tagLst xmlns:p="http://schemas.openxmlformats.org/presentationml/2006/main">
  <p:tag name="MH" val="20200810084117"/>
  <p:tag name="MH_LIBRARY" val="GRAPHIC"/>
  <p:tag name="MH_TYPE" val="Other"/>
  <p:tag name="MH_ORDER" val="3"/>
</p:tagLst>
</file>

<file path=ppt/tags/tag80.xml><?xml version="1.0" encoding="utf-8"?>
<p:tagLst xmlns:p="http://schemas.openxmlformats.org/presentationml/2006/main">
  <p:tag name="MH" val="20200810084117"/>
  <p:tag name="MH_LIBRARY" val="GRAPHIC"/>
  <p:tag name="MH_TYPE" val="Other"/>
  <p:tag name="MH_ORDER" val="4"/>
</p:tagLst>
</file>

<file path=ppt/tags/tag81.xml><?xml version="1.0" encoding="utf-8"?>
<p:tagLst xmlns:p="http://schemas.openxmlformats.org/presentationml/2006/main">
  <p:tag name="MH" val="20200810084117"/>
  <p:tag name="MH_LIBRARY" val="GRAPHIC"/>
  <p:tag name="MH_TYPE" val="Other"/>
  <p:tag name="MH_ORDER" val="5"/>
</p:tagLst>
</file>

<file path=ppt/tags/tag82.xml><?xml version="1.0" encoding="utf-8"?>
<p:tagLst xmlns:p="http://schemas.openxmlformats.org/presentationml/2006/main">
  <p:tag name="MH" val="20200810084117"/>
  <p:tag name="MH_LIBRARY" val="GRAPHIC"/>
  <p:tag name="MH_TYPE" val="Other"/>
  <p:tag name="MH_ORDER" val="6"/>
</p:tagLst>
</file>

<file path=ppt/tags/tag83.xml><?xml version="1.0" encoding="utf-8"?>
<p:tagLst xmlns:p="http://schemas.openxmlformats.org/presentationml/2006/main">
  <p:tag name="MH" val="20200810084117"/>
  <p:tag name="MH_LIBRARY" val="GRAPHIC"/>
  <p:tag name="MH_TYPE" val="Other"/>
  <p:tag name="MH_ORDER" val="7"/>
</p:tagLst>
</file>

<file path=ppt/tags/tag84.xml><?xml version="1.0" encoding="utf-8"?>
<p:tagLst xmlns:p="http://schemas.openxmlformats.org/presentationml/2006/main">
  <p:tag name="MH" val="20200810084117"/>
  <p:tag name="MH_LIBRARY" val="GRAPHIC"/>
  <p:tag name="MH_TYPE" val="SubTitle"/>
  <p:tag name="MH_ORDER" val="1"/>
</p:tagLst>
</file>

<file path=ppt/tags/tag85.xml><?xml version="1.0" encoding="utf-8"?>
<p:tagLst xmlns:p="http://schemas.openxmlformats.org/presentationml/2006/main">
  <p:tag name="MH" val="20200810084117"/>
  <p:tag name="MH_LIBRARY" val="GRAPHIC"/>
  <p:tag name="MH_TYPE" val="SubTitle"/>
  <p:tag name="MH_ORDER" val="2"/>
</p:tagLst>
</file>

<file path=ppt/tags/tag86.xml><?xml version="1.0" encoding="utf-8"?>
<p:tagLst xmlns:p="http://schemas.openxmlformats.org/presentationml/2006/main">
  <p:tag name="MH" val="20200809102712"/>
  <p:tag name="MH_LIBRARY" val="GRAPHIC"/>
  <p:tag name="MH_TYPE" val="Other"/>
  <p:tag name="MH_ORDER" val="1"/>
</p:tagLst>
</file>

<file path=ppt/tags/tag87.xml><?xml version="1.0" encoding="utf-8"?>
<p:tagLst xmlns:p="http://schemas.openxmlformats.org/presentationml/2006/main">
  <p:tag name="MH" val="20200809102712"/>
  <p:tag name="MH_LIBRARY" val="GRAPHIC"/>
  <p:tag name="MH_TYPE" val="Other"/>
  <p:tag name="MH_ORDER" val="2"/>
</p:tagLst>
</file>

<file path=ppt/tags/tag88.xml><?xml version="1.0" encoding="utf-8"?>
<p:tagLst xmlns:p="http://schemas.openxmlformats.org/presentationml/2006/main">
  <p:tag name="MH" val="20200809102712"/>
  <p:tag name="MH_LIBRARY" val="GRAPHIC"/>
  <p:tag name="MH_TYPE" val="SubTitle"/>
  <p:tag name="MH_ORDER" val="2"/>
</p:tagLst>
</file>

<file path=ppt/tags/tag89.xml><?xml version="1.0" encoding="utf-8"?>
<p:tagLst xmlns:p="http://schemas.openxmlformats.org/presentationml/2006/main">
  <p:tag name="MH" val="20200809102712"/>
  <p:tag name="MH_LIBRARY" val="GRAPHIC"/>
  <p:tag name="MH_TYPE" val="Text"/>
  <p:tag name="MH_ORDER" val="2"/>
</p:tagLst>
</file>

<file path=ppt/tags/tag90.xml><?xml version="1.0" encoding="utf-8"?>
<p:tagLst xmlns:p="http://schemas.openxmlformats.org/presentationml/2006/main">
  <p:tag name="MH" val="20200809102712"/>
  <p:tag name="MH_LIBRARY" val="GRAPHIC"/>
  <p:tag name="MH_TYPE" val="Other"/>
  <p:tag name="MH_ORDER" val="3"/>
</p:tagLst>
</file>

<file path=ppt/tags/tag91.xml><?xml version="1.0" encoding="utf-8"?>
<p:tagLst xmlns:p="http://schemas.openxmlformats.org/presentationml/2006/main">
  <p:tag name="MH" val="20200809102712"/>
  <p:tag name="MH_LIBRARY" val="GRAPHIC"/>
  <p:tag name="MH_TYPE" val="SubTitle"/>
  <p:tag name="MH_ORDER" val="1"/>
</p:tagLst>
</file>

<file path=ppt/tags/tag92.xml><?xml version="1.0" encoding="utf-8"?>
<p:tagLst xmlns:p="http://schemas.openxmlformats.org/presentationml/2006/main">
  <p:tag name="MH" val="20200809102712"/>
  <p:tag name="MH_LIBRARY" val="GRAPHIC"/>
  <p:tag name="MH_TYPE" val="Text"/>
  <p:tag name="MH_ORDER" val="1"/>
</p:tagLst>
</file>

<file path=ppt/tags/tag93.xml><?xml version="1.0" encoding="utf-8"?>
<p:tagLst xmlns:p="http://schemas.openxmlformats.org/presentationml/2006/main">
  <p:tag name="MH" val="20200809102712"/>
  <p:tag name="MH_LIBRARY" val="GRAPHIC"/>
  <p:tag name="MH_TYPE" val="Other"/>
  <p:tag name="MH_ORDER" val="4"/>
</p:tagLst>
</file>

<file path=ppt/tags/tag94.xml><?xml version="1.0" encoding="utf-8"?>
<p:tagLst xmlns:p="http://schemas.openxmlformats.org/presentationml/2006/main">
  <p:tag name="MH" val="20200809102712"/>
  <p:tag name="MH_LIBRARY" val="GRAPHIC"/>
  <p:tag name="MH_TYPE" val="Other"/>
  <p:tag name="MH_ORDER" val="5"/>
</p:tagLst>
</file>

<file path=ppt/tags/tag95.xml><?xml version="1.0" encoding="utf-8"?>
<p:tagLst xmlns:p="http://schemas.openxmlformats.org/presentationml/2006/main">
  <p:tag name="MH" val="20200809102712"/>
  <p:tag name="MH_LIBRARY" val="GRAPHIC"/>
  <p:tag name="MH_TYPE" val="Other"/>
  <p:tag name="MH_ORDER" val="1"/>
</p:tagLst>
</file>

<file path=ppt/tags/tag96.xml><?xml version="1.0" encoding="utf-8"?>
<p:tagLst xmlns:p="http://schemas.openxmlformats.org/presentationml/2006/main">
  <p:tag name="MH" val="20200809102712"/>
  <p:tag name="MH_LIBRARY" val="GRAPHIC"/>
  <p:tag name="MH_TYPE" val="Other"/>
  <p:tag name="MH_ORDER" val="2"/>
</p:tagLst>
</file>

<file path=ppt/tags/tag97.xml><?xml version="1.0" encoding="utf-8"?>
<p:tagLst xmlns:p="http://schemas.openxmlformats.org/presentationml/2006/main">
  <p:tag name="MH" val="20200809102712"/>
  <p:tag name="MH_LIBRARY" val="GRAPHIC"/>
  <p:tag name="MH_TYPE" val="SubTitle"/>
  <p:tag name="MH_ORDER" val="2"/>
</p:tagLst>
</file>

<file path=ppt/tags/tag98.xml><?xml version="1.0" encoding="utf-8"?>
<p:tagLst xmlns:p="http://schemas.openxmlformats.org/presentationml/2006/main">
  <p:tag name="MH" val="20200809102712"/>
  <p:tag name="MH_LIBRARY" val="GRAPHIC"/>
  <p:tag name="MH_TYPE" val="Text"/>
  <p:tag name="MH_ORDER" val="2"/>
</p:tagLst>
</file>

<file path=ppt/tags/tag99.xml><?xml version="1.0" encoding="utf-8"?>
<p:tagLst xmlns:p="http://schemas.openxmlformats.org/presentationml/2006/main">
  <p:tag name="MH" val="20200809102712"/>
  <p:tag name="MH_LIBRARY" val="GRAPHIC"/>
  <p:tag name="MH_TYPE" val="Other"/>
  <p:tag name="MH_ORDER" val="3"/>
</p:tagLst>
</file>

<file path=ppt/tags/tag100.xml><?xml version="1.0" encoding="utf-8"?>
<p:tagLst xmlns:p="http://schemas.openxmlformats.org/presentationml/2006/main">
  <p:tag name="MH" val="20200809102712"/>
  <p:tag name="MH_LIBRARY" val="GRAPHIC"/>
  <p:tag name="MH_TYPE" val="SubTitle"/>
  <p:tag name="MH_ORDER" val="1"/>
</p:tagLst>
</file>

<file path=ppt/tags/tag101.xml><?xml version="1.0" encoding="utf-8"?>
<p:tagLst xmlns:p="http://schemas.openxmlformats.org/presentationml/2006/main">
  <p:tag name="MH" val="20200809102712"/>
  <p:tag name="MH_LIBRARY" val="GRAPHIC"/>
  <p:tag name="MH_TYPE" val="Text"/>
  <p:tag name="MH_ORDER" val="1"/>
</p:tagLst>
</file>

<file path=ppt/tags/tag102.xml><?xml version="1.0" encoding="utf-8"?>
<p:tagLst xmlns:p="http://schemas.openxmlformats.org/presentationml/2006/main">
  <p:tag name="MH" val="20200809102712"/>
  <p:tag name="MH_LIBRARY" val="GRAPHIC"/>
  <p:tag name="MH_TYPE" val="Other"/>
  <p:tag name="MH_ORDER" val="4"/>
</p:tagLst>
</file>

<file path=ppt/tags/tag103.xml><?xml version="1.0" encoding="utf-8"?>
<p:tagLst xmlns:p="http://schemas.openxmlformats.org/presentationml/2006/main">
  <p:tag name="MH" val="20200809102712"/>
  <p:tag name="MH_LIBRARY" val="GRAPHIC"/>
  <p:tag name="MH_TYPE" val="Other"/>
  <p:tag name="MH_ORDER" val="5"/>
</p:tagLst>
</file>

<file path=ppt/tags/tag104.xml><?xml version="1.0" encoding="utf-8"?>
<p:tagLst xmlns:p="http://schemas.openxmlformats.org/presentationml/2006/main">
  <p:tag name="MH" val="20200810081110"/>
  <p:tag name="MH_LIBRARY" val="GRAPHIC"/>
  <p:tag name="MH_TYPE" val="Other"/>
  <p:tag name="MH_ORDER" val="1"/>
</p:tagLst>
</file>

<file path=ppt/tags/tag105.xml><?xml version="1.0" encoding="utf-8"?>
<p:tagLst xmlns:p="http://schemas.openxmlformats.org/presentationml/2006/main">
  <p:tag name="MH" val="20200810081110"/>
  <p:tag name="MH_LIBRARY" val="GRAPHIC"/>
  <p:tag name="MH_TYPE" val="Other"/>
  <p:tag name="MH_ORDER" val="2"/>
</p:tagLst>
</file>

<file path=ppt/tags/tag106.xml><?xml version="1.0" encoding="utf-8"?>
<p:tagLst xmlns:p="http://schemas.openxmlformats.org/presentationml/2006/main">
  <p:tag name="MH" val="20200810081110"/>
  <p:tag name="MH_LIBRARY" val="GRAPHIC"/>
  <p:tag name="MH_TYPE" val="Other"/>
  <p:tag name="MH_ORDER" val="3"/>
</p:tagLst>
</file>

<file path=ppt/tags/tag107.xml><?xml version="1.0" encoding="utf-8"?>
<p:tagLst xmlns:p="http://schemas.openxmlformats.org/presentationml/2006/main">
  <p:tag name="MH" val="20200810081110"/>
  <p:tag name="MH_LIBRARY" val="GRAPHIC"/>
  <p:tag name="MH_TYPE" val="Other"/>
  <p:tag name="MH_ORDER" val="4"/>
</p:tagLst>
</file>

<file path=ppt/tags/tag108.xml><?xml version="1.0" encoding="utf-8"?>
<p:tagLst xmlns:p="http://schemas.openxmlformats.org/presentationml/2006/main">
  <p:tag name="MH" val="20200810081110"/>
  <p:tag name="MH_LIBRARY" val="GRAPHIC"/>
  <p:tag name="MH_TYPE" val="Other"/>
  <p:tag name="MH_ORDER" val="5"/>
</p:tagLst>
</file>

<file path=ppt/tags/tag109.xml><?xml version="1.0" encoding="utf-8"?>
<p:tagLst xmlns:p="http://schemas.openxmlformats.org/presentationml/2006/main">
  <p:tag name="MH" val="20200810081110"/>
  <p:tag name="MH_LIBRARY" val="GRAPHIC"/>
  <p:tag name="MH_TYPE" val="Other"/>
  <p:tag name="MH_ORDER" val="6"/>
</p:tagLst>
</file>

<file path=ppt/tags/tag110.xml><?xml version="1.0" encoding="utf-8"?>
<p:tagLst xmlns:p="http://schemas.openxmlformats.org/presentationml/2006/main">
  <p:tag name="MH" val="20200810081110"/>
  <p:tag name="MH_LIBRARY" val="GRAPHIC"/>
  <p:tag name="MH_TYPE" val="Other"/>
  <p:tag name="MH_ORDER" val="7"/>
</p:tagLst>
</file>

<file path=ppt/tags/tag111.xml><?xml version="1.0" encoding="utf-8"?>
<p:tagLst xmlns:p="http://schemas.openxmlformats.org/presentationml/2006/main">
  <p:tag name="MH" val="20200810081110"/>
  <p:tag name="MH_LIBRARY" val="GRAPHIC"/>
  <p:tag name="MH_TYPE" val="Other"/>
  <p:tag name="MH_ORDER" val="8"/>
</p:tagLst>
</file>

<file path=ppt/tags/tag112.xml><?xml version="1.0" encoding="utf-8"?>
<p:tagLst xmlns:p="http://schemas.openxmlformats.org/presentationml/2006/main">
  <p:tag name="MH" val="20200810081110"/>
  <p:tag name="MH_LIBRARY" val="GRAPHIC"/>
  <p:tag name="MH_TYPE" val="Other"/>
  <p:tag name="MH_ORDER" val="9"/>
</p:tagLst>
</file>

<file path=ppt/tags/tag113.xml><?xml version="1.0" encoding="utf-8"?>
<p:tagLst xmlns:p="http://schemas.openxmlformats.org/presentationml/2006/main">
  <p:tag name="MH" val="20200810081110"/>
  <p:tag name="MH_LIBRARY" val="GRAPHIC"/>
  <p:tag name="MH_TYPE" val="Other"/>
  <p:tag name="MH_ORDER" val="10"/>
</p:tagLst>
</file>

<file path=ppt/tags/tag114.xml><?xml version="1.0" encoding="utf-8"?>
<p:tagLst xmlns:p="http://schemas.openxmlformats.org/presentationml/2006/main">
  <p:tag name="MH" val="20200810081110"/>
  <p:tag name="MH_LIBRARY" val="GRAPHIC"/>
  <p:tag name="MH_TYPE" val="Other"/>
  <p:tag name="MH_ORDER" val="11"/>
</p:tagLst>
</file>

<file path=ppt/tags/tag115.xml><?xml version="1.0" encoding="utf-8"?>
<p:tagLst xmlns:p="http://schemas.openxmlformats.org/presentationml/2006/main">
  <p:tag name="MH" val="20200810081110"/>
  <p:tag name="MH_LIBRARY" val="GRAPHIC"/>
  <p:tag name="MH_TYPE" val="Other"/>
  <p:tag name="MH_ORDER" val="12"/>
</p:tagLst>
</file>

<file path=ppt/tags/tag116.xml><?xml version="1.0" encoding="utf-8"?>
<p:tagLst xmlns:p="http://schemas.openxmlformats.org/presentationml/2006/main">
  <p:tag name="MH" val="20200810081110"/>
  <p:tag name="MH_LIBRARY" val="GRAPHIC"/>
  <p:tag name="MH_TYPE" val="SubTitle"/>
  <p:tag name="MH_ORDER" val="1"/>
</p:tagLst>
</file>

<file path=ppt/tags/tag117.xml><?xml version="1.0" encoding="utf-8"?>
<p:tagLst xmlns:p="http://schemas.openxmlformats.org/presentationml/2006/main">
  <p:tag name="MH" val="20200810081110"/>
  <p:tag name="MH_LIBRARY" val="GRAPHIC"/>
  <p:tag name="MH_TYPE" val="SubTitle"/>
  <p:tag name="MH_ORDER" val="2"/>
</p:tagLst>
</file>

<file path=ppt/tags/tag118.xml><?xml version="1.0" encoding="utf-8"?>
<p:tagLst xmlns:p="http://schemas.openxmlformats.org/presentationml/2006/main">
  <p:tag name="MH" val="20200810081110"/>
  <p:tag name="MH_LIBRARY" val="GRAPHIC"/>
  <p:tag name="MH_TYPE" val="Text"/>
  <p:tag name="MH_ORDER" val="2"/>
</p:tagLst>
</file>

<file path=ppt/tags/tag119.xml><?xml version="1.0" encoding="utf-8"?>
<p:tagLst xmlns:p="http://schemas.openxmlformats.org/presentationml/2006/main">
  <p:tag name="MH" val="20200810081110"/>
  <p:tag name="MH_LIBRARY" val="GRAPHIC"/>
  <p:tag name="MH_TYPE" val="Text"/>
  <p:tag name="MH_ORDER" val="2"/>
</p:tagLst>
</file>

<file path=ppt/tags/tag120.xml><?xml version="1.0" encoding="utf-8"?>
<p:tagLst xmlns:p="http://schemas.openxmlformats.org/presentationml/2006/main">
  <p:tag name="MH" val="20200713124552"/>
  <p:tag name="MH_LIBRARY" val="GRAPHIC"/>
  <p:tag name="MH_TYPE" val="Other"/>
  <p:tag name="MH_ORDER" val="1"/>
</p:tagLst>
</file>

<file path=ppt/tags/tag121.xml><?xml version="1.0" encoding="utf-8"?>
<p:tagLst xmlns:p="http://schemas.openxmlformats.org/presentationml/2006/main">
  <p:tag name="MH" val="20200713124552"/>
  <p:tag name="MH_LIBRARY" val="GRAPHIC"/>
  <p:tag name="MH_TYPE" val="Other"/>
  <p:tag name="MH_ORDER" val="2"/>
</p:tagLst>
</file>

<file path=ppt/tags/tag122.xml><?xml version="1.0" encoding="utf-8"?>
<p:tagLst xmlns:p="http://schemas.openxmlformats.org/presentationml/2006/main">
  <p:tag name="MH" val="20200713124552"/>
  <p:tag name="MH_LIBRARY" val="GRAPHIC"/>
  <p:tag name="MH_TYPE" val="Other"/>
  <p:tag name="MH_ORDER" val="3"/>
</p:tagLst>
</file>

<file path=ppt/tags/tag123.xml><?xml version="1.0" encoding="utf-8"?>
<p:tagLst xmlns:p="http://schemas.openxmlformats.org/presentationml/2006/main">
  <p:tag name="MH" val="20200713124552"/>
  <p:tag name="MH_LIBRARY" val="GRAPHIC"/>
  <p:tag name="MH_TYPE" val="Other"/>
  <p:tag name="MH_ORDER" val="4"/>
</p:tagLst>
</file>

<file path=ppt/tags/tag124.xml><?xml version="1.0" encoding="utf-8"?>
<p:tagLst xmlns:p="http://schemas.openxmlformats.org/presentationml/2006/main">
  <p:tag name="MH" val="20200713124552"/>
  <p:tag name="MH_LIBRARY" val="GRAPHIC"/>
  <p:tag name="MH_TYPE" val="Title"/>
  <p:tag name="MH_ORDER" val="1"/>
</p:tagLst>
</file>

<file path=ppt/tags/tag125.xml><?xml version="1.0" encoding="utf-8"?>
<p:tagLst xmlns:p="http://schemas.openxmlformats.org/presentationml/2006/main">
  <p:tag name="MH" val="20200713124552"/>
  <p:tag name="MH_LIBRARY" val="GRAPHIC"/>
  <p:tag name="MH_TYPE" val="SubTitle"/>
  <p:tag name="MH_ORDER" val="2"/>
</p:tagLst>
</file>

<file path=ppt/tags/tag126.xml><?xml version="1.0" encoding="utf-8"?>
<p:tagLst xmlns:p="http://schemas.openxmlformats.org/presentationml/2006/main">
  <p:tag name="MH" val="20200713124552"/>
  <p:tag name="MH_LIBRARY" val="GRAPHIC"/>
  <p:tag name="MH_TYPE" val="SubTitle"/>
  <p:tag name="MH_ORDER" val="1"/>
</p:tagLst>
</file>

<file path=ppt/tags/tag127.xml><?xml version="1.0" encoding="utf-8"?>
<p:tagLst xmlns:p="http://schemas.openxmlformats.org/presentationml/2006/main">
  <p:tag name="MH" val="20200713124552"/>
  <p:tag name="MH_LIBRARY" val="GRAPHIC"/>
  <p:tag name="MH_TYPE" val="SubTitle"/>
  <p:tag name="MH_ORDER" val="3"/>
</p:tagLst>
</file>

<file path=ppt/tags/tag128.xml><?xml version="1.0" encoding="utf-8"?>
<p:tagLst xmlns:p="http://schemas.openxmlformats.org/presentationml/2006/main">
  <p:tag name="MH" val="20200808095502"/>
  <p:tag name="MH_LIBRARY" val="GRAPHIC"/>
  <p:tag name="MH_TYPE" val="Other"/>
  <p:tag name="MH_ORDER" val="1"/>
</p:tagLst>
</file>

<file path=ppt/tags/tag129.xml><?xml version="1.0" encoding="utf-8"?>
<p:tagLst xmlns:p="http://schemas.openxmlformats.org/presentationml/2006/main">
  <p:tag name="MH" val="20200808095502"/>
  <p:tag name="MH_LIBRARY" val="GRAPHIC"/>
  <p:tag name="MH_TYPE" val="SubTitle"/>
  <p:tag name="MH_ORDER" val="1"/>
</p:tagLst>
</file>

<file path=ppt/tags/tag130.xml><?xml version="1.0" encoding="utf-8"?>
<p:tagLst xmlns:p="http://schemas.openxmlformats.org/presentationml/2006/main">
  <p:tag name="MH" val="20200808095502"/>
  <p:tag name="MH_LIBRARY" val="GRAPHIC"/>
  <p:tag name="MH_TYPE" val="Other"/>
  <p:tag name="MH_ORDER" val="2"/>
</p:tagLst>
</file>

<file path=ppt/tags/tag131.xml><?xml version="1.0" encoding="utf-8"?>
<p:tagLst xmlns:p="http://schemas.openxmlformats.org/presentationml/2006/main">
  <p:tag name="MH" val="20200808095502"/>
  <p:tag name="MH_LIBRARY" val="GRAPHIC"/>
  <p:tag name="MH_TYPE" val="SubTitle"/>
  <p:tag name="MH_ORDER" val="3"/>
</p:tagLst>
</file>

<file path=ppt/tags/tag132.xml><?xml version="1.0" encoding="utf-8"?>
<p:tagLst xmlns:p="http://schemas.openxmlformats.org/presentationml/2006/main">
  <p:tag name="MH" val="20200808095502"/>
  <p:tag name="MH_LIBRARY" val="GRAPHIC"/>
  <p:tag name="MH_TYPE" val="Other"/>
  <p:tag name="MH_ORDER" val="3"/>
</p:tagLst>
</file>

<file path=ppt/tags/tag133.xml><?xml version="1.0" encoding="utf-8"?>
<p:tagLst xmlns:p="http://schemas.openxmlformats.org/presentationml/2006/main">
  <p:tag name="MH" val="20200808095502"/>
  <p:tag name="MH_LIBRARY" val="GRAPHIC"/>
  <p:tag name="MH_TYPE" val="SubTitle"/>
  <p:tag name="MH_ORDER" val="4"/>
</p:tagLst>
</file>

<file path=ppt/tags/tag134.xml><?xml version="1.0" encoding="utf-8"?>
<p:tagLst xmlns:p="http://schemas.openxmlformats.org/presentationml/2006/main">
  <p:tag name="MH" val="20200808095502"/>
  <p:tag name="MH_LIBRARY" val="GRAPHIC"/>
  <p:tag name="MH_TYPE" val="Other"/>
  <p:tag name="MH_ORDER" val="4"/>
</p:tagLst>
</file>

<file path=ppt/tags/tag135.xml><?xml version="1.0" encoding="utf-8"?>
<p:tagLst xmlns:p="http://schemas.openxmlformats.org/presentationml/2006/main">
  <p:tag name="MH" val="20200808095502"/>
  <p:tag name="MH_LIBRARY" val="GRAPHIC"/>
  <p:tag name="MH_TYPE" val="SubTitle"/>
  <p:tag name="MH_ORDER" val="2"/>
</p:tagLst>
</file>

<file path=ppt/tags/tag136.xml><?xml version="1.0" encoding="utf-8"?>
<p:tagLst xmlns:p="http://schemas.openxmlformats.org/presentationml/2006/main">
  <p:tag name="MH" val="20200810090040"/>
  <p:tag name="MH_LIBRARY" val="GRAPHIC"/>
  <p:tag name="MH_TYPE" val="SubTitle"/>
  <p:tag name="MH_ORDER" val="2"/>
</p:tagLst>
</file>

<file path=ppt/tags/tag137.xml><?xml version="1.0" encoding="utf-8"?>
<p:tagLst xmlns:p="http://schemas.openxmlformats.org/presentationml/2006/main">
  <p:tag name="MH" val="20200810090040"/>
  <p:tag name="MH_LIBRARY" val="GRAPHIC"/>
  <p:tag name="MH_TYPE" val="Other"/>
  <p:tag name="MH_ORDER" val="1"/>
</p:tagLst>
</file>

<file path=ppt/tags/tag138.xml><?xml version="1.0" encoding="utf-8"?>
<p:tagLst xmlns:p="http://schemas.openxmlformats.org/presentationml/2006/main">
  <p:tag name="MH" val="20200810090040"/>
  <p:tag name="MH_LIBRARY" val="GRAPHIC"/>
  <p:tag name="MH_TYPE" val="Text"/>
  <p:tag name="MH_ORDER" val="1"/>
</p:tagLst>
</file>

<file path=ppt/tags/tag139.xml><?xml version="1.0" encoding="utf-8"?>
<p:tagLst xmlns:p="http://schemas.openxmlformats.org/presentationml/2006/main">
  <p:tag name="MH" val="20200810090040"/>
  <p:tag name="MH_LIBRARY" val="GRAPHIC"/>
  <p:tag name="MH_TYPE" val="SubTitle"/>
  <p:tag name="MH_ORDER" val="1"/>
</p:tagLst>
</file>

<file path=ppt/tags/tag140.xml><?xml version="1.0" encoding="utf-8"?>
<p:tagLst xmlns:p="http://schemas.openxmlformats.org/presentationml/2006/main">
  <p:tag name="MH" val="20200810090040"/>
  <p:tag name="MH_LIBRARY" val="GRAPHIC"/>
  <p:tag name="MH_TYPE" val="Other"/>
  <p:tag name="MH_ORDER" val="2"/>
</p:tagLst>
</file>

<file path=ppt/tags/tag141.xml><?xml version="1.0" encoding="utf-8"?>
<p:tagLst xmlns:p="http://schemas.openxmlformats.org/presentationml/2006/main">
  <p:tag name="MH" val="20200810090040"/>
  <p:tag name="MH_LIBRARY" val="GRAPHIC"/>
  <p:tag name="MH_TYPE" val="Text"/>
  <p:tag name="MH_ORDER" val="2"/>
</p:tagLst>
</file>

<file path=ppt/tags/tag142.xml><?xml version="1.0" encoding="utf-8"?>
<p:tagLst xmlns:p="http://schemas.openxmlformats.org/presentationml/2006/main">
  <p:tag name="MH" val="20200724140354"/>
  <p:tag name="MH_LIBRARY" val="GRAPHIC"/>
  <p:tag name="MH_TYPE" val="Other"/>
  <p:tag name="MH_ORDER" val="1"/>
</p:tagLst>
</file>

<file path=ppt/tags/tag143.xml><?xml version="1.0" encoding="utf-8"?>
<p:tagLst xmlns:p="http://schemas.openxmlformats.org/presentationml/2006/main">
  <p:tag name="MH" val="20200724140354"/>
  <p:tag name="MH_LIBRARY" val="GRAPHIC"/>
  <p:tag name="MH_TYPE" val="Other"/>
  <p:tag name="MH_ORDER" val="2"/>
</p:tagLst>
</file>

<file path=ppt/tags/tag144.xml><?xml version="1.0" encoding="utf-8"?>
<p:tagLst xmlns:p="http://schemas.openxmlformats.org/presentationml/2006/main">
  <p:tag name="MH" val="20200724140354"/>
  <p:tag name="MH_LIBRARY" val="GRAPHIC"/>
  <p:tag name="MH_TYPE" val="Other"/>
  <p:tag name="MH_ORDER" val="3"/>
</p:tagLst>
</file>

<file path=ppt/tags/tag145.xml><?xml version="1.0" encoding="utf-8"?>
<p:tagLst xmlns:p="http://schemas.openxmlformats.org/presentationml/2006/main">
  <p:tag name="MH" val="20200724140354"/>
  <p:tag name="MH_LIBRARY" val="GRAPHIC"/>
  <p:tag name="MH_TYPE" val="Other"/>
  <p:tag name="MH_ORDER" val="4"/>
</p:tagLst>
</file>

<file path=ppt/tags/tag146.xml><?xml version="1.0" encoding="utf-8"?>
<p:tagLst xmlns:p="http://schemas.openxmlformats.org/presentationml/2006/main">
  <p:tag name="MH" val="20200724140354"/>
  <p:tag name="MH_LIBRARY" val="GRAPHIC"/>
  <p:tag name="MH_TYPE" val="Other"/>
  <p:tag name="MH_ORDER" val="5"/>
</p:tagLst>
</file>

<file path=ppt/tags/tag147.xml><?xml version="1.0" encoding="utf-8"?>
<p:tagLst xmlns:p="http://schemas.openxmlformats.org/presentationml/2006/main">
  <p:tag name="MH" val="20200724140354"/>
  <p:tag name="MH_LIBRARY" val="GRAPHIC"/>
  <p:tag name="MH_TYPE" val="Other"/>
  <p:tag name="MH_ORDER" val="6"/>
</p:tagLst>
</file>

<file path=ppt/tags/tag148.xml><?xml version="1.0" encoding="utf-8"?>
<p:tagLst xmlns:p="http://schemas.openxmlformats.org/presentationml/2006/main">
  <p:tag name="MH" val="20200724140354"/>
  <p:tag name="MH_LIBRARY" val="GRAPHIC"/>
  <p:tag name="MH_TYPE" val="SubTitle"/>
  <p:tag name="MH_ORDER" val="3"/>
</p:tagLst>
</file>

<file path=ppt/tags/tag149.xml><?xml version="1.0" encoding="utf-8"?>
<p:tagLst xmlns:p="http://schemas.openxmlformats.org/presentationml/2006/main">
  <p:tag name="MH" val="20200724140354"/>
  <p:tag name="MH_LIBRARY" val="GRAPHIC"/>
  <p:tag name="MH_TYPE" val="SubTitle"/>
  <p:tag name="MH_ORDER" val="2"/>
</p:tagLst>
</file>

<file path=ppt/tags/tag150.xml><?xml version="1.0" encoding="utf-8"?>
<p:tagLst xmlns:p="http://schemas.openxmlformats.org/presentationml/2006/main">
  <p:tag name="MH" val="20200724140354"/>
  <p:tag name="MH_LIBRARY" val="GRAPHIC"/>
  <p:tag name="MH_TYPE" val="SubTitle"/>
  <p:tag name="MH_ORDER" val="1"/>
</p:tagLst>
</file>

<file path=ppt/tags/tag151.xml><?xml version="1.0" encoding="utf-8"?>
<p:tagLst xmlns:p="http://schemas.openxmlformats.org/presentationml/2006/main">
  <p:tag name="MH" val="20200810093518"/>
  <p:tag name="MH_LIBRARY" val="GRAPHIC"/>
  <p:tag name="MH_TYPE" val="Other"/>
  <p:tag name="MH_ORDER" val="1"/>
</p:tagLst>
</file>

<file path=ppt/tags/tag152.xml><?xml version="1.0" encoding="utf-8"?>
<p:tagLst xmlns:p="http://schemas.openxmlformats.org/presentationml/2006/main">
  <p:tag name="MH" val="20200810093518"/>
  <p:tag name="MH_LIBRARY" val="GRAPHIC"/>
  <p:tag name="MH_TYPE" val="Other"/>
  <p:tag name="MH_ORDER" val="2"/>
</p:tagLst>
</file>

<file path=ppt/tags/tag153.xml><?xml version="1.0" encoding="utf-8"?>
<p:tagLst xmlns:p="http://schemas.openxmlformats.org/presentationml/2006/main">
  <p:tag name="MH" val="20200810093518"/>
  <p:tag name="MH_LIBRARY" val="GRAPHIC"/>
  <p:tag name="MH_TYPE" val="Other"/>
  <p:tag name="MH_ORDER" val="3"/>
</p:tagLst>
</file>

<file path=ppt/tags/tag154.xml><?xml version="1.0" encoding="utf-8"?>
<p:tagLst xmlns:p="http://schemas.openxmlformats.org/presentationml/2006/main">
  <p:tag name="MH" val="20200810093518"/>
  <p:tag name="MH_LIBRARY" val="GRAPHIC"/>
  <p:tag name="MH_TYPE" val="Other"/>
  <p:tag name="MH_ORDER" val="4"/>
</p:tagLst>
</file>

<file path=ppt/tags/tag155.xml><?xml version="1.0" encoding="utf-8"?>
<p:tagLst xmlns:p="http://schemas.openxmlformats.org/presentationml/2006/main">
  <p:tag name="MH" val="20200810093518"/>
  <p:tag name="MH_LIBRARY" val="GRAPHIC"/>
  <p:tag name="MH_TYPE" val="Other"/>
  <p:tag name="MH_ORDER" val="5"/>
</p:tagLst>
</file>

<file path=ppt/tags/tag156.xml><?xml version="1.0" encoding="utf-8"?>
<p:tagLst xmlns:p="http://schemas.openxmlformats.org/presentationml/2006/main">
  <p:tag name="MH" val="20200810093518"/>
  <p:tag name="MH_LIBRARY" val="GRAPHIC"/>
  <p:tag name="MH_TYPE" val="Other"/>
  <p:tag name="MH_ORDER" val="6"/>
</p:tagLst>
</file>

<file path=ppt/tags/tag157.xml><?xml version="1.0" encoding="utf-8"?>
<p:tagLst xmlns:p="http://schemas.openxmlformats.org/presentationml/2006/main">
  <p:tag name="MH" val="20200810093518"/>
  <p:tag name="MH_LIBRARY" val="GRAPHIC"/>
  <p:tag name="MH_TYPE" val="Other"/>
  <p:tag name="MH_ORDER" val="7"/>
</p:tagLst>
</file>

<file path=ppt/tags/tag158.xml><?xml version="1.0" encoding="utf-8"?>
<p:tagLst xmlns:p="http://schemas.openxmlformats.org/presentationml/2006/main">
  <p:tag name="MH" val="20200810093518"/>
  <p:tag name="MH_LIBRARY" val="GRAPHIC"/>
  <p:tag name="MH_TYPE" val="Text"/>
  <p:tag name="MH_ORDER" val="1"/>
</p:tagLst>
</file>

<file path=ppt/tags/tag159.xml><?xml version="1.0" encoding="utf-8"?>
<p:tagLst xmlns:p="http://schemas.openxmlformats.org/presentationml/2006/main">
  <p:tag name="MH" val="20200810093518"/>
  <p:tag name="MH_LIBRARY" val="GRAPHIC"/>
  <p:tag name="MH_TYPE" val="SubTitle"/>
  <p:tag name="MH_ORDER" val="1"/>
</p:tagLst>
</file>

<file path=ppt/tags/tag160.xml><?xml version="1.0" encoding="utf-8"?>
<p:tagLst xmlns:p="http://schemas.openxmlformats.org/presentationml/2006/main">
  <p:tag name="MH" val="20200810093518"/>
  <p:tag name="MH_LIBRARY" val="GRAPHIC"/>
  <p:tag name="MH_TYPE" val="Text"/>
  <p:tag name="MH_ORDER" val="2"/>
</p:tagLst>
</file>

<file path=ppt/tags/tag161.xml><?xml version="1.0" encoding="utf-8"?>
<p:tagLst xmlns:p="http://schemas.openxmlformats.org/presentationml/2006/main">
  <p:tag name="MH" val="20200810093518"/>
  <p:tag name="MH_LIBRARY" val="GRAPHIC"/>
  <p:tag name="MH_TYPE" val="SubTitle"/>
  <p:tag name="MH_ORDER" val="2"/>
</p:tagLst>
</file>

<file path=ppt/tags/tag162.xml><?xml version="1.0" encoding="utf-8"?>
<p:tagLst xmlns:p="http://schemas.openxmlformats.org/presentationml/2006/main">
  <p:tag name="MH" val="20200810081110"/>
  <p:tag name="MH_LIBRARY" val="GRAPHIC"/>
  <p:tag name="MH_TYPE" val="Other"/>
  <p:tag name="MH_ORDER" val="1"/>
</p:tagLst>
</file>

<file path=ppt/tags/tag163.xml><?xml version="1.0" encoding="utf-8"?>
<p:tagLst xmlns:p="http://schemas.openxmlformats.org/presentationml/2006/main">
  <p:tag name="MH" val="20200810081110"/>
  <p:tag name="MH_LIBRARY" val="GRAPHIC"/>
  <p:tag name="MH_TYPE" val="Other"/>
  <p:tag name="MH_ORDER" val="2"/>
</p:tagLst>
</file>

<file path=ppt/tags/tag164.xml><?xml version="1.0" encoding="utf-8"?>
<p:tagLst xmlns:p="http://schemas.openxmlformats.org/presentationml/2006/main">
  <p:tag name="MH" val="20200810081110"/>
  <p:tag name="MH_LIBRARY" val="GRAPHIC"/>
  <p:tag name="MH_TYPE" val="Other"/>
  <p:tag name="MH_ORDER" val="3"/>
</p:tagLst>
</file>

<file path=ppt/tags/tag165.xml><?xml version="1.0" encoding="utf-8"?>
<p:tagLst xmlns:p="http://schemas.openxmlformats.org/presentationml/2006/main">
  <p:tag name="MH" val="20200810081110"/>
  <p:tag name="MH_LIBRARY" val="GRAPHIC"/>
  <p:tag name="MH_TYPE" val="Other"/>
  <p:tag name="MH_ORDER" val="4"/>
</p:tagLst>
</file>

<file path=ppt/tags/tag166.xml><?xml version="1.0" encoding="utf-8"?>
<p:tagLst xmlns:p="http://schemas.openxmlformats.org/presentationml/2006/main">
  <p:tag name="MH" val="20200810081110"/>
  <p:tag name="MH_LIBRARY" val="GRAPHIC"/>
  <p:tag name="MH_TYPE" val="Other"/>
  <p:tag name="MH_ORDER" val="5"/>
</p:tagLst>
</file>

<file path=ppt/tags/tag167.xml><?xml version="1.0" encoding="utf-8"?>
<p:tagLst xmlns:p="http://schemas.openxmlformats.org/presentationml/2006/main">
  <p:tag name="MH" val="20200810081110"/>
  <p:tag name="MH_LIBRARY" val="GRAPHIC"/>
  <p:tag name="MH_TYPE" val="Other"/>
  <p:tag name="MH_ORDER" val="6"/>
</p:tagLst>
</file>

<file path=ppt/tags/tag168.xml><?xml version="1.0" encoding="utf-8"?>
<p:tagLst xmlns:p="http://schemas.openxmlformats.org/presentationml/2006/main">
  <p:tag name="MH" val="20200810081110"/>
  <p:tag name="MH_LIBRARY" val="GRAPHIC"/>
  <p:tag name="MH_TYPE" val="Other"/>
  <p:tag name="MH_ORDER" val="7"/>
</p:tagLst>
</file>

<file path=ppt/tags/tag169.xml><?xml version="1.0" encoding="utf-8"?>
<p:tagLst xmlns:p="http://schemas.openxmlformats.org/presentationml/2006/main">
  <p:tag name="MH" val="20200810081110"/>
  <p:tag name="MH_LIBRARY" val="GRAPHIC"/>
  <p:tag name="MH_TYPE" val="Other"/>
  <p:tag name="MH_ORDER" val="8"/>
</p:tagLst>
</file>

<file path=ppt/tags/tag170.xml><?xml version="1.0" encoding="utf-8"?>
<p:tagLst xmlns:p="http://schemas.openxmlformats.org/presentationml/2006/main">
  <p:tag name="MH" val="20200810081110"/>
  <p:tag name="MH_LIBRARY" val="GRAPHIC"/>
  <p:tag name="MH_TYPE" val="Other"/>
  <p:tag name="MH_ORDER" val="9"/>
</p:tagLst>
</file>

<file path=ppt/tags/tag171.xml><?xml version="1.0" encoding="utf-8"?>
<p:tagLst xmlns:p="http://schemas.openxmlformats.org/presentationml/2006/main">
  <p:tag name="MH" val="20200810081110"/>
  <p:tag name="MH_LIBRARY" val="GRAPHIC"/>
  <p:tag name="MH_TYPE" val="Other"/>
  <p:tag name="MH_ORDER" val="10"/>
</p:tagLst>
</file>

<file path=ppt/tags/tag172.xml><?xml version="1.0" encoding="utf-8"?>
<p:tagLst xmlns:p="http://schemas.openxmlformats.org/presentationml/2006/main">
  <p:tag name="MH" val="20200810081110"/>
  <p:tag name="MH_LIBRARY" val="GRAPHIC"/>
  <p:tag name="MH_TYPE" val="Other"/>
  <p:tag name="MH_ORDER" val="11"/>
</p:tagLst>
</file>

<file path=ppt/tags/tag173.xml><?xml version="1.0" encoding="utf-8"?>
<p:tagLst xmlns:p="http://schemas.openxmlformats.org/presentationml/2006/main">
  <p:tag name="MH" val="20200810081110"/>
  <p:tag name="MH_LIBRARY" val="GRAPHIC"/>
  <p:tag name="MH_TYPE" val="Other"/>
  <p:tag name="MH_ORDER" val="12"/>
</p:tagLst>
</file>

<file path=ppt/tags/tag174.xml><?xml version="1.0" encoding="utf-8"?>
<p:tagLst xmlns:p="http://schemas.openxmlformats.org/presentationml/2006/main">
  <p:tag name="MH" val="20200810081110"/>
  <p:tag name="MH_LIBRARY" val="GRAPHIC"/>
  <p:tag name="MH_TYPE" val="SubTitle"/>
  <p:tag name="MH_ORDER" val="1"/>
</p:tagLst>
</file>

<file path=ppt/tags/tag175.xml><?xml version="1.0" encoding="utf-8"?>
<p:tagLst xmlns:p="http://schemas.openxmlformats.org/presentationml/2006/main">
  <p:tag name="MH" val="20200810081110"/>
  <p:tag name="MH_LIBRARY" val="GRAPHIC"/>
  <p:tag name="MH_TYPE" val="SubTitle"/>
  <p:tag name="MH_ORDER" val="2"/>
</p:tagLst>
</file>

<file path=ppt/tags/tag176.xml><?xml version="1.0" encoding="utf-8"?>
<p:tagLst xmlns:p="http://schemas.openxmlformats.org/presentationml/2006/main">
  <p:tag name="MH" val="20200810081110"/>
  <p:tag name="MH_LIBRARY" val="GRAPHIC"/>
  <p:tag name="MH_TYPE" val="Text"/>
  <p:tag name="MH_ORDER" val="2"/>
</p:tagLst>
</file>

<file path=ppt/tags/tag177.xml><?xml version="1.0" encoding="utf-8"?>
<p:tagLst xmlns:p="http://schemas.openxmlformats.org/presentationml/2006/main">
  <p:tag name="MH" val="20200810081110"/>
  <p:tag name="MH_LIBRARY" val="GRAPHIC"/>
  <p:tag name="MH_TYPE" val="Text"/>
  <p:tag name="MH_ORDER" val="2"/>
</p:tagLst>
</file>

<file path=ppt/tags/tag178.xml><?xml version="1.0" encoding="utf-8"?>
<p:tagLst xmlns:p="http://schemas.openxmlformats.org/presentationml/2006/main">
  <p:tag name="MH" val="20200810080553"/>
  <p:tag name="MH_LIBRARY" val="GRAPHIC"/>
  <p:tag name="MH_TYPE" val="SubTitle"/>
  <p:tag name="MH_ORDER" val="1"/>
</p:tagLst>
</file>

<file path=ppt/tags/tag179.xml><?xml version="1.0" encoding="utf-8"?>
<p:tagLst xmlns:p="http://schemas.openxmlformats.org/presentationml/2006/main">
  <p:tag name="MH" val="20200810080553"/>
  <p:tag name="MH_LIBRARY" val="GRAPHIC"/>
  <p:tag name="MH_TYPE" val="SubTitle"/>
  <p:tag name="MH_ORDER" val="2"/>
</p:tagLst>
</file>

<file path=ppt/tags/tag180.xml><?xml version="1.0" encoding="utf-8"?>
<p:tagLst xmlns:p="http://schemas.openxmlformats.org/presentationml/2006/main">
  <p:tag name="MH" val="20200810080553"/>
  <p:tag name="MH_LIBRARY" val="GRAPHIC"/>
  <p:tag name="MH_TYPE" val="SubTitle"/>
  <p:tag name="MH_ORDER" val="3"/>
</p:tagLst>
</file>

<file path=ppt/tags/tag181.xml><?xml version="1.0" encoding="utf-8"?>
<p:tagLst xmlns:p="http://schemas.openxmlformats.org/presentationml/2006/main">
  <p:tag name="MH" val="20200810080553"/>
  <p:tag name="MH_LIBRARY" val="GRAPHIC"/>
  <p:tag name="MH_TYPE" val="Other"/>
  <p:tag name="MH_ORDER" val="4"/>
</p:tagLst>
</file>

<file path=ppt/tags/tag182.xml><?xml version="1.0" encoding="utf-8"?>
<p:tagLst xmlns:p="http://schemas.openxmlformats.org/presentationml/2006/main">
  <p:tag name="MH" val="20200810080553"/>
  <p:tag name="MH_LIBRARY" val="GRAPHIC"/>
  <p:tag name="MH_TYPE" val="Other"/>
  <p:tag name="MH_ORDER" val="5"/>
</p:tagLst>
</file>

<file path=ppt/tags/tag183.xml><?xml version="1.0" encoding="utf-8"?>
<p:tagLst xmlns:p="http://schemas.openxmlformats.org/presentationml/2006/main">
  <p:tag name="MH" val="20200810080553"/>
  <p:tag name="MH_LIBRARY" val="GRAPHIC"/>
  <p:tag name="MH_TYPE" val="Other"/>
  <p:tag name="MH_ORDER" val="6"/>
</p:tagLst>
</file>

<file path=ppt/tags/tag184.xml><?xml version="1.0" encoding="utf-8"?>
<p:tagLst xmlns:p="http://schemas.openxmlformats.org/presentationml/2006/main">
  <p:tag name="MH" val="20200806223744"/>
  <p:tag name="MH_LIBRARY" val="GRAPHIC"/>
  <p:tag name="MH_TYPE" val="Other"/>
  <p:tag name="MH_ORDER" val="1"/>
</p:tagLst>
</file>

<file path=ppt/tags/tag185.xml><?xml version="1.0" encoding="utf-8"?>
<p:tagLst xmlns:p="http://schemas.openxmlformats.org/presentationml/2006/main">
  <p:tag name="MH" val="20200806223744"/>
  <p:tag name="MH_LIBRARY" val="GRAPHIC"/>
  <p:tag name="MH_TYPE" val="SubTitle"/>
  <p:tag name="MH_ORDER" val="2"/>
</p:tagLst>
</file>

<file path=ppt/tags/tag186.xml><?xml version="1.0" encoding="utf-8"?>
<p:tagLst xmlns:p="http://schemas.openxmlformats.org/presentationml/2006/main">
  <p:tag name="MH" val="20200806223744"/>
  <p:tag name="MH_LIBRARY" val="GRAPHIC"/>
  <p:tag name="MH_TYPE" val="Other"/>
  <p:tag name="MH_ORDER" val="2"/>
</p:tagLst>
</file>

<file path=ppt/tags/tag187.xml><?xml version="1.0" encoding="utf-8"?>
<p:tagLst xmlns:p="http://schemas.openxmlformats.org/presentationml/2006/main">
  <p:tag name="MH" val="20200806223744"/>
  <p:tag name="MH_LIBRARY" val="GRAPHIC"/>
  <p:tag name="MH_TYPE" val="SubTitle"/>
  <p:tag name="MH_ORDER" val="3"/>
</p:tagLst>
</file>

<file path=ppt/tags/tag188.xml><?xml version="1.0" encoding="utf-8"?>
<p:tagLst xmlns:p="http://schemas.openxmlformats.org/presentationml/2006/main">
  <p:tag name="MH" val="20200806223744"/>
  <p:tag name="MH_LIBRARY" val="GRAPHIC"/>
  <p:tag name="MH_TYPE" val="Other"/>
  <p:tag name="MH_ORDER" val="3"/>
</p:tagLst>
</file>

<file path=ppt/tags/tag189.xml><?xml version="1.0" encoding="utf-8"?>
<p:tagLst xmlns:p="http://schemas.openxmlformats.org/presentationml/2006/main">
  <p:tag name="MH" val="20200806223744"/>
  <p:tag name="MH_LIBRARY" val="GRAPHIC"/>
  <p:tag name="MH_TYPE" val="SubTitle"/>
  <p:tag name="MH_ORDER" val="4"/>
</p:tagLst>
</file>

<file path=ppt/tags/tag190.xml><?xml version="1.0" encoding="utf-8"?>
<p:tagLst xmlns:p="http://schemas.openxmlformats.org/presentationml/2006/main">
  <p:tag name="MH" val="20200806223744"/>
  <p:tag name="MH_LIBRARY" val="GRAPHIC"/>
  <p:tag name="MH_TYPE" val="Other"/>
  <p:tag name="MH_ORDER" val="4"/>
</p:tagLst>
</file>

<file path=ppt/tags/tag191.xml><?xml version="1.0" encoding="utf-8"?>
<p:tagLst xmlns:p="http://schemas.openxmlformats.org/presentationml/2006/main">
  <p:tag name="MH" val="20200806223744"/>
  <p:tag name="MH_LIBRARY" val="GRAPHIC"/>
  <p:tag name="MH_TYPE" val="SubTitle"/>
  <p:tag name="MH_ORDER" val="1"/>
</p:tagLst>
</file>

<file path=ppt/tags/tag192.xml><?xml version="1.0" encoding="utf-8"?>
<p:tagLst xmlns:p="http://schemas.openxmlformats.org/presentationml/2006/main">
  <p:tag name="MH" val="20200724141106"/>
  <p:tag name="MH_LIBRARY" val="GRAPHIC"/>
  <p:tag name="MH_TYPE" val="Other"/>
  <p:tag name="MH_ORDER" val="1"/>
</p:tagLst>
</file>

<file path=ppt/tags/tag193.xml><?xml version="1.0" encoding="utf-8"?>
<p:tagLst xmlns:p="http://schemas.openxmlformats.org/presentationml/2006/main">
  <p:tag name="MH" val="20200724141106"/>
  <p:tag name="MH_LIBRARY" val="GRAPHIC"/>
  <p:tag name="MH_TYPE" val="Desc"/>
  <p:tag name="MH_ORDER" val="1"/>
</p:tagLst>
</file>

<file path=ppt/tags/tag194.xml><?xml version="1.0" encoding="utf-8"?>
<p:tagLst xmlns:p="http://schemas.openxmlformats.org/presentationml/2006/main">
  <p:tag name="MH" val="20200724141106"/>
  <p:tag name="MH_LIBRARY" val="GRAPHIC"/>
  <p:tag name="MH_TYPE" val="Other"/>
  <p:tag name="MH_ORDER" val="2"/>
</p:tagLst>
</file>

<file path=ppt/tags/tag195.xml><?xml version="1.0" encoding="utf-8"?>
<p:tagLst xmlns:p="http://schemas.openxmlformats.org/presentationml/2006/main">
  <p:tag name="MH" val="20200808084301"/>
  <p:tag name="MH_LIBRARY" val="GRAPHIC"/>
  <p:tag name="MH_TYPE" val="Other"/>
  <p:tag name="MH_ORDER" val="1"/>
</p:tagLst>
</file>

<file path=ppt/tags/tag196.xml><?xml version="1.0" encoding="utf-8"?>
<p:tagLst xmlns:p="http://schemas.openxmlformats.org/presentationml/2006/main">
  <p:tag name="MH" val="20200808084301"/>
  <p:tag name="MH_LIBRARY" val="GRAPHIC"/>
  <p:tag name="MH_TYPE" val="SubTitle"/>
  <p:tag name="MH_ORDER" val="1"/>
</p:tagLst>
</file>

<file path=ppt/tags/tag197.xml><?xml version="1.0" encoding="utf-8"?>
<p:tagLst xmlns:p="http://schemas.openxmlformats.org/presentationml/2006/main">
  <p:tag name="MH" val="20200808084301"/>
  <p:tag name="MH_LIBRARY" val="GRAPHIC"/>
  <p:tag name="MH_TYPE" val="Other"/>
  <p:tag name="MH_ORDER" val="2"/>
</p:tagLst>
</file>

<file path=ppt/tags/tag198.xml><?xml version="1.0" encoding="utf-8"?>
<p:tagLst xmlns:p="http://schemas.openxmlformats.org/presentationml/2006/main">
  <p:tag name="MH" val="20200808084301"/>
  <p:tag name="MH_LIBRARY" val="GRAPHIC"/>
  <p:tag name="MH_TYPE" val="SubTitle"/>
  <p:tag name="MH_ORDER" val="2"/>
</p:tagLst>
</file>

<file path=ppt/tags/tag199.xml><?xml version="1.0" encoding="utf-8"?>
<p:tagLst xmlns:p="http://schemas.openxmlformats.org/presentationml/2006/main">
  <p:tag name="MH" val="20200808084301"/>
  <p:tag name="MH_LIBRARY" val="GRAPHIC"/>
  <p:tag name="MH_TYPE" val="Other"/>
  <p:tag name="MH_ORDER" val="3"/>
</p:tagLst>
</file>

<file path=ppt/tags/tag200.xml><?xml version="1.0" encoding="utf-8"?>
<p:tagLst xmlns:p="http://schemas.openxmlformats.org/presentationml/2006/main">
  <p:tag name="MH" val="20200808084301"/>
  <p:tag name="MH_LIBRARY" val="GRAPHIC"/>
  <p:tag name="MH_TYPE" val="SubTitle"/>
  <p:tag name="MH_ORDER" val="3"/>
</p:tagLst>
</file>

<file path=ppt/tags/tag201.xml><?xml version="1.0" encoding="utf-8"?>
<p:tagLst xmlns:p="http://schemas.openxmlformats.org/presentationml/2006/main">
  <p:tag name="MH" val="20200808084301"/>
  <p:tag name="MH_LIBRARY" val="GRAPHIC"/>
  <p:tag name="MH_TYPE" val="Other"/>
  <p:tag name="MH_ORDER" val="4"/>
</p:tagLst>
</file>

<file path=ppt/tags/tag202.xml><?xml version="1.0" encoding="utf-8"?>
<p:tagLst xmlns:p="http://schemas.openxmlformats.org/presentationml/2006/main">
  <p:tag name="MH" val="20200808084301"/>
  <p:tag name="MH_LIBRARY" val="GRAPHIC"/>
  <p:tag name="MH_TYPE" val="Title"/>
  <p:tag name="MH_ORDER" val="1"/>
</p:tagLst>
</file>

<file path=ppt/tags/tag203.xml><?xml version="1.0" encoding="utf-8"?>
<p:tagLst xmlns:p="http://schemas.openxmlformats.org/presentationml/2006/main">
  <p:tag name="MH" val="20200808084301"/>
  <p:tag name="MH_LIBRARY" val="GRAPHIC"/>
  <p:tag name="MH_TYPE" val="SubTitle"/>
  <p:tag name="MH_ORDER" val="4"/>
</p:tagLst>
</file>

<file path=ppt/tags/tag204.xml><?xml version="1.0" encoding="utf-8"?>
<p:tagLst xmlns:p="http://schemas.openxmlformats.org/presentationml/2006/main">
  <p:tag name="MH" val="20200713124552"/>
  <p:tag name="MH_LIBRARY" val="GRAPHIC"/>
  <p:tag name="MH_TYPE" val="SubTitle"/>
  <p:tag name="MH_ORDER" val="1"/>
</p:tagLst>
</file>

<file path=ppt/tags/tag205.xml><?xml version="1.0" encoding="utf-8"?>
<p:tagLst xmlns:p="http://schemas.openxmlformats.org/presentationml/2006/main">
  <p:tag name="MH" val="20200713124552"/>
  <p:tag name="MH_LIBRARY" val="GRAPHIC"/>
  <p:tag name="MH_TYPE" val="SubTitle"/>
  <p:tag name="MH_ORDER" val="1"/>
</p:tagLst>
</file>

<file path=ppt/tags/tag206.xml><?xml version="1.0" encoding="utf-8"?>
<p:tagLst xmlns:p="http://schemas.openxmlformats.org/presentationml/2006/main">
  <p:tag name="MH" val="20200713124552"/>
  <p:tag name="MH_LIBRARY" val="GRAPHIC"/>
  <p:tag name="MH_TYPE" val="SubTitle"/>
  <p:tag name="MH_ORDER" val="1"/>
</p:tagLst>
</file>

<file path=ppt/tags/tag207.xml><?xml version="1.0" encoding="utf-8"?>
<p:tagLst xmlns:p="http://schemas.openxmlformats.org/presentationml/2006/main">
  <p:tag name="MH" val="20200713124552"/>
  <p:tag name="MH_LIBRARY" val="GRAPHIC"/>
  <p:tag name="MH_TYPE" val="SubTitle"/>
  <p:tag name="MH_ORDER" val="1"/>
</p:tagLst>
</file>

<file path=ppt/tags/tag208.xml><?xml version="1.0" encoding="utf-8"?>
<p:tagLst xmlns:p="http://schemas.openxmlformats.org/presentationml/2006/main">
  <p:tag name="MH" val="20200724141106"/>
  <p:tag name="MH_LIBRARY" val="GRAPHIC"/>
  <p:tag name="MH_TYPE" val="Other"/>
  <p:tag name="MH_ORDER" val="1"/>
</p:tagLst>
</file>

<file path=ppt/tags/tag209.xml><?xml version="1.0" encoding="utf-8"?>
<p:tagLst xmlns:p="http://schemas.openxmlformats.org/presentationml/2006/main">
  <p:tag name="MH" val="20200724141106"/>
  <p:tag name="MH_LIBRARY" val="GRAPHIC"/>
  <p:tag name="MH_TYPE" val="Desc"/>
  <p:tag name="MH_ORDER" val="1"/>
</p:tagLst>
</file>

<file path=ppt/tags/tag210.xml><?xml version="1.0" encoding="utf-8"?>
<p:tagLst xmlns:p="http://schemas.openxmlformats.org/presentationml/2006/main">
  <p:tag name="MH" val="20200724141106"/>
  <p:tag name="MH_LIBRARY" val="GRAPHIC"/>
  <p:tag name="MH_TYPE" val="Other"/>
  <p:tag name="MH_ORDER" val="2"/>
</p:tagLst>
</file>

<file path=ppt/tags/tag211.xml><?xml version="1.0" encoding="utf-8"?>
<p:tagLst xmlns:p="http://schemas.openxmlformats.org/presentationml/2006/main">
  <p:tag name="MH" val="20200810080553"/>
  <p:tag name="MH_LIBRARY" val="GRAPHIC"/>
  <p:tag name="MH_TYPE" val="SubTitle"/>
  <p:tag name="MH_ORDER" val="1"/>
</p:tagLst>
</file>

<file path=ppt/tags/tag212.xml><?xml version="1.0" encoding="utf-8"?>
<p:tagLst xmlns:p="http://schemas.openxmlformats.org/presentationml/2006/main">
  <p:tag name="MH" val="20200810080553"/>
  <p:tag name="MH_LIBRARY" val="GRAPHIC"/>
  <p:tag name="MH_TYPE" val="SubTitle"/>
  <p:tag name="MH_ORDER" val="2"/>
</p:tagLst>
</file>

<file path=ppt/tags/tag213.xml><?xml version="1.0" encoding="utf-8"?>
<p:tagLst xmlns:p="http://schemas.openxmlformats.org/presentationml/2006/main">
  <p:tag name="MH" val="20200810080553"/>
  <p:tag name="MH_LIBRARY" val="GRAPHIC"/>
  <p:tag name="MH_TYPE" val="SubTitle"/>
  <p:tag name="MH_ORDER" val="3"/>
</p:tagLst>
</file>

<file path=ppt/tags/tag214.xml><?xml version="1.0" encoding="utf-8"?>
<p:tagLst xmlns:p="http://schemas.openxmlformats.org/presentationml/2006/main">
  <p:tag name="MH" val="20200810080553"/>
  <p:tag name="MH_LIBRARY" val="GRAPHIC"/>
  <p:tag name="MH_TYPE" val="Other"/>
  <p:tag name="MH_ORDER" val="4"/>
</p:tagLst>
</file>

<file path=ppt/tags/tag215.xml><?xml version="1.0" encoding="utf-8"?>
<p:tagLst xmlns:p="http://schemas.openxmlformats.org/presentationml/2006/main">
  <p:tag name="MH" val="20200810080553"/>
  <p:tag name="MH_LIBRARY" val="GRAPHIC"/>
  <p:tag name="MH_TYPE" val="Other"/>
  <p:tag name="MH_ORDER" val="5"/>
</p:tagLst>
</file>

<file path=ppt/tags/tag216.xml><?xml version="1.0" encoding="utf-8"?>
<p:tagLst xmlns:p="http://schemas.openxmlformats.org/presentationml/2006/main">
  <p:tag name="MH" val="20200810080553"/>
  <p:tag name="MH_LIBRARY" val="GRAPHIC"/>
  <p:tag name="MH_TYPE" val="Other"/>
  <p:tag name="MH_ORDER" val="6"/>
</p:tagLst>
</file>

<file path=ppt/tags/tag217.xml><?xml version="1.0" encoding="utf-8"?>
<p:tagLst xmlns:p="http://schemas.openxmlformats.org/presentationml/2006/main">
  <p:tag name="MH" val="20200810090751"/>
  <p:tag name="MH_LIBRARY" val="GRAPHIC"/>
  <p:tag name="MH_TYPE" val="Other"/>
  <p:tag name="MH_ORDER" val="1"/>
</p:tagLst>
</file>

<file path=ppt/tags/tag218.xml><?xml version="1.0" encoding="utf-8"?>
<p:tagLst xmlns:p="http://schemas.openxmlformats.org/presentationml/2006/main">
  <p:tag name="MH" val="20200810090751"/>
  <p:tag name="MH_LIBRARY" val="GRAPHIC"/>
  <p:tag name="MH_TYPE" val="Other"/>
  <p:tag name="MH_ORDER" val="2"/>
</p:tagLst>
</file>

<file path=ppt/tags/tag219.xml><?xml version="1.0" encoding="utf-8"?>
<p:tagLst xmlns:p="http://schemas.openxmlformats.org/presentationml/2006/main">
  <p:tag name="MH" val="20200810090751"/>
  <p:tag name="MH_LIBRARY" val="GRAPHIC"/>
  <p:tag name="MH_TYPE" val="Other"/>
  <p:tag name="MH_ORDER" val="3"/>
</p:tagLst>
</file>

<file path=ppt/tags/tag220.xml><?xml version="1.0" encoding="utf-8"?>
<p:tagLst xmlns:p="http://schemas.openxmlformats.org/presentationml/2006/main">
  <p:tag name="MH" val="20200810090751"/>
  <p:tag name="MH_LIBRARY" val="GRAPHIC"/>
  <p:tag name="MH_TYPE" val="Other"/>
  <p:tag name="MH_ORDER" val="4"/>
</p:tagLst>
</file>

<file path=ppt/tags/tag221.xml><?xml version="1.0" encoding="utf-8"?>
<p:tagLst xmlns:p="http://schemas.openxmlformats.org/presentationml/2006/main">
  <p:tag name="MH" val="20200810090751"/>
  <p:tag name="MH_LIBRARY" val="GRAPHIC"/>
  <p:tag name="MH_TYPE" val="Other"/>
  <p:tag name="MH_ORDER" val="5"/>
</p:tagLst>
</file>

<file path=ppt/tags/tag222.xml><?xml version="1.0" encoding="utf-8"?>
<p:tagLst xmlns:p="http://schemas.openxmlformats.org/presentationml/2006/main">
  <p:tag name="MH" val="20200810090751"/>
  <p:tag name="MH_LIBRARY" val="GRAPHIC"/>
  <p:tag name="MH_TYPE" val="Other"/>
  <p:tag name="MH_ORDER" val="6"/>
</p:tagLst>
</file>

<file path=ppt/tags/tag223.xml><?xml version="1.0" encoding="utf-8"?>
<p:tagLst xmlns:p="http://schemas.openxmlformats.org/presentationml/2006/main">
  <p:tag name="MH" val="20200810090751"/>
  <p:tag name="MH_LIBRARY" val="GRAPHIC"/>
  <p:tag name="MH_TYPE" val="SubTitle"/>
  <p:tag name="MH_ORDER" val="1"/>
</p:tagLst>
</file>

<file path=ppt/tags/tag224.xml><?xml version="1.0" encoding="utf-8"?>
<p:tagLst xmlns:p="http://schemas.openxmlformats.org/presentationml/2006/main">
  <p:tag name="MH" val="20200810090751"/>
  <p:tag name="MH_LIBRARY" val="GRAPHIC"/>
  <p:tag name="MH_TYPE" val="Title"/>
  <p:tag name="MH_ORDER" val="1"/>
</p:tagLst>
</file>

<file path=ppt/tags/tag225.xml><?xml version="1.0" encoding="utf-8"?>
<p:tagLst xmlns:p="http://schemas.openxmlformats.org/presentationml/2006/main">
  <p:tag name="MH" val="20200810090751"/>
  <p:tag name="MH_LIBRARY" val="GRAPHIC"/>
  <p:tag name="MH_TYPE" val="Other"/>
  <p:tag name="MH_ORDER" val="7"/>
</p:tagLst>
</file>

<file path=ppt/tags/tag226.xml><?xml version="1.0" encoding="utf-8"?>
<p:tagLst xmlns:p="http://schemas.openxmlformats.org/presentationml/2006/main">
  <p:tag name="MH" val="20200810090751"/>
  <p:tag name="MH_LIBRARY" val="GRAPHIC"/>
  <p:tag name="MH_TYPE" val="Other"/>
  <p:tag name="MH_ORDER" val="9"/>
</p:tagLst>
</file>

<file path=ppt/tags/tag227.xml><?xml version="1.0" encoding="utf-8"?>
<p:tagLst xmlns:p="http://schemas.openxmlformats.org/presentationml/2006/main">
  <p:tag name="MH" val="20200810090751"/>
  <p:tag name="MH_LIBRARY" val="GRAPHIC"/>
  <p:tag name="MH_TYPE" val="Other"/>
  <p:tag name="MH_ORDER" val="11"/>
</p:tagLst>
</file>

<file path=ppt/tags/tag228.xml><?xml version="1.0" encoding="utf-8"?>
<p:tagLst xmlns:p="http://schemas.openxmlformats.org/presentationml/2006/main">
  <p:tag name="MH" val="20200810090751"/>
  <p:tag name="MH_LIBRARY" val="GRAPHIC"/>
  <p:tag name="MH_TYPE" val="Other"/>
  <p:tag name="MH_ORDER" val="12"/>
</p:tagLst>
</file>

<file path=ppt/tags/tag229.xml><?xml version="1.0" encoding="utf-8"?>
<p:tagLst xmlns:p="http://schemas.openxmlformats.org/presentationml/2006/main">
  <p:tag name="MH" val="20200810090751"/>
  <p:tag name="MH_LIBRARY" val="GRAPHIC"/>
  <p:tag name="MH_TYPE" val="SubTitle"/>
  <p:tag name="MH_ORDER" val="2"/>
</p:tagLst>
</file>

<file path=ppt/tags/tag230.xml><?xml version="1.0" encoding="utf-8"?>
<p:tagLst xmlns:p="http://schemas.openxmlformats.org/presentationml/2006/main">
  <p:tag name="MH" val="20200810090751"/>
  <p:tag name="MH_LIBRARY" val="GRAPHIC"/>
  <p:tag name="MH_TYPE" val="SubTitle"/>
  <p:tag name="MH_ORDER" val="4"/>
</p:tagLst>
</file>

<file path=ppt/tags/tag231.xml><?xml version="1.0" encoding="utf-8"?>
<p:tagLst xmlns:p="http://schemas.openxmlformats.org/presentationml/2006/main">
  <p:tag name="MH" val="20200810090751"/>
  <p:tag name="MH_LIBRARY" val="GRAPHIC"/>
  <p:tag name="MH_TYPE" val="SubTitle"/>
  <p:tag name="MH_ORDER" val="6"/>
</p:tagLst>
</file>

<file path=ppt/tags/tag232.xml><?xml version="1.0" encoding="utf-8"?>
<p:tagLst xmlns:p="http://schemas.openxmlformats.org/presentationml/2006/main">
  <p:tag name="MH" val="20200810090751"/>
  <p:tag name="MH_LIBRARY" val="GRAPHIC"/>
  <p:tag name="MH_TYPE" val="SubTitle"/>
  <p:tag name="MH_ORDER" val="7"/>
</p:tagLst>
</file>

<file path=ppt/tags/tag233.xml><?xml version="1.0" encoding="utf-8"?>
<p:tagLst xmlns:p="http://schemas.openxmlformats.org/presentationml/2006/main">
  <p:tag name="MH" val="20200611132301"/>
  <p:tag name="MH_LIBRARY" val="GRAPHIC"/>
  <p:tag name="MH_ORDER" val="任意多边形 6"/>
</p:tagLst>
</file>

<file path=ppt/tags/tag234.xml><?xml version="1.0" encoding="utf-8"?>
<p:tagLst xmlns:p="http://schemas.openxmlformats.org/presentationml/2006/main">
  <p:tag name="MH" val="20200611132301"/>
  <p:tag name="MH_LIBRARY" val="GRAPHIC"/>
  <p:tag name="MH_ORDER" val="Rectangle 1"/>
</p:tagLst>
</file>

<file path=ppt/tags/tag235.xml><?xml version="1.0" encoding="utf-8"?>
<p:tagLst xmlns:p="http://schemas.openxmlformats.org/presentationml/2006/main">
  <p:tag name="MH" val="20200611132301"/>
  <p:tag name="MH_LIBRARY" val="GRAPHIC"/>
  <p:tag name="MH_ORDER" val="Straight Connector 9"/>
</p:tagLst>
</file>

<file path=ppt/tags/tag236.xml><?xml version="1.0" encoding="utf-8"?>
<p:tagLst xmlns:p="http://schemas.openxmlformats.org/presentationml/2006/main">
  <p:tag name="MH" val="20200611132301"/>
  <p:tag name="MH_LIBRARY" val="GRAPHIC"/>
  <p:tag name="MH_ORDER" val="Straight Connector 10"/>
</p:tagLst>
</file>

<file path=ppt/tags/tag237.xml><?xml version="1.0" encoding="utf-8"?>
<p:tagLst xmlns:p="http://schemas.openxmlformats.org/presentationml/2006/main">
  <p:tag name="MH" val="20200611132301"/>
  <p:tag name="MH_LIBRARY" val="GRAPHIC"/>
</p:tagLst>
</file>

<file path=ppt/tags/tag238.xml><?xml version="1.0" encoding="utf-8"?>
<p:tagLst xmlns:p="http://schemas.openxmlformats.org/presentationml/2006/main">
  <p:tag name="ISPRING_PRESENTATION_TITLE" val="蓝色简介大气毕业答辩竞赛演讲PPT模板"/>
  <p:tag name="MH_CONTENTSID" val="264"/>
  <p:tag name="MH_SECTIONID" val="281,723,"/>
</p:tagLst>
</file>

<file path=ppt/theme/theme1.xml><?xml version="1.0" encoding="utf-8"?>
<a:theme xmlns:a="http://schemas.openxmlformats.org/drawingml/2006/main" name="1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8382</Words>
  <Application>WPS 演示</Application>
  <PresentationFormat>全屏显示(4:3)</PresentationFormat>
  <Paragraphs>684</Paragraphs>
  <Slides>51</Slides>
  <Notes>51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51</vt:i4>
      </vt:variant>
    </vt:vector>
  </HeadingPairs>
  <TitlesOfParts>
    <vt:vector size="76" baseType="lpstr">
      <vt:lpstr>Arial</vt:lpstr>
      <vt:lpstr>宋体</vt:lpstr>
      <vt:lpstr>Wingdings</vt:lpstr>
      <vt:lpstr>华文行楷</vt:lpstr>
      <vt:lpstr>微软雅黑</vt:lpstr>
      <vt:lpstr>华文楷体</vt:lpstr>
      <vt:lpstr>楷体</vt:lpstr>
      <vt:lpstr>等线</vt:lpstr>
      <vt:lpstr>华文隶书</vt:lpstr>
      <vt:lpstr>Arial Unicode MS</vt:lpstr>
      <vt:lpstr>Calibri</vt:lpstr>
      <vt:lpstr>Times New Roman</vt:lpstr>
      <vt:lpstr>Arial</vt:lpstr>
      <vt:lpstr>等线 Light</vt:lpstr>
      <vt:lpstr>Calibri Light</vt:lpstr>
      <vt:lpstr>Calibri</vt:lpstr>
      <vt:lpstr>楷体_GB2312</vt:lpstr>
      <vt:lpstr>新宋体</vt:lpstr>
      <vt:lpstr>Comic Sans MS</vt:lpstr>
      <vt:lpstr>Symbol</vt:lpstr>
      <vt:lpstr>幼圆</vt:lpstr>
      <vt:lpstr>Tempus Sans ITC</vt:lpstr>
      <vt:lpstr>Adobe Gothic Std B</vt:lpstr>
      <vt:lpstr>MS UI Gothic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蓝色简介大气毕业答辩竞赛演讲PPT模板</dc:title>
  <dc:creator>Windows 用户</dc:creator>
  <cp:lastModifiedBy>刘皓月</cp:lastModifiedBy>
  <cp:revision>1319</cp:revision>
  <dcterms:created xsi:type="dcterms:W3CDTF">2018-07-22T02:36:00Z</dcterms:created>
  <dcterms:modified xsi:type="dcterms:W3CDTF">2020-08-25T01:06:50Z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2052-11.1.0.9912</vt:lpwstr>
  </property>
</Properties>
</file>