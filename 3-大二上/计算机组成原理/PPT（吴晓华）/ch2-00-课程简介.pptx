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57" r:id="rId3"/>
    <p:sldId id="723" r:id="rId5"/>
    <p:sldId id="720" r:id="rId6"/>
    <p:sldId id="724" r:id="rId7"/>
    <p:sldId id="725" r:id="rId8"/>
    <p:sldId id="727" r:id="rId9"/>
    <p:sldId id="730" r:id="rId10"/>
  </p:sldIdLst>
  <p:sldSz cx="9144000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Offic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FF9900"/>
    <a:srgbClr val="ED7D31"/>
    <a:srgbClr val="4472C4"/>
    <a:srgbClr val="0563C1"/>
    <a:srgbClr val="2F5597"/>
    <a:srgbClr val="668CCF"/>
    <a:srgbClr val="0045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58" autoAdjust="0"/>
    <p:restoredTop sz="96046" autoAdjust="0"/>
  </p:normalViewPr>
  <p:slideViewPr>
    <p:cSldViewPr snapToGrid="0" showGuides="1">
      <p:cViewPr varScale="1">
        <p:scale>
          <a:sx n="110" d="100"/>
          <a:sy n="110" d="100"/>
        </p:scale>
        <p:origin x="1398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5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20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A1862-72E1-426C-855A-D48747319F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0BC9D-12F8-4D67-BEC5-611AE33D2FA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95E01-A3AA-414B-AC91-6247B051C5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82D4A-7916-4EA7-98F3-4A62AB60BF2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98A65-164E-49A1-B5FA-4237CF23D58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0A52-8F1A-4292-8ACE-45A92007FF3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7851-6EBE-4126-ACF5-FFBE3C22FF7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FA76-945C-4A0B-829A-B3F78E6D1EAB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23796-B962-4A03-A7F7-45F9A6DE369F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31D6-2F3F-4C77-B3DB-8DBE7BBF4BE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59A54-BCB9-48D1-97E1-CA144AEEBB7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A8393-C9CD-46B7-BAC4-BD88E6FCCFE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7E0B-3B9F-4B37-9DA2-ED2708012EE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D2CC-1108-4B70-9BC3-09B55C4A534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38B1C-581B-45EE-9AFC-E6074017653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6.jpeg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6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image" Target="../media/image4.pn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16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11990" y="8050"/>
            <a:ext cx="9181652" cy="6901031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298198" y="3054281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293131" y="3196018"/>
            <a:ext cx="45791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3600" b="1" dirty="0">
                <a:solidFill>
                  <a:srgbClr val="0045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计算机组成原理</a:t>
            </a:r>
            <a:endParaRPr lang="zh-CN" altLang="en-US" sz="3600" b="1" dirty="0">
              <a:solidFill>
                <a:srgbClr val="0045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2293131" y="3977456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293131" y="4121256"/>
            <a:ext cx="4579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b="1" dirty="0">
                <a:solidFill>
                  <a:srgbClr val="004578"/>
                </a:solidFill>
              </a:rPr>
              <a:t>课程介绍</a:t>
            </a:r>
            <a:endParaRPr lang="zh-CN" altLang="en-US" sz="2800" b="1" dirty="0">
              <a:solidFill>
                <a:srgbClr val="004578"/>
              </a:solidFill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238316" y="6407901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100" y="1398382"/>
            <a:ext cx="1591799" cy="1584000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954" y="6236297"/>
            <a:ext cx="621635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6"/>
          <p:cNvSpPr txBox="1">
            <a:spLocks noChangeArrowheads="1"/>
          </p:cNvSpPr>
          <p:nvPr/>
        </p:nvSpPr>
        <p:spPr bwMode="auto">
          <a:xfrm>
            <a:off x="6715450" y="6274229"/>
            <a:ext cx="3092999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  <a:endParaRPr lang="en-US" altLang="zh-CN" sz="1600" b="1" dirty="0">
              <a:solidFill>
                <a:srgbClr val="0070C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 b="1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School of Information and Software Engineering</a:t>
            </a:r>
            <a:endParaRPr lang="zh-CN" altLang="en-US" sz="1000" b="1" dirty="0">
              <a:solidFill>
                <a:srgbClr val="0070C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235731" y="6474676"/>
            <a:ext cx="2057400" cy="365125"/>
          </a:xfrm>
        </p:spPr>
        <p:txBody>
          <a:bodyPr/>
          <a:lstStyle/>
          <a:p>
            <a:fld id="{A500B9CC-620B-4728-B037-19303720751D}" type="datetime1">
              <a:rPr lang="zh-CN" altLang="en-US" sz="1400" smtClean="0">
                <a:solidFill>
                  <a:schemeClr val="tx1"/>
                </a:solidFill>
              </a:rPr>
            </a:fld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348727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一、课程主要内容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897" y="3659498"/>
            <a:ext cx="4690427" cy="3079694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71475" y="1269461"/>
            <a:ext cx="8735948" cy="2901443"/>
            <a:chOff x="371475" y="1269461"/>
            <a:chExt cx="8735948" cy="2901443"/>
          </a:xfrm>
        </p:grpSpPr>
        <p:sp>
          <p:nvSpPr>
            <p:cNvPr id="27" name="MH_Other_3"/>
            <p:cNvSpPr/>
            <p:nvPr>
              <p:custDataLst>
                <p:tags r:id="rId4"/>
              </p:custDataLst>
            </p:nvPr>
          </p:nvSpPr>
          <p:spPr>
            <a:xfrm>
              <a:off x="2838450" y="1484469"/>
              <a:ext cx="6268973" cy="2686435"/>
            </a:xfrm>
            <a:prstGeom prst="rect">
              <a:avLst/>
            </a:prstGeom>
            <a:gradFill>
              <a:gsLst>
                <a:gs pos="70000">
                  <a:srgbClr val="454545"/>
                </a:gs>
                <a:gs pos="32000">
                  <a:srgbClr val="2D2D2D">
                    <a:lumMod val="100000"/>
                  </a:srgbClr>
                </a:gs>
                <a:gs pos="0">
                  <a:srgbClr val="000000">
                    <a:lumMod val="80000"/>
                    <a:lumOff val="20000"/>
                  </a:srgbClr>
                </a:gs>
                <a:gs pos="100000">
                  <a:srgbClr val="000000">
                    <a:lumMod val="80000"/>
                    <a:lumOff val="20000"/>
                  </a:srgbClr>
                </a:gs>
              </a:gsLst>
              <a:lin ang="5400000" scaled="1"/>
            </a:gra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25" name="MH_Other_2"/>
            <p:cNvSpPr/>
            <p:nvPr>
              <p:custDataLst>
                <p:tags r:id="rId5"/>
              </p:custDataLst>
            </p:nvPr>
          </p:nvSpPr>
          <p:spPr>
            <a:xfrm>
              <a:off x="371475" y="1269461"/>
              <a:ext cx="8319248" cy="2473863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MH_Other_5"/>
            <p:cNvCxnSpPr/>
            <p:nvPr>
              <p:custDataLst>
                <p:tags r:id="rId6"/>
              </p:custDataLst>
            </p:nvPr>
          </p:nvCxnSpPr>
          <p:spPr>
            <a:xfrm>
              <a:off x="831404" y="2152969"/>
              <a:ext cx="492442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 Box 4"/>
            <p:cNvSpPr txBox="1"/>
            <p:nvPr/>
          </p:nvSpPr>
          <p:spPr>
            <a:xfrm>
              <a:off x="726629" y="1522569"/>
              <a:ext cx="6164580" cy="5084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lnSpc>
                  <a:spcPct val="110000"/>
                </a:lnSpc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563C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讨论计算机单机系统的硬件组成</a:t>
              </a:r>
              <a:endPara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40" name="Text Box 5"/>
          <p:cNvSpPr txBox="1"/>
          <p:nvPr/>
        </p:nvSpPr>
        <p:spPr>
          <a:xfrm>
            <a:off x="726629" y="2251904"/>
            <a:ext cx="7494271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即五大功能部件的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工作原理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逻辑实现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设计方法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及相互连接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构成整机的方法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D54A4-78D0-4FA9-85E5-E1F1969F970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 descr="笔记本电脑内部结构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305" y="3838575"/>
            <a:ext cx="3733800" cy="2382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348727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一、课程主要内容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1026" name="Picture 2" descr="https://timgsa.baidu.com/timg?image&amp;quality=80&amp;size=b9999_10000&amp;sec=1590132651270&amp;di=cb5ba8f933017dfd28597220d269fbb1&amp;imgtype=0&amp;src=http%3A%2F%2Fbenyouhuifile.it168.com%2Fforum%2F201210%2F05%2F081416s8dgs8zgb85ylraz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" y="2340987"/>
            <a:ext cx="3480086" cy="283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直接连接符 30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27" name="MH_Other_3"/>
          <p:cNvSpPr/>
          <p:nvPr>
            <p:custDataLst>
              <p:tags r:id="rId4"/>
            </p:custDataLst>
          </p:nvPr>
        </p:nvSpPr>
        <p:spPr>
          <a:xfrm>
            <a:off x="4475118" y="3455751"/>
            <a:ext cx="4618192" cy="3015327"/>
          </a:xfrm>
          <a:prstGeom prst="rect">
            <a:avLst/>
          </a:prstGeom>
          <a:gradFill>
            <a:gsLst>
              <a:gs pos="70000">
                <a:srgbClr val="454545"/>
              </a:gs>
              <a:gs pos="32000">
                <a:srgbClr val="2D2D2D">
                  <a:lumMod val="100000"/>
                </a:srgbClr>
              </a:gs>
              <a:gs pos="0">
                <a:srgbClr val="000000">
                  <a:lumMod val="80000"/>
                  <a:lumOff val="20000"/>
                </a:srgbClr>
              </a:gs>
              <a:gs pos="100000">
                <a:srgbClr val="000000">
                  <a:lumMod val="80000"/>
                  <a:lumOff val="20000"/>
                </a:srgbClr>
              </a:gs>
            </a:gsLst>
            <a:lin ang="5400000" scaled="1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5" name="MH_Other_2"/>
          <p:cNvSpPr/>
          <p:nvPr>
            <p:custDataLst>
              <p:tags r:id="rId5"/>
            </p:custDataLst>
          </p:nvPr>
        </p:nvSpPr>
        <p:spPr>
          <a:xfrm>
            <a:off x="3887473" y="1345661"/>
            <a:ext cx="4837428" cy="467196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MH_Other_5"/>
          <p:cNvCxnSpPr/>
          <p:nvPr>
            <p:custDataLst>
              <p:tags r:id="rId6"/>
            </p:custDataLst>
          </p:nvPr>
        </p:nvCxnSpPr>
        <p:spPr>
          <a:xfrm flipV="1">
            <a:off x="4138618" y="2340987"/>
            <a:ext cx="4100607" cy="27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Box 4"/>
          <p:cNvSpPr txBox="1"/>
          <p:nvPr/>
        </p:nvSpPr>
        <p:spPr>
          <a:xfrm>
            <a:off x="4057650" y="1687669"/>
            <a:ext cx="4171950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强调两个层次的整机概念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0" name="Text Box 5"/>
          <p:cNvSpPr txBox="1"/>
          <p:nvPr/>
        </p:nvSpPr>
        <p:spPr>
          <a:xfrm>
            <a:off x="4057650" y="2457358"/>
            <a:ext cx="4457700" cy="322299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整机概念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硬件系统整机概念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紧紧抓住各部件之间的信息传送方式和传送途径。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" name="日期占位符 4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00C74-890D-47CE-A6B9-8A98C210A80C}" type="datetime1">
              <a:rPr lang="zh-CN" altLang="en-US" smtClean="0"/>
            </a:fld>
            <a:endParaRPr lang="zh-CN" altLang="en-US"/>
          </a:p>
        </p:txBody>
      </p:sp>
      <p:sp>
        <p:nvSpPr>
          <p:cNvPr id="42" name="页脚占位符 4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43" name="灯片编号占位符 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348727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二、学习目的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pic>
        <p:nvPicPr>
          <p:cNvPr id="2050" name="Picture 2" descr="https://ss1.bdstatic.com/70cFuXSh_Q1YnxGkpoWK1HF6hhy/it/u=2768806252,7973689&amp;fm=26&amp;gp=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5866" y="2306368"/>
            <a:ext cx="4001036" cy="257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MH_Other_3"/>
          <p:cNvSpPr/>
          <p:nvPr>
            <p:custDataLst>
              <p:tags r:id="rId4"/>
            </p:custDataLst>
          </p:nvPr>
        </p:nvSpPr>
        <p:spPr>
          <a:xfrm>
            <a:off x="952500" y="1894881"/>
            <a:ext cx="4762500" cy="3424351"/>
          </a:xfrm>
          <a:prstGeom prst="parallelogram">
            <a:avLst>
              <a:gd name="adj" fmla="val 19946"/>
            </a:avLst>
          </a:prstGeom>
          <a:gradFill>
            <a:gsLst>
              <a:gs pos="70000">
                <a:srgbClr val="454545"/>
              </a:gs>
              <a:gs pos="32000">
                <a:srgbClr val="2D2D2D">
                  <a:lumMod val="100000"/>
                </a:srgbClr>
              </a:gs>
              <a:gs pos="0">
                <a:srgbClr val="000000">
                  <a:lumMod val="80000"/>
                  <a:lumOff val="20000"/>
                </a:srgbClr>
              </a:gs>
              <a:gs pos="100000">
                <a:srgbClr val="000000">
                  <a:lumMod val="80000"/>
                  <a:lumOff val="20000"/>
                </a:srgbClr>
              </a:gs>
            </a:gsLst>
            <a:lin ang="5400000" scaled="1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5" name="MH_Other_2"/>
          <p:cNvSpPr/>
          <p:nvPr>
            <p:custDataLst>
              <p:tags r:id="rId5"/>
            </p:custDataLst>
          </p:nvPr>
        </p:nvSpPr>
        <p:spPr>
          <a:xfrm>
            <a:off x="106856" y="1904406"/>
            <a:ext cx="5290644" cy="3424351"/>
          </a:xfrm>
          <a:prstGeom prst="parallelogram">
            <a:avLst>
              <a:gd name="adj" fmla="val 22775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Text Box 5"/>
          <p:cNvSpPr txBox="1"/>
          <p:nvPr/>
        </p:nvSpPr>
        <p:spPr>
          <a:xfrm>
            <a:off x="737640" y="2480993"/>
            <a:ext cx="4177260" cy="193033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为培养同学们在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开发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计算机系统方面的能力打下坚实的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基础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205C5-1967-468A-AC8D-06638A4E083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348727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三、教学特点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295400" y="2290762"/>
            <a:ext cx="6267450" cy="1009651"/>
            <a:chOff x="1295400" y="2290762"/>
            <a:chExt cx="6267450" cy="1009651"/>
          </a:xfrm>
        </p:grpSpPr>
        <p:sp>
          <p:nvSpPr>
            <p:cNvPr id="12" name="MH_Other_1"/>
            <p:cNvSpPr/>
            <p:nvPr>
              <p:custDataLst>
                <p:tags r:id="rId3"/>
              </p:custDataLst>
            </p:nvPr>
          </p:nvSpPr>
          <p:spPr>
            <a:xfrm>
              <a:off x="1430338" y="2430463"/>
              <a:ext cx="704850" cy="73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" name="MH_Other_2"/>
            <p:cNvSpPr/>
            <p:nvPr>
              <p:custDataLst>
                <p:tags r:id="rId4"/>
              </p:custDataLst>
            </p:nvPr>
          </p:nvSpPr>
          <p:spPr>
            <a:xfrm>
              <a:off x="1295400" y="2290763"/>
              <a:ext cx="974725" cy="1009650"/>
            </a:xfrm>
            <a:custGeom>
              <a:avLst/>
              <a:gdLst>
                <a:gd name="connsiteX0" fmla="*/ 743029 w 757237"/>
                <a:gd name="connsiteY0" fmla="*/ 463225 h 783577"/>
                <a:gd name="connsiteX1" fmla="*/ 757237 w 757237"/>
                <a:gd name="connsiteY1" fmla="*/ 463225 h 783577"/>
                <a:gd name="connsiteX2" fmla="*/ 757237 w 757237"/>
                <a:gd name="connsiteY2" fmla="*/ 783577 h 783577"/>
                <a:gd name="connsiteX3" fmla="*/ 450056 w 757237"/>
                <a:gd name="connsiteY3" fmla="*/ 783577 h 783577"/>
                <a:gd name="connsiteX4" fmla="*/ 450056 w 757237"/>
                <a:gd name="connsiteY4" fmla="*/ 768874 h 783577"/>
                <a:gd name="connsiteX5" fmla="*/ 743029 w 757237"/>
                <a:gd name="connsiteY5" fmla="*/ 768874 h 783577"/>
                <a:gd name="connsiteX6" fmla="*/ 0 w 757237"/>
                <a:gd name="connsiteY6" fmla="*/ 463225 h 783577"/>
                <a:gd name="connsiteX7" fmla="*/ 14207 w 757237"/>
                <a:gd name="connsiteY7" fmla="*/ 463225 h 783577"/>
                <a:gd name="connsiteX8" fmla="*/ 14207 w 757237"/>
                <a:gd name="connsiteY8" fmla="*/ 768874 h 783577"/>
                <a:gd name="connsiteX9" fmla="*/ 307181 w 757237"/>
                <a:gd name="connsiteY9" fmla="*/ 768874 h 783577"/>
                <a:gd name="connsiteX10" fmla="*/ 307181 w 757237"/>
                <a:gd name="connsiteY10" fmla="*/ 783577 h 783577"/>
                <a:gd name="connsiteX11" fmla="*/ 0 w 757237"/>
                <a:gd name="connsiteY11" fmla="*/ 783577 h 783577"/>
                <a:gd name="connsiteX12" fmla="*/ 450056 w 757237"/>
                <a:gd name="connsiteY12" fmla="*/ 0 h 783577"/>
                <a:gd name="connsiteX13" fmla="*/ 757237 w 757237"/>
                <a:gd name="connsiteY13" fmla="*/ 0 h 783577"/>
                <a:gd name="connsiteX14" fmla="*/ 757237 w 757237"/>
                <a:gd name="connsiteY14" fmla="*/ 320350 h 783577"/>
                <a:gd name="connsiteX15" fmla="*/ 743029 w 757237"/>
                <a:gd name="connsiteY15" fmla="*/ 320350 h 783577"/>
                <a:gd name="connsiteX16" fmla="*/ 743029 w 757237"/>
                <a:gd name="connsiteY16" fmla="*/ 14702 h 783577"/>
                <a:gd name="connsiteX17" fmla="*/ 450056 w 757237"/>
                <a:gd name="connsiteY17" fmla="*/ 14702 h 783577"/>
                <a:gd name="connsiteX18" fmla="*/ 0 w 757237"/>
                <a:gd name="connsiteY18" fmla="*/ 0 h 783577"/>
                <a:gd name="connsiteX19" fmla="*/ 307181 w 757237"/>
                <a:gd name="connsiteY19" fmla="*/ 0 h 783577"/>
                <a:gd name="connsiteX20" fmla="*/ 307181 w 757237"/>
                <a:gd name="connsiteY20" fmla="*/ 14702 h 783577"/>
                <a:gd name="connsiteX21" fmla="*/ 14207 w 757237"/>
                <a:gd name="connsiteY21" fmla="*/ 14702 h 783577"/>
                <a:gd name="connsiteX22" fmla="*/ 14207 w 757237"/>
                <a:gd name="connsiteY22" fmla="*/ 320350 h 783577"/>
                <a:gd name="connsiteX23" fmla="*/ 0 w 757237"/>
                <a:gd name="connsiteY23" fmla="*/ 320350 h 783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7237" h="783577">
                  <a:moveTo>
                    <a:pt x="743029" y="463225"/>
                  </a:moveTo>
                  <a:lnTo>
                    <a:pt x="757237" y="463225"/>
                  </a:lnTo>
                  <a:lnTo>
                    <a:pt x="757237" y="783577"/>
                  </a:lnTo>
                  <a:lnTo>
                    <a:pt x="450056" y="783577"/>
                  </a:lnTo>
                  <a:lnTo>
                    <a:pt x="450056" y="768874"/>
                  </a:lnTo>
                  <a:lnTo>
                    <a:pt x="743029" y="768874"/>
                  </a:lnTo>
                  <a:close/>
                  <a:moveTo>
                    <a:pt x="0" y="463225"/>
                  </a:moveTo>
                  <a:lnTo>
                    <a:pt x="14207" y="463225"/>
                  </a:lnTo>
                  <a:lnTo>
                    <a:pt x="14207" y="768874"/>
                  </a:lnTo>
                  <a:lnTo>
                    <a:pt x="307181" y="768874"/>
                  </a:lnTo>
                  <a:lnTo>
                    <a:pt x="307181" y="783577"/>
                  </a:lnTo>
                  <a:lnTo>
                    <a:pt x="0" y="783577"/>
                  </a:lnTo>
                  <a:close/>
                  <a:moveTo>
                    <a:pt x="450056" y="0"/>
                  </a:moveTo>
                  <a:lnTo>
                    <a:pt x="757237" y="0"/>
                  </a:lnTo>
                  <a:lnTo>
                    <a:pt x="757237" y="320350"/>
                  </a:lnTo>
                  <a:lnTo>
                    <a:pt x="743029" y="320350"/>
                  </a:lnTo>
                  <a:lnTo>
                    <a:pt x="743029" y="14702"/>
                  </a:lnTo>
                  <a:lnTo>
                    <a:pt x="450056" y="14702"/>
                  </a:lnTo>
                  <a:close/>
                  <a:moveTo>
                    <a:pt x="0" y="0"/>
                  </a:moveTo>
                  <a:lnTo>
                    <a:pt x="307181" y="0"/>
                  </a:lnTo>
                  <a:lnTo>
                    <a:pt x="307181" y="14702"/>
                  </a:lnTo>
                  <a:lnTo>
                    <a:pt x="14207" y="14702"/>
                  </a:lnTo>
                  <a:lnTo>
                    <a:pt x="14207" y="320350"/>
                  </a:lnTo>
                  <a:lnTo>
                    <a:pt x="0" y="320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MH_SubTitle_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454275" y="2290762"/>
              <a:ext cx="5108575" cy="1009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以</a:t>
              </a:r>
              <a:r>
                <a:rPr lang="zh-CN" altLang="en-US" sz="28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模型机</a:t>
              </a: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为背景讨论基本原理，适当辐射实用机型。</a:t>
              </a:r>
              <a:endPara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" name="MH_Other_5"/>
            <p:cNvSpPr/>
            <p:nvPr>
              <p:custDataLst>
                <p:tags r:id="rId6"/>
              </p:custDataLst>
            </p:nvPr>
          </p:nvSpPr>
          <p:spPr bwMode="auto">
            <a:xfrm>
              <a:off x="1577975" y="2600325"/>
              <a:ext cx="398463" cy="396875"/>
            </a:xfrm>
            <a:custGeom>
              <a:avLst/>
              <a:gdLst>
                <a:gd name="T0" fmla="*/ 984018 w 1589088"/>
                <a:gd name="T1" fmla="*/ 589506 h 1589088"/>
                <a:gd name="T2" fmla="*/ 955171 w 1589088"/>
                <a:gd name="T3" fmla="*/ 645802 h 1589088"/>
                <a:gd name="T4" fmla="*/ 898294 w 1589088"/>
                <a:gd name="T5" fmla="*/ 673272 h 1589088"/>
                <a:gd name="T6" fmla="*/ 881422 w 1589088"/>
                <a:gd name="T7" fmla="*/ 964824 h 1589088"/>
                <a:gd name="T8" fmla="*/ 873530 w 1589088"/>
                <a:gd name="T9" fmla="*/ 1040159 h 1589088"/>
                <a:gd name="T10" fmla="*/ 824817 w 1589088"/>
                <a:gd name="T11" fmla="*/ 1084490 h 1589088"/>
                <a:gd name="T12" fmla="*/ 756238 w 1589088"/>
                <a:gd name="T13" fmla="*/ 1088026 h 1589088"/>
                <a:gd name="T14" fmla="*/ 703444 w 1589088"/>
                <a:gd name="T15" fmla="*/ 1048590 h 1589088"/>
                <a:gd name="T16" fmla="*/ 686571 w 1589088"/>
                <a:gd name="T17" fmla="*/ 985493 h 1589088"/>
                <a:gd name="T18" fmla="*/ 486007 w 1589088"/>
                <a:gd name="T19" fmla="*/ 893024 h 1589088"/>
                <a:gd name="T20" fmla="*/ 398106 w 1589088"/>
                <a:gd name="T21" fmla="*/ 820680 h 1589088"/>
                <a:gd name="T22" fmla="*/ 402189 w 1589088"/>
                <a:gd name="T23" fmla="*/ 755134 h 1589088"/>
                <a:gd name="T24" fmla="*/ 446547 w 1589088"/>
                <a:gd name="T25" fmla="*/ 706452 h 1589088"/>
                <a:gd name="T26" fmla="*/ 514037 w 1589088"/>
                <a:gd name="T27" fmla="*/ 696389 h 1589088"/>
                <a:gd name="T28" fmla="*/ 570641 w 1589088"/>
                <a:gd name="T29" fmla="*/ 730385 h 1589088"/>
                <a:gd name="T30" fmla="*/ 593501 w 1589088"/>
                <a:gd name="T31" fmla="*/ 794027 h 1589088"/>
                <a:gd name="T32" fmla="*/ 818558 w 1589088"/>
                <a:gd name="T33" fmla="*/ 648522 h 1589088"/>
                <a:gd name="T34" fmla="*/ 785901 w 1589088"/>
                <a:gd name="T35" fmla="*/ 575091 h 1589088"/>
                <a:gd name="T36" fmla="*/ 808761 w 1589088"/>
                <a:gd name="T37" fmla="*/ 511721 h 1589088"/>
                <a:gd name="T38" fmla="*/ 865365 w 1589088"/>
                <a:gd name="T39" fmla="*/ 477726 h 1589088"/>
                <a:gd name="T40" fmla="*/ 728574 w 1589088"/>
                <a:gd name="T41" fmla="*/ 144010 h 1589088"/>
                <a:gd name="T42" fmla="*/ 531280 w 1589088"/>
                <a:gd name="T43" fmla="*/ 182593 h 1589088"/>
                <a:gd name="T44" fmla="*/ 353281 w 1589088"/>
                <a:gd name="T45" fmla="*/ 288291 h 1589088"/>
                <a:gd name="T46" fmla="*/ 219577 w 1589088"/>
                <a:gd name="T47" fmla="*/ 451592 h 1589088"/>
                <a:gd name="T48" fmla="*/ 152454 w 1589088"/>
                <a:gd name="T49" fmla="*/ 642880 h 1589088"/>
                <a:gd name="T50" fmla="*/ 152454 w 1589088"/>
                <a:gd name="T51" fmla="*/ 843135 h 1589088"/>
                <a:gd name="T52" fmla="*/ 219577 w 1589088"/>
                <a:gd name="T53" fmla="*/ 1034422 h 1589088"/>
                <a:gd name="T54" fmla="*/ 353281 w 1589088"/>
                <a:gd name="T55" fmla="*/ 1197724 h 1589088"/>
                <a:gd name="T56" fmla="*/ 531280 w 1589088"/>
                <a:gd name="T57" fmla="*/ 1303421 h 1589088"/>
                <a:gd name="T58" fmla="*/ 728574 w 1589088"/>
                <a:gd name="T59" fmla="*/ 1341734 h 1589088"/>
                <a:gd name="T60" fmla="*/ 927227 w 1589088"/>
                <a:gd name="T61" fmla="*/ 1312931 h 1589088"/>
                <a:gd name="T62" fmla="*/ 1109302 w 1589088"/>
                <a:gd name="T63" fmla="*/ 1217015 h 1589088"/>
                <a:gd name="T64" fmla="*/ 1251431 w 1589088"/>
                <a:gd name="T65" fmla="*/ 1059964 h 1589088"/>
                <a:gd name="T66" fmla="*/ 1328065 w 1589088"/>
                <a:gd name="T67" fmla="*/ 871393 h 1589088"/>
                <a:gd name="T68" fmla="*/ 1337576 w 1589088"/>
                <a:gd name="T69" fmla="*/ 671410 h 1589088"/>
                <a:gd name="T70" fmla="*/ 1280237 w 1589088"/>
                <a:gd name="T71" fmla="*/ 477677 h 1589088"/>
                <a:gd name="T72" fmla="*/ 1155500 w 1589088"/>
                <a:gd name="T73" fmla="*/ 308670 h 1589088"/>
                <a:gd name="T74" fmla="*/ 981849 w 1589088"/>
                <a:gd name="T75" fmla="*/ 193462 h 1589088"/>
                <a:gd name="T76" fmla="*/ 785915 w 1589088"/>
                <a:gd name="T77" fmla="*/ 145640 h 1589088"/>
                <a:gd name="T78" fmla="*/ 902226 w 1589088"/>
                <a:gd name="T79" fmla="*/ 17390 h 1589088"/>
                <a:gd name="T80" fmla="*/ 1136207 w 1589088"/>
                <a:gd name="T81" fmla="*/ 112491 h 1589088"/>
                <a:gd name="T82" fmla="*/ 1320999 w 1589088"/>
                <a:gd name="T83" fmla="*/ 276063 h 1589088"/>
                <a:gd name="T84" fmla="*/ 1429702 w 1589088"/>
                <a:gd name="T85" fmla="*/ 459201 h 1589088"/>
                <a:gd name="T86" fmla="*/ 1481334 w 1589088"/>
                <a:gd name="T87" fmla="*/ 660270 h 1589088"/>
                <a:gd name="T88" fmla="*/ 1475356 w 1589088"/>
                <a:gd name="T89" fmla="*/ 866502 h 1589088"/>
                <a:gd name="T90" fmla="*/ 1412581 w 1589088"/>
                <a:gd name="T91" fmla="*/ 1064855 h 1589088"/>
                <a:gd name="T92" fmla="*/ 1892771 w 1589088"/>
                <a:gd name="T93" fmla="*/ 1636001 h 1589088"/>
                <a:gd name="T94" fmla="*/ 1896304 w 1589088"/>
                <a:gd name="T95" fmla="*/ 1759632 h 1589088"/>
                <a:gd name="T96" fmla="*/ 1783798 w 1589088"/>
                <a:gd name="T97" fmla="*/ 1885980 h 1589088"/>
                <a:gd name="T98" fmla="*/ 1662866 w 1589088"/>
                <a:gd name="T99" fmla="*/ 1900381 h 1589088"/>
                <a:gd name="T100" fmla="*/ 1104954 w 1589088"/>
                <a:gd name="T101" fmla="*/ 1391458 h 1589088"/>
                <a:gd name="T102" fmla="*/ 909835 w 1589088"/>
                <a:gd name="T103" fmla="*/ 1466451 h 1589088"/>
                <a:gd name="T104" fmla="*/ 704388 w 1589088"/>
                <a:gd name="T105" fmla="*/ 1484656 h 1589088"/>
                <a:gd name="T106" fmla="*/ 501116 w 1589088"/>
                <a:gd name="T107" fmla="*/ 1445528 h 1589088"/>
                <a:gd name="T108" fmla="*/ 313061 w 1589088"/>
                <a:gd name="T109" fmla="*/ 1349069 h 1589088"/>
                <a:gd name="T110" fmla="*/ 143758 w 1589088"/>
                <a:gd name="T111" fmla="*/ 1181965 h 1589088"/>
                <a:gd name="T112" fmla="*/ 30708 w 1589088"/>
                <a:gd name="T113" fmla="*/ 954538 h 1589088"/>
                <a:gd name="T114" fmla="*/ 815 w 1589088"/>
                <a:gd name="T115" fmla="*/ 707277 h 1589088"/>
                <a:gd name="T116" fmla="*/ 54351 w 1589088"/>
                <a:gd name="T117" fmla="*/ 463275 h 1589088"/>
                <a:gd name="T118" fmla="*/ 191315 w 1589088"/>
                <a:gd name="T119" fmla="*/ 245360 h 1589088"/>
                <a:gd name="T120" fmla="*/ 397577 w 1589088"/>
                <a:gd name="T121" fmla="*/ 85319 h 1589088"/>
                <a:gd name="T122" fmla="*/ 636177 w 1589088"/>
                <a:gd name="T123" fmla="*/ 7880 h 158908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589088" h="1589088">
                  <a:moveTo>
                    <a:pt x="916859" y="288925"/>
                  </a:moveTo>
                  <a:lnTo>
                    <a:pt x="954088" y="332030"/>
                  </a:lnTo>
                  <a:lnTo>
                    <a:pt x="816067" y="450682"/>
                  </a:lnTo>
                  <a:lnTo>
                    <a:pt x="817430" y="454085"/>
                  </a:lnTo>
                  <a:lnTo>
                    <a:pt x="818338" y="457488"/>
                  </a:lnTo>
                  <a:lnTo>
                    <a:pt x="819246" y="461118"/>
                  </a:lnTo>
                  <a:lnTo>
                    <a:pt x="820381" y="464748"/>
                  </a:lnTo>
                  <a:lnTo>
                    <a:pt x="820835" y="468378"/>
                  </a:lnTo>
                  <a:lnTo>
                    <a:pt x="821289" y="472008"/>
                  </a:lnTo>
                  <a:lnTo>
                    <a:pt x="821743" y="475865"/>
                  </a:lnTo>
                  <a:lnTo>
                    <a:pt x="821743" y="479722"/>
                  </a:lnTo>
                  <a:lnTo>
                    <a:pt x="821743" y="483805"/>
                  </a:lnTo>
                  <a:lnTo>
                    <a:pt x="821289" y="487662"/>
                  </a:lnTo>
                  <a:lnTo>
                    <a:pt x="820835" y="491746"/>
                  </a:lnTo>
                  <a:lnTo>
                    <a:pt x="820154" y="495602"/>
                  </a:lnTo>
                  <a:lnTo>
                    <a:pt x="819246" y="499459"/>
                  </a:lnTo>
                  <a:lnTo>
                    <a:pt x="818338" y="503089"/>
                  </a:lnTo>
                  <a:lnTo>
                    <a:pt x="816976" y="506946"/>
                  </a:lnTo>
                  <a:lnTo>
                    <a:pt x="815840" y="510349"/>
                  </a:lnTo>
                  <a:lnTo>
                    <a:pt x="814251" y="513979"/>
                  </a:lnTo>
                  <a:lnTo>
                    <a:pt x="812662" y="517382"/>
                  </a:lnTo>
                  <a:lnTo>
                    <a:pt x="810619" y="520785"/>
                  </a:lnTo>
                  <a:lnTo>
                    <a:pt x="808803" y="523961"/>
                  </a:lnTo>
                  <a:lnTo>
                    <a:pt x="806760" y="527137"/>
                  </a:lnTo>
                  <a:lnTo>
                    <a:pt x="804263" y="530313"/>
                  </a:lnTo>
                  <a:lnTo>
                    <a:pt x="801993" y="533036"/>
                  </a:lnTo>
                  <a:lnTo>
                    <a:pt x="799496" y="535985"/>
                  </a:lnTo>
                  <a:lnTo>
                    <a:pt x="796772" y="538707"/>
                  </a:lnTo>
                  <a:lnTo>
                    <a:pt x="794048" y="541203"/>
                  </a:lnTo>
                  <a:lnTo>
                    <a:pt x="791324" y="543698"/>
                  </a:lnTo>
                  <a:lnTo>
                    <a:pt x="788146" y="545967"/>
                  </a:lnTo>
                  <a:lnTo>
                    <a:pt x="785194" y="548009"/>
                  </a:lnTo>
                  <a:lnTo>
                    <a:pt x="781789" y="550051"/>
                  </a:lnTo>
                  <a:lnTo>
                    <a:pt x="778611" y="552093"/>
                  </a:lnTo>
                  <a:lnTo>
                    <a:pt x="775433" y="553908"/>
                  </a:lnTo>
                  <a:lnTo>
                    <a:pt x="771801" y="555496"/>
                  </a:lnTo>
                  <a:lnTo>
                    <a:pt x="768396" y="556857"/>
                  </a:lnTo>
                  <a:lnTo>
                    <a:pt x="764537" y="558218"/>
                  </a:lnTo>
                  <a:lnTo>
                    <a:pt x="760905" y="559352"/>
                  </a:lnTo>
                  <a:lnTo>
                    <a:pt x="757046" y="560260"/>
                  </a:lnTo>
                  <a:lnTo>
                    <a:pt x="753413" y="560940"/>
                  </a:lnTo>
                  <a:lnTo>
                    <a:pt x="749327" y="561621"/>
                  </a:lnTo>
                  <a:lnTo>
                    <a:pt x="745241" y="562075"/>
                  </a:lnTo>
                  <a:lnTo>
                    <a:pt x="692121" y="754005"/>
                  </a:lnTo>
                  <a:lnTo>
                    <a:pt x="697343" y="756728"/>
                  </a:lnTo>
                  <a:lnTo>
                    <a:pt x="702110" y="759904"/>
                  </a:lnTo>
                  <a:lnTo>
                    <a:pt x="706650" y="763080"/>
                  </a:lnTo>
                  <a:lnTo>
                    <a:pt x="710963" y="766937"/>
                  </a:lnTo>
                  <a:lnTo>
                    <a:pt x="715049" y="770794"/>
                  </a:lnTo>
                  <a:lnTo>
                    <a:pt x="718908" y="774877"/>
                  </a:lnTo>
                  <a:lnTo>
                    <a:pt x="722313" y="779188"/>
                  </a:lnTo>
                  <a:lnTo>
                    <a:pt x="725718" y="783952"/>
                  </a:lnTo>
                  <a:lnTo>
                    <a:pt x="728670" y="788943"/>
                  </a:lnTo>
                  <a:lnTo>
                    <a:pt x="731167" y="793934"/>
                  </a:lnTo>
                  <a:lnTo>
                    <a:pt x="733437" y="799379"/>
                  </a:lnTo>
                  <a:lnTo>
                    <a:pt x="735253" y="804824"/>
                  </a:lnTo>
                  <a:lnTo>
                    <a:pt x="736615" y="810496"/>
                  </a:lnTo>
                  <a:lnTo>
                    <a:pt x="737750" y="816167"/>
                  </a:lnTo>
                  <a:lnTo>
                    <a:pt x="738431" y="822066"/>
                  </a:lnTo>
                  <a:lnTo>
                    <a:pt x="738658" y="828191"/>
                  </a:lnTo>
                  <a:lnTo>
                    <a:pt x="738658" y="832729"/>
                  </a:lnTo>
                  <a:lnTo>
                    <a:pt x="738431" y="836812"/>
                  </a:lnTo>
                  <a:lnTo>
                    <a:pt x="737523" y="840896"/>
                  </a:lnTo>
                  <a:lnTo>
                    <a:pt x="736842" y="844980"/>
                  </a:lnTo>
                  <a:lnTo>
                    <a:pt x="735934" y="849063"/>
                  </a:lnTo>
                  <a:lnTo>
                    <a:pt x="734799" y="852920"/>
                  </a:lnTo>
                  <a:lnTo>
                    <a:pt x="733664" y="856777"/>
                  </a:lnTo>
                  <a:lnTo>
                    <a:pt x="732075" y="860407"/>
                  </a:lnTo>
                  <a:lnTo>
                    <a:pt x="730259" y="864263"/>
                  </a:lnTo>
                  <a:lnTo>
                    <a:pt x="728670" y="867666"/>
                  </a:lnTo>
                  <a:lnTo>
                    <a:pt x="726626" y="871296"/>
                  </a:lnTo>
                  <a:lnTo>
                    <a:pt x="724583" y="874699"/>
                  </a:lnTo>
                  <a:lnTo>
                    <a:pt x="722086" y="877876"/>
                  </a:lnTo>
                  <a:lnTo>
                    <a:pt x="719589" y="881052"/>
                  </a:lnTo>
                  <a:lnTo>
                    <a:pt x="717092" y="884228"/>
                  </a:lnTo>
                  <a:lnTo>
                    <a:pt x="714141" y="886950"/>
                  </a:lnTo>
                  <a:lnTo>
                    <a:pt x="711417" y="889673"/>
                  </a:lnTo>
                  <a:lnTo>
                    <a:pt x="708239" y="892395"/>
                  </a:lnTo>
                  <a:lnTo>
                    <a:pt x="705288" y="894891"/>
                  </a:lnTo>
                  <a:lnTo>
                    <a:pt x="702110" y="896933"/>
                  </a:lnTo>
                  <a:lnTo>
                    <a:pt x="698705" y="899428"/>
                  </a:lnTo>
                  <a:lnTo>
                    <a:pt x="695299" y="901243"/>
                  </a:lnTo>
                  <a:lnTo>
                    <a:pt x="691440" y="903058"/>
                  </a:lnTo>
                  <a:lnTo>
                    <a:pt x="688035" y="904646"/>
                  </a:lnTo>
                  <a:lnTo>
                    <a:pt x="684176" y="906234"/>
                  </a:lnTo>
                  <a:lnTo>
                    <a:pt x="680317" y="907595"/>
                  </a:lnTo>
                  <a:lnTo>
                    <a:pt x="676231" y="908730"/>
                  </a:lnTo>
                  <a:lnTo>
                    <a:pt x="672372" y="909637"/>
                  </a:lnTo>
                  <a:lnTo>
                    <a:pt x="668286" y="910318"/>
                  </a:lnTo>
                  <a:lnTo>
                    <a:pt x="664199" y="910771"/>
                  </a:lnTo>
                  <a:lnTo>
                    <a:pt x="659886" y="911225"/>
                  </a:lnTo>
                  <a:lnTo>
                    <a:pt x="655573" y="911225"/>
                  </a:lnTo>
                  <a:lnTo>
                    <a:pt x="651260" y="911225"/>
                  </a:lnTo>
                  <a:lnTo>
                    <a:pt x="646947" y="910771"/>
                  </a:lnTo>
                  <a:lnTo>
                    <a:pt x="643088" y="910318"/>
                  </a:lnTo>
                  <a:lnTo>
                    <a:pt x="638775" y="909637"/>
                  </a:lnTo>
                  <a:lnTo>
                    <a:pt x="634915" y="908730"/>
                  </a:lnTo>
                  <a:lnTo>
                    <a:pt x="630829" y="907595"/>
                  </a:lnTo>
                  <a:lnTo>
                    <a:pt x="627197" y="906234"/>
                  </a:lnTo>
                  <a:lnTo>
                    <a:pt x="623338" y="904646"/>
                  </a:lnTo>
                  <a:lnTo>
                    <a:pt x="619706" y="903058"/>
                  </a:lnTo>
                  <a:lnTo>
                    <a:pt x="616074" y="901243"/>
                  </a:lnTo>
                  <a:lnTo>
                    <a:pt x="612669" y="899428"/>
                  </a:lnTo>
                  <a:lnTo>
                    <a:pt x="609037" y="896933"/>
                  </a:lnTo>
                  <a:lnTo>
                    <a:pt x="605858" y="894891"/>
                  </a:lnTo>
                  <a:lnTo>
                    <a:pt x="602680" y="892395"/>
                  </a:lnTo>
                  <a:lnTo>
                    <a:pt x="599729" y="889673"/>
                  </a:lnTo>
                  <a:lnTo>
                    <a:pt x="596778" y="886950"/>
                  </a:lnTo>
                  <a:lnTo>
                    <a:pt x="594054" y="884228"/>
                  </a:lnTo>
                  <a:lnTo>
                    <a:pt x="591557" y="881052"/>
                  </a:lnTo>
                  <a:lnTo>
                    <a:pt x="588833" y="877876"/>
                  </a:lnTo>
                  <a:lnTo>
                    <a:pt x="586790" y="874699"/>
                  </a:lnTo>
                  <a:lnTo>
                    <a:pt x="584520" y="871296"/>
                  </a:lnTo>
                  <a:lnTo>
                    <a:pt x="582704" y="867666"/>
                  </a:lnTo>
                  <a:lnTo>
                    <a:pt x="580661" y="864263"/>
                  </a:lnTo>
                  <a:lnTo>
                    <a:pt x="579072" y="860407"/>
                  </a:lnTo>
                  <a:lnTo>
                    <a:pt x="577710" y="856777"/>
                  </a:lnTo>
                  <a:lnTo>
                    <a:pt x="576348" y="852920"/>
                  </a:lnTo>
                  <a:lnTo>
                    <a:pt x="575212" y="849063"/>
                  </a:lnTo>
                  <a:lnTo>
                    <a:pt x="574077" y="844980"/>
                  </a:lnTo>
                  <a:lnTo>
                    <a:pt x="573396" y="840896"/>
                  </a:lnTo>
                  <a:lnTo>
                    <a:pt x="572942" y="836812"/>
                  </a:lnTo>
                  <a:lnTo>
                    <a:pt x="572488" y="832729"/>
                  </a:lnTo>
                  <a:lnTo>
                    <a:pt x="572488" y="828191"/>
                  </a:lnTo>
                  <a:lnTo>
                    <a:pt x="572488" y="825242"/>
                  </a:lnTo>
                  <a:lnTo>
                    <a:pt x="572715" y="822066"/>
                  </a:lnTo>
                  <a:lnTo>
                    <a:pt x="573623" y="815940"/>
                  </a:lnTo>
                  <a:lnTo>
                    <a:pt x="574986" y="810042"/>
                  </a:lnTo>
                  <a:lnTo>
                    <a:pt x="576575" y="804370"/>
                  </a:lnTo>
                  <a:lnTo>
                    <a:pt x="454445" y="733134"/>
                  </a:lnTo>
                  <a:lnTo>
                    <a:pt x="449904" y="736083"/>
                  </a:lnTo>
                  <a:lnTo>
                    <a:pt x="444910" y="738352"/>
                  </a:lnTo>
                  <a:lnTo>
                    <a:pt x="439689" y="740166"/>
                  </a:lnTo>
                  <a:lnTo>
                    <a:pt x="434468" y="741981"/>
                  </a:lnTo>
                  <a:lnTo>
                    <a:pt x="429020" y="743569"/>
                  </a:lnTo>
                  <a:lnTo>
                    <a:pt x="423571" y="744477"/>
                  </a:lnTo>
                  <a:lnTo>
                    <a:pt x="417669" y="745158"/>
                  </a:lnTo>
                  <a:lnTo>
                    <a:pt x="412221" y="745384"/>
                  </a:lnTo>
                  <a:lnTo>
                    <a:pt x="408589" y="745158"/>
                  </a:lnTo>
                  <a:lnTo>
                    <a:pt x="405411" y="744931"/>
                  </a:lnTo>
                  <a:lnTo>
                    <a:pt x="398828" y="744023"/>
                  </a:lnTo>
                  <a:lnTo>
                    <a:pt x="305755" y="898294"/>
                  </a:lnTo>
                  <a:lnTo>
                    <a:pt x="257175" y="869255"/>
                  </a:lnTo>
                  <a:lnTo>
                    <a:pt x="349113" y="716118"/>
                  </a:lnTo>
                  <a:lnTo>
                    <a:pt x="347070" y="713396"/>
                  </a:lnTo>
                  <a:lnTo>
                    <a:pt x="344573" y="710220"/>
                  </a:lnTo>
                  <a:lnTo>
                    <a:pt x="342757" y="707497"/>
                  </a:lnTo>
                  <a:lnTo>
                    <a:pt x="340714" y="704321"/>
                  </a:lnTo>
                  <a:lnTo>
                    <a:pt x="339125" y="701145"/>
                  </a:lnTo>
                  <a:lnTo>
                    <a:pt x="337536" y="697969"/>
                  </a:lnTo>
                  <a:lnTo>
                    <a:pt x="335720" y="694793"/>
                  </a:lnTo>
                  <a:lnTo>
                    <a:pt x="334358" y="691390"/>
                  </a:lnTo>
                  <a:lnTo>
                    <a:pt x="333223" y="687987"/>
                  </a:lnTo>
                  <a:lnTo>
                    <a:pt x="332087" y="684584"/>
                  </a:lnTo>
                  <a:lnTo>
                    <a:pt x="331179" y="680954"/>
                  </a:lnTo>
                  <a:lnTo>
                    <a:pt x="330498" y="677324"/>
                  </a:lnTo>
                  <a:lnTo>
                    <a:pt x="329590" y="673467"/>
                  </a:lnTo>
                  <a:lnTo>
                    <a:pt x="329136" y="670064"/>
                  </a:lnTo>
                  <a:lnTo>
                    <a:pt x="328909" y="665981"/>
                  </a:lnTo>
                  <a:lnTo>
                    <a:pt x="328909" y="662351"/>
                  </a:lnTo>
                  <a:lnTo>
                    <a:pt x="328909" y="658040"/>
                  </a:lnTo>
                  <a:lnTo>
                    <a:pt x="329363" y="653730"/>
                  </a:lnTo>
                  <a:lnTo>
                    <a:pt x="330044" y="649646"/>
                  </a:lnTo>
                  <a:lnTo>
                    <a:pt x="330725" y="645335"/>
                  </a:lnTo>
                  <a:lnTo>
                    <a:pt x="331633" y="641479"/>
                  </a:lnTo>
                  <a:lnTo>
                    <a:pt x="332768" y="637395"/>
                  </a:lnTo>
                  <a:lnTo>
                    <a:pt x="333904" y="633765"/>
                  </a:lnTo>
                  <a:lnTo>
                    <a:pt x="335493" y="629908"/>
                  </a:lnTo>
                  <a:lnTo>
                    <a:pt x="337082" y="626279"/>
                  </a:lnTo>
                  <a:lnTo>
                    <a:pt x="339125" y="622649"/>
                  </a:lnTo>
                  <a:lnTo>
                    <a:pt x="340941" y="619246"/>
                  </a:lnTo>
                  <a:lnTo>
                    <a:pt x="342984" y="615843"/>
                  </a:lnTo>
                  <a:lnTo>
                    <a:pt x="345481" y="612666"/>
                  </a:lnTo>
                  <a:lnTo>
                    <a:pt x="347978" y="609263"/>
                  </a:lnTo>
                  <a:lnTo>
                    <a:pt x="350475" y="606314"/>
                  </a:lnTo>
                  <a:lnTo>
                    <a:pt x="353426" y="603592"/>
                  </a:lnTo>
                  <a:lnTo>
                    <a:pt x="356150" y="600642"/>
                  </a:lnTo>
                  <a:lnTo>
                    <a:pt x="359101" y="598147"/>
                  </a:lnTo>
                  <a:lnTo>
                    <a:pt x="362279" y="595878"/>
                  </a:lnTo>
                  <a:lnTo>
                    <a:pt x="365458" y="593383"/>
                  </a:lnTo>
                  <a:lnTo>
                    <a:pt x="369090" y="591341"/>
                  </a:lnTo>
                  <a:lnTo>
                    <a:pt x="372495" y="589299"/>
                  </a:lnTo>
                  <a:lnTo>
                    <a:pt x="376127" y="587484"/>
                  </a:lnTo>
                  <a:lnTo>
                    <a:pt x="379759" y="585669"/>
                  </a:lnTo>
                  <a:lnTo>
                    <a:pt x="383618" y="584308"/>
                  </a:lnTo>
                  <a:lnTo>
                    <a:pt x="387250" y="582947"/>
                  </a:lnTo>
                  <a:lnTo>
                    <a:pt x="391336" y="581812"/>
                  </a:lnTo>
                  <a:lnTo>
                    <a:pt x="395196" y="580905"/>
                  </a:lnTo>
                  <a:lnTo>
                    <a:pt x="399509" y="580224"/>
                  </a:lnTo>
                  <a:lnTo>
                    <a:pt x="403368" y="579544"/>
                  </a:lnTo>
                  <a:lnTo>
                    <a:pt x="407681" y="579317"/>
                  </a:lnTo>
                  <a:lnTo>
                    <a:pt x="412221" y="579090"/>
                  </a:lnTo>
                  <a:lnTo>
                    <a:pt x="416307" y="579317"/>
                  </a:lnTo>
                  <a:lnTo>
                    <a:pt x="420620" y="579544"/>
                  </a:lnTo>
                  <a:lnTo>
                    <a:pt x="424707" y="580224"/>
                  </a:lnTo>
                  <a:lnTo>
                    <a:pt x="428793" y="580905"/>
                  </a:lnTo>
                  <a:lnTo>
                    <a:pt x="432652" y="581812"/>
                  </a:lnTo>
                  <a:lnTo>
                    <a:pt x="436738" y="582947"/>
                  </a:lnTo>
                  <a:lnTo>
                    <a:pt x="440597" y="584308"/>
                  </a:lnTo>
                  <a:lnTo>
                    <a:pt x="444456" y="585669"/>
                  </a:lnTo>
                  <a:lnTo>
                    <a:pt x="447861" y="587484"/>
                  </a:lnTo>
                  <a:lnTo>
                    <a:pt x="451720" y="589299"/>
                  </a:lnTo>
                  <a:lnTo>
                    <a:pt x="454899" y="591341"/>
                  </a:lnTo>
                  <a:lnTo>
                    <a:pt x="458531" y="593383"/>
                  </a:lnTo>
                  <a:lnTo>
                    <a:pt x="461709" y="595878"/>
                  </a:lnTo>
                  <a:lnTo>
                    <a:pt x="464887" y="598147"/>
                  </a:lnTo>
                  <a:lnTo>
                    <a:pt x="467838" y="600642"/>
                  </a:lnTo>
                  <a:lnTo>
                    <a:pt x="470562" y="603592"/>
                  </a:lnTo>
                  <a:lnTo>
                    <a:pt x="473513" y="606314"/>
                  </a:lnTo>
                  <a:lnTo>
                    <a:pt x="476010" y="609263"/>
                  </a:lnTo>
                  <a:lnTo>
                    <a:pt x="478734" y="612666"/>
                  </a:lnTo>
                  <a:lnTo>
                    <a:pt x="481004" y="615843"/>
                  </a:lnTo>
                  <a:lnTo>
                    <a:pt x="483047" y="619246"/>
                  </a:lnTo>
                  <a:lnTo>
                    <a:pt x="484864" y="622649"/>
                  </a:lnTo>
                  <a:lnTo>
                    <a:pt x="486907" y="626279"/>
                  </a:lnTo>
                  <a:lnTo>
                    <a:pt x="488496" y="629908"/>
                  </a:lnTo>
                  <a:lnTo>
                    <a:pt x="490085" y="633765"/>
                  </a:lnTo>
                  <a:lnTo>
                    <a:pt x="491220" y="637395"/>
                  </a:lnTo>
                  <a:lnTo>
                    <a:pt x="492355" y="641479"/>
                  </a:lnTo>
                  <a:lnTo>
                    <a:pt x="493490" y="645335"/>
                  </a:lnTo>
                  <a:lnTo>
                    <a:pt x="494171" y="649646"/>
                  </a:lnTo>
                  <a:lnTo>
                    <a:pt x="494625" y="653730"/>
                  </a:lnTo>
                  <a:lnTo>
                    <a:pt x="495079" y="658040"/>
                  </a:lnTo>
                  <a:lnTo>
                    <a:pt x="495079" y="662351"/>
                  </a:lnTo>
                  <a:lnTo>
                    <a:pt x="495079" y="665527"/>
                  </a:lnTo>
                  <a:lnTo>
                    <a:pt x="494852" y="669157"/>
                  </a:lnTo>
                  <a:lnTo>
                    <a:pt x="494398" y="672333"/>
                  </a:lnTo>
                  <a:lnTo>
                    <a:pt x="493944" y="675509"/>
                  </a:lnTo>
                  <a:lnTo>
                    <a:pt x="492355" y="682088"/>
                  </a:lnTo>
                  <a:lnTo>
                    <a:pt x="490539" y="688214"/>
                  </a:lnTo>
                  <a:lnTo>
                    <a:pt x="610853" y="758543"/>
                  </a:lnTo>
                  <a:lnTo>
                    <a:pt x="616528" y="755140"/>
                  </a:lnTo>
                  <a:lnTo>
                    <a:pt x="622430" y="752417"/>
                  </a:lnTo>
                  <a:lnTo>
                    <a:pt x="628559" y="749922"/>
                  </a:lnTo>
                  <a:lnTo>
                    <a:pt x="634915" y="748107"/>
                  </a:lnTo>
                  <a:lnTo>
                    <a:pt x="690305" y="547101"/>
                  </a:lnTo>
                  <a:lnTo>
                    <a:pt x="686673" y="544152"/>
                  </a:lnTo>
                  <a:lnTo>
                    <a:pt x="682814" y="540976"/>
                  </a:lnTo>
                  <a:lnTo>
                    <a:pt x="679409" y="537800"/>
                  </a:lnTo>
                  <a:lnTo>
                    <a:pt x="676004" y="533943"/>
                  </a:lnTo>
                  <a:lnTo>
                    <a:pt x="673053" y="530540"/>
                  </a:lnTo>
                  <a:lnTo>
                    <a:pt x="670102" y="526456"/>
                  </a:lnTo>
                  <a:lnTo>
                    <a:pt x="667605" y="522373"/>
                  </a:lnTo>
                  <a:lnTo>
                    <a:pt x="665107" y="518062"/>
                  </a:lnTo>
                  <a:lnTo>
                    <a:pt x="662837" y="513979"/>
                  </a:lnTo>
                  <a:lnTo>
                    <a:pt x="661021" y="509214"/>
                  </a:lnTo>
                  <a:lnTo>
                    <a:pt x="659432" y="504450"/>
                  </a:lnTo>
                  <a:lnTo>
                    <a:pt x="658070" y="499913"/>
                  </a:lnTo>
                  <a:lnTo>
                    <a:pt x="657162" y="494922"/>
                  </a:lnTo>
                  <a:lnTo>
                    <a:pt x="656027" y="489931"/>
                  </a:lnTo>
                  <a:lnTo>
                    <a:pt x="655573" y="484940"/>
                  </a:lnTo>
                  <a:lnTo>
                    <a:pt x="655573" y="479722"/>
                  </a:lnTo>
                  <a:lnTo>
                    <a:pt x="655573" y="475411"/>
                  </a:lnTo>
                  <a:lnTo>
                    <a:pt x="655800" y="471327"/>
                  </a:lnTo>
                  <a:lnTo>
                    <a:pt x="656708" y="467017"/>
                  </a:lnTo>
                  <a:lnTo>
                    <a:pt x="657389" y="463160"/>
                  </a:lnTo>
                  <a:lnTo>
                    <a:pt x="658297" y="458850"/>
                  </a:lnTo>
                  <a:lnTo>
                    <a:pt x="659432" y="455220"/>
                  </a:lnTo>
                  <a:lnTo>
                    <a:pt x="660567" y="451136"/>
                  </a:lnTo>
                  <a:lnTo>
                    <a:pt x="661929" y="447506"/>
                  </a:lnTo>
                  <a:lnTo>
                    <a:pt x="663745" y="443649"/>
                  </a:lnTo>
                  <a:lnTo>
                    <a:pt x="665561" y="440246"/>
                  </a:lnTo>
                  <a:lnTo>
                    <a:pt x="667605" y="436617"/>
                  </a:lnTo>
                  <a:lnTo>
                    <a:pt x="669648" y="433440"/>
                  </a:lnTo>
                  <a:lnTo>
                    <a:pt x="672145" y="430037"/>
                  </a:lnTo>
                  <a:lnTo>
                    <a:pt x="674642" y="426861"/>
                  </a:lnTo>
                  <a:lnTo>
                    <a:pt x="677139" y="423912"/>
                  </a:lnTo>
                  <a:lnTo>
                    <a:pt x="679863" y="420963"/>
                  </a:lnTo>
                  <a:lnTo>
                    <a:pt x="682814" y="418240"/>
                  </a:lnTo>
                  <a:lnTo>
                    <a:pt x="685765" y="415518"/>
                  </a:lnTo>
                  <a:lnTo>
                    <a:pt x="688943" y="413249"/>
                  </a:lnTo>
                  <a:lnTo>
                    <a:pt x="692121" y="410980"/>
                  </a:lnTo>
                  <a:lnTo>
                    <a:pt x="695526" y="408712"/>
                  </a:lnTo>
                  <a:lnTo>
                    <a:pt x="698932" y="406670"/>
                  </a:lnTo>
                  <a:lnTo>
                    <a:pt x="702791" y="404855"/>
                  </a:lnTo>
                  <a:lnTo>
                    <a:pt x="706196" y="403267"/>
                  </a:lnTo>
                  <a:lnTo>
                    <a:pt x="710055" y="401679"/>
                  </a:lnTo>
                  <a:lnTo>
                    <a:pt x="713914" y="400318"/>
                  </a:lnTo>
                  <a:lnTo>
                    <a:pt x="718000" y="399410"/>
                  </a:lnTo>
                  <a:lnTo>
                    <a:pt x="721859" y="398503"/>
                  </a:lnTo>
                  <a:lnTo>
                    <a:pt x="725945" y="397595"/>
                  </a:lnTo>
                  <a:lnTo>
                    <a:pt x="730032" y="397141"/>
                  </a:lnTo>
                  <a:lnTo>
                    <a:pt x="734345" y="396915"/>
                  </a:lnTo>
                  <a:lnTo>
                    <a:pt x="738658" y="396688"/>
                  </a:lnTo>
                  <a:lnTo>
                    <a:pt x="744106" y="396915"/>
                  </a:lnTo>
                  <a:lnTo>
                    <a:pt x="749554" y="397595"/>
                  </a:lnTo>
                  <a:lnTo>
                    <a:pt x="754775" y="398276"/>
                  </a:lnTo>
                  <a:lnTo>
                    <a:pt x="759770" y="399637"/>
                  </a:lnTo>
                  <a:lnTo>
                    <a:pt x="764764" y="400998"/>
                  </a:lnTo>
                  <a:lnTo>
                    <a:pt x="769758" y="403040"/>
                  </a:lnTo>
                  <a:lnTo>
                    <a:pt x="774298" y="405082"/>
                  </a:lnTo>
                  <a:lnTo>
                    <a:pt x="778838" y="407577"/>
                  </a:lnTo>
                  <a:lnTo>
                    <a:pt x="916859" y="288925"/>
                  </a:lnTo>
                  <a:close/>
                  <a:moveTo>
                    <a:pt x="607752" y="120128"/>
                  </a:moveTo>
                  <a:lnTo>
                    <a:pt x="595738" y="120581"/>
                  </a:lnTo>
                  <a:lnTo>
                    <a:pt x="583950" y="121488"/>
                  </a:lnTo>
                  <a:lnTo>
                    <a:pt x="571936" y="122621"/>
                  </a:lnTo>
                  <a:lnTo>
                    <a:pt x="559921" y="123755"/>
                  </a:lnTo>
                  <a:lnTo>
                    <a:pt x="548133" y="125341"/>
                  </a:lnTo>
                  <a:lnTo>
                    <a:pt x="536119" y="127154"/>
                  </a:lnTo>
                  <a:lnTo>
                    <a:pt x="524331" y="129421"/>
                  </a:lnTo>
                  <a:lnTo>
                    <a:pt x="512543" y="131688"/>
                  </a:lnTo>
                  <a:lnTo>
                    <a:pt x="500755" y="134407"/>
                  </a:lnTo>
                  <a:lnTo>
                    <a:pt x="489194" y="137581"/>
                  </a:lnTo>
                  <a:lnTo>
                    <a:pt x="477406" y="140754"/>
                  </a:lnTo>
                  <a:lnTo>
                    <a:pt x="466072" y="144380"/>
                  </a:lnTo>
                  <a:lnTo>
                    <a:pt x="454511" y="148234"/>
                  </a:lnTo>
                  <a:lnTo>
                    <a:pt x="443176" y="152313"/>
                  </a:lnTo>
                  <a:lnTo>
                    <a:pt x="431615" y="156620"/>
                  </a:lnTo>
                  <a:lnTo>
                    <a:pt x="420508" y="161380"/>
                  </a:lnTo>
                  <a:lnTo>
                    <a:pt x="409400" y="166593"/>
                  </a:lnTo>
                  <a:lnTo>
                    <a:pt x="398519" y="171579"/>
                  </a:lnTo>
                  <a:lnTo>
                    <a:pt x="387411" y="177246"/>
                  </a:lnTo>
                  <a:lnTo>
                    <a:pt x="376530" y="183139"/>
                  </a:lnTo>
                  <a:lnTo>
                    <a:pt x="365876" y="189485"/>
                  </a:lnTo>
                  <a:lnTo>
                    <a:pt x="355221" y="195831"/>
                  </a:lnTo>
                  <a:lnTo>
                    <a:pt x="344794" y="202631"/>
                  </a:lnTo>
                  <a:lnTo>
                    <a:pt x="334593" y="209431"/>
                  </a:lnTo>
                  <a:lnTo>
                    <a:pt x="324392" y="216684"/>
                  </a:lnTo>
                  <a:lnTo>
                    <a:pt x="314191" y="224163"/>
                  </a:lnTo>
                  <a:lnTo>
                    <a:pt x="304443" y="232323"/>
                  </a:lnTo>
                  <a:lnTo>
                    <a:pt x="294695" y="240483"/>
                  </a:lnTo>
                  <a:lnTo>
                    <a:pt x="284948" y="248869"/>
                  </a:lnTo>
                  <a:lnTo>
                    <a:pt x="275654" y="257482"/>
                  </a:lnTo>
                  <a:lnTo>
                    <a:pt x="266359" y="266548"/>
                  </a:lnTo>
                  <a:lnTo>
                    <a:pt x="257518" y="275614"/>
                  </a:lnTo>
                  <a:lnTo>
                    <a:pt x="248678" y="285134"/>
                  </a:lnTo>
                  <a:lnTo>
                    <a:pt x="240290" y="294654"/>
                  </a:lnTo>
                  <a:lnTo>
                    <a:pt x="232129" y="304400"/>
                  </a:lnTo>
                  <a:lnTo>
                    <a:pt x="224195" y="314373"/>
                  </a:lnTo>
                  <a:lnTo>
                    <a:pt x="216714" y="324346"/>
                  </a:lnTo>
                  <a:lnTo>
                    <a:pt x="209460" y="334545"/>
                  </a:lnTo>
                  <a:lnTo>
                    <a:pt x="202433" y="344971"/>
                  </a:lnTo>
                  <a:lnTo>
                    <a:pt x="195632" y="355397"/>
                  </a:lnTo>
                  <a:lnTo>
                    <a:pt x="189058" y="366050"/>
                  </a:lnTo>
                  <a:lnTo>
                    <a:pt x="183164" y="376703"/>
                  </a:lnTo>
                  <a:lnTo>
                    <a:pt x="177271" y="387583"/>
                  </a:lnTo>
                  <a:lnTo>
                    <a:pt x="171603" y="398462"/>
                  </a:lnTo>
                  <a:lnTo>
                    <a:pt x="166390" y="409342"/>
                  </a:lnTo>
                  <a:lnTo>
                    <a:pt x="161402" y="420448"/>
                  </a:lnTo>
                  <a:lnTo>
                    <a:pt x="156642" y="431554"/>
                  </a:lnTo>
                  <a:lnTo>
                    <a:pt x="152108" y="443114"/>
                  </a:lnTo>
                  <a:lnTo>
                    <a:pt x="148028" y="454673"/>
                  </a:lnTo>
                  <a:lnTo>
                    <a:pt x="144174" y="466006"/>
                  </a:lnTo>
                  <a:lnTo>
                    <a:pt x="140774" y="477565"/>
                  </a:lnTo>
                  <a:lnTo>
                    <a:pt x="137373" y="489125"/>
                  </a:lnTo>
                  <a:lnTo>
                    <a:pt x="134426" y="500911"/>
                  </a:lnTo>
                  <a:lnTo>
                    <a:pt x="131706" y="512470"/>
                  </a:lnTo>
                  <a:lnTo>
                    <a:pt x="129213" y="524256"/>
                  </a:lnTo>
                  <a:lnTo>
                    <a:pt x="127172" y="536269"/>
                  </a:lnTo>
                  <a:lnTo>
                    <a:pt x="125359" y="548055"/>
                  </a:lnTo>
                  <a:lnTo>
                    <a:pt x="123772" y="560068"/>
                  </a:lnTo>
                  <a:lnTo>
                    <a:pt x="122185" y="571854"/>
                  </a:lnTo>
                  <a:lnTo>
                    <a:pt x="121278" y="583867"/>
                  </a:lnTo>
                  <a:lnTo>
                    <a:pt x="120598" y="595880"/>
                  </a:lnTo>
                  <a:lnTo>
                    <a:pt x="120145" y="607666"/>
                  </a:lnTo>
                  <a:lnTo>
                    <a:pt x="120145" y="619905"/>
                  </a:lnTo>
                  <a:lnTo>
                    <a:pt x="120145" y="631918"/>
                  </a:lnTo>
                  <a:lnTo>
                    <a:pt x="120598" y="643704"/>
                  </a:lnTo>
                  <a:lnTo>
                    <a:pt x="121278" y="655717"/>
                  </a:lnTo>
                  <a:lnTo>
                    <a:pt x="122185" y="667503"/>
                  </a:lnTo>
                  <a:lnTo>
                    <a:pt x="123772" y="679516"/>
                  </a:lnTo>
                  <a:lnTo>
                    <a:pt x="125359" y="691529"/>
                  </a:lnTo>
                  <a:lnTo>
                    <a:pt x="127172" y="703315"/>
                  </a:lnTo>
                  <a:lnTo>
                    <a:pt x="129213" y="715328"/>
                  </a:lnTo>
                  <a:lnTo>
                    <a:pt x="131706" y="726887"/>
                  </a:lnTo>
                  <a:lnTo>
                    <a:pt x="134426" y="738673"/>
                  </a:lnTo>
                  <a:lnTo>
                    <a:pt x="137373" y="750460"/>
                  </a:lnTo>
                  <a:lnTo>
                    <a:pt x="140774" y="762019"/>
                  </a:lnTo>
                  <a:lnTo>
                    <a:pt x="144174" y="773579"/>
                  </a:lnTo>
                  <a:lnTo>
                    <a:pt x="148028" y="784911"/>
                  </a:lnTo>
                  <a:lnTo>
                    <a:pt x="152108" y="796471"/>
                  </a:lnTo>
                  <a:lnTo>
                    <a:pt x="156642" y="807804"/>
                  </a:lnTo>
                  <a:lnTo>
                    <a:pt x="161402" y="819136"/>
                  </a:lnTo>
                  <a:lnTo>
                    <a:pt x="166390" y="830016"/>
                  </a:lnTo>
                  <a:lnTo>
                    <a:pt x="171603" y="841122"/>
                  </a:lnTo>
                  <a:lnTo>
                    <a:pt x="177271" y="852002"/>
                  </a:lnTo>
                  <a:lnTo>
                    <a:pt x="183164" y="862881"/>
                  </a:lnTo>
                  <a:lnTo>
                    <a:pt x="189058" y="873534"/>
                  </a:lnTo>
                  <a:lnTo>
                    <a:pt x="195632" y="884187"/>
                  </a:lnTo>
                  <a:lnTo>
                    <a:pt x="202433" y="894613"/>
                  </a:lnTo>
                  <a:lnTo>
                    <a:pt x="209460" y="904813"/>
                  </a:lnTo>
                  <a:lnTo>
                    <a:pt x="216714" y="915239"/>
                  </a:lnTo>
                  <a:lnTo>
                    <a:pt x="224195" y="925212"/>
                  </a:lnTo>
                  <a:lnTo>
                    <a:pt x="232129" y="934958"/>
                  </a:lnTo>
                  <a:lnTo>
                    <a:pt x="240290" y="944931"/>
                  </a:lnTo>
                  <a:lnTo>
                    <a:pt x="248678" y="954450"/>
                  </a:lnTo>
                  <a:lnTo>
                    <a:pt x="257518" y="963743"/>
                  </a:lnTo>
                  <a:lnTo>
                    <a:pt x="266359" y="973036"/>
                  </a:lnTo>
                  <a:lnTo>
                    <a:pt x="275654" y="982102"/>
                  </a:lnTo>
                  <a:lnTo>
                    <a:pt x="284948" y="990715"/>
                  </a:lnTo>
                  <a:lnTo>
                    <a:pt x="294695" y="999102"/>
                  </a:lnTo>
                  <a:lnTo>
                    <a:pt x="304443" y="1007261"/>
                  </a:lnTo>
                  <a:lnTo>
                    <a:pt x="314191" y="1015194"/>
                  </a:lnTo>
                  <a:lnTo>
                    <a:pt x="324392" y="1022674"/>
                  </a:lnTo>
                  <a:lnTo>
                    <a:pt x="334593" y="1029927"/>
                  </a:lnTo>
                  <a:lnTo>
                    <a:pt x="344794" y="1036953"/>
                  </a:lnTo>
                  <a:lnTo>
                    <a:pt x="355221" y="1043753"/>
                  </a:lnTo>
                  <a:lnTo>
                    <a:pt x="365876" y="1050099"/>
                  </a:lnTo>
                  <a:lnTo>
                    <a:pt x="376530" y="1056446"/>
                  </a:lnTo>
                  <a:lnTo>
                    <a:pt x="387411" y="1062339"/>
                  </a:lnTo>
                  <a:lnTo>
                    <a:pt x="398292" y="1067779"/>
                  </a:lnTo>
                  <a:lnTo>
                    <a:pt x="409400" y="1072992"/>
                  </a:lnTo>
                  <a:lnTo>
                    <a:pt x="420508" y="1078205"/>
                  </a:lnTo>
                  <a:lnTo>
                    <a:pt x="431615" y="1082738"/>
                  </a:lnTo>
                  <a:lnTo>
                    <a:pt x="443176" y="1087271"/>
                  </a:lnTo>
                  <a:lnTo>
                    <a:pt x="454511" y="1091351"/>
                  </a:lnTo>
                  <a:lnTo>
                    <a:pt x="466072" y="1095204"/>
                  </a:lnTo>
                  <a:lnTo>
                    <a:pt x="477406" y="1098830"/>
                  </a:lnTo>
                  <a:lnTo>
                    <a:pt x="489194" y="1102004"/>
                  </a:lnTo>
                  <a:lnTo>
                    <a:pt x="500755" y="1104950"/>
                  </a:lnTo>
                  <a:lnTo>
                    <a:pt x="512543" y="1107897"/>
                  </a:lnTo>
                  <a:lnTo>
                    <a:pt x="524331" y="1110163"/>
                  </a:lnTo>
                  <a:lnTo>
                    <a:pt x="536119" y="1112203"/>
                  </a:lnTo>
                  <a:lnTo>
                    <a:pt x="548133" y="1114243"/>
                  </a:lnTo>
                  <a:lnTo>
                    <a:pt x="559921" y="1115830"/>
                  </a:lnTo>
                  <a:lnTo>
                    <a:pt x="571936" y="1116963"/>
                  </a:lnTo>
                  <a:lnTo>
                    <a:pt x="583950" y="1118096"/>
                  </a:lnTo>
                  <a:lnTo>
                    <a:pt x="595738" y="1118776"/>
                  </a:lnTo>
                  <a:lnTo>
                    <a:pt x="607752" y="1119230"/>
                  </a:lnTo>
                  <a:lnTo>
                    <a:pt x="619540" y="1119230"/>
                  </a:lnTo>
                  <a:lnTo>
                    <a:pt x="631782" y="1119230"/>
                  </a:lnTo>
                  <a:lnTo>
                    <a:pt x="643796" y="1118776"/>
                  </a:lnTo>
                  <a:lnTo>
                    <a:pt x="655584" y="1118096"/>
                  </a:lnTo>
                  <a:lnTo>
                    <a:pt x="667598" y="1116963"/>
                  </a:lnTo>
                  <a:lnTo>
                    <a:pt x="679613" y="1115830"/>
                  </a:lnTo>
                  <a:lnTo>
                    <a:pt x="691401" y="1114243"/>
                  </a:lnTo>
                  <a:lnTo>
                    <a:pt x="703415" y="1112203"/>
                  </a:lnTo>
                  <a:lnTo>
                    <a:pt x="715203" y="1110163"/>
                  </a:lnTo>
                  <a:lnTo>
                    <a:pt x="726991" y="1107897"/>
                  </a:lnTo>
                  <a:lnTo>
                    <a:pt x="738779" y="1104950"/>
                  </a:lnTo>
                  <a:lnTo>
                    <a:pt x="750340" y="1102004"/>
                  </a:lnTo>
                  <a:lnTo>
                    <a:pt x="762128" y="1098830"/>
                  </a:lnTo>
                  <a:lnTo>
                    <a:pt x="773462" y="1095204"/>
                  </a:lnTo>
                  <a:lnTo>
                    <a:pt x="785023" y="1091351"/>
                  </a:lnTo>
                  <a:lnTo>
                    <a:pt x="796358" y="1087271"/>
                  </a:lnTo>
                  <a:lnTo>
                    <a:pt x="807692" y="1082738"/>
                  </a:lnTo>
                  <a:lnTo>
                    <a:pt x="819026" y="1078205"/>
                  </a:lnTo>
                  <a:lnTo>
                    <a:pt x="830134" y="1072992"/>
                  </a:lnTo>
                  <a:lnTo>
                    <a:pt x="841015" y="1067779"/>
                  </a:lnTo>
                  <a:lnTo>
                    <a:pt x="852123" y="1062339"/>
                  </a:lnTo>
                  <a:lnTo>
                    <a:pt x="862777" y="1056446"/>
                  </a:lnTo>
                  <a:lnTo>
                    <a:pt x="873658" y="1050099"/>
                  </a:lnTo>
                  <a:lnTo>
                    <a:pt x="884086" y="1043753"/>
                  </a:lnTo>
                  <a:lnTo>
                    <a:pt x="894740" y="1036953"/>
                  </a:lnTo>
                  <a:lnTo>
                    <a:pt x="904941" y="1029927"/>
                  </a:lnTo>
                  <a:lnTo>
                    <a:pt x="915142" y="1022674"/>
                  </a:lnTo>
                  <a:lnTo>
                    <a:pt x="925343" y="1015194"/>
                  </a:lnTo>
                  <a:lnTo>
                    <a:pt x="935091" y="1007261"/>
                  </a:lnTo>
                  <a:lnTo>
                    <a:pt x="944839" y="999102"/>
                  </a:lnTo>
                  <a:lnTo>
                    <a:pt x="954586" y="990715"/>
                  </a:lnTo>
                  <a:lnTo>
                    <a:pt x="963880" y="982102"/>
                  </a:lnTo>
                  <a:lnTo>
                    <a:pt x="972948" y="973036"/>
                  </a:lnTo>
                  <a:lnTo>
                    <a:pt x="982016" y="963743"/>
                  </a:lnTo>
                  <a:lnTo>
                    <a:pt x="990856" y="954450"/>
                  </a:lnTo>
                  <a:lnTo>
                    <a:pt x="999244" y="944931"/>
                  </a:lnTo>
                  <a:lnTo>
                    <a:pt x="1007405" y="934958"/>
                  </a:lnTo>
                  <a:lnTo>
                    <a:pt x="1015339" y="925212"/>
                  </a:lnTo>
                  <a:lnTo>
                    <a:pt x="1022820" y="915239"/>
                  </a:lnTo>
                  <a:lnTo>
                    <a:pt x="1030074" y="904813"/>
                  </a:lnTo>
                  <a:lnTo>
                    <a:pt x="1037101" y="894613"/>
                  </a:lnTo>
                  <a:lnTo>
                    <a:pt x="1043902" y="884187"/>
                  </a:lnTo>
                  <a:lnTo>
                    <a:pt x="1050249" y="873534"/>
                  </a:lnTo>
                  <a:lnTo>
                    <a:pt x="1056370" y="862881"/>
                  </a:lnTo>
                  <a:lnTo>
                    <a:pt x="1062263" y="852002"/>
                  </a:lnTo>
                  <a:lnTo>
                    <a:pt x="1067931" y="841122"/>
                  </a:lnTo>
                  <a:lnTo>
                    <a:pt x="1073144" y="830016"/>
                  </a:lnTo>
                  <a:lnTo>
                    <a:pt x="1078132" y="819136"/>
                  </a:lnTo>
                  <a:lnTo>
                    <a:pt x="1082892" y="807804"/>
                  </a:lnTo>
                  <a:lnTo>
                    <a:pt x="1087426" y="796471"/>
                  </a:lnTo>
                  <a:lnTo>
                    <a:pt x="1091280" y="784911"/>
                  </a:lnTo>
                  <a:lnTo>
                    <a:pt x="1095360" y="773579"/>
                  </a:lnTo>
                  <a:lnTo>
                    <a:pt x="1098760" y="762019"/>
                  </a:lnTo>
                  <a:lnTo>
                    <a:pt x="1102161" y="750460"/>
                  </a:lnTo>
                  <a:lnTo>
                    <a:pt x="1105108" y="738673"/>
                  </a:lnTo>
                  <a:lnTo>
                    <a:pt x="1107828" y="726887"/>
                  </a:lnTo>
                  <a:lnTo>
                    <a:pt x="1110321" y="715328"/>
                  </a:lnTo>
                  <a:lnTo>
                    <a:pt x="1112362" y="703315"/>
                  </a:lnTo>
                  <a:lnTo>
                    <a:pt x="1114175" y="691529"/>
                  </a:lnTo>
                  <a:lnTo>
                    <a:pt x="1115762" y="679516"/>
                  </a:lnTo>
                  <a:lnTo>
                    <a:pt x="1117122" y="667503"/>
                  </a:lnTo>
                  <a:lnTo>
                    <a:pt x="1118256" y="655717"/>
                  </a:lnTo>
                  <a:lnTo>
                    <a:pt x="1118936" y="643704"/>
                  </a:lnTo>
                  <a:lnTo>
                    <a:pt x="1119389" y="631918"/>
                  </a:lnTo>
                  <a:lnTo>
                    <a:pt x="1119389" y="619905"/>
                  </a:lnTo>
                  <a:lnTo>
                    <a:pt x="1119389" y="607666"/>
                  </a:lnTo>
                  <a:lnTo>
                    <a:pt x="1118936" y="595880"/>
                  </a:lnTo>
                  <a:lnTo>
                    <a:pt x="1118256" y="583867"/>
                  </a:lnTo>
                  <a:lnTo>
                    <a:pt x="1117122" y="571854"/>
                  </a:lnTo>
                  <a:lnTo>
                    <a:pt x="1115762" y="560068"/>
                  </a:lnTo>
                  <a:lnTo>
                    <a:pt x="1114175" y="548055"/>
                  </a:lnTo>
                  <a:lnTo>
                    <a:pt x="1112362" y="536269"/>
                  </a:lnTo>
                  <a:lnTo>
                    <a:pt x="1110321" y="524256"/>
                  </a:lnTo>
                  <a:lnTo>
                    <a:pt x="1107828" y="512470"/>
                  </a:lnTo>
                  <a:lnTo>
                    <a:pt x="1105108" y="500911"/>
                  </a:lnTo>
                  <a:lnTo>
                    <a:pt x="1102161" y="489125"/>
                  </a:lnTo>
                  <a:lnTo>
                    <a:pt x="1098760" y="477565"/>
                  </a:lnTo>
                  <a:lnTo>
                    <a:pt x="1095360" y="466006"/>
                  </a:lnTo>
                  <a:lnTo>
                    <a:pt x="1091280" y="454673"/>
                  </a:lnTo>
                  <a:lnTo>
                    <a:pt x="1087426" y="443114"/>
                  </a:lnTo>
                  <a:lnTo>
                    <a:pt x="1082892" y="431554"/>
                  </a:lnTo>
                  <a:lnTo>
                    <a:pt x="1078132" y="420448"/>
                  </a:lnTo>
                  <a:lnTo>
                    <a:pt x="1073144" y="409342"/>
                  </a:lnTo>
                  <a:lnTo>
                    <a:pt x="1067931" y="398462"/>
                  </a:lnTo>
                  <a:lnTo>
                    <a:pt x="1062263" y="387583"/>
                  </a:lnTo>
                  <a:lnTo>
                    <a:pt x="1056370" y="376703"/>
                  </a:lnTo>
                  <a:lnTo>
                    <a:pt x="1050249" y="366050"/>
                  </a:lnTo>
                  <a:lnTo>
                    <a:pt x="1043902" y="355397"/>
                  </a:lnTo>
                  <a:lnTo>
                    <a:pt x="1037101" y="344971"/>
                  </a:lnTo>
                  <a:lnTo>
                    <a:pt x="1030074" y="334545"/>
                  </a:lnTo>
                  <a:lnTo>
                    <a:pt x="1022820" y="324346"/>
                  </a:lnTo>
                  <a:lnTo>
                    <a:pt x="1015339" y="314373"/>
                  </a:lnTo>
                  <a:lnTo>
                    <a:pt x="1007405" y="304400"/>
                  </a:lnTo>
                  <a:lnTo>
                    <a:pt x="999244" y="294654"/>
                  </a:lnTo>
                  <a:lnTo>
                    <a:pt x="990856" y="285134"/>
                  </a:lnTo>
                  <a:lnTo>
                    <a:pt x="982016" y="275614"/>
                  </a:lnTo>
                  <a:lnTo>
                    <a:pt x="972948" y="266548"/>
                  </a:lnTo>
                  <a:lnTo>
                    <a:pt x="963880" y="257482"/>
                  </a:lnTo>
                  <a:lnTo>
                    <a:pt x="954586" y="248869"/>
                  </a:lnTo>
                  <a:lnTo>
                    <a:pt x="944839" y="240483"/>
                  </a:lnTo>
                  <a:lnTo>
                    <a:pt x="935091" y="232323"/>
                  </a:lnTo>
                  <a:lnTo>
                    <a:pt x="925343" y="224163"/>
                  </a:lnTo>
                  <a:lnTo>
                    <a:pt x="915142" y="216684"/>
                  </a:lnTo>
                  <a:lnTo>
                    <a:pt x="904941" y="209431"/>
                  </a:lnTo>
                  <a:lnTo>
                    <a:pt x="894740" y="202631"/>
                  </a:lnTo>
                  <a:lnTo>
                    <a:pt x="884086" y="195831"/>
                  </a:lnTo>
                  <a:lnTo>
                    <a:pt x="873658" y="189485"/>
                  </a:lnTo>
                  <a:lnTo>
                    <a:pt x="862777" y="183139"/>
                  </a:lnTo>
                  <a:lnTo>
                    <a:pt x="852123" y="177246"/>
                  </a:lnTo>
                  <a:lnTo>
                    <a:pt x="841015" y="171579"/>
                  </a:lnTo>
                  <a:lnTo>
                    <a:pt x="830134" y="166593"/>
                  </a:lnTo>
                  <a:lnTo>
                    <a:pt x="819026" y="161380"/>
                  </a:lnTo>
                  <a:lnTo>
                    <a:pt x="807692" y="156620"/>
                  </a:lnTo>
                  <a:lnTo>
                    <a:pt x="796358" y="152313"/>
                  </a:lnTo>
                  <a:lnTo>
                    <a:pt x="785023" y="148234"/>
                  </a:lnTo>
                  <a:lnTo>
                    <a:pt x="773462" y="144380"/>
                  </a:lnTo>
                  <a:lnTo>
                    <a:pt x="762128" y="140754"/>
                  </a:lnTo>
                  <a:lnTo>
                    <a:pt x="750340" y="137581"/>
                  </a:lnTo>
                  <a:lnTo>
                    <a:pt x="738779" y="134407"/>
                  </a:lnTo>
                  <a:lnTo>
                    <a:pt x="726991" y="131688"/>
                  </a:lnTo>
                  <a:lnTo>
                    <a:pt x="715203" y="129421"/>
                  </a:lnTo>
                  <a:lnTo>
                    <a:pt x="703415" y="127154"/>
                  </a:lnTo>
                  <a:lnTo>
                    <a:pt x="691401" y="125341"/>
                  </a:lnTo>
                  <a:lnTo>
                    <a:pt x="679613" y="123755"/>
                  </a:lnTo>
                  <a:lnTo>
                    <a:pt x="667598" y="122621"/>
                  </a:lnTo>
                  <a:lnTo>
                    <a:pt x="655584" y="121488"/>
                  </a:lnTo>
                  <a:lnTo>
                    <a:pt x="643796" y="120581"/>
                  </a:lnTo>
                  <a:lnTo>
                    <a:pt x="631782" y="120128"/>
                  </a:lnTo>
                  <a:lnTo>
                    <a:pt x="619540" y="120128"/>
                  </a:lnTo>
                  <a:lnTo>
                    <a:pt x="607752" y="120128"/>
                  </a:lnTo>
                  <a:close/>
                  <a:moveTo>
                    <a:pt x="619540" y="0"/>
                  </a:moveTo>
                  <a:lnTo>
                    <a:pt x="634502" y="227"/>
                  </a:lnTo>
                  <a:lnTo>
                    <a:pt x="649690" y="907"/>
                  </a:lnTo>
                  <a:lnTo>
                    <a:pt x="664198" y="1587"/>
                  </a:lnTo>
                  <a:lnTo>
                    <a:pt x="678933" y="3173"/>
                  </a:lnTo>
                  <a:lnTo>
                    <a:pt x="694121" y="4533"/>
                  </a:lnTo>
                  <a:lnTo>
                    <a:pt x="708629" y="6573"/>
                  </a:lnTo>
                  <a:lnTo>
                    <a:pt x="723364" y="8840"/>
                  </a:lnTo>
                  <a:lnTo>
                    <a:pt x="738098" y="11560"/>
                  </a:lnTo>
                  <a:lnTo>
                    <a:pt x="752607" y="14506"/>
                  </a:lnTo>
                  <a:lnTo>
                    <a:pt x="767115" y="17906"/>
                  </a:lnTo>
                  <a:lnTo>
                    <a:pt x="781623" y="21533"/>
                  </a:lnTo>
                  <a:lnTo>
                    <a:pt x="796131" y="25839"/>
                  </a:lnTo>
                  <a:lnTo>
                    <a:pt x="810412" y="30146"/>
                  </a:lnTo>
                  <a:lnTo>
                    <a:pt x="824694" y="34905"/>
                  </a:lnTo>
                  <a:lnTo>
                    <a:pt x="838975" y="40118"/>
                  </a:lnTo>
                  <a:lnTo>
                    <a:pt x="853030" y="45558"/>
                  </a:lnTo>
                  <a:lnTo>
                    <a:pt x="866858" y="51451"/>
                  </a:lnTo>
                  <a:lnTo>
                    <a:pt x="880686" y="57571"/>
                  </a:lnTo>
                  <a:lnTo>
                    <a:pt x="894514" y="64144"/>
                  </a:lnTo>
                  <a:lnTo>
                    <a:pt x="907888" y="71170"/>
                  </a:lnTo>
                  <a:lnTo>
                    <a:pt x="921263" y="78423"/>
                  </a:lnTo>
                  <a:lnTo>
                    <a:pt x="934638" y="85903"/>
                  </a:lnTo>
                  <a:lnTo>
                    <a:pt x="947786" y="93836"/>
                  </a:lnTo>
                  <a:lnTo>
                    <a:pt x="960934" y="102222"/>
                  </a:lnTo>
                  <a:lnTo>
                    <a:pt x="973401" y="110835"/>
                  </a:lnTo>
                  <a:lnTo>
                    <a:pt x="986096" y="119901"/>
                  </a:lnTo>
                  <a:lnTo>
                    <a:pt x="998791" y="129421"/>
                  </a:lnTo>
                  <a:lnTo>
                    <a:pt x="1010805" y="139167"/>
                  </a:lnTo>
                  <a:lnTo>
                    <a:pt x="1023046" y="149140"/>
                  </a:lnTo>
                  <a:lnTo>
                    <a:pt x="1034607" y="159793"/>
                  </a:lnTo>
                  <a:lnTo>
                    <a:pt x="1046395" y="170446"/>
                  </a:lnTo>
                  <a:lnTo>
                    <a:pt x="1057956" y="181779"/>
                  </a:lnTo>
                  <a:lnTo>
                    <a:pt x="1067251" y="191072"/>
                  </a:lnTo>
                  <a:lnTo>
                    <a:pt x="1076318" y="200591"/>
                  </a:lnTo>
                  <a:lnTo>
                    <a:pt x="1084932" y="210564"/>
                  </a:lnTo>
                  <a:lnTo>
                    <a:pt x="1093546" y="220310"/>
                  </a:lnTo>
                  <a:lnTo>
                    <a:pt x="1101934" y="230283"/>
                  </a:lnTo>
                  <a:lnTo>
                    <a:pt x="1110095" y="240709"/>
                  </a:lnTo>
                  <a:lnTo>
                    <a:pt x="1117802" y="250909"/>
                  </a:lnTo>
                  <a:lnTo>
                    <a:pt x="1125510" y="261108"/>
                  </a:lnTo>
                  <a:lnTo>
                    <a:pt x="1132764" y="271988"/>
                  </a:lnTo>
                  <a:lnTo>
                    <a:pt x="1139791" y="282414"/>
                  </a:lnTo>
                  <a:lnTo>
                    <a:pt x="1146592" y="293294"/>
                  </a:lnTo>
                  <a:lnTo>
                    <a:pt x="1153166" y="304173"/>
                  </a:lnTo>
                  <a:lnTo>
                    <a:pt x="1159513" y="315279"/>
                  </a:lnTo>
                  <a:lnTo>
                    <a:pt x="1165634" y="326159"/>
                  </a:lnTo>
                  <a:lnTo>
                    <a:pt x="1171527" y="337492"/>
                  </a:lnTo>
                  <a:lnTo>
                    <a:pt x="1177195" y="348598"/>
                  </a:lnTo>
                  <a:lnTo>
                    <a:pt x="1182408" y="360157"/>
                  </a:lnTo>
                  <a:lnTo>
                    <a:pt x="1187622" y="371490"/>
                  </a:lnTo>
                  <a:lnTo>
                    <a:pt x="1192610" y="383050"/>
                  </a:lnTo>
                  <a:lnTo>
                    <a:pt x="1197143" y="394609"/>
                  </a:lnTo>
                  <a:lnTo>
                    <a:pt x="1201677" y="406395"/>
                  </a:lnTo>
                  <a:lnTo>
                    <a:pt x="1205984" y="418181"/>
                  </a:lnTo>
                  <a:lnTo>
                    <a:pt x="1209611" y="429741"/>
                  </a:lnTo>
                  <a:lnTo>
                    <a:pt x="1213465" y="441754"/>
                  </a:lnTo>
                  <a:lnTo>
                    <a:pt x="1216865" y="453540"/>
                  </a:lnTo>
                  <a:lnTo>
                    <a:pt x="1219812" y="465552"/>
                  </a:lnTo>
                  <a:lnTo>
                    <a:pt x="1222986" y="477792"/>
                  </a:lnTo>
                  <a:lnTo>
                    <a:pt x="1225706" y="489578"/>
                  </a:lnTo>
                  <a:lnTo>
                    <a:pt x="1228200" y="501818"/>
                  </a:lnTo>
                  <a:lnTo>
                    <a:pt x="1230240" y="514057"/>
                  </a:lnTo>
                  <a:lnTo>
                    <a:pt x="1232280" y="526070"/>
                  </a:lnTo>
                  <a:lnTo>
                    <a:pt x="1233867" y="538536"/>
                  </a:lnTo>
                  <a:lnTo>
                    <a:pt x="1235680" y="550775"/>
                  </a:lnTo>
                  <a:lnTo>
                    <a:pt x="1236814" y="563015"/>
                  </a:lnTo>
                  <a:lnTo>
                    <a:pt x="1237720" y="575254"/>
                  </a:lnTo>
                  <a:lnTo>
                    <a:pt x="1238401" y="587720"/>
                  </a:lnTo>
                  <a:lnTo>
                    <a:pt x="1239081" y="599733"/>
                  </a:lnTo>
                  <a:lnTo>
                    <a:pt x="1239307" y="612199"/>
                  </a:lnTo>
                  <a:lnTo>
                    <a:pt x="1239307" y="624665"/>
                  </a:lnTo>
                  <a:lnTo>
                    <a:pt x="1239081" y="636678"/>
                  </a:lnTo>
                  <a:lnTo>
                    <a:pt x="1238627" y="649144"/>
                  </a:lnTo>
                  <a:lnTo>
                    <a:pt x="1237947" y="661610"/>
                  </a:lnTo>
                  <a:lnTo>
                    <a:pt x="1237040" y="673623"/>
                  </a:lnTo>
                  <a:lnTo>
                    <a:pt x="1235907" y="686089"/>
                  </a:lnTo>
                  <a:lnTo>
                    <a:pt x="1234320" y="698102"/>
                  </a:lnTo>
                  <a:lnTo>
                    <a:pt x="1232507" y="710341"/>
                  </a:lnTo>
                  <a:lnTo>
                    <a:pt x="1230693" y="722807"/>
                  </a:lnTo>
                  <a:lnTo>
                    <a:pt x="1228653" y="734820"/>
                  </a:lnTo>
                  <a:lnTo>
                    <a:pt x="1226159" y="746833"/>
                  </a:lnTo>
                  <a:lnTo>
                    <a:pt x="1223439" y="759073"/>
                  </a:lnTo>
                  <a:lnTo>
                    <a:pt x="1220719" y="771085"/>
                  </a:lnTo>
                  <a:lnTo>
                    <a:pt x="1217545" y="783098"/>
                  </a:lnTo>
                  <a:lnTo>
                    <a:pt x="1214145" y="795111"/>
                  </a:lnTo>
                  <a:lnTo>
                    <a:pt x="1210518" y="806897"/>
                  </a:lnTo>
                  <a:lnTo>
                    <a:pt x="1206664" y="818683"/>
                  </a:lnTo>
                  <a:lnTo>
                    <a:pt x="1202357" y="830469"/>
                  </a:lnTo>
                  <a:lnTo>
                    <a:pt x="1198277" y="842255"/>
                  </a:lnTo>
                  <a:lnTo>
                    <a:pt x="1193516" y="853588"/>
                  </a:lnTo>
                  <a:lnTo>
                    <a:pt x="1188529" y="865374"/>
                  </a:lnTo>
                  <a:lnTo>
                    <a:pt x="1183769" y="876934"/>
                  </a:lnTo>
                  <a:lnTo>
                    <a:pt x="1178328" y="888267"/>
                  </a:lnTo>
                  <a:lnTo>
                    <a:pt x="1172661" y="899599"/>
                  </a:lnTo>
                  <a:lnTo>
                    <a:pt x="1166767" y="910706"/>
                  </a:lnTo>
                  <a:lnTo>
                    <a:pt x="1160646" y="921812"/>
                  </a:lnTo>
                  <a:lnTo>
                    <a:pt x="1534229" y="1295115"/>
                  </a:lnTo>
                  <a:lnTo>
                    <a:pt x="1540350" y="1301461"/>
                  </a:lnTo>
                  <a:lnTo>
                    <a:pt x="1545790" y="1308034"/>
                  </a:lnTo>
                  <a:lnTo>
                    <a:pt x="1551231" y="1314607"/>
                  </a:lnTo>
                  <a:lnTo>
                    <a:pt x="1556445" y="1321407"/>
                  </a:lnTo>
                  <a:lnTo>
                    <a:pt x="1560752" y="1328433"/>
                  </a:lnTo>
                  <a:lnTo>
                    <a:pt x="1565286" y="1335460"/>
                  </a:lnTo>
                  <a:lnTo>
                    <a:pt x="1569366" y="1342713"/>
                  </a:lnTo>
                  <a:lnTo>
                    <a:pt x="1572766" y="1349966"/>
                  </a:lnTo>
                  <a:lnTo>
                    <a:pt x="1576167" y="1357219"/>
                  </a:lnTo>
                  <a:lnTo>
                    <a:pt x="1578887" y="1364698"/>
                  </a:lnTo>
                  <a:lnTo>
                    <a:pt x="1581381" y="1372178"/>
                  </a:lnTo>
                  <a:lnTo>
                    <a:pt x="1583648" y="1379658"/>
                  </a:lnTo>
                  <a:lnTo>
                    <a:pt x="1585461" y="1387137"/>
                  </a:lnTo>
                  <a:lnTo>
                    <a:pt x="1586821" y="1394617"/>
                  </a:lnTo>
                  <a:lnTo>
                    <a:pt x="1587955" y="1402323"/>
                  </a:lnTo>
                  <a:lnTo>
                    <a:pt x="1588635" y="1409803"/>
                  </a:lnTo>
                  <a:lnTo>
                    <a:pt x="1589088" y="1417283"/>
                  </a:lnTo>
                  <a:lnTo>
                    <a:pt x="1589088" y="1424762"/>
                  </a:lnTo>
                  <a:lnTo>
                    <a:pt x="1588861" y="1432242"/>
                  </a:lnTo>
                  <a:lnTo>
                    <a:pt x="1588181" y="1439495"/>
                  </a:lnTo>
                  <a:lnTo>
                    <a:pt x="1587274" y="1446748"/>
                  </a:lnTo>
                  <a:lnTo>
                    <a:pt x="1585914" y="1454001"/>
                  </a:lnTo>
                  <a:lnTo>
                    <a:pt x="1584101" y="1461027"/>
                  </a:lnTo>
                  <a:lnTo>
                    <a:pt x="1581834" y="1467827"/>
                  </a:lnTo>
                  <a:lnTo>
                    <a:pt x="1579340" y="1474627"/>
                  </a:lnTo>
                  <a:lnTo>
                    <a:pt x="1576620" y="1481200"/>
                  </a:lnTo>
                  <a:lnTo>
                    <a:pt x="1573220" y="1487773"/>
                  </a:lnTo>
                  <a:lnTo>
                    <a:pt x="1569593" y="1494119"/>
                  </a:lnTo>
                  <a:lnTo>
                    <a:pt x="1565512" y="1500239"/>
                  </a:lnTo>
                  <a:lnTo>
                    <a:pt x="1561432" y="1506132"/>
                  </a:lnTo>
                  <a:lnTo>
                    <a:pt x="1556445" y="1511572"/>
                  </a:lnTo>
                  <a:lnTo>
                    <a:pt x="1551231" y="1517011"/>
                  </a:lnTo>
                  <a:lnTo>
                    <a:pt x="1517228" y="1551237"/>
                  </a:lnTo>
                  <a:lnTo>
                    <a:pt x="1511787" y="1556223"/>
                  </a:lnTo>
                  <a:lnTo>
                    <a:pt x="1506120" y="1561209"/>
                  </a:lnTo>
                  <a:lnTo>
                    <a:pt x="1500226" y="1565516"/>
                  </a:lnTo>
                  <a:lnTo>
                    <a:pt x="1494106" y="1569369"/>
                  </a:lnTo>
                  <a:lnTo>
                    <a:pt x="1487985" y="1573222"/>
                  </a:lnTo>
                  <a:lnTo>
                    <a:pt x="1481411" y="1576395"/>
                  </a:lnTo>
                  <a:lnTo>
                    <a:pt x="1474837" y="1579342"/>
                  </a:lnTo>
                  <a:lnTo>
                    <a:pt x="1468036" y="1581835"/>
                  </a:lnTo>
                  <a:lnTo>
                    <a:pt x="1461009" y="1583875"/>
                  </a:lnTo>
                  <a:lnTo>
                    <a:pt x="1453982" y="1585688"/>
                  </a:lnTo>
                  <a:lnTo>
                    <a:pt x="1446728" y="1587275"/>
                  </a:lnTo>
                  <a:lnTo>
                    <a:pt x="1439474" y="1588182"/>
                  </a:lnTo>
                  <a:lnTo>
                    <a:pt x="1432219" y="1588862"/>
                  </a:lnTo>
                  <a:lnTo>
                    <a:pt x="1424739" y="1589088"/>
                  </a:lnTo>
                  <a:lnTo>
                    <a:pt x="1417258" y="1589088"/>
                  </a:lnTo>
                  <a:lnTo>
                    <a:pt x="1409777" y="1588862"/>
                  </a:lnTo>
                  <a:lnTo>
                    <a:pt x="1402296" y="1587955"/>
                  </a:lnTo>
                  <a:lnTo>
                    <a:pt x="1394589" y="1587048"/>
                  </a:lnTo>
                  <a:lnTo>
                    <a:pt x="1387108" y="1585235"/>
                  </a:lnTo>
                  <a:lnTo>
                    <a:pt x="1379628" y="1583422"/>
                  </a:lnTo>
                  <a:lnTo>
                    <a:pt x="1372147" y="1581382"/>
                  </a:lnTo>
                  <a:lnTo>
                    <a:pt x="1364666" y="1578662"/>
                  </a:lnTo>
                  <a:lnTo>
                    <a:pt x="1357186" y="1575942"/>
                  </a:lnTo>
                  <a:lnTo>
                    <a:pt x="1349931" y="1572769"/>
                  </a:lnTo>
                  <a:lnTo>
                    <a:pt x="1342677" y="1569142"/>
                  </a:lnTo>
                  <a:lnTo>
                    <a:pt x="1335423" y="1565289"/>
                  </a:lnTo>
                  <a:lnTo>
                    <a:pt x="1328396" y="1560756"/>
                  </a:lnTo>
                  <a:lnTo>
                    <a:pt x="1321369" y="1556223"/>
                  </a:lnTo>
                  <a:lnTo>
                    <a:pt x="1314568" y="1551237"/>
                  </a:lnTo>
                  <a:lnTo>
                    <a:pt x="1307994" y="1545797"/>
                  </a:lnTo>
                  <a:lnTo>
                    <a:pt x="1301420" y="1540130"/>
                  </a:lnTo>
                  <a:lnTo>
                    <a:pt x="1295299" y="1534011"/>
                  </a:lnTo>
                  <a:lnTo>
                    <a:pt x="921716" y="1160708"/>
                  </a:lnTo>
                  <a:lnTo>
                    <a:pt x="910835" y="1166827"/>
                  </a:lnTo>
                  <a:lnTo>
                    <a:pt x="899501" y="1172720"/>
                  </a:lnTo>
                  <a:lnTo>
                    <a:pt x="888166" y="1178160"/>
                  </a:lnTo>
                  <a:lnTo>
                    <a:pt x="876832" y="1183600"/>
                  </a:lnTo>
                  <a:lnTo>
                    <a:pt x="865498" y="1188586"/>
                  </a:lnTo>
                  <a:lnTo>
                    <a:pt x="853710" y="1193346"/>
                  </a:lnTo>
                  <a:lnTo>
                    <a:pt x="842375" y="1198106"/>
                  </a:lnTo>
                  <a:lnTo>
                    <a:pt x="830588" y="1202412"/>
                  </a:lnTo>
                  <a:lnTo>
                    <a:pt x="818573" y="1206492"/>
                  </a:lnTo>
                  <a:lnTo>
                    <a:pt x="807012" y="1210572"/>
                  </a:lnTo>
                  <a:lnTo>
                    <a:pt x="794997" y="1213972"/>
                  </a:lnTo>
                  <a:lnTo>
                    <a:pt x="783210" y="1217598"/>
                  </a:lnTo>
                  <a:lnTo>
                    <a:pt x="771195" y="1220545"/>
                  </a:lnTo>
                  <a:lnTo>
                    <a:pt x="758954" y="1223265"/>
                  </a:lnTo>
                  <a:lnTo>
                    <a:pt x="746939" y="1226211"/>
                  </a:lnTo>
                  <a:lnTo>
                    <a:pt x="734698" y="1228478"/>
                  </a:lnTo>
                  <a:lnTo>
                    <a:pt x="722457" y="1230518"/>
                  </a:lnTo>
                  <a:lnTo>
                    <a:pt x="710442" y="1232784"/>
                  </a:lnTo>
                  <a:lnTo>
                    <a:pt x="698201" y="1234371"/>
                  </a:lnTo>
                  <a:lnTo>
                    <a:pt x="685960" y="1235731"/>
                  </a:lnTo>
                  <a:lnTo>
                    <a:pt x="673719" y="1236864"/>
                  </a:lnTo>
                  <a:lnTo>
                    <a:pt x="661478" y="1237771"/>
                  </a:lnTo>
                  <a:lnTo>
                    <a:pt x="649010" y="1238451"/>
                  </a:lnTo>
                  <a:lnTo>
                    <a:pt x="636769" y="1239131"/>
                  </a:lnTo>
                  <a:lnTo>
                    <a:pt x="624527" y="1239357"/>
                  </a:lnTo>
                  <a:lnTo>
                    <a:pt x="612060" y="1239357"/>
                  </a:lnTo>
                  <a:lnTo>
                    <a:pt x="599818" y="1239131"/>
                  </a:lnTo>
                  <a:lnTo>
                    <a:pt x="587577" y="1238451"/>
                  </a:lnTo>
                  <a:lnTo>
                    <a:pt x="575109" y="1237544"/>
                  </a:lnTo>
                  <a:lnTo>
                    <a:pt x="562868" y="1236638"/>
                  </a:lnTo>
                  <a:lnTo>
                    <a:pt x="550627" y="1235504"/>
                  </a:lnTo>
                  <a:lnTo>
                    <a:pt x="538612" y="1233918"/>
                  </a:lnTo>
                  <a:lnTo>
                    <a:pt x="526145" y="1232331"/>
                  </a:lnTo>
                  <a:lnTo>
                    <a:pt x="513903" y="1230291"/>
                  </a:lnTo>
                  <a:lnTo>
                    <a:pt x="501889" y="1228025"/>
                  </a:lnTo>
                  <a:lnTo>
                    <a:pt x="489648" y="1225758"/>
                  </a:lnTo>
                  <a:lnTo>
                    <a:pt x="477633" y="1222811"/>
                  </a:lnTo>
                  <a:lnTo>
                    <a:pt x="465619" y="1219865"/>
                  </a:lnTo>
                  <a:lnTo>
                    <a:pt x="453604" y="1216918"/>
                  </a:lnTo>
                  <a:lnTo>
                    <a:pt x="441590" y="1213292"/>
                  </a:lnTo>
                  <a:lnTo>
                    <a:pt x="429802" y="1209665"/>
                  </a:lnTo>
                  <a:lnTo>
                    <a:pt x="418014" y="1205812"/>
                  </a:lnTo>
                  <a:lnTo>
                    <a:pt x="406453" y="1201506"/>
                  </a:lnTo>
                  <a:lnTo>
                    <a:pt x="394665" y="1197199"/>
                  </a:lnTo>
                  <a:lnTo>
                    <a:pt x="383104" y="1192440"/>
                  </a:lnTo>
                  <a:lnTo>
                    <a:pt x="371543" y="1187680"/>
                  </a:lnTo>
                  <a:lnTo>
                    <a:pt x="359982" y="1182467"/>
                  </a:lnTo>
                  <a:lnTo>
                    <a:pt x="348647" y="1177027"/>
                  </a:lnTo>
                  <a:lnTo>
                    <a:pt x="337313" y="1171360"/>
                  </a:lnTo>
                  <a:lnTo>
                    <a:pt x="326205" y="1165694"/>
                  </a:lnTo>
                  <a:lnTo>
                    <a:pt x="315097" y="1159574"/>
                  </a:lnTo>
                  <a:lnTo>
                    <a:pt x="304216" y="1153228"/>
                  </a:lnTo>
                  <a:lnTo>
                    <a:pt x="293109" y="1146655"/>
                  </a:lnTo>
                  <a:lnTo>
                    <a:pt x="282454" y="1139629"/>
                  </a:lnTo>
                  <a:lnTo>
                    <a:pt x="272026" y="1132602"/>
                  </a:lnTo>
                  <a:lnTo>
                    <a:pt x="261145" y="1125349"/>
                  </a:lnTo>
                  <a:lnTo>
                    <a:pt x="250944" y="1117643"/>
                  </a:lnTo>
                  <a:lnTo>
                    <a:pt x="240517" y="1109937"/>
                  </a:lnTo>
                  <a:lnTo>
                    <a:pt x="230316" y="1101777"/>
                  </a:lnTo>
                  <a:lnTo>
                    <a:pt x="220341" y="1093617"/>
                  </a:lnTo>
                  <a:lnTo>
                    <a:pt x="210367" y="1085004"/>
                  </a:lnTo>
                  <a:lnTo>
                    <a:pt x="200620" y="1076391"/>
                  </a:lnTo>
                  <a:lnTo>
                    <a:pt x="191099" y="1067099"/>
                  </a:lnTo>
                  <a:lnTo>
                    <a:pt x="181578" y="1057806"/>
                  </a:lnTo>
                  <a:lnTo>
                    <a:pt x="170470" y="1046473"/>
                  </a:lnTo>
                  <a:lnTo>
                    <a:pt x="159589" y="1034913"/>
                  </a:lnTo>
                  <a:lnTo>
                    <a:pt x="149161" y="1022901"/>
                  </a:lnTo>
                  <a:lnTo>
                    <a:pt x="139187" y="1010888"/>
                  </a:lnTo>
                  <a:lnTo>
                    <a:pt x="129213" y="998648"/>
                  </a:lnTo>
                  <a:lnTo>
                    <a:pt x="119918" y="985956"/>
                  </a:lnTo>
                  <a:lnTo>
                    <a:pt x="110851" y="973489"/>
                  </a:lnTo>
                  <a:lnTo>
                    <a:pt x="102237" y="960797"/>
                  </a:lnTo>
                  <a:lnTo>
                    <a:pt x="93849" y="947651"/>
                  </a:lnTo>
                  <a:lnTo>
                    <a:pt x="85688" y="934505"/>
                  </a:lnTo>
                  <a:lnTo>
                    <a:pt x="78208" y="921358"/>
                  </a:lnTo>
                  <a:lnTo>
                    <a:pt x="70954" y="907986"/>
                  </a:lnTo>
                  <a:lnTo>
                    <a:pt x="64153" y="894386"/>
                  </a:lnTo>
                  <a:lnTo>
                    <a:pt x="57579" y="880560"/>
                  </a:lnTo>
                  <a:lnTo>
                    <a:pt x="51232" y="866734"/>
                  </a:lnTo>
                  <a:lnTo>
                    <a:pt x="45338" y="852908"/>
                  </a:lnTo>
                  <a:lnTo>
                    <a:pt x="39897" y="838856"/>
                  </a:lnTo>
                  <a:lnTo>
                    <a:pt x="34910" y="824803"/>
                  </a:lnTo>
                  <a:lnTo>
                    <a:pt x="30150" y="810524"/>
                  </a:lnTo>
                  <a:lnTo>
                    <a:pt x="25616" y="796244"/>
                  </a:lnTo>
                  <a:lnTo>
                    <a:pt x="21535" y="781738"/>
                  </a:lnTo>
                  <a:lnTo>
                    <a:pt x="17682" y="767232"/>
                  </a:lnTo>
                  <a:lnTo>
                    <a:pt x="14508" y="752726"/>
                  </a:lnTo>
                  <a:lnTo>
                    <a:pt x="11334" y="738220"/>
                  </a:lnTo>
                  <a:lnTo>
                    <a:pt x="8841" y="723487"/>
                  </a:lnTo>
                  <a:lnTo>
                    <a:pt x="6574" y="708755"/>
                  </a:lnTo>
                  <a:lnTo>
                    <a:pt x="4307" y="694022"/>
                  </a:lnTo>
                  <a:lnTo>
                    <a:pt x="2947" y="679289"/>
                  </a:lnTo>
                  <a:lnTo>
                    <a:pt x="1587" y="664330"/>
                  </a:lnTo>
                  <a:lnTo>
                    <a:pt x="680" y="649597"/>
                  </a:lnTo>
                  <a:lnTo>
                    <a:pt x="227" y="634638"/>
                  </a:lnTo>
                  <a:lnTo>
                    <a:pt x="0" y="619905"/>
                  </a:lnTo>
                  <a:lnTo>
                    <a:pt x="227" y="604946"/>
                  </a:lnTo>
                  <a:lnTo>
                    <a:pt x="680" y="589987"/>
                  </a:lnTo>
                  <a:lnTo>
                    <a:pt x="1587" y="575254"/>
                  </a:lnTo>
                  <a:lnTo>
                    <a:pt x="2947" y="560295"/>
                  </a:lnTo>
                  <a:lnTo>
                    <a:pt x="4307" y="545562"/>
                  </a:lnTo>
                  <a:lnTo>
                    <a:pt x="6574" y="530830"/>
                  </a:lnTo>
                  <a:lnTo>
                    <a:pt x="8841" y="516097"/>
                  </a:lnTo>
                  <a:lnTo>
                    <a:pt x="11334" y="501364"/>
                  </a:lnTo>
                  <a:lnTo>
                    <a:pt x="14508" y="486858"/>
                  </a:lnTo>
                  <a:lnTo>
                    <a:pt x="17682" y="472352"/>
                  </a:lnTo>
                  <a:lnTo>
                    <a:pt x="21535" y="457846"/>
                  </a:lnTo>
                  <a:lnTo>
                    <a:pt x="25616" y="443340"/>
                  </a:lnTo>
                  <a:lnTo>
                    <a:pt x="30150" y="429061"/>
                  </a:lnTo>
                  <a:lnTo>
                    <a:pt x="34910" y="414781"/>
                  </a:lnTo>
                  <a:lnTo>
                    <a:pt x="39897" y="400502"/>
                  </a:lnTo>
                  <a:lnTo>
                    <a:pt x="45338" y="386449"/>
                  </a:lnTo>
                  <a:lnTo>
                    <a:pt x="51232" y="372850"/>
                  </a:lnTo>
                  <a:lnTo>
                    <a:pt x="57579" y="359024"/>
                  </a:lnTo>
                  <a:lnTo>
                    <a:pt x="64153" y="345198"/>
                  </a:lnTo>
                  <a:lnTo>
                    <a:pt x="70954" y="331599"/>
                  </a:lnTo>
                  <a:lnTo>
                    <a:pt x="78208" y="318226"/>
                  </a:lnTo>
                  <a:lnTo>
                    <a:pt x="85688" y="304853"/>
                  </a:lnTo>
                  <a:lnTo>
                    <a:pt x="93849" y="291934"/>
                  </a:lnTo>
                  <a:lnTo>
                    <a:pt x="102237" y="278788"/>
                  </a:lnTo>
                  <a:lnTo>
                    <a:pt x="110851" y="266095"/>
                  </a:lnTo>
                  <a:lnTo>
                    <a:pt x="119918" y="253402"/>
                  </a:lnTo>
                  <a:lnTo>
                    <a:pt x="129213" y="240936"/>
                  </a:lnTo>
                  <a:lnTo>
                    <a:pt x="139187" y="228697"/>
                  </a:lnTo>
                  <a:lnTo>
                    <a:pt x="149161" y="216457"/>
                  </a:lnTo>
                  <a:lnTo>
                    <a:pt x="159589" y="204671"/>
                  </a:lnTo>
                  <a:lnTo>
                    <a:pt x="170470" y="193111"/>
                  </a:lnTo>
                  <a:lnTo>
                    <a:pt x="181578" y="181779"/>
                  </a:lnTo>
                  <a:lnTo>
                    <a:pt x="193139" y="170446"/>
                  </a:lnTo>
                  <a:lnTo>
                    <a:pt x="204473" y="159793"/>
                  </a:lnTo>
                  <a:lnTo>
                    <a:pt x="216488" y="149140"/>
                  </a:lnTo>
                  <a:lnTo>
                    <a:pt x="228729" y="139167"/>
                  </a:lnTo>
                  <a:lnTo>
                    <a:pt x="240743" y="129421"/>
                  </a:lnTo>
                  <a:lnTo>
                    <a:pt x="253438" y="119901"/>
                  </a:lnTo>
                  <a:lnTo>
                    <a:pt x="266133" y="110835"/>
                  </a:lnTo>
                  <a:lnTo>
                    <a:pt x="278600" y="102222"/>
                  </a:lnTo>
                  <a:lnTo>
                    <a:pt x="291748" y="93836"/>
                  </a:lnTo>
                  <a:lnTo>
                    <a:pt x="304896" y="85903"/>
                  </a:lnTo>
                  <a:lnTo>
                    <a:pt x="318271" y="78423"/>
                  </a:lnTo>
                  <a:lnTo>
                    <a:pt x="331646" y="71170"/>
                  </a:lnTo>
                  <a:lnTo>
                    <a:pt x="345020" y="64144"/>
                  </a:lnTo>
                  <a:lnTo>
                    <a:pt x="358848" y="57571"/>
                  </a:lnTo>
                  <a:lnTo>
                    <a:pt x="372676" y="51451"/>
                  </a:lnTo>
                  <a:lnTo>
                    <a:pt x="386504" y="45558"/>
                  </a:lnTo>
                  <a:lnTo>
                    <a:pt x="400559" y="40118"/>
                  </a:lnTo>
                  <a:lnTo>
                    <a:pt x="414840" y="34905"/>
                  </a:lnTo>
                  <a:lnTo>
                    <a:pt x="429122" y="30146"/>
                  </a:lnTo>
                  <a:lnTo>
                    <a:pt x="443403" y="25839"/>
                  </a:lnTo>
                  <a:lnTo>
                    <a:pt x="457911" y="21533"/>
                  </a:lnTo>
                  <a:lnTo>
                    <a:pt x="472419" y="17906"/>
                  </a:lnTo>
                  <a:lnTo>
                    <a:pt x="486927" y="14506"/>
                  </a:lnTo>
                  <a:lnTo>
                    <a:pt x="501435" y="11560"/>
                  </a:lnTo>
                  <a:lnTo>
                    <a:pt x="515944" y="8840"/>
                  </a:lnTo>
                  <a:lnTo>
                    <a:pt x="530678" y="6573"/>
                  </a:lnTo>
                  <a:lnTo>
                    <a:pt x="545413" y="4533"/>
                  </a:lnTo>
                  <a:lnTo>
                    <a:pt x="560148" y="3173"/>
                  </a:lnTo>
                  <a:lnTo>
                    <a:pt x="575109" y="1587"/>
                  </a:lnTo>
                  <a:lnTo>
                    <a:pt x="589844" y="907"/>
                  </a:lnTo>
                  <a:lnTo>
                    <a:pt x="604806" y="227"/>
                  </a:lnTo>
                  <a:lnTo>
                    <a:pt x="6195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295400" y="4071938"/>
            <a:ext cx="6267450" cy="1009650"/>
            <a:chOff x="1295400" y="4071938"/>
            <a:chExt cx="6267450" cy="1009650"/>
          </a:xfrm>
        </p:grpSpPr>
        <p:sp>
          <p:nvSpPr>
            <p:cNvPr id="16" name="MH_Other_3"/>
            <p:cNvSpPr/>
            <p:nvPr>
              <p:custDataLst>
                <p:tags r:id="rId7"/>
              </p:custDataLst>
            </p:nvPr>
          </p:nvSpPr>
          <p:spPr>
            <a:xfrm>
              <a:off x="1430338" y="4211638"/>
              <a:ext cx="704850" cy="730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" name="MH_Other_4"/>
            <p:cNvSpPr/>
            <p:nvPr>
              <p:custDataLst>
                <p:tags r:id="rId8"/>
              </p:custDataLst>
            </p:nvPr>
          </p:nvSpPr>
          <p:spPr>
            <a:xfrm>
              <a:off x="1295400" y="4071938"/>
              <a:ext cx="974725" cy="1009650"/>
            </a:xfrm>
            <a:custGeom>
              <a:avLst/>
              <a:gdLst>
                <a:gd name="connsiteX0" fmla="*/ 743029 w 757237"/>
                <a:gd name="connsiteY0" fmla="*/ 463225 h 783577"/>
                <a:gd name="connsiteX1" fmla="*/ 757237 w 757237"/>
                <a:gd name="connsiteY1" fmla="*/ 463225 h 783577"/>
                <a:gd name="connsiteX2" fmla="*/ 757237 w 757237"/>
                <a:gd name="connsiteY2" fmla="*/ 783577 h 783577"/>
                <a:gd name="connsiteX3" fmla="*/ 450056 w 757237"/>
                <a:gd name="connsiteY3" fmla="*/ 783577 h 783577"/>
                <a:gd name="connsiteX4" fmla="*/ 450056 w 757237"/>
                <a:gd name="connsiteY4" fmla="*/ 768874 h 783577"/>
                <a:gd name="connsiteX5" fmla="*/ 743029 w 757237"/>
                <a:gd name="connsiteY5" fmla="*/ 768874 h 783577"/>
                <a:gd name="connsiteX6" fmla="*/ 0 w 757237"/>
                <a:gd name="connsiteY6" fmla="*/ 463225 h 783577"/>
                <a:gd name="connsiteX7" fmla="*/ 14207 w 757237"/>
                <a:gd name="connsiteY7" fmla="*/ 463225 h 783577"/>
                <a:gd name="connsiteX8" fmla="*/ 14207 w 757237"/>
                <a:gd name="connsiteY8" fmla="*/ 768874 h 783577"/>
                <a:gd name="connsiteX9" fmla="*/ 307181 w 757237"/>
                <a:gd name="connsiteY9" fmla="*/ 768874 h 783577"/>
                <a:gd name="connsiteX10" fmla="*/ 307181 w 757237"/>
                <a:gd name="connsiteY10" fmla="*/ 783577 h 783577"/>
                <a:gd name="connsiteX11" fmla="*/ 0 w 757237"/>
                <a:gd name="connsiteY11" fmla="*/ 783577 h 783577"/>
                <a:gd name="connsiteX12" fmla="*/ 450056 w 757237"/>
                <a:gd name="connsiteY12" fmla="*/ 0 h 783577"/>
                <a:gd name="connsiteX13" fmla="*/ 757237 w 757237"/>
                <a:gd name="connsiteY13" fmla="*/ 0 h 783577"/>
                <a:gd name="connsiteX14" fmla="*/ 757237 w 757237"/>
                <a:gd name="connsiteY14" fmla="*/ 320350 h 783577"/>
                <a:gd name="connsiteX15" fmla="*/ 743029 w 757237"/>
                <a:gd name="connsiteY15" fmla="*/ 320350 h 783577"/>
                <a:gd name="connsiteX16" fmla="*/ 743029 w 757237"/>
                <a:gd name="connsiteY16" fmla="*/ 14702 h 783577"/>
                <a:gd name="connsiteX17" fmla="*/ 450056 w 757237"/>
                <a:gd name="connsiteY17" fmla="*/ 14702 h 783577"/>
                <a:gd name="connsiteX18" fmla="*/ 0 w 757237"/>
                <a:gd name="connsiteY18" fmla="*/ 0 h 783577"/>
                <a:gd name="connsiteX19" fmla="*/ 307181 w 757237"/>
                <a:gd name="connsiteY19" fmla="*/ 0 h 783577"/>
                <a:gd name="connsiteX20" fmla="*/ 307181 w 757237"/>
                <a:gd name="connsiteY20" fmla="*/ 14702 h 783577"/>
                <a:gd name="connsiteX21" fmla="*/ 14207 w 757237"/>
                <a:gd name="connsiteY21" fmla="*/ 14702 h 783577"/>
                <a:gd name="connsiteX22" fmla="*/ 14207 w 757237"/>
                <a:gd name="connsiteY22" fmla="*/ 320350 h 783577"/>
                <a:gd name="connsiteX23" fmla="*/ 0 w 757237"/>
                <a:gd name="connsiteY23" fmla="*/ 320350 h 783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7237" h="783577">
                  <a:moveTo>
                    <a:pt x="743029" y="463225"/>
                  </a:moveTo>
                  <a:lnTo>
                    <a:pt x="757237" y="463225"/>
                  </a:lnTo>
                  <a:lnTo>
                    <a:pt x="757237" y="783577"/>
                  </a:lnTo>
                  <a:lnTo>
                    <a:pt x="450056" y="783577"/>
                  </a:lnTo>
                  <a:lnTo>
                    <a:pt x="450056" y="768874"/>
                  </a:lnTo>
                  <a:lnTo>
                    <a:pt x="743029" y="768874"/>
                  </a:lnTo>
                  <a:close/>
                  <a:moveTo>
                    <a:pt x="0" y="463225"/>
                  </a:moveTo>
                  <a:lnTo>
                    <a:pt x="14207" y="463225"/>
                  </a:lnTo>
                  <a:lnTo>
                    <a:pt x="14207" y="768874"/>
                  </a:lnTo>
                  <a:lnTo>
                    <a:pt x="307181" y="768874"/>
                  </a:lnTo>
                  <a:lnTo>
                    <a:pt x="307181" y="783577"/>
                  </a:lnTo>
                  <a:lnTo>
                    <a:pt x="0" y="783577"/>
                  </a:lnTo>
                  <a:close/>
                  <a:moveTo>
                    <a:pt x="450056" y="0"/>
                  </a:moveTo>
                  <a:lnTo>
                    <a:pt x="757237" y="0"/>
                  </a:lnTo>
                  <a:lnTo>
                    <a:pt x="757237" y="320350"/>
                  </a:lnTo>
                  <a:lnTo>
                    <a:pt x="743029" y="320350"/>
                  </a:lnTo>
                  <a:lnTo>
                    <a:pt x="743029" y="14702"/>
                  </a:lnTo>
                  <a:lnTo>
                    <a:pt x="450056" y="14702"/>
                  </a:lnTo>
                  <a:close/>
                  <a:moveTo>
                    <a:pt x="0" y="0"/>
                  </a:moveTo>
                  <a:lnTo>
                    <a:pt x="307181" y="0"/>
                  </a:lnTo>
                  <a:lnTo>
                    <a:pt x="307181" y="14702"/>
                  </a:lnTo>
                  <a:lnTo>
                    <a:pt x="14207" y="14702"/>
                  </a:lnTo>
                  <a:lnTo>
                    <a:pt x="14207" y="320350"/>
                  </a:lnTo>
                  <a:lnTo>
                    <a:pt x="0" y="320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8" name="MH_SubTitle_2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454275" y="4071938"/>
              <a:ext cx="5108575" cy="1009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讨论硬件组成时，在</a:t>
              </a:r>
              <a:r>
                <a:rPr lang="zh-CN" altLang="en-US" sz="28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寄存器级</a:t>
              </a: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进行分析。</a:t>
              </a:r>
              <a:endPara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3" name="MH_Other_6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 bwMode="auto">
            <a:xfrm>
              <a:off x="1595438" y="4379913"/>
              <a:ext cx="396875" cy="393700"/>
            </a:xfrm>
            <a:custGeom>
              <a:avLst/>
              <a:gdLst>
                <a:gd name="T0" fmla="*/ 615878 w 2390775"/>
                <a:gd name="T1" fmla="*/ 1467970 h 2365376"/>
                <a:gd name="T2" fmla="*/ 587250 w 2390775"/>
                <a:gd name="T3" fmla="*/ 1401697 h 2365376"/>
                <a:gd name="T4" fmla="*/ 1282649 w 2390775"/>
                <a:gd name="T5" fmla="*/ 1393474 h 2365376"/>
                <a:gd name="T6" fmla="*/ 1180915 w 2390775"/>
                <a:gd name="T7" fmla="*/ 1446870 h 2365376"/>
                <a:gd name="T8" fmla="*/ 1210073 w 2390775"/>
                <a:gd name="T9" fmla="*/ 1382167 h 2365376"/>
                <a:gd name="T10" fmla="*/ 653657 w 2390775"/>
                <a:gd name="T11" fmla="*/ 1314699 h 2365376"/>
                <a:gd name="T12" fmla="*/ 646041 w 2390775"/>
                <a:gd name="T13" fmla="*/ 1180275 h 2365376"/>
                <a:gd name="T14" fmla="*/ 589870 w 2390775"/>
                <a:gd name="T15" fmla="*/ 1105327 h 2365376"/>
                <a:gd name="T16" fmla="*/ 599516 w 2390775"/>
                <a:gd name="T17" fmla="*/ 1141280 h 2365376"/>
                <a:gd name="T18" fmla="*/ 579914 w 2390775"/>
                <a:gd name="T19" fmla="*/ 1158779 h 2365376"/>
                <a:gd name="T20" fmla="*/ 541333 w 2390775"/>
                <a:gd name="T21" fmla="*/ 1105965 h 2365376"/>
                <a:gd name="T22" fmla="*/ 1137260 w 2390775"/>
                <a:gd name="T23" fmla="*/ 1009231 h 2365376"/>
                <a:gd name="T24" fmla="*/ 1143562 w 2390775"/>
                <a:gd name="T25" fmla="*/ 1026145 h 2365376"/>
                <a:gd name="T26" fmla="*/ 1096615 w 2390775"/>
                <a:gd name="T27" fmla="*/ 1069549 h 2365376"/>
                <a:gd name="T28" fmla="*/ 1102602 w 2390775"/>
                <a:gd name="T29" fmla="*/ 1001572 h 2365376"/>
                <a:gd name="T30" fmla="*/ 972739 w 2390775"/>
                <a:gd name="T31" fmla="*/ 835988 h 2365376"/>
                <a:gd name="T32" fmla="*/ 989500 w 2390775"/>
                <a:gd name="T33" fmla="*/ 1138672 h 2365376"/>
                <a:gd name="T34" fmla="*/ 639427 w 2390775"/>
                <a:gd name="T35" fmla="*/ 1423644 h 2365376"/>
                <a:gd name="T36" fmla="*/ 599898 w 2390775"/>
                <a:gd name="T37" fmla="*/ 1003302 h 2365376"/>
                <a:gd name="T38" fmla="*/ 529694 w 2390775"/>
                <a:gd name="T39" fmla="*/ 1090596 h 2365376"/>
                <a:gd name="T40" fmla="*/ 602428 w 2390775"/>
                <a:gd name="T41" fmla="*/ 868249 h 2365376"/>
                <a:gd name="T42" fmla="*/ 861740 w 2390775"/>
                <a:gd name="T43" fmla="*/ 924231 h 2365376"/>
                <a:gd name="T44" fmla="*/ 755609 w 2390775"/>
                <a:gd name="T45" fmla="*/ 542052 h 2365376"/>
                <a:gd name="T46" fmla="*/ 929665 w 2390775"/>
                <a:gd name="T47" fmla="*/ 525915 h 2365376"/>
                <a:gd name="T48" fmla="*/ 909019 w 2390775"/>
                <a:gd name="T49" fmla="*/ 571798 h 2365376"/>
                <a:gd name="T50" fmla="*/ 936652 w 2390775"/>
                <a:gd name="T51" fmla="*/ 586353 h 2365376"/>
                <a:gd name="T52" fmla="*/ 928394 w 2390775"/>
                <a:gd name="T53" fmla="*/ 688879 h 2365376"/>
                <a:gd name="T54" fmla="*/ 840414 w 2390775"/>
                <a:gd name="T55" fmla="*/ 772101 h 2365376"/>
                <a:gd name="T56" fmla="*/ 742269 w 2390775"/>
                <a:gd name="T57" fmla="*/ 675588 h 2365376"/>
                <a:gd name="T58" fmla="*/ 738139 w 2390775"/>
                <a:gd name="T59" fmla="*/ 608504 h 2365376"/>
                <a:gd name="T60" fmla="*/ 761643 w 2390775"/>
                <a:gd name="T61" fmla="*/ 510093 h 2365376"/>
                <a:gd name="T62" fmla="*/ 617010 w 2390775"/>
                <a:gd name="T63" fmla="*/ 449064 h 2365376"/>
                <a:gd name="T64" fmla="*/ 350272 w 2390775"/>
                <a:gd name="T65" fmla="*/ 638327 h 2365376"/>
                <a:gd name="T66" fmla="*/ 215163 w 2390775"/>
                <a:gd name="T67" fmla="*/ 939947 h 2365376"/>
                <a:gd name="T68" fmla="*/ 256613 w 2390775"/>
                <a:gd name="T69" fmla="*/ 1277331 h 2365376"/>
                <a:gd name="T70" fmla="*/ 458486 w 2390775"/>
                <a:gd name="T71" fmla="*/ 1534008 h 2365376"/>
                <a:gd name="T72" fmla="*/ 767308 w 2390775"/>
                <a:gd name="T73" fmla="*/ 1655225 h 2365376"/>
                <a:gd name="T74" fmla="*/ 1101127 w 2390775"/>
                <a:gd name="T75" fmla="*/ 1596674 h 2365376"/>
                <a:gd name="T76" fmla="*/ 1347614 w 2390775"/>
                <a:gd name="T77" fmla="*/ 1383040 h 2365376"/>
                <a:gd name="T78" fmla="*/ 1453614 w 2390775"/>
                <a:gd name="T79" fmla="*/ 1066861 h 2365376"/>
                <a:gd name="T80" fmla="*/ 1378939 w 2390775"/>
                <a:gd name="T81" fmla="*/ 738024 h 2365376"/>
                <a:gd name="T82" fmla="*/ 1153652 w 2390775"/>
                <a:gd name="T83" fmla="*/ 501602 h 2365376"/>
                <a:gd name="T84" fmla="*/ 831224 w 2390775"/>
                <a:gd name="T85" fmla="*/ 411085 h 2365376"/>
                <a:gd name="T86" fmla="*/ 989432 w 2390775"/>
                <a:gd name="T87" fmla="*/ 315187 h 2365376"/>
                <a:gd name="T88" fmla="*/ 1471649 w 2390775"/>
                <a:gd name="T89" fmla="*/ 671876 h 2365376"/>
                <a:gd name="T90" fmla="*/ 1554866 w 2390775"/>
                <a:gd name="T91" fmla="*/ 1171938 h 2365376"/>
                <a:gd name="T92" fmla="*/ 1239716 w 2390775"/>
                <a:gd name="T93" fmla="*/ 1647313 h 2365376"/>
                <a:gd name="T94" fmla="*/ 646121 w 2390775"/>
                <a:gd name="T95" fmla="*/ 1748275 h 2365376"/>
                <a:gd name="T96" fmla="*/ 110112 w 2390775"/>
                <a:gd name="T97" fmla="*/ 1186813 h 2365376"/>
                <a:gd name="T98" fmla="*/ 251551 w 2390775"/>
                <a:gd name="T99" fmla="*/ 580725 h 2365376"/>
                <a:gd name="T100" fmla="*/ 1549044 w 2390775"/>
                <a:gd name="T101" fmla="*/ 160116 h 2365376"/>
                <a:gd name="T102" fmla="*/ 1461002 w 2390775"/>
                <a:gd name="T103" fmla="*/ 284475 h 2365376"/>
                <a:gd name="T104" fmla="*/ 1550307 w 2390775"/>
                <a:gd name="T105" fmla="*/ 426554 h 2365376"/>
                <a:gd name="T106" fmla="*/ 1719764 w 2390775"/>
                <a:gd name="T107" fmla="*/ 380038 h 2365376"/>
                <a:gd name="T108" fmla="*/ 1735543 w 2390775"/>
                <a:gd name="T109" fmla="*/ 232579 h 2365376"/>
                <a:gd name="T110" fmla="*/ 1705909 w 2390775"/>
                <a:gd name="T111" fmla="*/ 94508 h 2365376"/>
                <a:gd name="T112" fmla="*/ 1774050 w 2390775"/>
                <a:gd name="T113" fmla="*/ 148403 h 2365376"/>
                <a:gd name="T114" fmla="*/ 1781614 w 2390775"/>
                <a:gd name="T115" fmla="*/ 428769 h 2365376"/>
                <a:gd name="T116" fmla="*/ 1600166 w 2390775"/>
                <a:gd name="T117" fmla="*/ 516104 h 2365376"/>
                <a:gd name="T118" fmla="*/ 1452167 w 2390775"/>
                <a:gd name="T119" fmla="*/ 455349 h 2365376"/>
                <a:gd name="T120" fmla="*/ 1310478 w 2390775"/>
                <a:gd name="T121" fmla="*/ 259477 h 2365376"/>
                <a:gd name="T122" fmla="*/ 1562614 w 2390775"/>
                <a:gd name="T123" fmla="*/ 74046 h 236537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390775" h="2365376">
                  <a:moveTo>
                    <a:pt x="761351" y="1739900"/>
                  </a:moveTo>
                  <a:lnTo>
                    <a:pt x="791690" y="1805294"/>
                  </a:lnTo>
                  <a:lnTo>
                    <a:pt x="794883" y="1808051"/>
                  </a:lnTo>
                  <a:lnTo>
                    <a:pt x="797278" y="1811991"/>
                  </a:lnTo>
                  <a:lnTo>
                    <a:pt x="800871" y="1817112"/>
                  </a:lnTo>
                  <a:lnTo>
                    <a:pt x="803266" y="1822233"/>
                  </a:lnTo>
                  <a:lnTo>
                    <a:pt x="804065" y="1825384"/>
                  </a:lnTo>
                  <a:lnTo>
                    <a:pt x="804863" y="1828536"/>
                  </a:lnTo>
                  <a:lnTo>
                    <a:pt x="804863" y="1831687"/>
                  </a:lnTo>
                  <a:lnTo>
                    <a:pt x="804863" y="1834839"/>
                  </a:lnTo>
                  <a:lnTo>
                    <a:pt x="804065" y="1837990"/>
                  </a:lnTo>
                  <a:lnTo>
                    <a:pt x="802867" y="1841142"/>
                  </a:lnTo>
                  <a:lnTo>
                    <a:pt x="801670" y="1842718"/>
                  </a:lnTo>
                  <a:lnTo>
                    <a:pt x="799674" y="1844687"/>
                  </a:lnTo>
                  <a:lnTo>
                    <a:pt x="797278" y="1845475"/>
                  </a:lnTo>
                  <a:lnTo>
                    <a:pt x="794484" y="1845869"/>
                  </a:lnTo>
                  <a:lnTo>
                    <a:pt x="790891" y="1846263"/>
                  </a:lnTo>
                  <a:lnTo>
                    <a:pt x="787698" y="1845869"/>
                  </a:lnTo>
                  <a:lnTo>
                    <a:pt x="784105" y="1845475"/>
                  </a:lnTo>
                  <a:lnTo>
                    <a:pt x="780512" y="1844293"/>
                  </a:lnTo>
                  <a:lnTo>
                    <a:pt x="776520" y="1842718"/>
                  </a:lnTo>
                  <a:lnTo>
                    <a:pt x="772927" y="1841142"/>
                  </a:lnTo>
                  <a:lnTo>
                    <a:pt x="768935" y="1839172"/>
                  </a:lnTo>
                  <a:lnTo>
                    <a:pt x="765343" y="1836809"/>
                  </a:lnTo>
                  <a:lnTo>
                    <a:pt x="761750" y="1834051"/>
                  </a:lnTo>
                  <a:lnTo>
                    <a:pt x="758955" y="1831294"/>
                  </a:lnTo>
                  <a:lnTo>
                    <a:pt x="756161" y="1827748"/>
                  </a:lnTo>
                  <a:lnTo>
                    <a:pt x="754165" y="1824597"/>
                  </a:lnTo>
                  <a:lnTo>
                    <a:pt x="748975" y="1815536"/>
                  </a:lnTo>
                  <a:lnTo>
                    <a:pt x="745782" y="1808839"/>
                  </a:lnTo>
                  <a:lnTo>
                    <a:pt x="743387" y="1803718"/>
                  </a:lnTo>
                  <a:lnTo>
                    <a:pt x="742588" y="1799385"/>
                  </a:lnTo>
                  <a:lnTo>
                    <a:pt x="742588" y="1795051"/>
                  </a:lnTo>
                  <a:lnTo>
                    <a:pt x="743387" y="1790718"/>
                  </a:lnTo>
                  <a:lnTo>
                    <a:pt x="746181" y="1778112"/>
                  </a:lnTo>
                  <a:lnTo>
                    <a:pt x="746979" y="1774173"/>
                  </a:lnTo>
                  <a:lnTo>
                    <a:pt x="746979" y="1772203"/>
                  </a:lnTo>
                  <a:lnTo>
                    <a:pt x="746181" y="1771021"/>
                  </a:lnTo>
                  <a:lnTo>
                    <a:pt x="745383" y="1770627"/>
                  </a:lnTo>
                  <a:lnTo>
                    <a:pt x="742987" y="1770627"/>
                  </a:lnTo>
                  <a:lnTo>
                    <a:pt x="742189" y="1770233"/>
                  </a:lnTo>
                  <a:lnTo>
                    <a:pt x="741790" y="1769839"/>
                  </a:lnTo>
                  <a:lnTo>
                    <a:pt x="738596" y="1761961"/>
                  </a:lnTo>
                  <a:lnTo>
                    <a:pt x="736999" y="1758021"/>
                  </a:lnTo>
                  <a:lnTo>
                    <a:pt x="736600" y="1756052"/>
                  </a:lnTo>
                  <a:lnTo>
                    <a:pt x="736600" y="1754476"/>
                  </a:lnTo>
                  <a:lnTo>
                    <a:pt x="742189" y="1750536"/>
                  </a:lnTo>
                  <a:lnTo>
                    <a:pt x="747379" y="1747385"/>
                  </a:lnTo>
                  <a:lnTo>
                    <a:pt x="750971" y="1745021"/>
                  </a:lnTo>
                  <a:lnTo>
                    <a:pt x="754165" y="1743839"/>
                  </a:lnTo>
                  <a:lnTo>
                    <a:pt x="758556" y="1741870"/>
                  </a:lnTo>
                  <a:lnTo>
                    <a:pt x="759754" y="1741870"/>
                  </a:lnTo>
                  <a:lnTo>
                    <a:pt x="761351" y="1739900"/>
                  </a:lnTo>
                  <a:close/>
                  <a:moveTo>
                    <a:pt x="1554438" y="1730375"/>
                  </a:moveTo>
                  <a:lnTo>
                    <a:pt x="1565575" y="1730375"/>
                  </a:lnTo>
                  <a:lnTo>
                    <a:pt x="1575916" y="1730375"/>
                  </a:lnTo>
                  <a:lnTo>
                    <a:pt x="1586258" y="1731163"/>
                  </a:lnTo>
                  <a:lnTo>
                    <a:pt x="1591031" y="1731951"/>
                  </a:lnTo>
                  <a:lnTo>
                    <a:pt x="1595008" y="1733133"/>
                  </a:lnTo>
                  <a:lnTo>
                    <a:pt x="1598986" y="1734314"/>
                  </a:lnTo>
                  <a:lnTo>
                    <a:pt x="1602168" y="1735890"/>
                  </a:lnTo>
                  <a:lnTo>
                    <a:pt x="1605350" y="1737860"/>
                  </a:lnTo>
                  <a:lnTo>
                    <a:pt x="1607339" y="1739830"/>
                  </a:lnTo>
                  <a:lnTo>
                    <a:pt x="1608929" y="1741799"/>
                  </a:lnTo>
                  <a:lnTo>
                    <a:pt x="1609725" y="1744951"/>
                  </a:lnTo>
                  <a:lnTo>
                    <a:pt x="1609725" y="1747708"/>
                  </a:lnTo>
                  <a:lnTo>
                    <a:pt x="1608929" y="1751648"/>
                  </a:lnTo>
                  <a:lnTo>
                    <a:pt x="1607339" y="1755193"/>
                  </a:lnTo>
                  <a:lnTo>
                    <a:pt x="1604554" y="1759920"/>
                  </a:lnTo>
                  <a:lnTo>
                    <a:pt x="1600577" y="1764648"/>
                  </a:lnTo>
                  <a:lnTo>
                    <a:pt x="1595804" y="1769769"/>
                  </a:lnTo>
                  <a:lnTo>
                    <a:pt x="1589042" y="1776072"/>
                  </a:lnTo>
                  <a:lnTo>
                    <a:pt x="1582678" y="1781193"/>
                  </a:lnTo>
                  <a:lnTo>
                    <a:pt x="1576314" y="1786314"/>
                  </a:lnTo>
                  <a:lnTo>
                    <a:pt x="1570348" y="1790647"/>
                  </a:lnTo>
                  <a:lnTo>
                    <a:pt x="1563586" y="1794193"/>
                  </a:lnTo>
                  <a:lnTo>
                    <a:pt x="1557222" y="1797738"/>
                  </a:lnTo>
                  <a:lnTo>
                    <a:pt x="1550461" y="1800496"/>
                  </a:lnTo>
                  <a:lnTo>
                    <a:pt x="1544097" y="1802466"/>
                  </a:lnTo>
                  <a:lnTo>
                    <a:pt x="1537733" y="1804829"/>
                  </a:lnTo>
                  <a:lnTo>
                    <a:pt x="1530971" y="1806799"/>
                  </a:lnTo>
                  <a:lnTo>
                    <a:pt x="1524607" y="1807981"/>
                  </a:lnTo>
                  <a:lnTo>
                    <a:pt x="1518243" y="1809163"/>
                  </a:lnTo>
                  <a:lnTo>
                    <a:pt x="1505117" y="1811132"/>
                  </a:lnTo>
                  <a:lnTo>
                    <a:pt x="1491992" y="1812314"/>
                  </a:lnTo>
                  <a:lnTo>
                    <a:pt x="1486026" y="1813102"/>
                  </a:lnTo>
                  <a:lnTo>
                    <a:pt x="1483241" y="1813890"/>
                  </a:lnTo>
                  <a:lnTo>
                    <a:pt x="1482048" y="1814678"/>
                  </a:lnTo>
                  <a:lnTo>
                    <a:pt x="1481253" y="1815072"/>
                  </a:lnTo>
                  <a:lnTo>
                    <a:pt x="1480855" y="1815859"/>
                  </a:lnTo>
                  <a:lnTo>
                    <a:pt x="1480855" y="1817041"/>
                  </a:lnTo>
                  <a:lnTo>
                    <a:pt x="1481253" y="1818617"/>
                  </a:lnTo>
                  <a:lnTo>
                    <a:pt x="1482048" y="1819799"/>
                  </a:lnTo>
                  <a:lnTo>
                    <a:pt x="1482048" y="1821375"/>
                  </a:lnTo>
                  <a:lnTo>
                    <a:pt x="1482048" y="1821769"/>
                  </a:lnTo>
                  <a:lnTo>
                    <a:pt x="1480855" y="1822556"/>
                  </a:lnTo>
                  <a:lnTo>
                    <a:pt x="1471309" y="1830829"/>
                  </a:lnTo>
                  <a:lnTo>
                    <a:pt x="1465343" y="1834375"/>
                  </a:lnTo>
                  <a:lnTo>
                    <a:pt x="1463354" y="1835556"/>
                  </a:lnTo>
                  <a:lnTo>
                    <a:pt x="1461365" y="1836738"/>
                  </a:lnTo>
                  <a:lnTo>
                    <a:pt x="1452615" y="1830041"/>
                  </a:lnTo>
                  <a:lnTo>
                    <a:pt x="1445853" y="1824132"/>
                  </a:lnTo>
                  <a:lnTo>
                    <a:pt x="1440285" y="1819405"/>
                  </a:lnTo>
                  <a:lnTo>
                    <a:pt x="1437103" y="1815072"/>
                  </a:lnTo>
                  <a:lnTo>
                    <a:pt x="1434716" y="1812314"/>
                  </a:lnTo>
                  <a:lnTo>
                    <a:pt x="1433125" y="1810344"/>
                  </a:lnTo>
                  <a:lnTo>
                    <a:pt x="1432330" y="1808375"/>
                  </a:lnTo>
                  <a:lnTo>
                    <a:pt x="1428750" y="1806799"/>
                  </a:lnTo>
                  <a:lnTo>
                    <a:pt x="1512675" y="1734314"/>
                  </a:lnTo>
                  <a:lnTo>
                    <a:pt x="1518641" y="1733527"/>
                  </a:lnTo>
                  <a:lnTo>
                    <a:pt x="1533755" y="1731951"/>
                  </a:lnTo>
                  <a:lnTo>
                    <a:pt x="1543699" y="1731163"/>
                  </a:lnTo>
                  <a:lnTo>
                    <a:pt x="1554438" y="1730375"/>
                  </a:lnTo>
                  <a:close/>
                  <a:moveTo>
                    <a:pt x="588962" y="1535113"/>
                  </a:moveTo>
                  <a:lnTo>
                    <a:pt x="694496" y="1535113"/>
                  </a:lnTo>
                  <a:lnTo>
                    <a:pt x="694496" y="1557872"/>
                  </a:lnTo>
                  <a:lnTo>
                    <a:pt x="694894" y="1558271"/>
                  </a:lnTo>
                  <a:lnTo>
                    <a:pt x="696885" y="1560268"/>
                  </a:lnTo>
                  <a:lnTo>
                    <a:pt x="698478" y="1560667"/>
                  </a:lnTo>
                  <a:lnTo>
                    <a:pt x="700469" y="1561466"/>
                  </a:lnTo>
                  <a:lnTo>
                    <a:pt x="704053" y="1561865"/>
                  </a:lnTo>
                  <a:lnTo>
                    <a:pt x="707239" y="1561865"/>
                  </a:lnTo>
                  <a:lnTo>
                    <a:pt x="711222" y="1561865"/>
                  </a:lnTo>
                  <a:lnTo>
                    <a:pt x="714407" y="1561466"/>
                  </a:lnTo>
                  <a:lnTo>
                    <a:pt x="716797" y="1560667"/>
                  </a:lnTo>
                  <a:lnTo>
                    <a:pt x="718390" y="1560268"/>
                  </a:lnTo>
                  <a:lnTo>
                    <a:pt x="720381" y="1558271"/>
                  </a:lnTo>
                  <a:lnTo>
                    <a:pt x="720779" y="1557872"/>
                  </a:lnTo>
                  <a:lnTo>
                    <a:pt x="720779" y="1535113"/>
                  </a:lnTo>
                  <a:lnTo>
                    <a:pt x="820737" y="1535113"/>
                  </a:lnTo>
                  <a:lnTo>
                    <a:pt x="820737" y="1644117"/>
                  </a:lnTo>
                  <a:lnTo>
                    <a:pt x="820339" y="1648908"/>
                  </a:lnTo>
                  <a:lnTo>
                    <a:pt x="819144" y="1652901"/>
                  </a:lnTo>
                  <a:lnTo>
                    <a:pt x="816755" y="1656894"/>
                  </a:lnTo>
                  <a:lnTo>
                    <a:pt x="814365" y="1660088"/>
                  </a:lnTo>
                  <a:lnTo>
                    <a:pt x="810781" y="1663283"/>
                  </a:lnTo>
                  <a:lnTo>
                    <a:pt x="806799" y="1665279"/>
                  </a:lnTo>
                  <a:lnTo>
                    <a:pt x="802418" y="1666477"/>
                  </a:lnTo>
                  <a:lnTo>
                    <a:pt x="797639" y="1666876"/>
                  </a:lnTo>
                  <a:lnTo>
                    <a:pt x="612060" y="1666876"/>
                  </a:lnTo>
                  <a:lnTo>
                    <a:pt x="607281" y="1666477"/>
                  </a:lnTo>
                  <a:lnTo>
                    <a:pt x="602901" y="1665279"/>
                  </a:lnTo>
                  <a:lnTo>
                    <a:pt x="598918" y="1663283"/>
                  </a:lnTo>
                  <a:lnTo>
                    <a:pt x="595732" y="1660088"/>
                  </a:lnTo>
                  <a:lnTo>
                    <a:pt x="592546" y="1656894"/>
                  </a:lnTo>
                  <a:lnTo>
                    <a:pt x="590555" y="1652901"/>
                  </a:lnTo>
                  <a:lnTo>
                    <a:pt x="589360" y="1648908"/>
                  </a:lnTo>
                  <a:lnTo>
                    <a:pt x="588962" y="1644117"/>
                  </a:lnTo>
                  <a:lnTo>
                    <a:pt x="588962" y="1535113"/>
                  </a:lnTo>
                  <a:close/>
                  <a:moveTo>
                    <a:pt x="612060" y="1476375"/>
                  </a:moveTo>
                  <a:lnTo>
                    <a:pt x="797639" y="1476375"/>
                  </a:lnTo>
                  <a:lnTo>
                    <a:pt x="802418" y="1476769"/>
                  </a:lnTo>
                  <a:lnTo>
                    <a:pt x="806799" y="1477950"/>
                  </a:lnTo>
                  <a:lnTo>
                    <a:pt x="810781" y="1480312"/>
                  </a:lnTo>
                  <a:lnTo>
                    <a:pt x="814365" y="1483068"/>
                  </a:lnTo>
                  <a:lnTo>
                    <a:pt x="816755" y="1486611"/>
                  </a:lnTo>
                  <a:lnTo>
                    <a:pt x="819144" y="1490155"/>
                  </a:lnTo>
                  <a:lnTo>
                    <a:pt x="820339" y="1494485"/>
                  </a:lnTo>
                  <a:lnTo>
                    <a:pt x="820737" y="1498816"/>
                  </a:lnTo>
                  <a:lnTo>
                    <a:pt x="820737" y="1525588"/>
                  </a:lnTo>
                  <a:lnTo>
                    <a:pt x="588962" y="1525588"/>
                  </a:lnTo>
                  <a:lnTo>
                    <a:pt x="588962" y="1498816"/>
                  </a:lnTo>
                  <a:lnTo>
                    <a:pt x="589360" y="1494485"/>
                  </a:lnTo>
                  <a:lnTo>
                    <a:pt x="590555" y="1490155"/>
                  </a:lnTo>
                  <a:lnTo>
                    <a:pt x="592546" y="1486611"/>
                  </a:lnTo>
                  <a:lnTo>
                    <a:pt x="595732" y="1483068"/>
                  </a:lnTo>
                  <a:lnTo>
                    <a:pt x="598918" y="1480312"/>
                  </a:lnTo>
                  <a:lnTo>
                    <a:pt x="602901" y="1477950"/>
                  </a:lnTo>
                  <a:lnTo>
                    <a:pt x="607281" y="1476769"/>
                  </a:lnTo>
                  <a:lnTo>
                    <a:pt x="612060" y="1476375"/>
                  </a:lnTo>
                  <a:close/>
                  <a:moveTo>
                    <a:pt x="725449" y="1381125"/>
                  </a:moveTo>
                  <a:lnTo>
                    <a:pt x="730525" y="1381524"/>
                  </a:lnTo>
                  <a:lnTo>
                    <a:pt x="732087" y="1381524"/>
                  </a:lnTo>
                  <a:lnTo>
                    <a:pt x="734430" y="1382322"/>
                  </a:lnTo>
                  <a:lnTo>
                    <a:pt x="737554" y="1384317"/>
                  </a:lnTo>
                  <a:lnTo>
                    <a:pt x="740287" y="1386312"/>
                  </a:lnTo>
                  <a:lnTo>
                    <a:pt x="743411" y="1389505"/>
                  </a:lnTo>
                  <a:lnTo>
                    <a:pt x="746535" y="1393096"/>
                  </a:lnTo>
                  <a:lnTo>
                    <a:pt x="749659" y="1397486"/>
                  </a:lnTo>
                  <a:lnTo>
                    <a:pt x="755906" y="1407063"/>
                  </a:lnTo>
                  <a:lnTo>
                    <a:pt x="761373" y="1417837"/>
                  </a:lnTo>
                  <a:lnTo>
                    <a:pt x="766059" y="1427813"/>
                  </a:lnTo>
                  <a:lnTo>
                    <a:pt x="769182" y="1437390"/>
                  </a:lnTo>
                  <a:lnTo>
                    <a:pt x="770744" y="1441780"/>
                  </a:lnTo>
                  <a:lnTo>
                    <a:pt x="771525" y="1445770"/>
                  </a:lnTo>
                  <a:lnTo>
                    <a:pt x="771525" y="1448164"/>
                  </a:lnTo>
                  <a:lnTo>
                    <a:pt x="771525" y="1450159"/>
                  </a:lnTo>
                  <a:lnTo>
                    <a:pt x="770744" y="1451357"/>
                  </a:lnTo>
                  <a:lnTo>
                    <a:pt x="769182" y="1452155"/>
                  </a:lnTo>
                  <a:lnTo>
                    <a:pt x="768011" y="1452155"/>
                  </a:lnTo>
                  <a:lnTo>
                    <a:pt x="766449" y="1450958"/>
                  </a:lnTo>
                  <a:lnTo>
                    <a:pt x="764887" y="1449760"/>
                  </a:lnTo>
                  <a:lnTo>
                    <a:pt x="762544" y="1448563"/>
                  </a:lnTo>
                  <a:lnTo>
                    <a:pt x="759030" y="1444174"/>
                  </a:lnTo>
                  <a:lnTo>
                    <a:pt x="755516" y="1439784"/>
                  </a:lnTo>
                  <a:lnTo>
                    <a:pt x="753173" y="1434996"/>
                  </a:lnTo>
                  <a:lnTo>
                    <a:pt x="752392" y="1433400"/>
                  </a:lnTo>
                  <a:lnTo>
                    <a:pt x="752392" y="1431404"/>
                  </a:lnTo>
                  <a:lnTo>
                    <a:pt x="752001" y="1428611"/>
                  </a:lnTo>
                  <a:lnTo>
                    <a:pt x="750830" y="1426616"/>
                  </a:lnTo>
                  <a:lnTo>
                    <a:pt x="748878" y="1425419"/>
                  </a:lnTo>
                  <a:lnTo>
                    <a:pt x="746925" y="1425020"/>
                  </a:lnTo>
                  <a:lnTo>
                    <a:pt x="746144" y="1425419"/>
                  </a:lnTo>
                  <a:lnTo>
                    <a:pt x="745363" y="1425818"/>
                  </a:lnTo>
                  <a:lnTo>
                    <a:pt x="744582" y="1426616"/>
                  </a:lnTo>
                  <a:lnTo>
                    <a:pt x="743411" y="1427414"/>
                  </a:lnTo>
                  <a:lnTo>
                    <a:pt x="742630" y="1428611"/>
                  </a:lnTo>
                  <a:lnTo>
                    <a:pt x="742240" y="1430207"/>
                  </a:lnTo>
                  <a:lnTo>
                    <a:pt x="741849" y="1432602"/>
                  </a:lnTo>
                  <a:lnTo>
                    <a:pt x="741849" y="1434597"/>
                  </a:lnTo>
                  <a:lnTo>
                    <a:pt x="741459" y="1439385"/>
                  </a:lnTo>
                  <a:lnTo>
                    <a:pt x="740678" y="1443376"/>
                  </a:lnTo>
                  <a:lnTo>
                    <a:pt x="739897" y="1445371"/>
                  </a:lnTo>
                  <a:lnTo>
                    <a:pt x="739116" y="1446967"/>
                  </a:lnTo>
                  <a:lnTo>
                    <a:pt x="737944" y="1448164"/>
                  </a:lnTo>
                  <a:lnTo>
                    <a:pt x="735992" y="1449361"/>
                  </a:lnTo>
                  <a:lnTo>
                    <a:pt x="734430" y="1450558"/>
                  </a:lnTo>
                  <a:lnTo>
                    <a:pt x="732868" y="1452155"/>
                  </a:lnTo>
                  <a:lnTo>
                    <a:pt x="730525" y="1452953"/>
                  </a:lnTo>
                  <a:lnTo>
                    <a:pt x="727792" y="1453352"/>
                  </a:lnTo>
                  <a:lnTo>
                    <a:pt x="721935" y="1454150"/>
                  </a:lnTo>
                  <a:lnTo>
                    <a:pt x="715297" y="1454150"/>
                  </a:lnTo>
                  <a:lnTo>
                    <a:pt x="712173" y="1453751"/>
                  </a:lnTo>
                  <a:lnTo>
                    <a:pt x="709049" y="1452953"/>
                  </a:lnTo>
                  <a:lnTo>
                    <a:pt x="706706" y="1452155"/>
                  </a:lnTo>
                  <a:lnTo>
                    <a:pt x="703973" y="1450558"/>
                  </a:lnTo>
                  <a:lnTo>
                    <a:pt x="701240" y="1448962"/>
                  </a:lnTo>
                  <a:lnTo>
                    <a:pt x="699287" y="1447366"/>
                  </a:lnTo>
                  <a:lnTo>
                    <a:pt x="694992" y="1442977"/>
                  </a:lnTo>
                  <a:lnTo>
                    <a:pt x="691478" y="1438188"/>
                  </a:lnTo>
                  <a:lnTo>
                    <a:pt x="687963" y="1432602"/>
                  </a:lnTo>
                  <a:lnTo>
                    <a:pt x="685230" y="1427015"/>
                  </a:lnTo>
                  <a:lnTo>
                    <a:pt x="682497" y="1421029"/>
                  </a:lnTo>
                  <a:lnTo>
                    <a:pt x="680544" y="1415044"/>
                  </a:lnTo>
                  <a:lnTo>
                    <a:pt x="678982" y="1409058"/>
                  </a:lnTo>
                  <a:lnTo>
                    <a:pt x="676249" y="1399082"/>
                  </a:lnTo>
                  <a:lnTo>
                    <a:pt x="675078" y="1392298"/>
                  </a:lnTo>
                  <a:lnTo>
                    <a:pt x="674687" y="1389106"/>
                  </a:lnTo>
                  <a:lnTo>
                    <a:pt x="674687" y="1388707"/>
                  </a:lnTo>
                  <a:lnTo>
                    <a:pt x="675078" y="1388308"/>
                  </a:lnTo>
                  <a:lnTo>
                    <a:pt x="676249" y="1387909"/>
                  </a:lnTo>
                  <a:lnTo>
                    <a:pt x="679373" y="1387111"/>
                  </a:lnTo>
                  <a:lnTo>
                    <a:pt x="683278" y="1385913"/>
                  </a:lnTo>
                  <a:lnTo>
                    <a:pt x="689525" y="1384716"/>
                  </a:lnTo>
                  <a:lnTo>
                    <a:pt x="698897" y="1383120"/>
                  </a:lnTo>
                  <a:lnTo>
                    <a:pt x="715297" y="1381524"/>
                  </a:lnTo>
                  <a:lnTo>
                    <a:pt x="725449" y="1381125"/>
                  </a:lnTo>
                  <a:close/>
                  <a:moveTo>
                    <a:pt x="1433588" y="1247775"/>
                  </a:moveTo>
                  <a:lnTo>
                    <a:pt x="1439124" y="1247775"/>
                  </a:lnTo>
                  <a:lnTo>
                    <a:pt x="1444264" y="1248175"/>
                  </a:lnTo>
                  <a:lnTo>
                    <a:pt x="1448614" y="1248976"/>
                  </a:lnTo>
                  <a:lnTo>
                    <a:pt x="1451382" y="1249776"/>
                  </a:lnTo>
                  <a:lnTo>
                    <a:pt x="1453359" y="1250977"/>
                  </a:lnTo>
                  <a:lnTo>
                    <a:pt x="1454150" y="1252178"/>
                  </a:lnTo>
                  <a:lnTo>
                    <a:pt x="1454150" y="1253779"/>
                  </a:lnTo>
                  <a:lnTo>
                    <a:pt x="1453359" y="1255380"/>
                  </a:lnTo>
                  <a:lnTo>
                    <a:pt x="1452173" y="1256981"/>
                  </a:lnTo>
                  <a:lnTo>
                    <a:pt x="1450196" y="1258582"/>
                  </a:lnTo>
                  <a:lnTo>
                    <a:pt x="1447428" y="1260183"/>
                  </a:lnTo>
                  <a:lnTo>
                    <a:pt x="1441892" y="1262985"/>
                  </a:lnTo>
                  <a:lnTo>
                    <a:pt x="1435565" y="1264986"/>
                  </a:lnTo>
                  <a:lnTo>
                    <a:pt x="1432402" y="1265387"/>
                  </a:lnTo>
                  <a:lnTo>
                    <a:pt x="1429634" y="1265787"/>
                  </a:lnTo>
                  <a:lnTo>
                    <a:pt x="1427261" y="1265787"/>
                  </a:lnTo>
                  <a:lnTo>
                    <a:pt x="1425284" y="1265387"/>
                  </a:lnTo>
                  <a:lnTo>
                    <a:pt x="1423703" y="1264986"/>
                  </a:lnTo>
                  <a:lnTo>
                    <a:pt x="1422516" y="1264586"/>
                  </a:lnTo>
                  <a:lnTo>
                    <a:pt x="1420539" y="1264586"/>
                  </a:lnTo>
                  <a:lnTo>
                    <a:pt x="1419353" y="1264986"/>
                  </a:lnTo>
                  <a:lnTo>
                    <a:pt x="1418562" y="1265787"/>
                  </a:lnTo>
                  <a:lnTo>
                    <a:pt x="1417376" y="1266588"/>
                  </a:lnTo>
                  <a:lnTo>
                    <a:pt x="1416980" y="1267388"/>
                  </a:lnTo>
                  <a:lnTo>
                    <a:pt x="1416585" y="1268589"/>
                  </a:lnTo>
                  <a:lnTo>
                    <a:pt x="1416190" y="1269790"/>
                  </a:lnTo>
                  <a:lnTo>
                    <a:pt x="1416585" y="1270990"/>
                  </a:lnTo>
                  <a:lnTo>
                    <a:pt x="1416585" y="1272191"/>
                  </a:lnTo>
                  <a:lnTo>
                    <a:pt x="1417376" y="1273392"/>
                  </a:lnTo>
                  <a:lnTo>
                    <a:pt x="1418562" y="1274993"/>
                  </a:lnTo>
                  <a:lnTo>
                    <a:pt x="1419748" y="1276194"/>
                  </a:lnTo>
                  <a:lnTo>
                    <a:pt x="1422121" y="1277395"/>
                  </a:lnTo>
                  <a:lnTo>
                    <a:pt x="1424098" y="1278596"/>
                  </a:lnTo>
                  <a:lnTo>
                    <a:pt x="1428843" y="1280597"/>
                  </a:lnTo>
                  <a:lnTo>
                    <a:pt x="1430820" y="1282198"/>
                  </a:lnTo>
                  <a:lnTo>
                    <a:pt x="1432402" y="1283799"/>
                  </a:lnTo>
                  <a:lnTo>
                    <a:pt x="1433588" y="1285000"/>
                  </a:lnTo>
                  <a:lnTo>
                    <a:pt x="1435170" y="1287001"/>
                  </a:lnTo>
                  <a:lnTo>
                    <a:pt x="1436356" y="1289003"/>
                  </a:lnTo>
                  <a:lnTo>
                    <a:pt x="1436751" y="1291404"/>
                  </a:lnTo>
                  <a:lnTo>
                    <a:pt x="1437542" y="1293406"/>
                  </a:lnTo>
                  <a:lnTo>
                    <a:pt x="1437542" y="1296608"/>
                  </a:lnTo>
                  <a:lnTo>
                    <a:pt x="1437542" y="1299009"/>
                  </a:lnTo>
                  <a:lnTo>
                    <a:pt x="1437147" y="1302612"/>
                  </a:lnTo>
                  <a:lnTo>
                    <a:pt x="1436356" y="1305414"/>
                  </a:lnTo>
                  <a:lnTo>
                    <a:pt x="1435170" y="1309416"/>
                  </a:lnTo>
                  <a:lnTo>
                    <a:pt x="1431611" y="1317422"/>
                  </a:lnTo>
                  <a:lnTo>
                    <a:pt x="1430029" y="1320624"/>
                  </a:lnTo>
                  <a:lnTo>
                    <a:pt x="1428052" y="1323826"/>
                  </a:lnTo>
                  <a:lnTo>
                    <a:pt x="1425680" y="1326628"/>
                  </a:lnTo>
                  <a:lnTo>
                    <a:pt x="1423307" y="1328629"/>
                  </a:lnTo>
                  <a:lnTo>
                    <a:pt x="1420539" y="1331431"/>
                  </a:lnTo>
                  <a:lnTo>
                    <a:pt x="1417771" y="1333032"/>
                  </a:lnTo>
                  <a:lnTo>
                    <a:pt x="1414608" y="1334633"/>
                  </a:lnTo>
                  <a:lnTo>
                    <a:pt x="1411445" y="1336635"/>
                  </a:lnTo>
                  <a:lnTo>
                    <a:pt x="1404722" y="1338636"/>
                  </a:lnTo>
                  <a:lnTo>
                    <a:pt x="1397605" y="1340237"/>
                  </a:lnTo>
                  <a:lnTo>
                    <a:pt x="1390487" y="1341038"/>
                  </a:lnTo>
                  <a:lnTo>
                    <a:pt x="1383370" y="1341438"/>
                  </a:lnTo>
                  <a:lnTo>
                    <a:pt x="1376252" y="1341438"/>
                  </a:lnTo>
                  <a:lnTo>
                    <a:pt x="1369530" y="1341038"/>
                  </a:lnTo>
                  <a:lnTo>
                    <a:pt x="1358063" y="1339437"/>
                  </a:lnTo>
                  <a:lnTo>
                    <a:pt x="1350154" y="1338236"/>
                  </a:lnTo>
                  <a:lnTo>
                    <a:pt x="1347386" y="1337435"/>
                  </a:lnTo>
                  <a:lnTo>
                    <a:pt x="1347386" y="1337835"/>
                  </a:lnTo>
                  <a:lnTo>
                    <a:pt x="1346991" y="1337435"/>
                  </a:lnTo>
                  <a:lnTo>
                    <a:pt x="1346200" y="1337035"/>
                  </a:lnTo>
                  <a:lnTo>
                    <a:pt x="1346200" y="1334633"/>
                  </a:lnTo>
                  <a:lnTo>
                    <a:pt x="1346991" y="1331831"/>
                  </a:lnTo>
                  <a:lnTo>
                    <a:pt x="1347782" y="1326228"/>
                  </a:lnTo>
                  <a:lnTo>
                    <a:pt x="1349363" y="1318623"/>
                  </a:lnTo>
                  <a:lnTo>
                    <a:pt x="1351736" y="1307415"/>
                  </a:lnTo>
                  <a:lnTo>
                    <a:pt x="1355295" y="1296608"/>
                  </a:lnTo>
                  <a:lnTo>
                    <a:pt x="1357667" y="1287402"/>
                  </a:lnTo>
                  <a:lnTo>
                    <a:pt x="1361621" y="1275794"/>
                  </a:lnTo>
                  <a:lnTo>
                    <a:pt x="1363994" y="1270190"/>
                  </a:lnTo>
                  <a:lnTo>
                    <a:pt x="1364785" y="1268589"/>
                  </a:lnTo>
                  <a:lnTo>
                    <a:pt x="1366762" y="1265787"/>
                  </a:lnTo>
                  <a:lnTo>
                    <a:pt x="1369925" y="1262985"/>
                  </a:lnTo>
                  <a:lnTo>
                    <a:pt x="1373484" y="1260183"/>
                  </a:lnTo>
                  <a:lnTo>
                    <a:pt x="1378229" y="1258182"/>
                  </a:lnTo>
                  <a:lnTo>
                    <a:pt x="1383765" y="1256181"/>
                  </a:lnTo>
                  <a:lnTo>
                    <a:pt x="1389301" y="1253779"/>
                  </a:lnTo>
                  <a:lnTo>
                    <a:pt x="1395628" y="1252578"/>
                  </a:lnTo>
                  <a:lnTo>
                    <a:pt x="1401954" y="1250977"/>
                  </a:lnTo>
                  <a:lnTo>
                    <a:pt x="1415399" y="1248976"/>
                  </a:lnTo>
                  <a:lnTo>
                    <a:pt x="1428052" y="1248175"/>
                  </a:lnTo>
                  <a:lnTo>
                    <a:pt x="1433588" y="1247775"/>
                  </a:lnTo>
                  <a:close/>
                  <a:moveTo>
                    <a:pt x="1155700" y="965200"/>
                  </a:moveTo>
                  <a:lnTo>
                    <a:pt x="1161653" y="965597"/>
                  </a:lnTo>
                  <a:lnTo>
                    <a:pt x="1167209" y="966787"/>
                  </a:lnTo>
                  <a:lnTo>
                    <a:pt x="1172766" y="968770"/>
                  </a:lnTo>
                  <a:lnTo>
                    <a:pt x="1177925" y="971944"/>
                  </a:lnTo>
                  <a:lnTo>
                    <a:pt x="1182687" y="975514"/>
                  </a:lnTo>
                  <a:lnTo>
                    <a:pt x="1187450" y="980274"/>
                  </a:lnTo>
                  <a:lnTo>
                    <a:pt x="1192213" y="985431"/>
                  </a:lnTo>
                  <a:lnTo>
                    <a:pt x="1196181" y="991381"/>
                  </a:lnTo>
                  <a:lnTo>
                    <a:pt x="1200150" y="998125"/>
                  </a:lnTo>
                  <a:lnTo>
                    <a:pt x="1204119" y="1005265"/>
                  </a:lnTo>
                  <a:lnTo>
                    <a:pt x="1207691" y="1012802"/>
                  </a:lnTo>
                  <a:lnTo>
                    <a:pt x="1211659" y="1021133"/>
                  </a:lnTo>
                  <a:lnTo>
                    <a:pt x="1214437" y="1029860"/>
                  </a:lnTo>
                  <a:lnTo>
                    <a:pt x="1217613" y="1038984"/>
                  </a:lnTo>
                  <a:lnTo>
                    <a:pt x="1220787" y="1048504"/>
                  </a:lnTo>
                  <a:lnTo>
                    <a:pt x="1225947" y="1068338"/>
                  </a:lnTo>
                  <a:lnTo>
                    <a:pt x="1230313" y="1089363"/>
                  </a:lnTo>
                  <a:lnTo>
                    <a:pt x="1234678" y="1111180"/>
                  </a:lnTo>
                  <a:lnTo>
                    <a:pt x="1237853" y="1133792"/>
                  </a:lnTo>
                  <a:lnTo>
                    <a:pt x="1241028" y="1155609"/>
                  </a:lnTo>
                  <a:lnTo>
                    <a:pt x="1243013" y="1177824"/>
                  </a:lnTo>
                  <a:lnTo>
                    <a:pt x="1245394" y="1198848"/>
                  </a:lnTo>
                  <a:lnTo>
                    <a:pt x="1246981" y="1219476"/>
                  </a:lnTo>
                  <a:lnTo>
                    <a:pt x="1246187" y="1186551"/>
                  </a:lnTo>
                  <a:lnTo>
                    <a:pt x="1342231" y="1244467"/>
                  </a:lnTo>
                  <a:lnTo>
                    <a:pt x="1323181" y="1340465"/>
                  </a:lnTo>
                  <a:lnTo>
                    <a:pt x="1248966" y="1309524"/>
                  </a:lnTo>
                  <a:lnTo>
                    <a:pt x="1245394" y="1284929"/>
                  </a:lnTo>
                  <a:lnTo>
                    <a:pt x="1239441" y="1242087"/>
                  </a:lnTo>
                  <a:lnTo>
                    <a:pt x="1231106" y="1373787"/>
                  </a:lnTo>
                  <a:lnTo>
                    <a:pt x="1230709" y="1379737"/>
                  </a:lnTo>
                  <a:lnTo>
                    <a:pt x="1230313" y="1386084"/>
                  </a:lnTo>
                  <a:lnTo>
                    <a:pt x="1230709" y="1392431"/>
                  </a:lnTo>
                  <a:lnTo>
                    <a:pt x="1232297" y="1399968"/>
                  </a:lnTo>
                  <a:lnTo>
                    <a:pt x="1234281" y="1407902"/>
                  </a:lnTo>
                  <a:lnTo>
                    <a:pt x="1237059" y="1417422"/>
                  </a:lnTo>
                  <a:lnTo>
                    <a:pt x="1241822" y="1428133"/>
                  </a:lnTo>
                  <a:lnTo>
                    <a:pt x="1247775" y="1440430"/>
                  </a:lnTo>
                  <a:lnTo>
                    <a:pt x="1231106" y="1440430"/>
                  </a:lnTo>
                  <a:lnTo>
                    <a:pt x="1242219" y="1446380"/>
                  </a:lnTo>
                  <a:lnTo>
                    <a:pt x="1256109" y="1453124"/>
                  </a:lnTo>
                  <a:lnTo>
                    <a:pt x="1287066" y="1467405"/>
                  </a:lnTo>
                  <a:lnTo>
                    <a:pt x="1313259" y="1479305"/>
                  </a:lnTo>
                  <a:lnTo>
                    <a:pt x="1323975" y="1483669"/>
                  </a:lnTo>
                  <a:lnTo>
                    <a:pt x="1501775" y="1720491"/>
                  </a:lnTo>
                  <a:lnTo>
                    <a:pt x="1401763" y="1798638"/>
                  </a:lnTo>
                  <a:lnTo>
                    <a:pt x="1210469" y="1576494"/>
                  </a:lnTo>
                  <a:lnTo>
                    <a:pt x="1080294" y="1561816"/>
                  </a:lnTo>
                  <a:lnTo>
                    <a:pt x="1080294" y="1563800"/>
                  </a:lnTo>
                  <a:lnTo>
                    <a:pt x="1080294" y="1567370"/>
                  </a:lnTo>
                  <a:lnTo>
                    <a:pt x="1079500" y="1575700"/>
                  </a:lnTo>
                  <a:lnTo>
                    <a:pt x="1077516" y="1587601"/>
                  </a:lnTo>
                  <a:lnTo>
                    <a:pt x="1074341" y="1601088"/>
                  </a:lnTo>
                  <a:lnTo>
                    <a:pt x="1066403" y="1633220"/>
                  </a:lnTo>
                  <a:lnTo>
                    <a:pt x="1056878" y="1669318"/>
                  </a:lnTo>
                  <a:lnTo>
                    <a:pt x="1046956" y="1703830"/>
                  </a:lnTo>
                  <a:lnTo>
                    <a:pt x="1038622" y="1733582"/>
                  </a:lnTo>
                  <a:lnTo>
                    <a:pt x="1030288" y="1762540"/>
                  </a:lnTo>
                  <a:lnTo>
                    <a:pt x="802481" y="1785548"/>
                  </a:lnTo>
                  <a:lnTo>
                    <a:pt x="770731" y="1731201"/>
                  </a:lnTo>
                  <a:lnTo>
                    <a:pt x="904081" y="1706210"/>
                  </a:lnTo>
                  <a:lnTo>
                    <a:pt x="903685" y="1489619"/>
                  </a:lnTo>
                  <a:lnTo>
                    <a:pt x="871935" y="1482479"/>
                  </a:lnTo>
                  <a:lnTo>
                    <a:pt x="869950" y="1471768"/>
                  </a:lnTo>
                  <a:lnTo>
                    <a:pt x="867966" y="1461851"/>
                  </a:lnTo>
                  <a:lnTo>
                    <a:pt x="866378" y="1453124"/>
                  </a:lnTo>
                  <a:lnTo>
                    <a:pt x="864791" y="1445190"/>
                  </a:lnTo>
                  <a:lnTo>
                    <a:pt x="863600" y="1428926"/>
                  </a:lnTo>
                  <a:lnTo>
                    <a:pt x="862806" y="1413455"/>
                  </a:lnTo>
                  <a:lnTo>
                    <a:pt x="862013" y="1373787"/>
                  </a:lnTo>
                  <a:lnTo>
                    <a:pt x="860822" y="1346812"/>
                  </a:lnTo>
                  <a:lnTo>
                    <a:pt x="858044" y="1312697"/>
                  </a:lnTo>
                  <a:lnTo>
                    <a:pt x="854472" y="1175444"/>
                  </a:lnTo>
                  <a:lnTo>
                    <a:pt x="843756" y="1181791"/>
                  </a:lnTo>
                  <a:lnTo>
                    <a:pt x="818753" y="1197658"/>
                  </a:lnTo>
                  <a:lnTo>
                    <a:pt x="802878" y="1208369"/>
                  </a:lnTo>
                  <a:lnTo>
                    <a:pt x="786606" y="1219476"/>
                  </a:lnTo>
                  <a:lnTo>
                    <a:pt x="770731" y="1230980"/>
                  </a:lnTo>
                  <a:lnTo>
                    <a:pt x="756841" y="1242087"/>
                  </a:lnTo>
                  <a:lnTo>
                    <a:pt x="754460" y="1250021"/>
                  </a:lnTo>
                  <a:lnTo>
                    <a:pt x="752872" y="1258351"/>
                  </a:lnTo>
                  <a:lnTo>
                    <a:pt x="752078" y="1266681"/>
                  </a:lnTo>
                  <a:lnTo>
                    <a:pt x="751285" y="1275805"/>
                  </a:lnTo>
                  <a:lnTo>
                    <a:pt x="751285" y="1284532"/>
                  </a:lnTo>
                  <a:lnTo>
                    <a:pt x="751681" y="1292863"/>
                  </a:lnTo>
                  <a:lnTo>
                    <a:pt x="752078" y="1301590"/>
                  </a:lnTo>
                  <a:lnTo>
                    <a:pt x="752872" y="1310317"/>
                  </a:lnTo>
                  <a:lnTo>
                    <a:pt x="754856" y="1325788"/>
                  </a:lnTo>
                  <a:lnTo>
                    <a:pt x="756444" y="1339275"/>
                  </a:lnTo>
                  <a:lnTo>
                    <a:pt x="758031" y="1350382"/>
                  </a:lnTo>
                  <a:lnTo>
                    <a:pt x="758031" y="1354349"/>
                  </a:lnTo>
                  <a:lnTo>
                    <a:pt x="756841" y="1357523"/>
                  </a:lnTo>
                  <a:lnTo>
                    <a:pt x="727869" y="1355539"/>
                  </a:lnTo>
                  <a:lnTo>
                    <a:pt x="715566" y="1354746"/>
                  </a:lnTo>
                  <a:lnTo>
                    <a:pt x="709613" y="1354746"/>
                  </a:lnTo>
                  <a:lnTo>
                    <a:pt x="704453" y="1355143"/>
                  </a:lnTo>
                  <a:lnTo>
                    <a:pt x="698897" y="1355539"/>
                  </a:lnTo>
                  <a:lnTo>
                    <a:pt x="693341" y="1356729"/>
                  </a:lnTo>
                  <a:lnTo>
                    <a:pt x="687785" y="1357919"/>
                  </a:lnTo>
                  <a:lnTo>
                    <a:pt x="682228" y="1359903"/>
                  </a:lnTo>
                  <a:lnTo>
                    <a:pt x="677069" y="1361886"/>
                  </a:lnTo>
                  <a:lnTo>
                    <a:pt x="671116" y="1364663"/>
                  </a:lnTo>
                  <a:lnTo>
                    <a:pt x="664766" y="1367836"/>
                  </a:lnTo>
                  <a:lnTo>
                    <a:pt x="658416" y="1372200"/>
                  </a:lnTo>
                  <a:lnTo>
                    <a:pt x="657225" y="1367043"/>
                  </a:lnTo>
                  <a:lnTo>
                    <a:pt x="655241" y="1361093"/>
                  </a:lnTo>
                  <a:lnTo>
                    <a:pt x="654050" y="1355143"/>
                  </a:lnTo>
                  <a:lnTo>
                    <a:pt x="653256" y="1348399"/>
                  </a:lnTo>
                  <a:lnTo>
                    <a:pt x="651669" y="1333325"/>
                  </a:lnTo>
                  <a:lnTo>
                    <a:pt x="650875" y="1316267"/>
                  </a:lnTo>
                  <a:lnTo>
                    <a:pt x="650875" y="1296830"/>
                  </a:lnTo>
                  <a:lnTo>
                    <a:pt x="651272" y="1274615"/>
                  </a:lnTo>
                  <a:lnTo>
                    <a:pt x="652066" y="1251211"/>
                  </a:lnTo>
                  <a:lnTo>
                    <a:pt x="653653" y="1225029"/>
                  </a:lnTo>
                  <a:lnTo>
                    <a:pt x="660797" y="1208369"/>
                  </a:lnTo>
                  <a:lnTo>
                    <a:pt x="667147" y="1194881"/>
                  </a:lnTo>
                  <a:lnTo>
                    <a:pt x="670322" y="1188931"/>
                  </a:lnTo>
                  <a:lnTo>
                    <a:pt x="673497" y="1183774"/>
                  </a:lnTo>
                  <a:lnTo>
                    <a:pt x="680244" y="1174254"/>
                  </a:lnTo>
                  <a:lnTo>
                    <a:pt x="687388" y="1164733"/>
                  </a:lnTo>
                  <a:lnTo>
                    <a:pt x="696119" y="1155213"/>
                  </a:lnTo>
                  <a:lnTo>
                    <a:pt x="706438" y="1143312"/>
                  </a:lnTo>
                  <a:lnTo>
                    <a:pt x="718741" y="1129031"/>
                  </a:lnTo>
                  <a:lnTo>
                    <a:pt x="738585" y="1108007"/>
                  </a:lnTo>
                  <a:lnTo>
                    <a:pt x="756047" y="1088966"/>
                  </a:lnTo>
                  <a:lnTo>
                    <a:pt x="785416" y="1057231"/>
                  </a:lnTo>
                  <a:lnTo>
                    <a:pt x="797719" y="1043744"/>
                  </a:lnTo>
                  <a:lnTo>
                    <a:pt x="809228" y="1032240"/>
                  </a:lnTo>
                  <a:lnTo>
                    <a:pt x="820738" y="1021926"/>
                  </a:lnTo>
                  <a:lnTo>
                    <a:pt x="831056" y="1012802"/>
                  </a:lnTo>
                  <a:lnTo>
                    <a:pt x="836613" y="1008439"/>
                  </a:lnTo>
                  <a:lnTo>
                    <a:pt x="842169" y="1004869"/>
                  </a:lnTo>
                  <a:lnTo>
                    <a:pt x="848122" y="1000902"/>
                  </a:lnTo>
                  <a:lnTo>
                    <a:pt x="854075" y="997331"/>
                  </a:lnTo>
                  <a:lnTo>
                    <a:pt x="860028" y="994555"/>
                  </a:lnTo>
                  <a:lnTo>
                    <a:pt x="866378" y="991381"/>
                  </a:lnTo>
                  <a:lnTo>
                    <a:pt x="873125" y="988208"/>
                  </a:lnTo>
                  <a:lnTo>
                    <a:pt x="880269" y="985828"/>
                  </a:lnTo>
                  <a:lnTo>
                    <a:pt x="895350" y="980274"/>
                  </a:lnTo>
                  <a:lnTo>
                    <a:pt x="912416" y="975117"/>
                  </a:lnTo>
                  <a:lnTo>
                    <a:pt x="932260" y="970753"/>
                  </a:lnTo>
                  <a:lnTo>
                    <a:pt x="954881" y="965597"/>
                  </a:lnTo>
                  <a:lnTo>
                    <a:pt x="963613" y="965993"/>
                  </a:lnTo>
                  <a:lnTo>
                    <a:pt x="979488" y="966787"/>
                  </a:lnTo>
                  <a:lnTo>
                    <a:pt x="1004491" y="968373"/>
                  </a:lnTo>
                  <a:lnTo>
                    <a:pt x="1089819" y="1240103"/>
                  </a:lnTo>
                  <a:lnTo>
                    <a:pt x="1081484" y="1159179"/>
                  </a:lnTo>
                  <a:lnTo>
                    <a:pt x="1077516" y="1013199"/>
                  </a:lnTo>
                  <a:lnTo>
                    <a:pt x="1071959" y="999315"/>
                  </a:lnTo>
                  <a:lnTo>
                    <a:pt x="1083072" y="980671"/>
                  </a:lnTo>
                  <a:lnTo>
                    <a:pt x="1107281" y="980671"/>
                  </a:lnTo>
                  <a:lnTo>
                    <a:pt x="1117600" y="999315"/>
                  </a:lnTo>
                  <a:lnTo>
                    <a:pt x="1112837" y="1015579"/>
                  </a:lnTo>
                  <a:lnTo>
                    <a:pt x="1142206" y="1228203"/>
                  </a:lnTo>
                  <a:lnTo>
                    <a:pt x="1137841" y="971944"/>
                  </a:lnTo>
                  <a:lnTo>
                    <a:pt x="1146572" y="967580"/>
                  </a:lnTo>
                  <a:lnTo>
                    <a:pt x="1148953" y="966390"/>
                  </a:lnTo>
                  <a:lnTo>
                    <a:pt x="1149350" y="965597"/>
                  </a:lnTo>
                  <a:lnTo>
                    <a:pt x="1155700" y="965200"/>
                  </a:lnTo>
                  <a:close/>
                  <a:moveTo>
                    <a:pt x="931148" y="736601"/>
                  </a:moveTo>
                  <a:lnTo>
                    <a:pt x="929554" y="751285"/>
                  </a:lnTo>
                  <a:lnTo>
                    <a:pt x="928757" y="762794"/>
                  </a:lnTo>
                  <a:lnTo>
                    <a:pt x="929155" y="762794"/>
                  </a:lnTo>
                  <a:lnTo>
                    <a:pt x="929554" y="751285"/>
                  </a:lnTo>
                  <a:lnTo>
                    <a:pt x="930351" y="746126"/>
                  </a:lnTo>
                  <a:lnTo>
                    <a:pt x="931148" y="741363"/>
                  </a:lnTo>
                  <a:lnTo>
                    <a:pt x="931148" y="736601"/>
                  </a:lnTo>
                  <a:close/>
                  <a:moveTo>
                    <a:pt x="949086" y="679054"/>
                  </a:moveTo>
                  <a:lnTo>
                    <a:pt x="948289" y="679847"/>
                  </a:lnTo>
                  <a:lnTo>
                    <a:pt x="945499" y="681435"/>
                  </a:lnTo>
                  <a:lnTo>
                    <a:pt x="943904" y="683419"/>
                  </a:lnTo>
                  <a:lnTo>
                    <a:pt x="941911" y="686991"/>
                  </a:lnTo>
                  <a:lnTo>
                    <a:pt x="945897" y="682625"/>
                  </a:lnTo>
                  <a:lnTo>
                    <a:pt x="948289" y="681038"/>
                  </a:lnTo>
                  <a:lnTo>
                    <a:pt x="950282" y="679054"/>
                  </a:lnTo>
                  <a:lnTo>
                    <a:pt x="949086" y="679054"/>
                  </a:lnTo>
                  <a:close/>
                  <a:moveTo>
                    <a:pt x="1038375" y="620713"/>
                  </a:moveTo>
                  <a:lnTo>
                    <a:pt x="1049138" y="620713"/>
                  </a:lnTo>
                  <a:lnTo>
                    <a:pt x="1059502" y="621110"/>
                  </a:lnTo>
                  <a:lnTo>
                    <a:pt x="1069866" y="622300"/>
                  </a:lnTo>
                  <a:lnTo>
                    <a:pt x="1079432" y="623491"/>
                  </a:lnTo>
                  <a:lnTo>
                    <a:pt x="1088999" y="625872"/>
                  </a:lnTo>
                  <a:lnTo>
                    <a:pt x="1098167" y="627857"/>
                  </a:lnTo>
                  <a:lnTo>
                    <a:pt x="1106937" y="630238"/>
                  </a:lnTo>
                  <a:lnTo>
                    <a:pt x="1115307" y="633413"/>
                  </a:lnTo>
                  <a:lnTo>
                    <a:pt x="1123678" y="636191"/>
                  </a:lnTo>
                  <a:lnTo>
                    <a:pt x="1130853" y="639763"/>
                  </a:lnTo>
                  <a:lnTo>
                    <a:pt x="1138028" y="642938"/>
                  </a:lnTo>
                  <a:lnTo>
                    <a:pt x="1144805" y="646510"/>
                  </a:lnTo>
                  <a:lnTo>
                    <a:pt x="1156365" y="652860"/>
                  </a:lnTo>
                  <a:lnTo>
                    <a:pt x="1166729" y="659607"/>
                  </a:lnTo>
                  <a:lnTo>
                    <a:pt x="1174701" y="664766"/>
                  </a:lnTo>
                  <a:lnTo>
                    <a:pt x="1180680" y="669529"/>
                  </a:lnTo>
                  <a:lnTo>
                    <a:pt x="1185862" y="673497"/>
                  </a:lnTo>
                  <a:lnTo>
                    <a:pt x="1185862" y="676275"/>
                  </a:lnTo>
                  <a:lnTo>
                    <a:pt x="1185862" y="684213"/>
                  </a:lnTo>
                  <a:lnTo>
                    <a:pt x="1185065" y="688975"/>
                  </a:lnTo>
                  <a:lnTo>
                    <a:pt x="1183869" y="694532"/>
                  </a:lnTo>
                  <a:lnTo>
                    <a:pt x="1182274" y="700088"/>
                  </a:lnTo>
                  <a:lnTo>
                    <a:pt x="1180281" y="704850"/>
                  </a:lnTo>
                  <a:lnTo>
                    <a:pt x="1179086" y="707629"/>
                  </a:lnTo>
                  <a:lnTo>
                    <a:pt x="1177093" y="710010"/>
                  </a:lnTo>
                  <a:lnTo>
                    <a:pt x="1175498" y="711994"/>
                  </a:lnTo>
                  <a:lnTo>
                    <a:pt x="1173505" y="713979"/>
                  </a:lnTo>
                  <a:lnTo>
                    <a:pt x="1170715" y="715963"/>
                  </a:lnTo>
                  <a:lnTo>
                    <a:pt x="1168323" y="717154"/>
                  </a:lnTo>
                  <a:lnTo>
                    <a:pt x="1165533" y="718344"/>
                  </a:lnTo>
                  <a:lnTo>
                    <a:pt x="1161945" y="719138"/>
                  </a:lnTo>
                  <a:lnTo>
                    <a:pt x="1158756" y="719535"/>
                  </a:lnTo>
                  <a:lnTo>
                    <a:pt x="1154770" y="719535"/>
                  </a:lnTo>
                  <a:lnTo>
                    <a:pt x="1150784" y="719138"/>
                  </a:lnTo>
                  <a:lnTo>
                    <a:pt x="1146001" y="718344"/>
                  </a:lnTo>
                  <a:lnTo>
                    <a:pt x="1140819" y="717154"/>
                  </a:lnTo>
                  <a:lnTo>
                    <a:pt x="1135238" y="715566"/>
                  </a:lnTo>
                  <a:lnTo>
                    <a:pt x="1129259" y="712788"/>
                  </a:lnTo>
                  <a:lnTo>
                    <a:pt x="1123678" y="710010"/>
                  </a:lnTo>
                  <a:lnTo>
                    <a:pt x="1120091" y="708819"/>
                  </a:lnTo>
                  <a:lnTo>
                    <a:pt x="1114112" y="707629"/>
                  </a:lnTo>
                  <a:lnTo>
                    <a:pt x="1098964" y="704850"/>
                  </a:lnTo>
                  <a:lnTo>
                    <a:pt x="1083418" y="702072"/>
                  </a:lnTo>
                  <a:lnTo>
                    <a:pt x="1077439" y="700882"/>
                  </a:lnTo>
                  <a:lnTo>
                    <a:pt x="1073852" y="700088"/>
                  </a:lnTo>
                  <a:lnTo>
                    <a:pt x="1104545" y="714772"/>
                  </a:lnTo>
                  <a:lnTo>
                    <a:pt x="1118895" y="721122"/>
                  </a:lnTo>
                  <a:lnTo>
                    <a:pt x="1125671" y="723504"/>
                  </a:lnTo>
                  <a:lnTo>
                    <a:pt x="1132448" y="725885"/>
                  </a:lnTo>
                  <a:lnTo>
                    <a:pt x="1138826" y="728266"/>
                  </a:lnTo>
                  <a:lnTo>
                    <a:pt x="1144805" y="729457"/>
                  </a:lnTo>
                  <a:lnTo>
                    <a:pt x="1150784" y="730647"/>
                  </a:lnTo>
                  <a:lnTo>
                    <a:pt x="1155966" y="731044"/>
                  </a:lnTo>
                  <a:lnTo>
                    <a:pt x="1161148" y="730647"/>
                  </a:lnTo>
                  <a:lnTo>
                    <a:pt x="1165931" y="729457"/>
                  </a:lnTo>
                  <a:lnTo>
                    <a:pt x="1170316" y="727869"/>
                  </a:lnTo>
                  <a:lnTo>
                    <a:pt x="1174302" y="725091"/>
                  </a:lnTo>
                  <a:lnTo>
                    <a:pt x="1175498" y="735410"/>
                  </a:lnTo>
                  <a:lnTo>
                    <a:pt x="1175897" y="744935"/>
                  </a:lnTo>
                  <a:lnTo>
                    <a:pt x="1175498" y="753666"/>
                  </a:lnTo>
                  <a:lnTo>
                    <a:pt x="1175099" y="762397"/>
                  </a:lnTo>
                  <a:lnTo>
                    <a:pt x="1176694" y="761207"/>
                  </a:lnTo>
                  <a:lnTo>
                    <a:pt x="1177491" y="760413"/>
                  </a:lnTo>
                  <a:lnTo>
                    <a:pt x="1178687" y="760016"/>
                  </a:lnTo>
                  <a:lnTo>
                    <a:pt x="1179086" y="760413"/>
                  </a:lnTo>
                  <a:lnTo>
                    <a:pt x="1179484" y="761207"/>
                  </a:lnTo>
                  <a:lnTo>
                    <a:pt x="1179883" y="763985"/>
                  </a:lnTo>
                  <a:lnTo>
                    <a:pt x="1180281" y="767954"/>
                  </a:lnTo>
                  <a:lnTo>
                    <a:pt x="1180281" y="773113"/>
                  </a:lnTo>
                  <a:lnTo>
                    <a:pt x="1179086" y="785813"/>
                  </a:lnTo>
                  <a:lnTo>
                    <a:pt x="1177491" y="800498"/>
                  </a:lnTo>
                  <a:lnTo>
                    <a:pt x="1175498" y="814388"/>
                  </a:lnTo>
                  <a:lnTo>
                    <a:pt x="1173505" y="826294"/>
                  </a:lnTo>
                  <a:lnTo>
                    <a:pt x="1171911" y="833438"/>
                  </a:lnTo>
                  <a:lnTo>
                    <a:pt x="1170715" y="834629"/>
                  </a:lnTo>
                  <a:lnTo>
                    <a:pt x="1170316" y="834232"/>
                  </a:lnTo>
                  <a:lnTo>
                    <a:pt x="1169519" y="842169"/>
                  </a:lnTo>
                  <a:lnTo>
                    <a:pt x="1168323" y="849710"/>
                  </a:lnTo>
                  <a:lnTo>
                    <a:pt x="1166729" y="856854"/>
                  </a:lnTo>
                  <a:lnTo>
                    <a:pt x="1165134" y="863998"/>
                  </a:lnTo>
                  <a:lnTo>
                    <a:pt x="1162742" y="870744"/>
                  </a:lnTo>
                  <a:lnTo>
                    <a:pt x="1160351" y="877491"/>
                  </a:lnTo>
                  <a:lnTo>
                    <a:pt x="1157959" y="883841"/>
                  </a:lnTo>
                  <a:lnTo>
                    <a:pt x="1154770" y="890191"/>
                  </a:lnTo>
                  <a:lnTo>
                    <a:pt x="1151980" y="896541"/>
                  </a:lnTo>
                  <a:lnTo>
                    <a:pt x="1148791" y="902098"/>
                  </a:lnTo>
                  <a:lnTo>
                    <a:pt x="1145602" y="907654"/>
                  </a:lnTo>
                  <a:lnTo>
                    <a:pt x="1141616" y="913210"/>
                  </a:lnTo>
                  <a:lnTo>
                    <a:pt x="1138028" y="918370"/>
                  </a:lnTo>
                  <a:lnTo>
                    <a:pt x="1134042" y="923529"/>
                  </a:lnTo>
                  <a:lnTo>
                    <a:pt x="1126070" y="932260"/>
                  </a:lnTo>
                  <a:lnTo>
                    <a:pt x="1117699" y="940595"/>
                  </a:lnTo>
                  <a:lnTo>
                    <a:pt x="1108531" y="947738"/>
                  </a:lnTo>
                  <a:lnTo>
                    <a:pt x="1099762" y="954088"/>
                  </a:lnTo>
                  <a:lnTo>
                    <a:pt x="1090593" y="959248"/>
                  </a:lnTo>
                  <a:lnTo>
                    <a:pt x="1081027" y="963216"/>
                  </a:lnTo>
                  <a:lnTo>
                    <a:pt x="1077041" y="964804"/>
                  </a:lnTo>
                  <a:lnTo>
                    <a:pt x="1072257" y="966391"/>
                  </a:lnTo>
                  <a:lnTo>
                    <a:pt x="1067474" y="967185"/>
                  </a:lnTo>
                  <a:lnTo>
                    <a:pt x="1063488" y="967979"/>
                  </a:lnTo>
                  <a:lnTo>
                    <a:pt x="1059103" y="968376"/>
                  </a:lnTo>
                  <a:lnTo>
                    <a:pt x="1054719" y="968376"/>
                  </a:lnTo>
                  <a:lnTo>
                    <a:pt x="1051530" y="968376"/>
                  </a:lnTo>
                  <a:lnTo>
                    <a:pt x="1047543" y="967979"/>
                  </a:lnTo>
                  <a:lnTo>
                    <a:pt x="1043956" y="967185"/>
                  </a:lnTo>
                  <a:lnTo>
                    <a:pt x="1039970" y="965995"/>
                  </a:lnTo>
                  <a:lnTo>
                    <a:pt x="1031998" y="962820"/>
                  </a:lnTo>
                  <a:lnTo>
                    <a:pt x="1023627" y="958851"/>
                  </a:lnTo>
                  <a:lnTo>
                    <a:pt x="1014857" y="953295"/>
                  </a:lnTo>
                  <a:lnTo>
                    <a:pt x="1006088" y="947341"/>
                  </a:lnTo>
                  <a:lnTo>
                    <a:pt x="997318" y="939801"/>
                  </a:lnTo>
                  <a:lnTo>
                    <a:pt x="988549" y="931863"/>
                  </a:lnTo>
                  <a:lnTo>
                    <a:pt x="979779" y="922338"/>
                  </a:lnTo>
                  <a:lnTo>
                    <a:pt x="971807" y="912813"/>
                  </a:lnTo>
                  <a:lnTo>
                    <a:pt x="963835" y="902098"/>
                  </a:lnTo>
                  <a:lnTo>
                    <a:pt x="956660" y="890985"/>
                  </a:lnTo>
                  <a:lnTo>
                    <a:pt x="949883" y="878682"/>
                  </a:lnTo>
                  <a:lnTo>
                    <a:pt x="943904" y="865982"/>
                  </a:lnTo>
                  <a:lnTo>
                    <a:pt x="941512" y="859632"/>
                  </a:lnTo>
                  <a:lnTo>
                    <a:pt x="938722" y="852885"/>
                  </a:lnTo>
                  <a:lnTo>
                    <a:pt x="936729" y="846138"/>
                  </a:lnTo>
                  <a:lnTo>
                    <a:pt x="934736" y="839391"/>
                  </a:lnTo>
                  <a:lnTo>
                    <a:pt x="933540" y="843757"/>
                  </a:lnTo>
                  <a:lnTo>
                    <a:pt x="931547" y="847329"/>
                  </a:lnTo>
                  <a:lnTo>
                    <a:pt x="929554" y="849710"/>
                  </a:lnTo>
                  <a:lnTo>
                    <a:pt x="928757" y="850107"/>
                  </a:lnTo>
                  <a:lnTo>
                    <a:pt x="927960" y="850504"/>
                  </a:lnTo>
                  <a:lnTo>
                    <a:pt x="926764" y="850107"/>
                  </a:lnTo>
                  <a:lnTo>
                    <a:pt x="925568" y="849710"/>
                  </a:lnTo>
                  <a:lnTo>
                    <a:pt x="924372" y="848123"/>
                  </a:lnTo>
                  <a:lnTo>
                    <a:pt x="923575" y="846535"/>
                  </a:lnTo>
                  <a:lnTo>
                    <a:pt x="921582" y="842963"/>
                  </a:lnTo>
                  <a:lnTo>
                    <a:pt x="920386" y="837407"/>
                  </a:lnTo>
                  <a:lnTo>
                    <a:pt x="918791" y="831057"/>
                  </a:lnTo>
                  <a:lnTo>
                    <a:pt x="917596" y="823516"/>
                  </a:lnTo>
                  <a:lnTo>
                    <a:pt x="917197" y="815182"/>
                  </a:lnTo>
                  <a:lnTo>
                    <a:pt x="916798" y="806054"/>
                  </a:lnTo>
                  <a:lnTo>
                    <a:pt x="917197" y="798116"/>
                  </a:lnTo>
                  <a:lnTo>
                    <a:pt x="917596" y="790576"/>
                  </a:lnTo>
                  <a:lnTo>
                    <a:pt x="918393" y="783829"/>
                  </a:lnTo>
                  <a:lnTo>
                    <a:pt x="919987" y="777479"/>
                  </a:lnTo>
                  <a:lnTo>
                    <a:pt x="921183" y="772319"/>
                  </a:lnTo>
                  <a:lnTo>
                    <a:pt x="922379" y="767954"/>
                  </a:lnTo>
                  <a:lnTo>
                    <a:pt x="924372" y="764779"/>
                  </a:lnTo>
                  <a:lnTo>
                    <a:pt x="925169" y="763588"/>
                  </a:lnTo>
                  <a:lnTo>
                    <a:pt x="926365" y="763191"/>
                  </a:lnTo>
                  <a:lnTo>
                    <a:pt x="923176" y="759619"/>
                  </a:lnTo>
                  <a:lnTo>
                    <a:pt x="920785" y="756444"/>
                  </a:lnTo>
                  <a:lnTo>
                    <a:pt x="918393" y="752476"/>
                  </a:lnTo>
                  <a:lnTo>
                    <a:pt x="916798" y="748507"/>
                  </a:lnTo>
                  <a:lnTo>
                    <a:pt x="915204" y="744538"/>
                  </a:lnTo>
                  <a:lnTo>
                    <a:pt x="914407" y="739776"/>
                  </a:lnTo>
                  <a:lnTo>
                    <a:pt x="913609" y="735807"/>
                  </a:lnTo>
                  <a:lnTo>
                    <a:pt x="913211" y="731044"/>
                  </a:lnTo>
                  <a:lnTo>
                    <a:pt x="912812" y="727076"/>
                  </a:lnTo>
                  <a:lnTo>
                    <a:pt x="912812" y="721916"/>
                  </a:lnTo>
                  <a:lnTo>
                    <a:pt x="913609" y="712391"/>
                  </a:lnTo>
                  <a:lnTo>
                    <a:pt x="915204" y="703263"/>
                  </a:lnTo>
                  <a:lnTo>
                    <a:pt x="917197" y="694135"/>
                  </a:lnTo>
                  <a:lnTo>
                    <a:pt x="920386" y="685007"/>
                  </a:lnTo>
                  <a:lnTo>
                    <a:pt x="923575" y="676672"/>
                  </a:lnTo>
                  <a:lnTo>
                    <a:pt x="927162" y="668735"/>
                  </a:lnTo>
                  <a:lnTo>
                    <a:pt x="930750" y="661988"/>
                  </a:lnTo>
                  <a:lnTo>
                    <a:pt x="934337" y="656035"/>
                  </a:lnTo>
                  <a:lnTo>
                    <a:pt x="937526" y="651272"/>
                  </a:lnTo>
                  <a:lnTo>
                    <a:pt x="940715" y="647700"/>
                  </a:lnTo>
                  <a:lnTo>
                    <a:pt x="943107" y="646113"/>
                  </a:lnTo>
                  <a:lnTo>
                    <a:pt x="955862" y="639763"/>
                  </a:lnTo>
                  <a:lnTo>
                    <a:pt x="968219" y="634604"/>
                  </a:lnTo>
                  <a:lnTo>
                    <a:pt x="980178" y="630238"/>
                  </a:lnTo>
                  <a:lnTo>
                    <a:pt x="992535" y="627063"/>
                  </a:lnTo>
                  <a:lnTo>
                    <a:pt x="1004493" y="624285"/>
                  </a:lnTo>
                  <a:lnTo>
                    <a:pt x="1016053" y="622300"/>
                  </a:lnTo>
                  <a:lnTo>
                    <a:pt x="1027214" y="621110"/>
                  </a:lnTo>
                  <a:lnTo>
                    <a:pt x="1038375" y="620713"/>
                  </a:lnTo>
                  <a:close/>
                  <a:moveTo>
                    <a:pt x="1043186" y="515586"/>
                  </a:moveTo>
                  <a:lnTo>
                    <a:pt x="1022934" y="515983"/>
                  </a:lnTo>
                  <a:lnTo>
                    <a:pt x="1002682" y="516777"/>
                  </a:lnTo>
                  <a:lnTo>
                    <a:pt x="982827" y="518364"/>
                  </a:lnTo>
                  <a:lnTo>
                    <a:pt x="962972" y="519952"/>
                  </a:lnTo>
                  <a:lnTo>
                    <a:pt x="943514" y="521937"/>
                  </a:lnTo>
                  <a:lnTo>
                    <a:pt x="924056" y="525113"/>
                  </a:lnTo>
                  <a:lnTo>
                    <a:pt x="904598" y="527891"/>
                  </a:lnTo>
                  <a:lnTo>
                    <a:pt x="885140" y="531861"/>
                  </a:lnTo>
                  <a:lnTo>
                    <a:pt x="866476" y="535830"/>
                  </a:lnTo>
                  <a:lnTo>
                    <a:pt x="847812" y="540594"/>
                  </a:lnTo>
                  <a:lnTo>
                    <a:pt x="829148" y="545754"/>
                  </a:lnTo>
                  <a:lnTo>
                    <a:pt x="810485" y="550914"/>
                  </a:lnTo>
                  <a:lnTo>
                    <a:pt x="792218" y="556869"/>
                  </a:lnTo>
                  <a:lnTo>
                    <a:pt x="774348" y="563220"/>
                  </a:lnTo>
                  <a:lnTo>
                    <a:pt x="756082" y="569968"/>
                  </a:lnTo>
                  <a:lnTo>
                    <a:pt x="738609" y="577113"/>
                  </a:lnTo>
                  <a:lnTo>
                    <a:pt x="721137" y="585449"/>
                  </a:lnTo>
                  <a:lnTo>
                    <a:pt x="704061" y="593388"/>
                  </a:lnTo>
                  <a:lnTo>
                    <a:pt x="686986" y="601724"/>
                  </a:lnTo>
                  <a:lnTo>
                    <a:pt x="670308" y="610457"/>
                  </a:lnTo>
                  <a:lnTo>
                    <a:pt x="653630" y="619587"/>
                  </a:lnTo>
                  <a:lnTo>
                    <a:pt x="637745" y="629114"/>
                  </a:lnTo>
                  <a:lnTo>
                    <a:pt x="621861" y="639037"/>
                  </a:lnTo>
                  <a:lnTo>
                    <a:pt x="605977" y="649755"/>
                  </a:lnTo>
                  <a:lnTo>
                    <a:pt x="590490" y="660473"/>
                  </a:lnTo>
                  <a:lnTo>
                    <a:pt x="575400" y="671190"/>
                  </a:lnTo>
                  <a:lnTo>
                    <a:pt x="559913" y="682702"/>
                  </a:lnTo>
                  <a:lnTo>
                    <a:pt x="545617" y="694610"/>
                  </a:lnTo>
                  <a:lnTo>
                    <a:pt x="531322" y="706519"/>
                  </a:lnTo>
                  <a:lnTo>
                    <a:pt x="517026" y="719221"/>
                  </a:lnTo>
                  <a:lnTo>
                    <a:pt x="503525" y="731924"/>
                  </a:lnTo>
                  <a:lnTo>
                    <a:pt x="490023" y="745023"/>
                  </a:lnTo>
                  <a:lnTo>
                    <a:pt x="476919" y="758520"/>
                  </a:lnTo>
                  <a:lnTo>
                    <a:pt x="464212" y="772413"/>
                  </a:lnTo>
                  <a:lnTo>
                    <a:pt x="451504" y="786306"/>
                  </a:lnTo>
                  <a:lnTo>
                    <a:pt x="439591" y="800596"/>
                  </a:lnTo>
                  <a:lnTo>
                    <a:pt x="427678" y="815680"/>
                  </a:lnTo>
                  <a:lnTo>
                    <a:pt x="416162" y="830368"/>
                  </a:lnTo>
                  <a:lnTo>
                    <a:pt x="405441" y="845452"/>
                  </a:lnTo>
                  <a:lnTo>
                    <a:pt x="394322" y="860933"/>
                  </a:lnTo>
                  <a:lnTo>
                    <a:pt x="383997" y="876811"/>
                  </a:lnTo>
                  <a:lnTo>
                    <a:pt x="374070" y="892689"/>
                  </a:lnTo>
                  <a:lnTo>
                    <a:pt x="364539" y="908964"/>
                  </a:lnTo>
                  <a:lnTo>
                    <a:pt x="355009" y="925636"/>
                  </a:lnTo>
                  <a:lnTo>
                    <a:pt x="346272" y="941911"/>
                  </a:lnTo>
                  <a:lnTo>
                    <a:pt x="337933" y="959377"/>
                  </a:lnTo>
                  <a:lnTo>
                    <a:pt x="329594" y="976048"/>
                  </a:lnTo>
                  <a:lnTo>
                    <a:pt x="322049" y="993911"/>
                  </a:lnTo>
                  <a:lnTo>
                    <a:pt x="314901" y="1011377"/>
                  </a:lnTo>
                  <a:lnTo>
                    <a:pt x="308151" y="1029240"/>
                  </a:lnTo>
                  <a:lnTo>
                    <a:pt x="301797" y="1047500"/>
                  </a:lnTo>
                  <a:lnTo>
                    <a:pt x="295840" y="1065362"/>
                  </a:lnTo>
                  <a:lnTo>
                    <a:pt x="290678" y="1084019"/>
                  </a:lnTo>
                  <a:lnTo>
                    <a:pt x="285516" y="1102676"/>
                  </a:lnTo>
                  <a:lnTo>
                    <a:pt x="280751" y="1121729"/>
                  </a:lnTo>
                  <a:lnTo>
                    <a:pt x="276780" y="1140783"/>
                  </a:lnTo>
                  <a:lnTo>
                    <a:pt x="272809" y="1159440"/>
                  </a:lnTo>
                  <a:lnTo>
                    <a:pt x="270029" y="1178890"/>
                  </a:lnTo>
                  <a:lnTo>
                    <a:pt x="266852" y="1198341"/>
                  </a:lnTo>
                  <a:lnTo>
                    <a:pt x="264867" y="1218188"/>
                  </a:lnTo>
                  <a:lnTo>
                    <a:pt x="263278" y="1237639"/>
                  </a:lnTo>
                  <a:lnTo>
                    <a:pt x="261690" y="1257883"/>
                  </a:lnTo>
                  <a:lnTo>
                    <a:pt x="260896" y="1277731"/>
                  </a:lnTo>
                  <a:lnTo>
                    <a:pt x="260498" y="1297975"/>
                  </a:lnTo>
                  <a:lnTo>
                    <a:pt x="260896" y="1318220"/>
                  </a:lnTo>
                  <a:lnTo>
                    <a:pt x="261690" y="1338067"/>
                  </a:lnTo>
                  <a:lnTo>
                    <a:pt x="263278" y="1357915"/>
                  </a:lnTo>
                  <a:lnTo>
                    <a:pt x="264867" y="1377763"/>
                  </a:lnTo>
                  <a:lnTo>
                    <a:pt x="266852" y="1397213"/>
                  </a:lnTo>
                  <a:lnTo>
                    <a:pt x="270029" y="1416664"/>
                  </a:lnTo>
                  <a:lnTo>
                    <a:pt x="272809" y="1436114"/>
                  </a:lnTo>
                  <a:lnTo>
                    <a:pt x="276780" y="1455168"/>
                  </a:lnTo>
                  <a:lnTo>
                    <a:pt x="280751" y="1474222"/>
                  </a:lnTo>
                  <a:lnTo>
                    <a:pt x="285516" y="1493275"/>
                  </a:lnTo>
                  <a:lnTo>
                    <a:pt x="290678" y="1511535"/>
                  </a:lnTo>
                  <a:lnTo>
                    <a:pt x="295840" y="1530192"/>
                  </a:lnTo>
                  <a:lnTo>
                    <a:pt x="301797" y="1548452"/>
                  </a:lnTo>
                  <a:lnTo>
                    <a:pt x="308151" y="1566314"/>
                  </a:lnTo>
                  <a:lnTo>
                    <a:pt x="314901" y="1584177"/>
                  </a:lnTo>
                  <a:lnTo>
                    <a:pt x="322049" y="1602040"/>
                  </a:lnTo>
                  <a:lnTo>
                    <a:pt x="329594" y="1619109"/>
                  </a:lnTo>
                  <a:lnTo>
                    <a:pt x="337933" y="1636575"/>
                  </a:lnTo>
                  <a:lnTo>
                    <a:pt x="346272" y="1653247"/>
                  </a:lnTo>
                  <a:lnTo>
                    <a:pt x="355009" y="1670316"/>
                  </a:lnTo>
                  <a:lnTo>
                    <a:pt x="364539" y="1686591"/>
                  </a:lnTo>
                  <a:lnTo>
                    <a:pt x="374070" y="1703262"/>
                  </a:lnTo>
                  <a:lnTo>
                    <a:pt x="383997" y="1719140"/>
                  </a:lnTo>
                  <a:lnTo>
                    <a:pt x="394322" y="1734622"/>
                  </a:lnTo>
                  <a:lnTo>
                    <a:pt x="405441" y="1750500"/>
                  </a:lnTo>
                  <a:lnTo>
                    <a:pt x="416162" y="1765584"/>
                  </a:lnTo>
                  <a:lnTo>
                    <a:pt x="427678" y="1780271"/>
                  </a:lnTo>
                  <a:lnTo>
                    <a:pt x="439591" y="1794958"/>
                  </a:lnTo>
                  <a:lnTo>
                    <a:pt x="451504" y="1809248"/>
                  </a:lnTo>
                  <a:lnTo>
                    <a:pt x="464212" y="1823142"/>
                  </a:lnTo>
                  <a:lnTo>
                    <a:pt x="476919" y="1837035"/>
                  </a:lnTo>
                  <a:lnTo>
                    <a:pt x="490023" y="1850531"/>
                  </a:lnTo>
                  <a:lnTo>
                    <a:pt x="503525" y="1863631"/>
                  </a:lnTo>
                  <a:lnTo>
                    <a:pt x="517026" y="1876333"/>
                  </a:lnTo>
                  <a:lnTo>
                    <a:pt x="531322" y="1889035"/>
                  </a:lnTo>
                  <a:lnTo>
                    <a:pt x="545617" y="1900944"/>
                  </a:lnTo>
                  <a:lnTo>
                    <a:pt x="559913" y="1912852"/>
                  </a:lnTo>
                  <a:lnTo>
                    <a:pt x="575400" y="1923967"/>
                  </a:lnTo>
                  <a:lnTo>
                    <a:pt x="590490" y="1935479"/>
                  </a:lnTo>
                  <a:lnTo>
                    <a:pt x="605977" y="1945799"/>
                  </a:lnTo>
                  <a:lnTo>
                    <a:pt x="621861" y="1956517"/>
                  </a:lnTo>
                  <a:lnTo>
                    <a:pt x="637745" y="1966044"/>
                  </a:lnTo>
                  <a:lnTo>
                    <a:pt x="653630" y="1975968"/>
                  </a:lnTo>
                  <a:lnTo>
                    <a:pt x="670308" y="1985097"/>
                  </a:lnTo>
                  <a:lnTo>
                    <a:pt x="686986" y="1994227"/>
                  </a:lnTo>
                  <a:lnTo>
                    <a:pt x="704061" y="2002563"/>
                  </a:lnTo>
                  <a:lnTo>
                    <a:pt x="721137" y="2010502"/>
                  </a:lnTo>
                  <a:lnTo>
                    <a:pt x="738609" y="2018044"/>
                  </a:lnTo>
                  <a:lnTo>
                    <a:pt x="756082" y="2025189"/>
                  </a:lnTo>
                  <a:lnTo>
                    <a:pt x="774348" y="2032335"/>
                  </a:lnTo>
                  <a:lnTo>
                    <a:pt x="792218" y="2038686"/>
                  </a:lnTo>
                  <a:lnTo>
                    <a:pt x="810485" y="2044640"/>
                  </a:lnTo>
                  <a:lnTo>
                    <a:pt x="829148" y="2050197"/>
                  </a:lnTo>
                  <a:lnTo>
                    <a:pt x="847812" y="2055358"/>
                  </a:lnTo>
                  <a:lnTo>
                    <a:pt x="866476" y="2059724"/>
                  </a:lnTo>
                  <a:lnTo>
                    <a:pt x="885140" y="2064091"/>
                  </a:lnTo>
                  <a:lnTo>
                    <a:pt x="904598" y="2067266"/>
                  </a:lnTo>
                  <a:lnTo>
                    <a:pt x="924056" y="2070839"/>
                  </a:lnTo>
                  <a:lnTo>
                    <a:pt x="943514" y="2073220"/>
                  </a:lnTo>
                  <a:lnTo>
                    <a:pt x="962972" y="2075999"/>
                  </a:lnTo>
                  <a:lnTo>
                    <a:pt x="982827" y="2077587"/>
                  </a:lnTo>
                  <a:lnTo>
                    <a:pt x="1002682" y="2078778"/>
                  </a:lnTo>
                  <a:lnTo>
                    <a:pt x="1022934" y="2079572"/>
                  </a:lnTo>
                  <a:lnTo>
                    <a:pt x="1043186" y="2079572"/>
                  </a:lnTo>
                  <a:lnTo>
                    <a:pt x="1063041" y="2079572"/>
                  </a:lnTo>
                  <a:lnTo>
                    <a:pt x="1083293" y="2078778"/>
                  </a:lnTo>
                  <a:lnTo>
                    <a:pt x="1103148" y="2077587"/>
                  </a:lnTo>
                  <a:lnTo>
                    <a:pt x="1122606" y="2075999"/>
                  </a:lnTo>
                  <a:lnTo>
                    <a:pt x="1142064" y="2073220"/>
                  </a:lnTo>
                  <a:lnTo>
                    <a:pt x="1161919" y="2070839"/>
                  </a:lnTo>
                  <a:lnTo>
                    <a:pt x="1180980" y="2067266"/>
                  </a:lnTo>
                  <a:lnTo>
                    <a:pt x="1200438" y="2064091"/>
                  </a:lnTo>
                  <a:lnTo>
                    <a:pt x="1219499" y="2059724"/>
                  </a:lnTo>
                  <a:lnTo>
                    <a:pt x="1237766" y="2055358"/>
                  </a:lnTo>
                  <a:lnTo>
                    <a:pt x="1256827" y="2050197"/>
                  </a:lnTo>
                  <a:lnTo>
                    <a:pt x="1275093" y="2044640"/>
                  </a:lnTo>
                  <a:lnTo>
                    <a:pt x="1293757" y="2038686"/>
                  </a:lnTo>
                  <a:lnTo>
                    <a:pt x="1311627" y="2032335"/>
                  </a:lnTo>
                  <a:lnTo>
                    <a:pt x="1329496" y="2025189"/>
                  </a:lnTo>
                  <a:lnTo>
                    <a:pt x="1347366" y="2018044"/>
                  </a:lnTo>
                  <a:lnTo>
                    <a:pt x="1364441" y="2010502"/>
                  </a:lnTo>
                  <a:lnTo>
                    <a:pt x="1381914" y="2002563"/>
                  </a:lnTo>
                  <a:lnTo>
                    <a:pt x="1398592" y="1994227"/>
                  </a:lnTo>
                  <a:lnTo>
                    <a:pt x="1415667" y="1985097"/>
                  </a:lnTo>
                  <a:lnTo>
                    <a:pt x="1431949" y="1975968"/>
                  </a:lnTo>
                  <a:lnTo>
                    <a:pt x="1447833" y="1966044"/>
                  </a:lnTo>
                  <a:lnTo>
                    <a:pt x="1464114" y="1956517"/>
                  </a:lnTo>
                  <a:lnTo>
                    <a:pt x="1479998" y="1945799"/>
                  </a:lnTo>
                  <a:lnTo>
                    <a:pt x="1495088" y="1935479"/>
                  </a:lnTo>
                  <a:lnTo>
                    <a:pt x="1510575" y="1923967"/>
                  </a:lnTo>
                  <a:lnTo>
                    <a:pt x="1525665" y="1912852"/>
                  </a:lnTo>
                  <a:lnTo>
                    <a:pt x="1539960" y="1900944"/>
                  </a:lnTo>
                  <a:lnTo>
                    <a:pt x="1554256" y="1889035"/>
                  </a:lnTo>
                  <a:lnTo>
                    <a:pt x="1568551" y="1876333"/>
                  </a:lnTo>
                  <a:lnTo>
                    <a:pt x="1582053" y="1863631"/>
                  </a:lnTo>
                  <a:lnTo>
                    <a:pt x="1595555" y="1850531"/>
                  </a:lnTo>
                  <a:lnTo>
                    <a:pt x="1608659" y="1837035"/>
                  </a:lnTo>
                  <a:lnTo>
                    <a:pt x="1621763" y="1823142"/>
                  </a:lnTo>
                  <a:lnTo>
                    <a:pt x="1634073" y="1809248"/>
                  </a:lnTo>
                  <a:lnTo>
                    <a:pt x="1646383" y="1794958"/>
                  </a:lnTo>
                  <a:lnTo>
                    <a:pt x="1657899" y="1780271"/>
                  </a:lnTo>
                  <a:lnTo>
                    <a:pt x="1669415" y="1765584"/>
                  </a:lnTo>
                  <a:lnTo>
                    <a:pt x="1680534" y="1750500"/>
                  </a:lnTo>
                  <a:lnTo>
                    <a:pt x="1691256" y="1734622"/>
                  </a:lnTo>
                  <a:lnTo>
                    <a:pt x="1701581" y="1719140"/>
                  </a:lnTo>
                  <a:lnTo>
                    <a:pt x="1711508" y="1703262"/>
                  </a:lnTo>
                  <a:lnTo>
                    <a:pt x="1721436" y="1686591"/>
                  </a:lnTo>
                  <a:lnTo>
                    <a:pt x="1730569" y="1670316"/>
                  </a:lnTo>
                  <a:lnTo>
                    <a:pt x="1739305" y="1653247"/>
                  </a:lnTo>
                  <a:lnTo>
                    <a:pt x="1748041" y="1636575"/>
                  </a:lnTo>
                  <a:lnTo>
                    <a:pt x="1755983" y="1619109"/>
                  </a:lnTo>
                  <a:lnTo>
                    <a:pt x="1763529" y="1602040"/>
                  </a:lnTo>
                  <a:lnTo>
                    <a:pt x="1770676" y="1584177"/>
                  </a:lnTo>
                  <a:lnTo>
                    <a:pt x="1777427" y="1566314"/>
                  </a:lnTo>
                  <a:lnTo>
                    <a:pt x="1783781" y="1548452"/>
                  </a:lnTo>
                  <a:lnTo>
                    <a:pt x="1789737" y="1530192"/>
                  </a:lnTo>
                  <a:lnTo>
                    <a:pt x="1795694" y="1511535"/>
                  </a:lnTo>
                  <a:lnTo>
                    <a:pt x="1800459" y="1493275"/>
                  </a:lnTo>
                  <a:lnTo>
                    <a:pt x="1804827" y="1474222"/>
                  </a:lnTo>
                  <a:lnTo>
                    <a:pt x="1809195" y="1455168"/>
                  </a:lnTo>
                  <a:lnTo>
                    <a:pt x="1812769" y="1436114"/>
                  </a:lnTo>
                  <a:lnTo>
                    <a:pt x="1816343" y="1416664"/>
                  </a:lnTo>
                  <a:lnTo>
                    <a:pt x="1818726" y="1397213"/>
                  </a:lnTo>
                  <a:lnTo>
                    <a:pt x="1820711" y="1377763"/>
                  </a:lnTo>
                  <a:lnTo>
                    <a:pt x="1823094" y="1357915"/>
                  </a:lnTo>
                  <a:lnTo>
                    <a:pt x="1824285" y="1338067"/>
                  </a:lnTo>
                  <a:lnTo>
                    <a:pt x="1824682" y="1318220"/>
                  </a:lnTo>
                  <a:lnTo>
                    <a:pt x="1825079" y="1297975"/>
                  </a:lnTo>
                  <a:lnTo>
                    <a:pt x="1824682" y="1277731"/>
                  </a:lnTo>
                  <a:lnTo>
                    <a:pt x="1824285" y="1257883"/>
                  </a:lnTo>
                  <a:lnTo>
                    <a:pt x="1823094" y="1237639"/>
                  </a:lnTo>
                  <a:lnTo>
                    <a:pt x="1820711" y="1218188"/>
                  </a:lnTo>
                  <a:lnTo>
                    <a:pt x="1818726" y="1198341"/>
                  </a:lnTo>
                  <a:lnTo>
                    <a:pt x="1816343" y="1178890"/>
                  </a:lnTo>
                  <a:lnTo>
                    <a:pt x="1812769" y="1159440"/>
                  </a:lnTo>
                  <a:lnTo>
                    <a:pt x="1809195" y="1140783"/>
                  </a:lnTo>
                  <a:lnTo>
                    <a:pt x="1804827" y="1121729"/>
                  </a:lnTo>
                  <a:lnTo>
                    <a:pt x="1800459" y="1102676"/>
                  </a:lnTo>
                  <a:lnTo>
                    <a:pt x="1795694" y="1084019"/>
                  </a:lnTo>
                  <a:lnTo>
                    <a:pt x="1789737" y="1065362"/>
                  </a:lnTo>
                  <a:lnTo>
                    <a:pt x="1783781" y="1047500"/>
                  </a:lnTo>
                  <a:lnTo>
                    <a:pt x="1777427" y="1029240"/>
                  </a:lnTo>
                  <a:lnTo>
                    <a:pt x="1770676" y="1011377"/>
                  </a:lnTo>
                  <a:lnTo>
                    <a:pt x="1763529" y="993911"/>
                  </a:lnTo>
                  <a:lnTo>
                    <a:pt x="1755983" y="976048"/>
                  </a:lnTo>
                  <a:lnTo>
                    <a:pt x="1748041" y="959377"/>
                  </a:lnTo>
                  <a:lnTo>
                    <a:pt x="1739305" y="941911"/>
                  </a:lnTo>
                  <a:lnTo>
                    <a:pt x="1730569" y="925636"/>
                  </a:lnTo>
                  <a:lnTo>
                    <a:pt x="1721436" y="908964"/>
                  </a:lnTo>
                  <a:lnTo>
                    <a:pt x="1711508" y="892689"/>
                  </a:lnTo>
                  <a:lnTo>
                    <a:pt x="1701581" y="876811"/>
                  </a:lnTo>
                  <a:lnTo>
                    <a:pt x="1691256" y="860933"/>
                  </a:lnTo>
                  <a:lnTo>
                    <a:pt x="1680534" y="845452"/>
                  </a:lnTo>
                  <a:lnTo>
                    <a:pt x="1669415" y="830368"/>
                  </a:lnTo>
                  <a:lnTo>
                    <a:pt x="1657899" y="815680"/>
                  </a:lnTo>
                  <a:lnTo>
                    <a:pt x="1646383" y="800596"/>
                  </a:lnTo>
                  <a:lnTo>
                    <a:pt x="1634073" y="786306"/>
                  </a:lnTo>
                  <a:lnTo>
                    <a:pt x="1621763" y="772413"/>
                  </a:lnTo>
                  <a:lnTo>
                    <a:pt x="1608659" y="758520"/>
                  </a:lnTo>
                  <a:lnTo>
                    <a:pt x="1595555" y="745023"/>
                  </a:lnTo>
                  <a:lnTo>
                    <a:pt x="1582053" y="731924"/>
                  </a:lnTo>
                  <a:lnTo>
                    <a:pt x="1568551" y="719221"/>
                  </a:lnTo>
                  <a:lnTo>
                    <a:pt x="1554256" y="706519"/>
                  </a:lnTo>
                  <a:lnTo>
                    <a:pt x="1539960" y="694610"/>
                  </a:lnTo>
                  <a:lnTo>
                    <a:pt x="1525665" y="682702"/>
                  </a:lnTo>
                  <a:lnTo>
                    <a:pt x="1510575" y="671190"/>
                  </a:lnTo>
                  <a:lnTo>
                    <a:pt x="1495088" y="660473"/>
                  </a:lnTo>
                  <a:lnTo>
                    <a:pt x="1479998" y="649755"/>
                  </a:lnTo>
                  <a:lnTo>
                    <a:pt x="1464114" y="639037"/>
                  </a:lnTo>
                  <a:lnTo>
                    <a:pt x="1447833" y="629114"/>
                  </a:lnTo>
                  <a:lnTo>
                    <a:pt x="1431949" y="619587"/>
                  </a:lnTo>
                  <a:lnTo>
                    <a:pt x="1415667" y="610457"/>
                  </a:lnTo>
                  <a:lnTo>
                    <a:pt x="1398592" y="601724"/>
                  </a:lnTo>
                  <a:lnTo>
                    <a:pt x="1381914" y="593388"/>
                  </a:lnTo>
                  <a:lnTo>
                    <a:pt x="1364441" y="585449"/>
                  </a:lnTo>
                  <a:lnTo>
                    <a:pt x="1347366" y="577113"/>
                  </a:lnTo>
                  <a:lnTo>
                    <a:pt x="1329496" y="569968"/>
                  </a:lnTo>
                  <a:lnTo>
                    <a:pt x="1311627" y="563220"/>
                  </a:lnTo>
                  <a:lnTo>
                    <a:pt x="1293757" y="556869"/>
                  </a:lnTo>
                  <a:lnTo>
                    <a:pt x="1275093" y="550914"/>
                  </a:lnTo>
                  <a:lnTo>
                    <a:pt x="1256827" y="545754"/>
                  </a:lnTo>
                  <a:lnTo>
                    <a:pt x="1237766" y="540594"/>
                  </a:lnTo>
                  <a:lnTo>
                    <a:pt x="1219499" y="535830"/>
                  </a:lnTo>
                  <a:lnTo>
                    <a:pt x="1200438" y="531861"/>
                  </a:lnTo>
                  <a:lnTo>
                    <a:pt x="1180980" y="527891"/>
                  </a:lnTo>
                  <a:lnTo>
                    <a:pt x="1161919" y="525113"/>
                  </a:lnTo>
                  <a:lnTo>
                    <a:pt x="1142064" y="521937"/>
                  </a:lnTo>
                  <a:lnTo>
                    <a:pt x="1122606" y="519952"/>
                  </a:lnTo>
                  <a:lnTo>
                    <a:pt x="1103148" y="518364"/>
                  </a:lnTo>
                  <a:lnTo>
                    <a:pt x="1083293" y="516777"/>
                  </a:lnTo>
                  <a:lnTo>
                    <a:pt x="1063041" y="515983"/>
                  </a:lnTo>
                  <a:lnTo>
                    <a:pt x="1043186" y="515586"/>
                  </a:lnTo>
                  <a:close/>
                  <a:moveTo>
                    <a:pt x="803734" y="280988"/>
                  </a:moveTo>
                  <a:lnTo>
                    <a:pt x="862902" y="391340"/>
                  </a:lnTo>
                  <a:lnTo>
                    <a:pt x="884743" y="387371"/>
                  </a:lnTo>
                  <a:lnTo>
                    <a:pt x="906980" y="383798"/>
                  </a:lnTo>
                  <a:lnTo>
                    <a:pt x="929218" y="380622"/>
                  </a:lnTo>
                  <a:lnTo>
                    <a:pt x="951456" y="378241"/>
                  </a:lnTo>
                  <a:lnTo>
                    <a:pt x="974488" y="376256"/>
                  </a:lnTo>
                  <a:lnTo>
                    <a:pt x="997122" y="374668"/>
                  </a:lnTo>
                  <a:lnTo>
                    <a:pt x="1019757" y="373874"/>
                  </a:lnTo>
                  <a:lnTo>
                    <a:pt x="1043186" y="373477"/>
                  </a:lnTo>
                  <a:lnTo>
                    <a:pt x="1059865" y="373874"/>
                  </a:lnTo>
                  <a:lnTo>
                    <a:pt x="1076940" y="374271"/>
                  </a:lnTo>
                  <a:lnTo>
                    <a:pt x="1093618" y="375462"/>
                  </a:lnTo>
                  <a:lnTo>
                    <a:pt x="1110693" y="376256"/>
                  </a:lnTo>
                  <a:lnTo>
                    <a:pt x="1127372" y="377844"/>
                  </a:lnTo>
                  <a:lnTo>
                    <a:pt x="1144050" y="379432"/>
                  </a:lnTo>
                  <a:lnTo>
                    <a:pt x="1160331" y="381019"/>
                  </a:lnTo>
                  <a:lnTo>
                    <a:pt x="1176612" y="383798"/>
                  </a:lnTo>
                  <a:lnTo>
                    <a:pt x="1193291" y="386180"/>
                  </a:lnTo>
                  <a:lnTo>
                    <a:pt x="1209572" y="388958"/>
                  </a:lnTo>
                  <a:lnTo>
                    <a:pt x="1225853" y="392134"/>
                  </a:lnTo>
                  <a:lnTo>
                    <a:pt x="1241737" y="395310"/>
                  </a:lnTo>
                  <a:lnTo>
                    <a:pt x="1257621" y="399279"/>
                  </a:lnTo>
                  <a:lnTo>
                    <a:pt x="1273505" y="403249"/>
                  </a:lnTo>
                  <a:lnTo>
                    <a:pt x="1289389" y="407218"/>
                  </a:lnTo>
                  <a:lnTo>
                    <a:pt x="1304876" y="411982"/>
                  </a:lnTo>
                  <a:lnTo>
                    <a:pt x="1370398" y="304805"/>
                  </a:lnTo>
                  <a:lnTo>
                    <a:pt x="1611439" y="417142"/>
                  </a:lnTo>
                  <a:lnTo>
                    <a:pt x="1570140" y="539800"/>
                  </a:lnTo>
                  <a:lnTo>
                    <a:pt x="1592775" y="555678"/>
                  </a:lnTo>
                  <a:lnTo>
                    <a:pt x="1614615" y="572747"/>
                  </a:lnTo>
                  <a:lnTo>
                    <a:pt x="1636059" y="589815"/>
                  </a:lnTo>
                  <a:lnTo>
                    <a:pt x="1656708" y="608075"/>
                  </a:lnTo>
                  <a:lnTo>
                    <a:pt x="1676960" y="626732"/>
                  </a:lnTo>
                  <a:lnTo>
                    <a:pt x="1696815" y="645389"/>
                  </a:lnTo>
                  <a:lnTo>
                    <a:pt x="1715876" y="665236"/>
                  </a:lnTo>
                  <a:lnTo>
                    <a:pt x="1734540" y="685481"/>
                  </a:lnTo>
                  <a:lnTo>
                    <a:pt x="1752410" y="706519"/>
                  </a:lnTo>
                  <a:lnTo>
                    <a:pt x="1769882" y="728351"/>
                  </a:lnTo>
                  <a:lnTo>
                    <a:pt x="1786560" y="750184"/>
                  </a:lnTo>
                  <a:lnTo>
                    <a:pt x="1802841" y="772413"/>
                  </a:lnTo>
                  <a:lnTo>
                    <a:pt x="1818329" y="795436"/>
                  </a:lnTo>
                  <a:lnTo>
                    <a:pt x="1832624" y="818856"/>
                  </a:lnTo>
                  <a:lnTo>
                    <a:pt x="1846920" y="842673"/>
                  </a:lnTo>
                  <a:lnTo>
                    <a:pt x="1860024" y="866887"/>
                  </a:lnTo>
                  <a:lnTo>
                    <a:pt x="1994642" y="834337"/>
                  </a:lnTo>
                  <a:lnTo>
                    <a:pt x="2085975" y="1084019"/>
                  </a:lnTo>
                  <a:lnTo>
                    <a:pt x="1954931" y="1149516"/>
                  </a:lnTo>
                  <a:lnTo>
                    <a:pt x="1958108" y="1167776"/>
                  </a:lnTo>
                  <a:lnTo>
                    <a:pt x="1960491" y="1185638"/>
                  </a:lnTo>
                  <a:lnTo>
                    <a:pt x="1962476" y="1204295"/>
                  </a:lnTo>
                  <a:lnTo>
                    <a:pt x="1964462" y="1222952"/>
                  </a:lnTo>
                  <a:lnTo>
                    <a:pt x="1965653" y="1241212"/>
                  </a:lnTo>
                  <a:lnTo>
                    <a:pt x="1966447" y="1259868"/>
                  </a:lnTo>
                  <a:lnTo>
                    <a:pt x="1967242" y="1278922"/>
                  </a:lnTo>
                  <a:lnTo>
                    <a:pt x="1967242" y="1297975"/>
                  </a:lnTo>
                  <a:lnTo>
                    <a:pt x="1967242" y="1315441"/>
                  </a:lnTo>
                  <a:lnTo>
                    <a:pt x="1966845" y="1332907"/>
                  </a:lnTo>
                  <a:lnTo>
                    <a:pt x="1966050" y="1349976"/>
                  </a:lnTo>
                  <a:lnTo>
                    <a:pt x="1964859" y="1367839"/>
                  </a:lnTo>
                  <a:lnTo>
                    <a:pt x="1962873" y="1385305"/>
                  </a:lnTo>
                  <a:lnTo>
                    <a:pt x="1961285" y="1401977"/>
                  </a:lnTo>
                  <a:lnTo>
                    <a:pt x="1959300" y="1419442"/>
                  </a:lnTo>
                  <a:lnTo>
                    <a:pt x="1957314" y="1436114"/>
                  </a:lnTo>
                  <a:lnTo>
                    <a:pt x="1954137" y="1453183"/>
                  </a:lnTo>
                  <a:lnTo>
                    <a:pt x="1951357" y="1469855"/>
                  </a:lnTo>
                  <a:lnTo>
                    <a:pt x="1947784" y="1486527"/>
                  </a:lnTo>
                  <a:lnTo>
                    <a:pt x="1944210" y="1503199"/>
                  </a:lnTo>
                  <a:lnTo>
                    <a:pt x="1940239" y="1519871"/>
                  </a:lnTo>
                  <a:lnTo>
                    <a:pt x="1935871" y="1535749"/>
                  </a:lnTo>
                  <a:lnTo>
                    <a:pt x="1931899" y="1552024"/>
                  </a:lnTo>
                  <a:lnTo>
                    <a:pt x="1926737" y="1568299"/>
                  </a:lnTo>
                  <a:lnTo>
                    <a:pt x="2061355" y="1650468"/>
                  </a:lnTo>
                  <a:lnTo>
                    <a:pt x="1949372" y="1891020"/>
                  </a:lnTo>
                  <a:lnTo>
                    <a:pt x="1791723" y="1838623"/>
                  </a:lnTo>
                  <a:lnTo>
                    <a:pt x="1776633" y="1859264"/>
                  </a:lnTo>
                  <a:lnTo>
                    <a:pt x="1761146" y="1879112"/>
                  </a:lnTo>
                  <a:lnTo>
                    <a:pt x="1744468" y="1898165"/>
                  </a:lnTo>
                  <a:lnTo>
                    <a:pt x="1728186" y="1917219"/>
                  </a:lnTo>
                  <a:lnTo>
                    <a:pt x="1710714" y="1935876"/>
                  </a:lnTo>
                  <a:lnTo>
                    <a:pt x="1693241" y="1954135"/>
                  </a:lnTo>
                  <a:lnTo>
                    <a:pt x="1674975" y="1971204"/>
                  </a:lnTo>
                  <a:lnTo>
                    <a:pt x="1655914" y="1988670"/>
                  </a:lnTo>
                  <a:lnTo>
                    <a:pt x="1636853" y="2004945"/>
                  </a:lnTo>
                  <a:lnTo>
                    <a:pt x="1616998" y="2021220"/>
                  </a:lnTo>
                  <a:lnTo>
                    <a:pt x="1597143" y="2036701"/>
                  </a:lnTo>
                  <a:lnTo>
                    <a:pt x="1576494" y="2051388"/>
                  </a:lnTo>
                  <a:lnTo>
                    <a:pt x="1555844" y="2066075"/>
                  </a:lnTo>
                  <a:lnTo>
                    <a:pt x="1534401" y="2079572"/>
                  </a:lnTo>
                  <a:lnTo>
                    <a:pt x="1512957" y="2093068"/>
                  </a:lnTo>
                  <a:lnTo>
                    <a:pt x="1491117" y="2105770"/>
                  </a:lnTo>
                  <a:lnTo>
                    <a:pt x="1531621" y="2274474"/>
                  </a:lnTo>
                  <a:lnTo>
                    <a:pt x="1281844" y="2365376"/>
                  </a:lnTo>
                  <a:lnTo>
                    <a:pt x="1202821" y="2207787"/>
                  </a:lnTo>
                  <a:lnTo>
                    <a:pt x="1183363" y="2210962"/>
                  </a:lnTo>
                  <a:lnTo>
                    <a:pt x="1163508" y="2213741"/>
                  </a:lnTo>
                  <a:lnTo>
                    <a:pt x="1144050" y="2216123"/>
                  </a:lnTo>
                  <a:lnTo>
                    <a:pt x="1124195" y="2218504"/>
                  </a:lnTo>
                  <a:lnTo>
                    <a:pt x="1103943" y="2219695"/>
                  </a:lnTo>
                  <a:lnTo>
                    <a:pt x="1083690" y="2220886"/>
                  </a:lnTo>
                  <a:lnTo>
                    <a:pt x="1063438" y="2221680"/>
                  </a:lnTo>
                  <a:lnTo>
                    <a:pt x="1043186" y="2221680"/>
                  </a:lnTo>
                  <a:lnTo>
                    <a:pt x="1013007" y="2221283"/>
                  </a:lnTo>
                  <a:lnTo>
                    <a:pt x="983224" y="2220092"/>
                  </a:lnTo>
                  <a:lnTo>
                    <a:pt x="954235" y="2217711"/>
                  </a:lnTo>
                  <a:lnTo>
                    <a:pt x="924850" y="2214535"/>
                  </a:lnTo>
                  <a:lnTo>
                    <a:pt x="895862" y="2210565"/>
                  </a:lnTo>
                  <a:lnTo>
                    <a:pt x="867270" y="2205405"/>
                  </a:lnTo>
                  <a:lnTo>
                    <a:pt x="839076" y="2199451"/>
                  </a:lnTo>
                  <a:lnTo>
                    <a:pt x="810882" y="2192703"/>
                  </a:lnTo>
                  <a:lnTo>
                    <a:pt x="715180" y="2341162"/>
                  </a:lnTo>
                  <a:lnTo>
                    <a:pt x="474536" y="2229222"/>
                  </a:lnTo>
                  <a:lnTo>
                    <a:pt x="524968" y="2062900"/>
                  </a:lnTo>
                  <a:lnTo>
                    <a:pt x="504716" y="2049006"/>
                  </a:lnTo>
                  <a:lnTo>
                    <a:pt x="484464" y="2033525"/>
                  </a:lnTo>
                  <a:lnTo>
                    <a:pt x="465006" y="2018441"/>
                  </a:lnTo>
                  <a:lnTo>
                    <a:pt x="445945" y="2002960"/>
                  </a:lnTo>
                  <a:lnTo>
                    <a:pt x="427281" y="1986288"/>
                  </a:lnTo>
                  <a:lnTo>
                    <a:pt x="408617" y="1969616"/>
                  </a:lnTo>
                  <a:lnTo>
                    <a:pt x="390748" y="1952151"/>
                  </a:lnTo>
                  <a:lnTo>
                    <a:pt x="373672" y="1934685"/>
                  </a:lnTo>
                  <a:lnTo>
                    <a:pt x="356597" y="1916028"/>
                  </a:lnTo>
                  <a:lnTo>
                    <a:pt x="340316" y="1897371"/>
                  </a:lnTo>
                  <a:lnTo>
                    <a:pt x="324432" y="1878715"/>
                  </a:lnTo>
                  <a:lnTo>
                    <a:pt x="308548" y="1858867"/>
                  </a:lnTo>
                  <a:lnTo>
                    <a:pt x="293855" y="1839020"/>
                  </a:lnTo>
                  <a:lnTo>
                    <a:pt x="279559" y="1818775"/>
                  </a:lnTo>
                  <a:lnTo>
                    <a:pt x="265661" y="1797737"/>
                  </a:lnTo>
                  <a:lnTo>
                    <a:pt x="252556" y="1776301"/>
                  </a:lnTo>
                  <a:lnTo>
                    <a:pt x="91333" y="1811630"/>
                  </a:lnTo>
                  <a:lnTo>
                    <a:pt x="0" y="1562345"/>
                  </a:lnTo>
                  <a:lnTo>
                    <a:pt x="138191" y="1488512"/>
                  </a:lnTo>
                  <a:lnTo>
                    <a:pt x="133426" y="1465092"/>
                  </a:lnTo>
                  <a:lnTo>
                    <a:pt x="129852" y="1441672"/>
                  </a:lnTo>
                  <a:lnTo>
                    <a:pt x="126278" y="1418251"/>
                  </a:lnTo>
                  <a:lnTo>
                    <a:pt x="123498" y="1394434"/>
                  </a:lnTo>
                  <a:lnTo>
                    <a:pt x="121513" y="1370220"/>
                  </a:lnTo>
                  <a:lnTo>
                    <a:pt x="119527" y="1346403"/>
                  </a:lnTo>
                  <a:lnTo>
                    <a:pt x="118733" y="1322189"/>
                  </a:lnTo>
                  <a:lnTo>
                    <a:pt x="118336" y="1297975"/>
                  </a:lnTo>
                  <a:lnTo>
                    <a:pt x="118733" y="1269395"/>
                  </a:lnTo>
                  <a:lnTo>
                    <a:pt x="119924" y="1240418"/>
                  </a:lnTo>
                  <a:lnTo>
                    <a:pt x="122704" y="1211837"/>
                  </a:lnTo>
                  <a:lnTo>
                    <a:pt x="125484" y="1184051"/>
                  </a:lnTo>
                  <a:lnTo>
                    <a:pt x="129455" y="1155867"/>
                  </a:lnTo>
                  <a:lnTo>
                    <a:pt x="134220" y="1128478"/>
                  </a:lnTo>
                  <a:lnTo>
                    <a:pt x="139780" y="1101088"/>
                  </a:lnTo>
                  <a:lnTo>
                    <a:pt x="146133" y="1074095"/>
                  </a:lnTo>
                  <a:lnTo>
                    <a:pt x="24223" y="995896"/>
                  </a:lnTo>
                  <a:lnTo>
                    <a:pt x="136603" y="755344"/>
                  </a:lnTo>
                  <a:lnTo>
                    <a:pt x="268043" y="794642"/>
                  </a:lnTo>
                  <a:lnTo>
                    <a:pt x="283530" y="772016"/>
                  </a:lnTo>
                  <a:lnTo>
                    <a:pt x="299017" y="750184"/>
                  </a:lnTo>
                  <a:lnTo>
                    <a:pt x="315696" y="728351"/>
                  </a:lnTo>
                  <a:lnTo>
                    <a:pt x="332771" y="707313"/>
                  </a:lnTo>
                  <a:lnTo>
                    <a:pt x="350243" y="686274"/>
                  </a:lnTo>
                  <a:lnTo>
                    <a:pt x="368907" y="666824"/>
                  </a:lnTo>
                  <a:lnTo>
                    <a:pt x="387571" y="646976"/>
                  </a:lnTo>
                  <a:lnTo>
                    <a:pt x="407426" y="627923"/>
                  </a:lnTo>
                  <a:lnTo>
                    <a:pt x="427281" y="609266"/>
                  </a:lnTo>
                  <a:lnTo>
                    <a:pt x="447930" y="591403"/>
                  </a:lnTo>
                  <a:lnTo>
                    <a:pt x="468977" y="574334"/>
                  </a:lnTo>
                  <a:lnTo>
                    <a:pt x="490420" y="557662"/>
                  </a:lnTo>
                  <a:lnTo>
                    <a:pt x="512261" y="541784"/>
                  </a:lnTo>
                  <a:lnTo>
                    <a:pt x="535293" y="526303"/>
                  </a:lnTo>
                  <a:lnTo>
                    <a:pt x="557928" y="511616"/>
                  </a:lnTo>
                  <a:lnTo>
                    <a:pt x="581754" y="497723"/>
                  </a:lnTo>
                  <a:lnTo>
                    <a:pt x="554354" y="371890"/>
                  </a:lnTo>
                  <a:lnTo>
                    <a:pt x="803734" y="280988"/>
                  </a:lnTo>
                  <a:close/>
                  <a:moveTo>
                    <a:pt x="2013752" y="186531"/>
                  </a:moveTo>
                  <a:lnTo>
                    <a:pt x="2001871" y="186928"/>
                  </a:lnTo>
                  <a:lnTo>
                    <a:pt x="1989594" y="188119"/>
                  </a:lnTo>
                  <a:lnTo>
                    <a:pt x="1978109" y="190103"/>
                  </a:lnTo>
                  <a:lnTo>
                    <a:pt x="1966624" y="192881"/>
                  </a:lnTo>
                  <a:lnTo>
                    <a:pt x="1955139" y="196453"/>
                  </a:lnTo>
                  <a:lnTo>
                    <a:pt x="1944050" y="200819"/>
                  </a:lnTo>
                  <a:lnTo>
                    <a:pt x="1932962" y="205978"/>
                  </a:lnTo>
                  <a:lnTo>
                    <a:pt x="1922269" y="211534"/>
                  </a:lnTo>
                  <a:lnTo>
                    <a:pt x="1914348" y="216297"/>
                  </a:lnTo>
                  <a:lnTo>
                    <a:pt x="1906823" y="221853"/>
                  </a:lnTo>
                  <a:lnTo>
                    <a:pt x="1899695" y="227409"/>
                  </a:lnTo>
                  <a:lnTo>
                    <a:pt x="1892962" y="233363"/>
                  </a:lnTo>
                  <a:lnTo>
                    <a:pt x="1886230" y="239713"/>
                  </a:lnTo>
                  <a:lnTo>
                    <a:pt x="1880289" y="246063"/>
                  </a:lnTo>
                  <a:lnTo>
                    <a:pt x="1874349" y="252809"/>
                  </a:lnTo>
                  <a:lnTo>
                    <a:pt x="1869200" y="259953"/>
                  </a:lnTo>
                  <a:lnTo>
                    <a:pt x="1864052" y="267097"/>
                  </a:lnTo>
                  <a:lnTo>
                    <a:pt x="1859300" y="274241"/>
                  </a:lnTo>
                  <a:lnTo>
                    <a:pt x="1855339" y="281781"/>
                  </a:lnTo>
                  <a:lnTo>
                    <a:pt x="1850983" y="289719"/>
                  </a:lnTo>
                  <a:lnTo>
                    <a:pt x="1847419" y="297656"/>
                  </a:lnTo>
                  <a:lnTo>
                    <a:pt x="1844646" y="305594"/>
                  </a:lnTo>
                  <a:lnTo>
                    <a:pt x="1841874" y="313928"/>
                  </a:lnTo>
                  <a:lnTo>
                    <a:pt x="1839102" y="322263"/>
                  </a:lnTo>
                  <a:lnTo>
                    <a:pt x="1837518" y="330597"/>
                  </a:lnTo>
                  <a:lnTo>
                    <a:pt x="1835934" y="339328"/>
                  </a:lnTo>
                  <a:lnTo>
                    <a:pt x="1834350" y="348059"/>
                  </a:lnTo>
                  <a:lnTo>
                    <a:pt x="1833557" y="356791"/>
                  </a:lnTo>
                  <a:lnTo>
                    <a:pt x="1833557" y="365125"/>
                  </a:lnTo>
                  <a:lnTo>
                    <a:pt x="1833557" y="373856"/>
                  </a:lnTo>
                  <a:lnTo>
                    <a:pt x="1833953" y="382984"/>
                  </a:lnTo>
                  <a:lnTo>
                    <a:pt x="1835142" y="391716"/>
                  </a:lnTo>
                  <a:lnTo>
                    <a:pt x="1836726" y="400050"/>
                  </a:lnTo>
                  <a:lnTo>
                    <a:pt x="1838310" y="409178"/>
                  </a:lnTo>
                  <a:lnTo>
                    <a:pt x="1840290" y="417513"/>
                  </a:lnTo>
                  <a:lnTo>
                    <a:pt x="1843458" y="426244"/>
                  </a:lnTo>
                  <a:lnTo>
                    <a:pt x="1846230" y="434578"/>
                  </a:lnTo>
                  <a:lnTo>
                    <a:pt x="1850191" y="443310"/>
                  </a:lnTo>
                  <a:lnTo>
                    <a:pt x="1853755" y="451247"/>
                  </a:lnTo>
                  <a:lnTo>
                    <a:pt x="1858507" y="459581"/>
                  </a:lnTo>
                  <a:lnTo>
                    <a:pt x="1864844" y="469503"/>
                  </a:lnTo>
                  <a:lnTo>
                    <a:pt x="1871973" y="479028"/>
                  </a:lnTo>
                  <a:lnTo>
                    <a:pt x="1879497" y="488156"/>
                  </a:lnTo>
                  <a:lnTo>
                    <a:pt x="1887418" y="496888"/>
                  </a:lnTo>
                  <a:lnTo>
                    <a:pt x="1896527" y="504428"/>
                  </a:lnTo>
                  <a:lnTo>
                    <a:pt x="1905239" y="511969"/>
                  </a:lnTo>
                  <a:lnTo>
                    <a:pt x="1914744" y="518716"/>
                  </a:lnTo>
                  <a:lnTo>
                    <a:pt x="1924645" y="524669"/>
                  </a:lnTo>
                  <a:lnTo>
                    <a:pt x="1934942" y="529828"/>
                  </a:lnTo>
                  <a:lnTo>
                    <a:pt x="1945635" y="534988"/>
                  </a:lnTo>
                  <a:lnTo>
                    <a:pt x="1956723" y="538956"/>
                  </a:lnTo>
                  <a:lnTo>
                    <a:pt x="1967812" y="542131"/>
                  </a:lnTo>
                  <a:lnTo>
                    <a:pt x="1979297" y="545306"/>
                  </a:lnTo>
                  <a:lnTo>
                    <a:pt x="1990782" y="546894"/>
                  </a:lnTo>
                  <a:lnTo>
                    <a:pt x="2002267" y="548085"/>
                  </a:lnTo>
                  <a:lnTo>
                    <a:pt x="2014544" y="548481"/>
                  </a:lnTo>
                  <a:lnTo>
                    <a:pt x="2026425" y="548085"/>
                  </a:lnTo>
                  <a:lnTo>
                    <a:pt x="2038306" y="546894"/>
                  </a:lnTo>
                  <a:lnTo>
                    <a:pt x="2049791" y="544910"/>
                  </a:lnTo>
                  <a:lnTo>
                    <a:pt x="2061672" y="542131"/>
                  </a:lnTo>
                  <a:lnTo>
                    <a:pt x="2073157" y="538560"/>
                  </a:lnTo>
                  <a:lnTo>
                    <a:pt x="2084246" y="534194"/>
                  </a:lnTo>
                  <a:lnTo>
                    <a:pt x="2095335" y="529035"/>
                  </a:lnTo>
                  <a:lnTo>
                    <a:pt x="2106028" y="523081"/>
                  </a:lnTo>
                  <a:lnTo>
                    <a:pt x="2113552" y="518716"/>
                  </a:lnTo>
                  <a:lnTo>
                    <a:pt x="2121077" y="513556"/>
                  </a:lnTo>
                  <a:lnTo>
                    <a:pt x="2128206" y="508000"/>
                  </a:lnTo>
                  <a:lnTo>
                    <a:pt x="2134938" y="502047"/>
                  </a:lnTo>
                  <a:lnTo>
                    <a:pt x="2141275" y="496491"/>
                  </a:lnTo>
                  <a:lnTo>
                    <a:pt x="2147215" y="490141"/>
                  </a:lnTo>
                  <a:lnTo>
                    <a:pt x="2153156" y="483394"/>
                  </a:lnTo>
                  <a:lnTo>
                    <a:pt x="2158304" y="476647"/>
                  </a:lnTo>
                  <a:lnTo>
                    <a:pt x="2163452" y="469503"/>
                  </a:lnTo>
                  <a:lnTo>
                    <a:pt x="2168601" y="461566"/>
                  </a:lnTo>
                  <a:lnTo>
                    <a:pt x="2172957" y="454025"/>
                  </a:lnTo>
                  <a:lnTo>
                    <a:pt x="2176917" y="446485"/>
                  </a:lnTo>
                  <a:lnTo>
                    <a:pt x="2180482" y="438150"/>
                  </a:lnTo>
                  <a:lnTo>
                    <a:pt x="2183650" y="430213"/>
                  </a:lnTo>
                  <a:lnTo>
                    <a:pt x="2186818" y="421481"/>
                  </a:lnTo>
                  <a:lnTo>
                    <a:pt x="2189195" y="412750"/>
                  </a:lnTo>
                  <a:lnTo>
                    <a:pt x="2191175" y="404019"/>
                  </a:lnTo>
                  <a:lnTo>
                    <a:pt x="2192363" y="395288"/>
                  </a:lnTo>
                  <a:lnTo>
                    <a:pt x="2193947" y="386159"/>
                  </a:lnTo>
                  <a:lnTo>
                    <a:pt x="2194739" y="377428"/>
                  </a:lnTo>
                  <a:lnTo>
                    <a:pt x="2194739" y="368697"/>
                  </a:lnTo>
                  <a:lnTo>
                    <a:pt x="2194739" y="359569"/>
                  </a:lnTo>
                  <a:lnTo>
                    <a:pt x="2194343" y="351234"/>
                  </a:lnTo>
                  <a:lnTo>
                    <a:pt x="2192759" y="342503"/>
                  </a:lnTo>
                  <a:lnTo>
                    <a:pt x="2191571" y="333375"/>
                  </a:lnTo>
                  <a:lnTo>
                    <a:pt x="2189591" y="325041"/>
                  </a:lnTo>
                  <a:lnTo>
                    <a:pt x="2187610" y="316706"/>
                  </a:lnTo>
                  <a:lnTo>
                    <a:pt x="2184838" y="308372"/>
                  </a:lnTo>
                  <a:lnTo>
                    <a:pt x="2181670" y="299641"/>
                  </a:lnTo>
                  <a:lnTo>
                    <a:pt x="2178106" y="291703"/>
                  </a:lnTo>
                  <a:lnTo>
                    <a:pt x="2174145" y="283766"/>
                  </a:lnTo>
                  <a:lnTo>
                    <a:pt x="2169789" y="275828"/>
                  </a:lnTo>
                  <a:lnTo>
                    <a:pt x="2163452" y="265509"/>
                  </a:lnTo>
                  <a:lnTo>
                    <a:pt x="2156324" y="255984"/>
                  </a:lnTo>
                  <a:lnTo>
                    <a:pt x="2148799" y="247253"/>
                  </a:lnTo>
                  <a:lnTo>
                    <a:pt x="2140879" y="238522"/>
                  </a:lnTo>
                  <a:lnTo>
                    <a:pt x="2131770" y="230584"/>
                  </a:lnTo>
                  <a:lnTo>
                    <a:pt x="2123057" y="223441"/>
                  </a:lnTo>
                  <a:lnTo>
                    <a:pt x="2113552" y="216694"/>
                  </a:lnTo>
                  <a:lnTo>
                    <a:pt x="2103255" y="210344"/>
                  </a:lnTo>
                  <a:lnTo>
                    <a:pt x="2093355" y="204788"/>
                  </a:lnTo>
                  <a:lnTo>
                    <a:pt x="2082662" y="200422"/>
                  </a:lnTo>
                  <a:lnTo>
                    <a:pt x="2071969" y="196056"/>
                  </a:lnTo>
                  <a:lnTo>
                    <a:pt x="2060484" y="192881"/>
                  </a:lnTo>
                  <a:lnTo>
                    <a:pt x="2048999" y="190103"/>
                  </a:lnTo>
                  <a:lnTo>
                    <a:pt x="2037118" y="188119"/>
                  </a:lnTo>
                  <a:lnTo>
                    <a:pt x="2025633" y="186928"/>
                  </a:lnTo>
                  <a:lnTo>
                    <a:pt x="2013752" y="186531"/>
                  </a:lnTo>
                  <a:close/>
                  <a:moveTo>
                    <a:pt x="2066028" y="0"/>
                  </a:moveTo>
                  <a:lnTo>
                    <a:pt x="2156324" y="23812"/>
                  </a:lnTo>
                  <a:lnTo>
                    <a:pt x="2146027" y="100013"/>
                  </a:lnTo>
                  <a:lnTo>
                    <a:pt x="2140916" y="118533"/>
                  </a:lnTo>
                  <a:lnTo>
                    <a:pt x="2134542" y="115094"/>
                  </a:lnTo>
                  <a:lnTo>
                    <a:pt x="2132671" y="114357"/>
                  </a:lnTo>
                  <a:lnTo>
                    <a:pt x="2132562" y="114300"/>
                  </a:lnTo>
                  <a:lnTo>
                    <a:pt x="2123453" y="110728"/>
                  </a:lnTo>
                  <a:lnTo>
                    <a:pt x="2132671" y="114357"/>
                  </a:lnTo>
                  <a:lnTo>
                    <a:pt x="2140879" y="118666"/>
                  </a:lnTo>
                  <a:lnTo>
                    <a:pt x="2140916" y="118533"/>
                  </a:lnTo>
                  <a:lnTo>
                    <a:pt x="2144839" y="120650"/>
                  </a:lnTo>
                  <a:lnTo>
                    <a:pt x="2153552" y="125413"/>
                  </a:lnTo>
                  <a:lnTo>
                    <a:pt x="2167413" y="133747"/>
                  </a:lnTo>
                  <a:lnTo>
                    <a:pt x="2174145" y="138113"/>
                  </a:lnTo>
                  <a:lnTo>
                    <a:pt x="2180878" y="142875"/>
                  </a:lnTo>
                  <a:lnTo>
                    <a:pt x="2181274" y="143272"/>
                  </a:lnTo>
                  <a:lnTo>
                    <a:pt x="2187610" y="148034"/>
                  </a:lnTo>
                  <a:lnTo>
                    <a:pt x="2193947" y="153194"/>
                  </a:lnTo>
                  <a:lnTo>
                    <a:pt x="2205432" y="163909"/>
                  </a:lnTo>
                  <a:lnTo>
                    <a:pt x="2212560" y="170656"/>
                  </a:lnTo>
                  <a:lnTo>
                    <a:pt x="2221273" y="180181"/>
                  </a:lnTo>
                  <a:lnTo>
                    <a:pt x="2226433" y="186128"/>
                  </a:lnTo>
                  <a:lnTo>
                    <a:pt x="2226422" y="186134"/>
                  </a:lnTo>
                  <a:lnTo>
                    <a:pt x="2229194" y="189309"/>
                  </a:lnTo>
                  <a:lnTo>
                    <a:pt x="2226433" y="186128"/>
                  </a:lnTo>
                  <a:lnTo>
                    <a:pt x="2244639" y="175419"/>
                  </a:lnTo>
                  <a:lnTo>
                    <a:pt x="2315925" y="143669"/>
                  </a:lnTo>
                  <a:lnTo>
                    <a:pt x="2363053" y="224234"/>
                  </a:lnTo>
                  <a:lnTo>
                    <a:pt x="2302064" y="270669"/>
                  </a:lnTo>
                  <a:lnTo>
                    <a:pt x="2280282" y="283369"/>
                  </a:lnTo>
                  <a:lnTo>
                    <a:pt x="2284242" y="296466"/>
                  </a:lnTo>
                  <a:lnTo>
                    <a:pt x="2287015" y="309166"/>
                  </a:lnTo>
                  <a:lnTo>
                    <a:pt x="2289787" y="322263"/>
                  </a:lnTo>
                  <a:lnTo>
                    <a:pt x="2291371" y="335359"/>
                  </a:lnTo>
                  <a:lnTo>
                    <a:pt x="2292559" y="348456"/>
                  </a:lnTo>
                  <a:lnTo>
                    <a:pt x="2293351" y="361553"/>
                  </a:lnTo>
                  <a:lnTo>
                    <a:pt x="2293351" y="374650"/>
                  </a:lnTo>
                  <a:lnTo>
                    <a:pt x="2292559" y="387350"/>
                  </a:lnTo>
                  <a:lnTo>
                    <a:pt x="2318301" y="394097"/>
                  </a:lnTo>
                  <a:lnTo>
                    <a:pt x="2390775" y="422275"/>
                  </a:lnTo>
                  <a:lnTo>
                    <a:pt x="2367409" y="512763"/>
                  </a:lnTo>
                  <a:lnTo>
                    <a:pt x="2291371" y="502047"/>
                  </a:lnTo>
                  <a:lnTo>
                    <a:pt x="2262857" y="494506"/>
                  </a:lnTo>
                  <a:lnTo>
                    <a:pt x="2256916" y="506016"/>
                  </a:lnTo>
                  <a:lnTo>
                    <a:pt x="2250183" y="517128"/>
                  </a:lnTo>
                  <a:lnTo>
                    <a:pt x="2243451" y="527447"/>
                  </a:lnTo>
                  <a:lnTo>
                    <a:pt x="2235926" y="537766"/>
                  </a:lnTo>
                  <a:lnTo>
                    <a:pt x="2228006" y="547688"/>
                  </a:lnTo>
                  <a:lnTo>
                    <a:pt x="2219293" y="557610"/>
                  </a:lnTo>
                  <a:lnTo>
                    <a:pt x="2210580" y="566738"/>
                  </a:lnTo>
                  <a:lnTo>
                    <a:pt x="2201075" y="575469"/>
                  </a:lnTo>
                  <a:lnTo>
                    <a:pt x="2216125" y="601266"/>
                  </a:lnTo>
                  <a:lnTo>
                    <a:pt x="2247807" y="671910"/>
                  </a:lnTo>
                  <a:lnTo>
                    <a:pt x="2167413" y="719932"/>
                  </a:lnTo>
                  <a:lnTo>
                    <a:pt x="2121077" y="658416"/>
                  </a:lnTo>
                  <a:lnTo>
                    <a:pt x="2105632" y="632222"/>
                  </a:lnTo>
                  <a:lnTo>
                    <a:pt x="2110780" y="629841"/>
                  </a:lnTo>
                  <a:lnTo>
                    <a:pt x="2115929" y="627857"/>
                  </a:lnTo>
                  <a:lnTo>
                    <a:pt x="2104048" y="632222"/>
                  </a:lnTo>
                  <a:lnTo>
                    <a:pt x="2092563" y="635794"/>
                  </a:lnTo>
                  <a:lnTo>
                    <a:pt x="2083058" y="638969"/>
                  </a:lnTo>
                  <a:lnTo>
                    <a:pt x="2067217" y="642541"/>
                  </a:lnTo>
                  <a:lnTo>
                    <a:pt x="2059296" y="643732"/>
                  </a:lnTo>
                  <a:lnTo>
                    <a:pt x="2050583" y="644922"/>
                  </a:lnTo>
                  <a:lnTo>
                    <a:pt x="2048999" y="644922"/>
                  </a:lnTo>
                  <a:lnTo>
                    <a:pt x="2033554" y="646907"/>
                  </a:lnTo>
                  <a:lnTo>
                    <a:pt x="2018505" y="647303"/>
                  </a:lnTo>
                  <a:lnTo>
                    <a:pt x="2014544" y="647700"/>
                  </a:lnTo>
                  <a:lnTo>
                    <a:pt x="2008208" y="647303"/>
                  </a:lnTo>
                  <a:lnTo>
                    <a:pt x="2002617" y="647117"/>
                  </a:lnTo>
                  <a:lnTo>
                    <a:pt x="1994743" y="646510"/>
                  </a:lnTo>
                  <a:lnTo>
                    <a:pt x="1984842" y="645716"/>
                  </a:lnTo>
                  <a:lnTo>
                    <a:pt x="1996327" y="646907"/>
                  </a:lnTo>
                  <a:lnTo>
                    <a:pt x="2002617" y="647117"/>
                  </a:lnTo>
                  <a:lnTo>
                    <a:pt x="2005039" y="647303"/>
                  </a:lnTo>
                  <a:lnTo>
                    <a:pt x="1994347" y="687785"/>
                  </a:lnTo>
                  <a:lnTo>
                    <a:pt x="1970189" y="747713"/>
                  </a:lnTo>
                  <a:lnTo>
                    <a:pt x="1879497" y="724297"/>
                  </a:lnTo>
                  <a:lnTo>
                    <a:pt x="1886230" y="662385"/>
                  </a:lnTo>
                  <a:lnTo>
                    <a:pt x="1896923" y="621507"/>
                  </a:lnTo>
                  <a:lnTo>
                    <a:pt x="1904447" y="625078"/>
                  </a:lnTo>
                  <a:lnTo>
                    <a:pt x="1893754" y="619919"/>
                  </a:lnTo>
                  <a:lnTo>
                    <a:pt x="1883061" y="614363"/>
                  </a:lnTo>
                  <a:lnTo>
                    <a:pt x="1874745" y="609997"/>
                  </a:lnTo>
                  <a:lnTo>
                    <a:pt x="1860884" y="601663"/>
                  </a:lnTo>
                  <a:lnTo>
                    <a:pt x="1854151" y="596900"/>
                  </a:lnTo>
                  <a:lnTo>
                    <a:pt x="1847419" y="592535"/>
                  </a:lnTo>
                  <a:lnTo>
                    <a:pt x="1846627" y="592138"/>
                  </a:lnTo>
                  <a:lnTo>
                    <a:pt x="1840290" y="586978"/>
                  </a:lnTo>
                  <a:lnTo>
                    <a:pt x="1834350" y="581819"/>
                  </a:lnTo>
                  <a:lnTo>
                    <a:pt x="1822469" y="571103"/>
                  </a:lnTo>
                  <a:lnTo>
                    <a:pt x="1815736" y="564356"/>
                  </a:lnTo>
                  <a:lnTo>
                    <a:pt x="1809516" y="557841"/>
                  </a:lnTo>
                  <a:lnTo>
                    <a:pt x="1805439" y="553244"/>
                  </a:lnTo>
                  <a:lnTo>
                    <a:pt x="1799103" y="545703"/>
                  </a:lnTo>
                  <a:lnTo>
                    <a:pt x="1807023" y="555228"/>
                  </a:lnTo>
                  <a:lnTo>
                    <a:pt x="1809516" y="557841"/>
                  </a:lnTo>
                  <a:lnTo>
                    <a:pt x="1811776" y="560388"/>
                  </a:lnTo>
                  <a:lnTo>
                    <a:pt x="1779697" y="579438"/>
                  </a:lnTo>
                  <a:lnTo>
                    <a:pt x="1720292" y="604044"/>
                  </a:lnTo>
                  <a:lnTo>
                    <a:pt x="1673164" y="523875"/>
                  </a:lnTo>
                  <a:lnTo>
                    <a:pt x="1721480" y="484585"/>
                  </a:lnTo>
                  <a:lnTo>
                    <a:pt x="1752767" y="465931"/>
                  </a:lnTo>
                  <a:lnTo>
                    <a:pt x="1748410" y="452835"/>
                  </a:lnTo>
                  <a:lnTo>
                    <a:pt x="1744450" y="439341"/>
                  </a:lnTo>
                  <a:lnTo>
                    <a:pt x="1741282" y="425847"/>
                  </a:lnTo>
                  <a:lnTo>
                    <a:pt x="1738510" y="412353"/>
                  </a:lnTo>
                  <a:lnTo>
                    <a:pt x="1736530" y="398860"/>
                  </a:lnTo>
                  <a:lnTo>
                    <a:pt x="1735737" y="385366"/>
                  </a:lnTo>
                  <a:lnTo>
                    <a:pt x="1734945" y="371475"/>
                  </a:lnTo>
                  <a:lnTo>
                    <a:pt x="1735341" y="357981"/>
                  </a:lnTo>
                  <a:lnTo>
                    <a:pt x="1704451" y="350441"/>
                  </a:lnTo>
                  <a:lnTo>
                    <a:pt x="1644650" y="325438"/>
                  </a:lnTo>
                  <a:lnTo>
                    <a:pt x="1668412" y="235347"/>
                  </a:lnTo>
                  <a:lnTo>
                    <a:pt x="1730193" y="242094"/>
                  </a:lnTo>
                  <a:lnTo>
                    <a:pt x="1760687" y="250031"/>
                  </a:lnTo>
                  <a:lnTo>
                    <a:pt x="1766628" y="237331"/>
                  </a:lnTo>
                  <a:lnTo>
                    <a:pt x="1773361" y="225028"/>
                  </a:lnTo>
                  <a:lnTo>
                    <a:pt x="1781281" y="213519"/>
                  </a:lnTo>
                  <a:lnTo>
                    <a:pt x="1789202" y="201613"/>
                  </a:lnTo>
                  <a:lnTo>
                    <a:pt x="1797915" y="190500"/>
                  </a:lnTo>
                  <a:lnTo>
                    <a:pt x="1807023" y="179784"/>
                  </a:lnTo>
                  <a:lnTo>
                    <a:pt x="1816924" y="169069"/>
                  </a:lnTo>
                  <a:lnTo>
                    <a:pt x="1827221" y="159544"/>
                  </a:lnTo>
                  <a:lnTo>
                    <a:pt x="1812964" y="135334"/>
                  </a:lnTo>
                  <a:lnTo>
                    <a:pt x="1788410" y="75406"/>
                  </a:lnTo>
                  <a:lnTo>
                    <a:pt x="1868804" y="27781"/>
                  </a:lnTo>
                  <a:lnTo>
                    <a:pt x="1907219" y="76994"/>
                  </a:lnTo>
                  <a:lnTo>
                    <a:pt x="1923061" y="102791"/>
                  </a:lnTo>
                  <a:lnTo>
                    <a:pt x="1917516" y="105172"/>
                  </a:lnTo>
                  <a:lnTo>
                    <a:pt x="1912368" y="107156"/>
                  </a:lnTo>
                  <a:lnTo>
                    <a:pt x="1924249" y="102791"/>
                  </a:lnTo>
                  <a:lnTo>
                    <a:pt x="1935734" y="99219"/>
                  </a:lnTo>
                  <a:lnTo>
                    <a:pt x="1945239" y="96044"/>
                  </a:lnTo>
                  <a:lnTo>
                    <a:pt x="1961080" y="92869"/>
                  </a:lnTo>
                  <a:lnTo>
                    <a:pt x="1969001" y="91281"/>
                  </a:lnTo>
                  <a:lnTo>
                    <a:pt x="1977317" y="89694"/>
                  </a:lnTo>
                  <a:lnTo>
                    <a:pt x="1979297" y="89694"/>
                  </a:lnTo>
                  <a:lnTo>
                    <a:pt x="1994347" y="88106"/>
                  </a:lnTo>
                  <a:lnTo>
                    <a:pt x="2009792" y="87709"/>
                  </a:lnTo>
                  <a:lnTo>
                    <a:pt x="2013752" y="87709"/>
                  </a:lnTo>
                  <a:lnTo>
                    <a:pt x="2019693" y="87709"/>
                  </a:lnTo>
                  <a:lnTo>
                    <a:pt x="2031970" y="88503"/>
                  </a:lnTo>
                  <a:lnTo>
                    <a:pt x="2043455" y="89297"/>
                  </a:lnTo>
                  <a:lnTo>
                    <a:pt x="2034346" y="88503"/>
                  </a:lnTo>
                  <a:lnTo>
                    <a:pt x="2038306" y="72628"/>
                  </a:lnTo>
                  <a:lnTo>
                    <a:pt x="20660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5B36-A958-4B32-824F-342B4084B70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348727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四、教学安排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cxnSp>
        <p:nvCxnSpPr>
          <p:cNvPr id="82" name="MH_Other_5"/>
          <p:cNvCxnSpPr/>
          <p:nvPr>
            <p:custDataLst>
              <p:tags r:id="rId3"/>
            </p:custDataLst>
          </p:nvPr>
        </p:nvCxnSpPr>
        <p:spPr>
          <a:xfrm>
            <a:off x="670560" y="2093946"/>
            <a:ext cx="7543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 Box 5"/>
          <p:cNvSpPr txBox="1"/>
          <p:nvPr/>
        </p:nvSpPr>
        <p:spPr>
          <a:xfrm>
            <a:off x="2869978" y="2212754"/>
            <a:ext cx="3422646" cy="39693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第一章 概论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第二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章 信息的表示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第三章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子系统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第四章 存储系统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第五章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子系统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第六章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设备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266950" y="1227535"/>
            <a:ext cx="6759575" cy="614362"/>
            <a:chOff x="2266950" y="1227535"/>
            <a:chExt cx="6759575" cy="614362"/>
          </a:xfrm>
        </p:grpSpPr>
        <p:sp>
          <p:nvSpPr>
            <p:cNvPr id="27" name="MH_Text_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266950" y="1227535"/>
              <a:ext cx="6759575" cy="614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no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pPr marL="457200" lvl="1" indent="0">
                <a:buNone/>
              </a:pPr>
              <a:r>
                <a:rPr lang="en-US" altLang="zh-CN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CPU     </a:t>
              </a:r>
              <a:r>
                <a:rPr lang="zh-CN" altLang="en-US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主机     计算机硬件系统 </a:t>
              </a:r>
              <a:endParaRPr lang="zh-CN" altLang="en-US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8" name="Line 8"/>
            <p:cNvSpPr>
              <a:spLocks noChangeShapeType="1"/>
            </p:cNvSpPr>
            <p:nvPr/>
          </p:nvSpPr>
          <p:spPr bwMode="auto">
            <a:xfrm>
              <a:off x="3423023" y="1534716"/>
              <a:ext cx="533400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8"/>
            <p:cNvSpPr>
              <a:spLocks noChangeShapeType="1"/>
            </p:cNvSpPr>
            <p:nvPr/>
          </p:nvSpPr>
          <p:spPr bwMode="auto">
            <a:xfrm>
              <a:off x="5016500" y="1534716"/>
              <a:ext cx="533400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" name="MH_SubTitle_1"/>
          <p:cNvSpPr/>
          <p:nvPr>
            <p:custDataLst>
              <p:tags r:id="rId5"/>
            </p:custDataLst>
          </p:nvPr>
        </p:nvSpPr>
        <p:spPr>
          <a:xfrm>
            <a:off x="606643" y="1222246"/>
            <a:ext cx="1927007" cy="655637"/>
          </a:xfrm>
          <a:prstGeom prst="rect">
            <a:avLst/>
          </a:prstGeom>
          <a:solidFill>
            <a:schemeClr val="accent2"/>
          </a:solidFill>
          <a:ln w="12700" cmpd="sng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教学思路</a:t>
            </a:r>
            <a:endParaRPr lang="zh-CN" altLang="en-US" sz="28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4C47B-5FDB-4976-B6D8-E90CC07F6DE9}" type="datetime1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11990" y="8050"/>
            <a:ext cx="9181652" cy="6901031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298198" y="3054281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293131" y="3196018"/>
            <a:ext cx="45791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3600" b="1" dirty="0">
                <a:solidFill>
                  <a:srgbClr val="0045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谢谢观看</a:t>
            </a:r>
            <a:endParaRPr lang="zh-CN" altLang="en-US" sz="3600" b="1" dirty="0">
              <a:solidFill>
                <a:srgbClr val="0045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2293131" y="3977456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293131" y="4121256"/>
            <a:ext cx="4579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b="1" dirty="0">
                <a:solidFill>
                  <a:srgbClr val="004578"/>
                </a:solidFill>
              </a:rPr>
              <a:t>计算机组成原理</a:t>
            </a:r>
            <a:endParaRPr lang="zh-CN" altLang="en-US" sz="2800" b="1" dirty="0">
              <a:solidFill>
                <a:srgbClr val="004578"/>
              </a:solidFill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238316" y="6407901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100" y="1398382"/>
            <a:ext cx="1591799" cy="1584000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954" y="6236297"/>
            <a:ext cx="621635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6"/>
          <p:cNvSpPr txBox="1">
            <a:spLocks noChangeArrowheads="1"/>
          </p:cNvSpPr>
          <p:nvPr/>
        </p:nvSpPr>
        <p:spPr bwMode="auto">
          <a:xfrm>
            <a:off x="6715450" y="6274229"/>
            <a:ext cx="3092999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  <a:endParaRPr lang="en-US" altLang="zh-CN" sz="1600" b="1" dirty="0">
              <a:solidFill>
                <a:srgbClr val="0070C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 b="1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School of Information and Software Engineering</a:t>
            </a:r>
            <a:endParaRPr lang="zh-CN" altLang="en-US" sz="1000" b="1" dirty="0">
              <a:solidFill>
                <a:srgbClr val="0070C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21" name="日期占位符 2"/>
          <p:cNvSpPr>
            <a:spLocks noGrp="1"/>
          </p:cNvSpPr>
          <p:nvPr>
            <p:ph type="dt" sz="half" idx="10"/>
          </p:nvPr>
        </p:nvSpPr>
        <p:spPr>
          <a:xfrm>
            <a:off x="235731" y="6474676"/>
            <a:ext cx="2057400" cy="365125"/>
          </a:xfrm>
        </p:spPr>
        <p:txBody>
          <a:bodyPr/>
          <a:lstStyle/>
          <a:p>
            <a:fld id="{A500B9CC-620B-4728-B037-19303720751D}" type="datetime1">
              <a:rPr lang="zh-CN" altLang="en-US" sz="1400" smtClean="0">
                <a:solidFill>
                  <a:schemeClr val="tx1"/>
                </a:solidFill>
              </a:rPr>
            </a:fld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tags/tag1.xml><?xml version="1.0" encoding="utf-8"?>
<p:tagLst xmlns:p="http://schemas.openxmlformats.org/presentationml/2006/main">
  <p:tag name="MH" val="20200522123938"/>
  <p:tag name="MH_LIBRARY" val="GRAPHIC"/>
  <p:tag name="MH_TYPE" val="Other"/>
  <p:tag name="MH_ORDER" val="3"/>
</p:tagLst>
</file>

<file path=ppt/tags/tag2.xml><?xml version="1.0" encoding="utf-8"?>
<p:tagLst xmlns:p="http://schemas.openxmlformats.org/presentationml/2006/main">
  <p:tag name="MH" val="20200522123938"/>
  <p:tag name="MH_LIBRARY" val="GRAPHIC"/>
  <p:tag name="MH_TYPE" val="Other"/>
  <p:tag name="MH_ORDER" val="2"/>
</p:tagLst>
</file>

<file path=ppt/tags/tag3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4.xml><?xml version="1.0" encoding="utf-8"?>
<p:tagLst xmlns:p="http://schemas.openxmlformats.org/presentationml/2006/main">
  <p:tag name="MH" val="20200522123938"/>
  <p:tag name="MH_LIBRARY" val="GRAPHIC"/>
  <p:tag name="MH_TYPE" val="Other"/>
  <p:tag name="MH_ORDER" val="3"/>
</p:tagLst>
</file>

<file path=ppt/tags/tag5.xml><?xml version="1.0" encoding="utf-8"?>
<p:tagLst xmlns:p="http://schemas.openxmlformats.org/presentationml/2006/main">
  <p:tag name="MH" val="20200522123938"/>
  <p:tag name="MH_LIBRARY" val="GRAPHIC"/>
  <p:tag name="MH_TYPE" val="Other"/>
  <p:tag name="MH_ORDER" val="2"/>
</p:tagLst>
</file>

<file path=ppt/tags/tag6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7.xml><?xml version="1.0" encoding="utf-8"?>
<p:tagLst xmlns:p="http://schemas.openxmlformats.org/presentationml/2006/main">
  <p:tag name="MH" val="20200522123938"/>
  <p:tag name="MH_LIBRARY" val="GRAPHIC"/>
  <p:tag name="MH_TYPE" val="Other"/>
  <p:tag name="MH_ORDER" val="3"/>
</p:tagLst>
</file>

<file path=ppt/tags/tag8.xml><?xml version="1.0" encoding="utf-8"?>
<p:tagLst xmlns:p="http://schemas.openxmlformats.org/presentationml/2006/main">
  <p:tag name="MH" val="20200522123938"/>
  <p:tag name="MH_LIBRARY" val="GRAPHIC"/>
  <p:tag name="MH_TYPE" val="Other"/>
  <p:tag name="MH_ORDER" val="2"/>
</p:tagLst>
</file>

<file path=ppt/tags/tag9.xml><?xml version="1.0" encoding="utf-8"?>
<p:tagLst xmlns:p="http://schemas.openxmlformats.org/presentationml/2006/main">
  <p:tag name="MH" val="20200522132210"/>
  <p:tag name="MH_LIBRARY" val="GRAPHIC"/>
  <p:tag name="MH_TYPE" val="Other"/>
  <p:tag name="MH_ORDER" val="1"/>
</p:tagLst>
</file>

<file path=ppt/tags/tag10.xml><?xml version="1.0" encoding="utf-8"?>
<p:tagLst xmlns:p="http://schemas.openxmlformats.org/presentationml/2006/main">
  <p:tag name="MH" val="20200522132210"/>
  <p:tag name="MH_LIBRARY" val="GRAPHIC"/>
  <p:tag name="MH_TYPE" val="Other"/>
  <p:tag name="MH_ORDER" val="2"/>
</p:tagLst>
</file>

<file path=ppt/tags/tag11.xml><?xml version="1.0" encoding="utf-8"?>
<p:tagLst xmlns:p="http://schemas.openxmlformats.org/presentationml/2006/main">
  <p:tag name="MH" val="20200522132210"/>
  <p:tag name="MH_LIBRARY" val="GRAPHIC"/>
  <p:tag name="MH_TYPE" val="SubTitle"/>
  <p:tag name="MH_ORDER" val="1"/>
</p:tagLst>
</file>

<file path=ppt/tags/tag12.xml><?xml version="1.0" encoding="utf-8"?>
<p:tagLst xmlns:p="http://schemas.openxmlformats.org/presentationml/2006/main">
  <p:tag name="MH" val="20200522132210"/>
  <p:tag name="MH_LIBRARY" val="GRAPHIC"/>
  <p:tag name="MH_TYPE" val="Other"/>
  <p:tag name="MH_ORDER" val="5"/>
</p:tagLst>
</file>

<file path=ppt/tags/tag13.xml><?xml version="1.0" encoding="utf-8"?>
<p:tagLst xmlns:p="http://schemas.openxmlformats.org/presentationml/2006/main">
  <p:tag name="MH" val="20200522132210"/>
  <p:tag name="MH_LIBRARY" val="GRAPHIC"/>
  <p:tag name="MH_TYPE" val="Other"/>
  <p:tag name="MH_ORDER" val="3"/>
</p:tagLst>
</file>

<file path=ppt/tags/tag14.xml><?xml version="1.0" encoding="utf-8"?>
<p:tagLst xmlns:p="http://schemas.openxmlformats.org/presentationml/2006/main">
  <p:tag name="MH" val="20200522132210"/>
  <p:tag name="MH_LIBRARY" val="GRAPHIC"/>
  <p:tag name="MH_TYPE" val="Other"/>
  <p:tag name="MH_ORDER" val="4"/>
</p:tagLst>
</file>

<file path=ppt/tags/tag15.xml><?xml version="1.0" encoding="utf-8"?>
<p:tagLst xmlns:p="http://schemas.openxmlformats.org/presentationml/2006/main">
  <p:tag name="MH" val="20200522132210"/>
  <p:tag name="MH_LIBRARY" val="GRAPHIC"/>
  <p:tag name="MH_TYPE" val="SubTitle"/>
  <p:tag name="MH_ORDER" val="2"/>
</p:tagLst>
</file>

<file path=ppt/tags/tag16.xml><?xml version="1.0" encoding="utf-8"?>
<p:tagLst xmlns:p="http://schemas.openxmlformats.org/presentationml/2006/main">
  <p:tag name="MH" val="20200522132210"/>
  <p:tag name="MH_LIBRARY" val="GRAPHIC"/>
  <p:tag name="MH_TYPE" val="Other"/>
  <p:tag name="MH_ORDER" val="6"/>
</p:tagLst>
</file>

<file path=ppt/tags/tag17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18.xml><?xml version="1.0" encoding="utf-8"?>
<p:tagLst xmlns:p="http://schemas.openxmlformats.org/presentationml/2006/main">
  <p:tag name="MH" val="20200511164549"/>
  <p:tag name="MH_LIBRARY" val="GRAPHIC"/>
  <p:tag name="MH_TYPE" val="Text"/>
  <p:tag name="MH_ORDER" val="1"/>
</p:tagLst>
</file>

<file path=ppt/tags/tag19.xml><?xml version="1.0" encoding="utf-8"?>
<p:tagLst xmlns:p="http://schemas.openxmlformats.org/presentationml/2006/main">
  <p:tag name="MH" val="20200511164549"/>
  <p:tag name="MH_LIBRARY" val="GRAPHIC"/>
  <p:tag name="MH_TYPE" val="SubTitle"/>
  <p:tag name="MH_ORDER" val="1"/>
</p:tagLst>
</file>

<file path=ppt/tags/tag20.xml><?xml version="1.0" encoding="utf-8"?>
<p:tagLst xmlns:p="http://schemas.openxmlformats.org/presentationml/2006/main">
  <p:tag name="ISPRING_PRESENTATION_TITLE" val="蓝色简介大气毕业答辩竞赛演讲PPT模板"/>
  <p:tag name="COMMONDATA" val="eyJoZGlkIjoiM2NmY2U0MjQxMjVhMzViM2U2NDc0NTI2ZDMwMzBmZGIifQ=="/>
</p:tagLst>
</file>

<file path=ppt/theme/theme1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493</Words>
  <Application>WPS 演示</Application>
  <PresentationFormat>全屏显示(4:3)</PresentationFormat>
  <Paragraphs>86</Paragraphs>
  <Slides>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等线</vt:lpstr>
      <vt:lpstr>华文行楷</vt:lpstr>
      <vt:lpstr>华文隶书</vt:lpstr>
      <vt:lpstr>隶书</vt:lpstr>
      <vt:lpstr>楷体</vt:lpstr>
      <vt:lpstr>Calibri</vt:lpstr>
      <vt:lpstr>Arial Narrow</vt:lpstr>
      <vt:lpstr>Arial Unicode MS</vt:lpstr>
      <vt:lpstr>等线 Light</vt:lpstr>
      <vt:lpstr>Calibri Light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蓝色简介大气毕业答辩竞赛演讲PPT模板</dc:title>
  <dc:creator>Windows 用户</dc:creator>
  <cp:lastModifiedBy>贝妈</cp:lastModifiedBy>
  <cp:revision>213</cp:revision>
  <dcterms:created xsi:type="dcterms:W3CDTF">2018-07-22T02:36:00Z</dcterms:created>
  <dcterms:modified xsi:type="dcterms:W3CDTF">2023-09-06T09:18:20Z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2052-12.1.0.15374</vt:lpwstr>
  </property>
  <property fmtid="{D5CDD505-2E9C-101B-9397-08002B2CF9AE}" pid="3" name="ICV">
    <vt:lpwstr>269CE7199FA5427798E31AB538BD0190</vt:lpwstr>
  </property>
</Properties>
</file>