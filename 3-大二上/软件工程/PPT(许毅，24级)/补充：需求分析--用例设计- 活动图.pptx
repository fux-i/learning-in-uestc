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451" r:id="rId2"/>
    <p:sldId id="420" r:id="rId3"/>
    <p:sldId id="417" r:id="rId4"/>
    <p:sldId id="418" r:id="rId5"/>
    <p:sldId id="419" r:id="rId6"/>
    <p:sldId id="422" r:id="rId7"/>
    <p:sldId id="421" r:id="rId8"/>
    <p:sldId id="423" r:id="rId9"/>
    <p:sldId id="428" r:id="rId10"/>
    <p:sldId id="424" r:id="rId11"/>
    <p:sldId id="426" r:id="rId12"/>
    <p:sldId id="427" r:id="rId13"/>
  </p:sldIdLst>
  <p:sldSz cx="12190413" cy="6858000"/>
  <p:notesSz cx="7099300" cy="10234613"/>
  <p:custDataLst>
    <p:tags r:id="rId1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5930" indent="1905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3130" indent="1905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0330" indent="1905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7530" indent="1905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3">
          <p15:clr>
            <a:srgbClr val="A4A3A4"/>
          </p15:clr>
        </p15:guide>
        <p15:guide id="2" pos="37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63">
          <p15:clr>
            <a:srgbClr val="A4A3A4"/>
          </p15:clr>
        </p15:guide>
        <p15:guide id="2" pos="220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Wei" initials="C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ADE42"/>
    <a:srgbClr val="E05E40"/>
    <a:srgbClr val="F99527"/>
    <a:srgbClr val="9EC1F4"/>
    <a:srgbClr val="F3698A"/>
    <a:srgbClr val="E99417"/>
    <a:srgbClr val="BA2D06"/>
    <a:srgbClr val="005BE2"/>
    <a:srgbClr val="00923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2" autoAdjust="0"/>
    <p:restoredTop sz="82270" autoAdjust="0"/>
  </p:normalViewPr>
  <p:slideViewPr>
    <p:cSldViewPr>
      <p:cViewPr varScale="1">
        <p:scale>
          <a:sx n="85" d="100"/>
          <a:sy n="85" d="100"/>
        </p:scale>
        <p:origin x="402" y="48"/>
      </p:cViewPr>
      <p:guideLst>
        <p:guide orient="horz" pos="2053"/>
        <p:guide pos="377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464" y="-108"/>
      </p:cViewPr>
      <p:guideLst>
        <p:guide orient="horz" pos="3063"/>
        <p:guide pos="220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6.xml"/><Relationship Id="rId2" Type="http://schemas.openxmlformats.org/officeDocument/2006/relationships/slide" Target="slides/slide5.xml"/><Relationship Id="rId1" Type="http://schemas.openxmlformats.org/officeDocument/2006/relationships/slide" Target="slides/slide4.xml"/><Relationship Id="rId5" Type="http://schemas.openxmlformats.org/officeDocument/2006/relationships/slide" Target="slides/slide8.xml"/><Relationship Id="rId4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F7B2D4-CFEA-41AA-86AA-70BFB8F8557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930618AE-8D79-44D3-B71F-3DC8FD9FD485}">
      <dgm:prSet/>
      <dgm:spPr/>
      <dgm:t>
        <a:bodyPr/>
        <a:lstStyle/>
        <a:p>
          <a:pPr rtl="0"/>
          <a:r>
            <a:rPr lang="zh-CN"/>
            <a:t>活动模型</a:t>
          </a:r>
        </a:p>
      </dgm:t>
    </dgm:pt>
    <dgm:pt modelId="{CC280437-E884-4637-AE7D-474F13538AE5}" type="parTrans" cxnId="{69F10D6A-1B74-44AB-8445-7022CCB3A710}">
      <dgm:prSet/>
      <dgm:spPr/>
      <dgm:t>
        <a:bodyPr/>
        <a:lstStyle/>
        <a:p>
          <a:endParaRPr lang="zh-CN" altLang="en-US"/>
        </a:p>
      </dgm:t>
    </dgm:pt>
    <dgm:pt modelId="{E4FC9C63-E104-4D6A-9D56-799C72CDB98D}" type="sibTrans" cxnId="{69F10D6A-1B74-44AB-8445-7022CCB3A710}">
      <dgm:prSet/>
      <dgm:spPr/>
      <dgm:t>
        <a:bodyPr/>
        <a:lstStyle/>
        <a:p>
          <a:endParaRPr lang="zh-CN" altLang="en-US"/>
        </a:p>
      </dgm:t>
    </dgm:pt>
    <dgm:pt modelId="{197D31A4-AF2F-41B4-9572-EDACF8EBBA55}">
      <dgm:prSet/>
      <dgm:spPr/>
      <dgm:t>
        <a:bodyPr/>
        <a:lstStyle/>
        <a:p>
          <a:pPr rtl="0"/>
          <a:r>
            <a:rPr lang="zh-CN" dirty="0"/>
            <a:t>能够图形化显示</a:t>
          </a:r>
          <a:r>
            <a:rPr lang="zh-CN" dirty="0">
              <a:solidFill>
                <a:srgbClr val="FF0000"/>
              </a:solidFill>
            </a:rPr>
            <a:t>用例的事件流</a:t>
          </a:r>
        </a:p>
      </dgm:t>
    </dgm:pt>
    <dgm:pt modelId="{CBE11E67-210B-48C0-AAE8-455E433A0874}" type="parTrans" cxnId="{7EDBAC77-930A-448A-9A3D-6D87836EC213}">
      <dgm:prSet/>
      <dgm:spPr/>
      <dgm:t>
        <a:bodyPr/>
        <a:lstStyle/>
        <a:p>
          <a:endParaRPr lang="zh-CN" altLang="en-US"/>
        </a:p>
      </dgm:t>
    </dgm:pt>
    <dgm:pt modelId="{EC170457-6733-4B4C-885F-0B41103D0C3A}" type="sibTrans" cxnId="{7EDBAC77-930A-448A-9A3D-6D87836EC213}">
      <dgm:prSet/>
      <dgm:spPr/>
      <dgm:t>
        <a:bodyPr/>
        <a:lstStyle/>
        <a:p>
          <a:endParaRPr lang="zh-CN" altLang="en-US"/>
        </a:p>
      </dgm:t>
    </dgm:pt>
    <dgm:pt modelId="{BD162D48-00A6-453F-A661-657AE23EC918}">
      <dgm:prSet/>
      <dgm:spPr/>
      <dgm:t>
        <a:bodyPr/>
        <a:lstStyle/>
        <a:p>
          <a:pPr rtl="0"/>
          <a:r>
            <a:rPr lang="zh-CN" dirty="0"/>
            <a:t>也能用于</a:t>
          </a:r>
          <a:r>
            <a:rPr lang="en-US" dirty="0"/>
            <a:t>:</a:t>
          </a:r>
          <a:endParaRPr lang="zh-CN" dirty="0"/>
        </a:p>
      </dgm:t>
    </dgm:pt>
    <dgm:pt modelId="{10B559C7-0C09-4EFD-8A0B-EECB928DC626}" type="parTrans" cxnId="{C880E5CB-FB41-443C-A341-1A05823F014A}">
      <dgm:prSet/>
      <dgm:spPr/>
      <dgm:t>
        <a:bodyPr/>
        <a:lstStyle/>
        <a:p>
          <a:endParaRPr lang="zh-CN" altLang="en-US"/>
        </a:p>
      </dgm:t>
    </dgm:pt>
    <dgm:pt modelId="{F577B0F1-6F30-4AE8-BC27-F5FBB415FE43}" type="sibTrans" cxnId="{C880E5CB-FB41-443C-A341-1A05823F014A}">
      <dgm:prSet/>
      <dgm:spPr/>
      <dgm:t>
        <a:bodyPr/>
        <a:lstStyle/>
        <a:p>
          <a:endParaRPr lang="zh-CN" altLang="en-US"/>
        </a:p>
      </dgm:t>
    </dgm:pt>
    <dgm:pt modelId="{E8E690DF-3573-4C2C-8330-E686EED8A582}">
      <dgm:prSet/>
      <dgm:spPr/>
      <dgm:t>
        <a:bodyPr/>
        <a:lstStyle/>
        <a:p>
          <a:pPr rtl="0"/>
          <a:r>
            <a:rPr lang="zh-CN" dirty="0"/>
            <a:t>在用例创建之前，在</a:t>
          </a:r>
          <a:r>
            <a:rPr lang="zh-CN" dirty="0">
              <a:solidFill>
                <a:srgbClr val="FF0000"/>
              </a:solidFill>
            </a:rPr>
            <a:t>高层抽象</a:t>
          </a:r>
          <a:r>
            <a:rPr lang="zh-CN" dirty="0"/>
            <a:t>上理解业务过程</a:t>
          </a:r>
        </a:p>
      </dgm:t>
    </dgm:pt>
    <dgm:pt modelId="{1CB128C9-FF96-4879-A5C1-95EF046B176E}" type="parTrans" cxnId="{5919751F-4DFC-48AA-8AF3-526EBF5E1C92}">
      <dgm:prSet/>
      <dgm:spPr/>
      <dgm:t>
        <a:bodyPr/>
        <a:lstStyle/>
        <a:p>
          <a:endParaRPr lang="zh-CN" altLang="en-US"/>
        </a:p>
      </dgm:t>
    </dgm:pt>
    <dgm:pt modelId="{F01F0C2C-2E03-4A5A-8A5F-FECD8C2C5B1D}" type="sibTrans" cxnId="{5919751F-4DFC-48AA-8AF3-526EBF5E1C92}">
      <dgm:prSet/>
      <dgm:spPr/>
      <dgm:t>
        <a:bodyPr/>
        <a:lstStyle/>
        <a:p>
          <a:endParaRPr lang="zh-CN" altLang="en-US"/>
        </a:p>
      </dgm:t>
    </dgm:pt>
    <dgm:pt modelId="{51E9FE9C-554F-4765-A70D-F73A5A3ACF61}">
      <dgm:prSet/>
      <dgm:spPr/>
      <dgm:t>
        <a:bodyPr/>
        <a:lstStyle/>
        <a:p>
          <a:pPr rtl="0"/>
          <a:r>
            <a:rPr lang="zh-CN" dirty="0"/>
            <a:t>在更</a:t>
          </a:r>
          <a:r>
            <a:rPr lang="zh-CN" dirty="0">
              <a:solidFill>
                <a:srgbClr val="FF0000"/>
              </a:solidFill>
            </a:rPr>
            <a:t>低层抽象</a:t>
          </a:r>
          <a:r>
            <a:rPr lang="zh-CN" dirty="0"/>
            <a:t>上，设计复杂的顺序算法或设计多线程应用中的并发</a:t>
          </a:r>
        </a:p>
      </dgm:t>
    </dgm:pt>
    <dgm:pt modelId="{425B55E7-8F6A-4648-BBFC-0F21371044D6}" type="parTrans" cxnId="{27297E9E-58DD-409F-ABDA-DE4879EAC75E}">
      <dgm:prSet/>
      <dgm:spPr/>
      <dgm:t>
        <a:bodyPr/>
        <a:lstStyle/>
        <a:p>
          <a:endParaRPr lang="zh-CN" altLang="en-US"/>
        </a:p>
      </dgm:t>
    </dgm:pt>
    <dgm:pt modelId="{7F7BAA66-E243-4974-8900-4294329F67D8}" type="sibTrans" cxnId="{27297E9E-58DD-409F-ABDA-DE4879EAC75E}">
      <dgm:prSet/>
      <dgm:spPr/>
      <dgm:t>
        <a:bodyPr/>
        <a:lstStyle/>
        <a:p>
          <a:endParaRPr lang="zh-CN" altLang="en-US"/>
        </a:p>
      </dgm:t>
    </dgm:pt>
    <dgm:pt modelId="{E3FC5E54-D237-4876-A2C8-0F5FBA90798B}">
      <dgm:prSet/>
      <dgm:spPr/>
      <dgm:t>
        <a:bodyPr/>
        <a:lstStyle/>
        <a:p>
          <a:pPr rtl="0"/>
          <a:r>
            <a:rPr lang="zh-CN"/>
            <a:t>展示计算的步骤</a:t>
          </a:r>
        </a:p>
      </dgm:t>
    </dgm:pt>
    <dgm:pt modelId="{3335FD45-FA02-4120-85DB-8D29BBD5DB9A}" type="parTrans" cxnId="{5CDEE87B-7AA3-4461-8377-0771CAF47E3E}">
      <dgm:prSet/>
      <dgm:spPr/>
      <dgm:t>
        <a:bodyPr/>
        <a:lstStyle/>
        <a:p>
          <a:endParaRPr lang="zh-CN" altLang="en-US"/>
        </a:p>
      </dgm:t>
    </dgm:pt>
    <dgm:pt modelId="{74CEB435-3E98-4B4F-B571-BE8D8B9BA7EA}" type="sibTrans" cxnId="{5CDEE87B-7AA3-4461-8377-0771CAF47E3E}">
      <dgm:prSet/>
      <dgm:spPr/>
      <dgm:t>
        <a:bodyPr/>
        <a:lstStyle/>
        <a:p>
          <a:endParaRPr lang="zh-CN" altLang="en-US"/>
        </a:p>
      </dgm:t>
    </dgm:pt>
    <dgm:pt modelId="{57E3BF35-7107-4426-96D8-A61B94933FA5}">
      <dgm:prSet/>
      <dgm:spPr/>
      <dgm:t>
        <a:bodyPr/>
        <a:lstStyle/>
        <a:p>
          <a:pPr rtl="0"/>
          <a:r>
            <a:rPr lang="zh-CN"/>
            <a:t>每一步都是做某事的一个状态</a:t>
          </a:r>
        </a:p>
      </dgm:t>
    </dgm:pt>
    <dgm:pt modelId="{8D4BF8D3-90B0-43CA-B0C2-BCB187706B1C}" type="parTrans" cxnId="{785710FB-8827-4C0B-987D-E64BC774471B}">
      <dgm:prSet/>
      <dgm:spPr/>
      <dgm:t>
        <a:bodyPr/>
        <a:lstStyle/>
        <a:p>
          <a:endParaRPr lang="zh-CN" altLang="en-US"/>
        </a:p>
      </dgm:t>
    </dgm:pt>
    <dgm:pt modelId="{07BAC674-9F37-45D2-97DC-3F6838176E3C}" type="sibTrans" cxnId="{785710FB-8827-4C0B-987D-E64BC774471B}">
      <dgm:prSet/>
      <dgm:spPr/>
      <dgm:t>
        <a:bodyPr/>
        <a:lstStyle/>
        <a:p>
          <a:endParaRPr lang="zh-CN" altLang="en-US"/>
        </a:p>
      </dgm:t>
    </dgm:pt>
    <dgm:pt modelId="{F4C15204-8893-46B5-B91E-467C7F934B9E}">
      <dgm:prSet/>
      <dgm:spPr/>
      <dgm:t>
        <a:bodyPr/>
        <a:lstStyle/>
        <a:p>
          <a:pPr rtl="0"/>
          <a:r>
            <a:rPr lang="zh-CN" dirty="0"/>
            <a:t>执行步骤称为</a:t>
          </a:r>
          <a:r>
            <a:rPr lang="zh-CN" dirty="0">
              <a:solidFill>
                <a:srgbClr val="FF0000"/>
              </a:solidFill>
            </a:rPr>
            <a:t>动作</a:t>
          </a:r>
        </a:p>
      </dgm:t>
    </dgm:pt>
    <dgm:pt modelId="{49378F48-0EAC-4CCE-BEF3-675B274EACD3}" type="parTrans" cxnId="{FB84E827-8CBE-4AB9-BA8F-5CB220C1C380}">
      <dgm:prSet/>
      <dgm:spPr/>
      <dgm:t>
        <a:bodyPr/>
        <a:lstStyle/>
        <a:p>
          <a:endParaRPr lang="zh-CN" altLang="en-US"/>
        </a:p>
      </dgm:t>
    </dgm:pt>
    <dgm:pt modelId="{D89D418C-6AC3-47B4-A966-F57693883D7D}" type="sibTrans" cxnId="{FB84E827-8CBE-4AB9-BA8F-5CB220C1C380}">
      <dgm:prSet/>
      <dgm:spPr/>
      <dgm:t>
        <a:bodyPr/>
        <a:lstStyle/>
        <a:p>
          <a:endParaRPr lang="zh-CN" altLang="en-US"/>
        </a:p>
      </dgm:t>
    </dgm:pt>
    <dgm:pt modelId="{D91994D6-2857-41E6-B8BB-653728EF0950}">
      <dgm:prSet/>
      <dgm:spPr/>
      <dgm:t>
        <a:bodyPr/>
        <a:lstStyle/>
        <a:p>
          <a:pPr rtl="0"/>
          <a:r>
            <a:rPr lang="zh-CN" dirty="0"/>
            <a:t>描述哪些步骤被顺序执行、哪些可被并发地执行</a:t>
          </a:r>
        </a:p>
      </dgm:t>
    </dgm:pt>
    <dgm:pt modelId="{1F0BD5D5-5372-4ED6-ACA7-1A02AF7C88D1}" type="parTrans" cxnId="{D658E712-5D79-4CC1-BCD6-7B186A605921}">
      <dgm:prSet/>
      <dgm:spPr/>
      <dgm:t>
        <a:bodyPr/>
        <a:lstStyle/>
        <a:p>
          <a:endParaRPr lang="zh-CN" altLang="en-US"/>
        </a:p>
      </dgm:t>
    </dgm:pt>
    <dgm:pt modelId="{A13C2C9F-7BDE-4CE8-A944-D27FB7AF8082}" type="sibTrans" cxnId="{D658E712-5D79-4CC1-BCD6-7B186A605921}">
      <dgm:prSet/>
      <dgm:spPr/>
      <dgm:t>
        <a:bodyPr/>
        <a:lstStyle/>
        <a:p>
          <a:endParaRPr lang="zh-CN" altLang="en-US"/>
        </a:p>
      </dgm:t>
    </dgm:pt>
    <dgm:pt modelId="{31DFCAB3-808D-469D-9C11-0C0FC08C0849}">
      <dgm:prSet/>
      <dgm:spPr/>
      <dgm:t>
        <a:bodyPr/>
        <a:lstStyle/>
        <a:p>
          <a:pPr rtl="0"/>
          <a:r>
            <a:rPr lang="zh-CN" dirty="0">
              <a:solidFill>
                <a:srgbClr val="FF0000"/>
              </a:solidFill>
            </a:rPr>
            <a:t>控制流</a:t>
          </a:r>
          <a:r>
            <a:rPr lang="en-US" dirty="0"/>
            <a:t> – </a:t>
          </a:r>
          <a:r>
            <a:rPr lang="zh-CN" dirty="0"/>
            <a:t>控制从一个动作到下一个动作的流</a:t>
          </a:r>
        </a:p>
      </dgm:t>
    </dgm:pt>
    <dgm:pt modelId="{4F6A92AA-093B-45F8-AC4A-37E49B3AD79C}" type="parTrans" cxnId="{7DAA65A2-BC65-4A0B-9384-D546DF30702E}">
      <dgm:prSet/>
      <dgm:spPr/>
      <dgm:t>
        <a:bodyPr/>
        <a:lstStyle/>
        <a:p>
          <a:endParaRPr lang="zh-CN" altLang="en-US"/>
        </a:p>
      </dgm:t>
    </dgm:pt>
    <dgm:pt modelId="{FCFBDD27-CAA6-4123-A478-E2BCB870AE6E}" type="sibTrans" cxnId="{7DAA65A2-BC65-4A0B-9384-D546DF30702E}">
      <dgm:prSet/>
      <dgm:spPr/>
      <dgm:t>
        <a:bodyPr/>
        <a:lstStyle/>
        <a:p>
          <a:endParaRPr lang="zh-CN" altLang="en-US"/>
        </a:p>
      </dgm:t>
    </dgm:pt>
    <dgm:pt modelId="{620BF8E5-708A-440D-8E83-EB110D629ABF}" type="pres">
      <dgm:prSet presAssocID="{44F7B2D4-CFEA-41AA-86AA-70BFB8F8557C}" presName="Name0" presStyleCnt="0">
        <dgm:presLayoutVars>
          <dgm:dir/>
          <dgm:animLvl val="lvl"/>
          <dgm:resizeHandles val="exact"/>
        </dgm:presLayoutVars>
      </dgm:prSet>
      <dgm:spPr/>
    </dgm:pt>
    <dgm:pt modelId="{E02E9268-0F9A-4D8A-A4F4-3B61B54E0A42}" type="pres">
      <dgm:prSet presAssocID="{930618AE-8D79-44D3-B71F-3DC8FD9FD485}" presName="composite" presStyleCnt="0"/>
      <dgm:spPr/>
    </dgm:pt>
    <dgm:pt modelId="{2D2F0ACD-FA8C-491E-B4CF-9EDEACEA9E04}" type="pres">
      <dgm:prSet presAssocID="{930618AE-8D79-44D3-B71F-3DC8FD9FD48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1F9EFD3-B30D-4839-9C51-381B4CD2B962}" type="pres">
      <dgm:prSet presAssocID="{930618AE-8D79-44D3-B71F-3DC8FD9FD485}" presName="desTx" presStyleLbl="alignAccFollowNode1" presStyleIdx="0" presStyleCnt="2">
        <dgm:presLayoutVars>
          <dgm:bulletEnabled val="1"/>
        </dgm:presLayoutVars>
      </dgm:prSet>
      <dgm:spPr/>
    </dgm:pt>
    <dgm:pt modelId="{CCF7143A-7312-4796-BFB5-8F1FF4537773}" type="pres">
      <dgm:prSet presAssocID="{E4FC9C63-E104-4D6A-9D56-799C72CDB98D}" presName="space" presStyleCnt="0"/>
      <dgm:spPr/>
    </dgm:pt>
    <dgm:pt modelId="{0D2AC792-6358-4115-B9F9-4F88AF0AB910}" type="pres">
      <dgm:prSet presAssocID="{E3FC5E54-D237-4876-A2C8-0F5FBA90798B}" presName="composite" presStyleCnt="0"/>
      <dgm:spPr/>
    </dgm:pt>
    <dgm:pt modelId="{0BCE69BC-1B78-48E4-B243-9878B5F910EE}" type="pres">
      <dgm:prSet presAssocID="{E3FC5E54-D237-4876-A2C8-0F5FBA90798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980D59B-89F1-45DA-8300-11492F7CDCE3}" type="pres">
      <dgm:prSet presAssocID="{E3FC5E54-D237-4876-A2C8-0F5FBA90798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A162905-AB61-4A04-89CC-759C3DA5C253}" type="presOf" srcId="{57E3BF35-7107-4426-96D8-A61B94933FA5}" destId="{D980D59B-89F1-45DA-8300-11492F7CDCE3}" srcOrd="0" destOrd="0" presId="urn:microsoft.com/office/officeart/2005/8/layout/hList1"/>
    <dgm:cxn modelId="{D658E712-5D79-4CC1-BCD6-7B186A605921}" srcId="{E3FC5E54-D237-4876-A2C8-0F5FBA90798B}" destId="{D91994D6-2857-41E6-B8BB-653728EF0950}" srcOrd="2" destOrd="0" parTransId="{1F0BD5D5-5372-4ED6-ACA7-1A02AF7C88D1}" sibTransId="{A13C2C9F-7BDE-4CE8-A944-D27FB7AF8082}"/>
    <dgm:cxn modelId="{5919751F-4DFC-48AA-8AF3-526EBF5E1C92}" srcId="{BD162D48-00A6-453F-A661-657AE23EC918}" destId="{E8E690DF-3573-4C2C-8330-E686EED8A582}" srcOrd="0" destOrd="0" parTransId="{1CB128C9-FF96-4879-A5C1-95EF046B176E}" sibTransId="{F01F0C2C-2E03-4A5A-8A5F-FECD8C2C5B1D}"/>
    <dgm:cxn modelId="{FB84E827-8CBE-4AB9-BA8F-5CB220C1C380}" srcId="{E3FC5E54-D237-4876-A2C8-0F5FBA90798B}" destId="{F4C15204-8893-46B5-B91E-467C7F934B9E}" srcOrd="1" destOrd="0" parTransId="{49378F48-0EAC-4CCE-BEF3-675B274EACD3}" sibTransId="{D89D418C-6AC3-47B4-A966-F57693883D7D}"/>
    <dgm:cxn modelId="{7B64B737-BB2C-4DD7-AFE5-F0B4A2B683DB}" type="presOf" srcId="{31DFCAB3-808D-469D-9C11-0C0FC08C0849}" destId="{D980D59B-89F1-45DA-8300-11492F7CDCE3}" srcOrd="0" destOrd="3" presId="urn:microsoft.com/office/officeart/2005/8/layout/hList1"/>
    <dgm:cxn modelId="{69F10D6A-1B74-44AB-8445-7022CCB3A710}" srcId="{44F7B2D4-CFEA-41AA-86AA-70BFB8F8557C}" destId="{930618AE-8D79-44D3-B71F-3DC8FD9FD485}" srcOrd="0" destOrd="0" parTransId="{CC280437-E884-4637-AE7D-474F13538AE5}" sibTransId="{E4FC9C63-E104-4D6A-9D56-799C72CDB98D}"/>
    <dgm:cxn modelId="{5ECF786D-6615-4F4E-8803-1E5C360C9396}" type="presOf" srcId="{44F7B2D4-CFEA-41AA-86AA-70BFB8F8557C}" destId="{620BF8E5-708A-440D-8E83-EB110D629ABF}" srcOrd="0" destOrd="0" presId="urn:microsoft.com/office/officeart/2005/8/layout/hList1"/>
    <dgm:cxn modelId="{0B966751-A59C-4273-A3C1-E198F800A6EA}" type="presOf" srcId="{BD162D48-00A6-453F-A661-657AE23EC918}" destId="{21F9EFD3-B30D-4839-9C51-381B4CD2B962}" srcOrd="0" destOrd="1" presId="urn:microsoft.com/office/officeart/2005/8/layout/hList1"/>
    <dgm:cxn modelId="{7EDBAC77-930A-448A-9A3D-6D87836EC213}" srcId="{930618AE-8D79-44D3-B71F-3DC8FD9FD485}" destId="{197D31A4-AF2F-41B4-9572-EDACF8EBBA55}" srcOrd="0" destOrd="0" parTransId="{CBE11E67-210B-48C0-AAE8-455E433A0874}" sibTransId="{EC170457-6733-4B4C-885F-0B41103D0C3A}"/>
    <dgm:cxn modelId="{5CDEE87B-7AA3-4461-8377-0771CAF47E3E}" srcId="{44F7B2D4-CFEA-41AA-86AA-70BFB8F8557C}" destId="{E3FC5E54-D237-4876-A2C8-0F5FBA90798B}" srcOrd="1" destOrd="0" parTransId="{3335FD45-FA02-4120-85DB-8D29BBD5DB9A}" sibTransId="{74CEB435-3E98-4B4F-B571-BE8D8B9BA7EA}"/>
    <dgm:cxn modelId="{27297E9E-58DD-409F-ABDA-DE4879EAC75E}" srcId="{BD162D48-00A6-453F-A661-657AE23EC918}" destId="{51E9FE9C-554F-4765-A70D-F73A5A3ACF61}" srcOrd="1" destOrd="0" parTransId="{425B55E7-8F6A-4648-BBFC-0F21371044D6}" sibTransId="{7F7BAA66-E243-4974-8900-4294329F67D8}"/>
    <dgm:cxn modelId="{858EBA9E-20EE-4656-9F91-1BD3B5B336F7}" type="presOf" srcId="{E8E690DF-3573-4C2C-8330-E686EED8A582}" destId="{21F9EFD3-B30D-4839-9C51-381B4CD2B962}" srcOrd="0" destOrd="2" presId="urn:microsoft.com/office/officeart/2005/8/layout/hList1"/>
    <dgm:cxn modelId="{7DAA65A2-BC65-4A0B-9384-D546DF30702E}" srcId="{E3FC5E54-D237-4876-A2C8-0F5FBA90798B}" destId="{31DFCAB3-808D-469D-9C11-0C0FC08C0849}" srcOrd="3" destOrd="0" parTransId="{4F6A92AA-093B-45F8-AC4A-37E49B3AD79C}" sibTransId="{FCFBDD27-CAA6-4123-A478-E2BCB870AE6E}"/>
    <dgm:cxn modelId="{5EA149A2-82D3-410C-9C6C-40B6EEB03018}" type="presOf" srcId="{D91994D6-2857-41E6-B8BB-653728EF0950}" destId="{D980D59B-89F1-45DA-8300-11492F7CDCE3}" srcOrd="0" destOrd="2" presId="urn:microsoft.com/office/officeart/2005/8/layout/hList1"/>
    <dgm:cxn modelId="{4356A3C8-1599-4A91-8491-45594C8F66D8}" type="presOf" srcId="{930618AE-8D79-44D3-B71F-3DC8FD9FD485}" destId="{2D2F0ACD-FA8C-491E-B4CF-9EDEACEA9E04}" srcOrd="0" destOrd="0" presId="urn:microsoft.com/office/officeart/2005/8/layout/hList1"/>
    <dgm:cxn modelId="{C880E5CB-FB41-443C-A341-1A05823F014A}" srcId="{930618AE-8D79-44D3-B71F-3DC8FD9FD485}" destId="{BD162D48-00A6-453F-A661-657AE23EC918}" srcOrd="1" destOrd="0" parTransId="{10B559C7-0C09-4EFD-8A0B-EECB928DC626}" sibTransId="{F577B0F1-6F30-4AE8-BC27-F5FBB415FE43}"/>
    <dgm:cxn modelId="{3BBD4AD3-7EE4-495E-BBA3-AF203552147E}" type="presOf" srcId="{197D31A4-AF2F-41B4-9572-EDACF8EBBA55}" destId="{21F9EFD3-B30D-4839-9C51-381B4CD2B962}" srcOrd="0" destOrd="0" presId="urn:microsoft.com/office/officeart/2005/8/layout/hList1"/>
    <dgm:cxn modelId="{7186BCD5-489E-498D-BF55-2F00ED6210AA}" type="presOf" srcId="{E3FC5E54-D237-4876-A2C8-0F5FBA90798B}" destId="{0BCE69BC-1B78-48E4-B243-9878B5F910EE}" srcOrd="0" destOrd="0" presId="urn:microsoft.com/office/officeart/2005/8/layout/hList1"/>
    <dgm:cxn modelId="{DA50E3E2-1699-48A3-8C24-C162583737BF}" type="presOf" srcId="{51E9FE9C-554F-4765-A70D-F73A5A3ACF61}" destId="{21F9EFD3-B30D-4839-9C51-381B4CD2B962}" srcOrd="0" destOrd="3" presId="urn:microsoft.com/office/officeart/2005/8/layout/hList1"/>
    <dgm:cxn modelId="{29083FF6-5DBE-4335-B8E3-A1E633486B42}" type="presOf" srcId="{F4C15204-8893-46B5-B91E-467C7F934B9E}" destId="{D980D59B-89F1-45DA-8300-11492F7CDCE3}" srcOrd="0" destOrd="1" presId="urn:microsoft.com/office/officeart/2005/8/layout/hList1"/>
    <dgm:cxn modelId="{785710FB-8827-4C0B-987D-E64BC774471B}" srcId="{E3FC5E54-D237-4876-A2C8-0F5FBA90798B}" destId="{57E3BF35-7107-4426-96D8-A61B94933FA5}" srcOrd="0" destOrd="0" parTransId="{8D4BF8D3-90B0-43CA-B0C2-BCB187706B1C}" sibTransId="{07BAC674-9F37-45D2-97DC-3F6838176E3C}"/>
    <dgm:cxn modelId="{50C06920-A4C8-4768-8D11-7EBE02071EBA}" type="presParOf" srcId="{620BF8E5-708A-440D-8E83-EB110D629ABF}" destId="{E02E9268-0F9A-4D8A-A4F4-3B61B54E0A42}" srcOrd="0" destOrd="0" presId="urn:microsoft.com/office/officeart/2005/8/layout/hList1"/>
    <dgm:cxn modelId="{887AE09A-9FB5-4EC6-8667-80E4D359D96A}" type="presParOf" srcId="{E02E9268-0F9A-4D8A-A4F4-3B61B54E0A42}" destId="{2D2F0ACD-FA8C-491E-B4CF-9EDEACEA9E04}" srcOrd="0" destOrd="0" presId="urn:microsoft.com/office/officeart/2005/8/layout/hList1"/>
    <dgm:cxn modelId="{22ACD7AD-5889-4F28-A61F-649C655267D7}" type="presParOf" srcId="{E02E9268-0F9A-4D8A-A4F4-3B61B54E0A42}" destId="{21F9EFD3-B30D-4839-9C51-381B4CD2B962}" srcOrd="1" destOrd="0" presId="urn:microsoft.com/office/officeart/2005/8/layout/hList1"/>
    <dgm:cxn modelId="{A99D2CB0-7309-4463-8D4F-A45FFCD739F7}" type="presParOf" srcId="{620BF8E5-708A-440D-8E83-EB110D629ABF}" destId="{CCF7143A-7312-4796-BFB5-8F1FF4537773}" srcOrd="1" destOrd="0" presId="urn:microsoft.com/office/officeart/2005/8/layout/hList1"/>
    <dgm:cxn modelId="{BDC07171-0D60-45BC-BDF9-9C45C5FF7343}" type="presParOf" srcId="{620BF8E5-708A-440D-8E83-EB110D629ABF}" destId="{0D2AC792-6358-4115-B9F9-4F88AF0AB910}" srcOrd="2" destOrd="0" presId="urn:microsoft.com/office/officeart/2005/8/layout/hList1"/>
    <dgm:cxn modelId="{8F883580-8E10-4A7A-A1F7-603C37E2CACD}" type="presParOf" srcId="{0D2AC792-6358-4115-B9F9-4F88AF0AB910}" destId="{0BCE69BC-1B78-48E4-B243-9878B5F910EE}" srcOrd="0" destOrd="0" presId="urn:microsoft.com/office/officeart/2005/8/layout/hList1"/>
    <dgm:cxn modelId="{EA89233D-E5A1-4108-9414-8AA6A40CB847}" type="presParOf" srcId="{0D2AC792-6358-4115-B9F9-4F88AF0AB910}" destId="{D980D59B-89F1-45DA-8300-11492F7CDCE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2F0ACD-FA8C-491E-B4CF-9EDEACEA9E04}">
      <dsp:nvSpPr>
        <dsp:cNvPr id="0" name=""/>
        <dsp:cNvSpPr/>
      </dsp:nvSpPr>
      <dsp:spPr>
        <a:xfrm>
          <a:off x="47" y="39474"/>
          <a:ext cx="4557119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/>
            <a:t>活动模型</a:t>
          </a:r>
        </a:p>
      </dsp:txBody>
      <dsp:txXfrm>
        <a:off x="47" y="39474"/>
        <a:ext cx="4557119" cy="662400"/>
      </dsp:txXfrm>
    </dsp:sp>
    <dsp:sp modelId="{21F9EFD3-B30D-4839-9C51-381B4CD2B962}">
      <dsp:nvSpPr>
        <dsp:cNvPr id="0" name=""/>
        <dsp:cNvSpPr/>
      </dsp:nvSpPr>
      <dsp:spPr>
        <a:xfrm>
          <a:off x="47" y="701874"/>
          <a:ext cx="4557119" cy="37249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 dirty="0"/>
            <a:t>能够图形化显示</a:t>
          </a:r>
          <a:r>
            <a:rPr lang="zh-CN" sz="2300" kern="1200" dirty="0">
              <a:solidFill>
                <a:srgbClr val="FF0000"/>
              </a:solidFill>
            </a:rPr>
            <a:t>用例的事件流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 dirty="0"/>
            <a:t>也能用于</a:t>
          </a:r>
          <a:r>
            <a:rPr lang="en-US" sz="2300" kern="1200" dirty="0"/>
            <a:t>:</a:t>
          </a:r>
          <a:endParaRPr lang="zh-CN" sz="2300" kern="1200" dirty="0"/>
        </a:p>
        <a:p>
          <a:pPr marL="457200" lvl="2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 dirty="0"/>
            <a:t>在用例创建之前，在</a:t>
          </a:r>
          <a:r>
            <a:rPr lang="zh-CN" sz="2300" kern="1200" dirty="0">
              <a:solidFill>
                <a:srgbClr val="FF0000"/>
              </a:solidFill>
            </a:rPr>
            <a:t>高层抽象</a:t>
          </a:r>
          <a:r>
            <a:rPr lang="zh-CN" sz="2300" kern="1200" dirty="0"/>
            <a:t>上理解业务过程</a:t>
          </a:r>
        </a:p>
        <a:p>
          <a:pPr marL="457200" lvl="2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 dirty="0"/>
            <a:t>在更</a:t>
          </a:r>
          <a:r>
            <a:rPr lang="zh-CN" sz="2300" kern="1200" dirty="0">
              <a:solidFill>
                <a:srgbClr val="FF0000"/>
              </a:solidFill>
            </a:rPr>
            <a:t>低层抽象</a:t>
          </a:r>
          <a:r>
            <a:rPr lang="zh-CN" sz="2300" kern="1200" dirty="0"/>
            <a:t>上，设计复杂的顺序算法或设计多线程应用中的并发</a:t>
          </a:r>
        </a:p>
      </dsp:txBody>
      <dsp:txXfrm>
        <a:off x="47" y="701874"/>
        <a:ext cx="4557119" cy="3724965"/>
      </dsp:txXfrm>
    </dsp:sp>
    <dsp:sp modelId="{0BCE69BC-1B78-48E4-B243-9878B5F910EE}">
      <dsp:nvSpPr>
        <dsp:cNvPr id="0" name=""/>
        <dsp:cNvSpPr/>
      </dsp:nvSpPr>
      <dsp:spPr>
        <a:xfrm>
          <a:off x="5195163" y="39474"/>
          <a:ext cx="4557119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/>
            <a:t>展示计算的步骤</a:t>
          </a:r>
        </a:p>
      </dsp:txBody>
      <dsp:txXfrm>
        <a:off x="5195163" y="39474"/>
        <a:ext cx="4557119" cy="662400"/>
      </dsp:txXfrm>
    </dsp:sp>
    <dsp:sp modelId="{D980D59B-89F1-45DA-8300-11492F7CDCE3}">
      <dsp:nvSpPr>
        <dsp:cNvPr id="0" name=""/>
        <dsp:cNvSpPr/>
      </dsp:nvSpPr>
      <dsp:spPr>
        <a:xfrm>
          <a:off x="5195163" y="701874"/>
          <a:ext cx="4557119" cy="37249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/>
            <a:t>每一步都是做某事的一个状态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 dirty="0"/>
            <a:t>执行步骤称为</a:t>
          </a:r>
          <a:r>
            <a:rPr lang="zh-CN" sz="2300" kern="1200" dirty="0">
              <a:solidFill>
                <a:srgbClr val="FF0000"/>
              </a:solidFill>
            </a:rPr>
            <a:t>动作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 dirty="0"/>
            <a:t>描述哪些步骤被顺序执行、哪些可被并发地执行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 dirty="0">
              <a:solidFill>
                <a:srgbClr val="FF0000"/>
              </a:solidFill>
            </a:rPr>
            <a:t>控制流</a:t>
          </a:r>
          <a:r>
            <a:rPr lang="en-US" sz="2300" kern="1200" dirty="0"/>
            <a:t> – </a:t>
          </a:r>
          <a:r>
            <a:rPr lang="zh-CN" sz="2300" kern="1200" dirty="0"/>
            <a:t>控制从一个动作到下一个动作的流</a:t>
          </a:r>
        </a:p>
      </dsp:txBody>
      <dsp:txXfrm>
        <a:off x="5195163" y="701874"/>
        <a:ext cx="4557119" cy="37249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 defTabSz="990600" eaLnBrk="1" hangingPunct="1">
              <a:lnSpc>
                <a:spcPct val="100000"/>
              </a:lnSpc>
              <a:spcBef>
                <a:spcPct val="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 defTabSz="990600" eaLnBrk="1" hangingPunct="1">
              <a:lnSpc>
                <a:spcPct val="100000"/>
              </a:lnSpc>
              <a:spcBef>
                <a:spcPct val="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7498E72-F95B-4683-94F3-040E690CAC2B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 defTabSz="990600" eaLnBrk="1" hangingPunct="1">
              <a:lnSpc>
                <a:spcPct val="100000"/>
              </a:lnSpc>
              <a:spcBef>
                <a:spcPct val="0"/>
              </a:spcBef>
              <a:defRPr sz="13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defRPr sz="13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 defTabSz="990600" eaLnBrk="1" hangingPunct="1">
              <a:lnSpc>
                <a:spcPct val="100000"/>
              </a:lnSpc>
              <a:spcBef>
                <a:spcPct val="0"/>
              </a:spcBef>
              <a:defRPr sz="13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9428754-80EA-4722-B222-5EB445CA1959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panose="02010600030101010101" pitchFamily="2" charset="-122"/>
      </a:defRPr>
    </a:lvl1pPr>
    <a:lvl2pPr marL="4559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 userDrawn="1"/>
        </p:nvSpPr>
        <p:spPr>
          <a:xfrm>
            <a:off x="8831263" y="4221163"/>
            <a:ext cx="3322637" cy="2195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60000"/>
              </a:lnSpc>
              <a:spcBef>
                <a:spcPct val="5000"/>
              </a:spcBef>
              <a:defRPr/>
            </a:pPr>
            <a:endParaRPr lang="zh-CN" altLang="en-US" sz="2800"/>
          </a:p>
        </p:txBody>
      </p:sp>
      <p:pic>
        <p:nvPicPr>
          <p:cNvPr id="3" name="Picture 2"/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24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121729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algn="l" hangingPunct="0">
              <a:defRPr sz="40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"/>
              <a:defRPr b="1">
                <a:solidFill>
                  <a:srgbClr val="002060"/>
                </a:solidFill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>
                <a:solidFill>
                  <a:srgbClr val="002060"/>
                </a:solidFill>
              </a:defRPr>
            </a:lvl2pPr>
            <a:lvl3pPr marL="1143000" indent="-228600">
              <a:buFont typeface="Wingdings" panose="05000000000000000000" pitchFamily="2" charset="2"/>
              <a:buChar char="p"/>
              <a:defRPr>
                <a:solidFill>
                  <a:srgbClr val="002060"/>
                </a:solidFill>
              </a:defRPr>
            </a:lvl3pPr>
            <a:lvl4pPr marL="1600200" indent="-228600">
              <a:buFont typeface="Wingdings" panose="05000000000000000000" pitchFamily="2" charset="2"/>
              <a:buChar char="n"/>
              <a:defRPr>
                <a:solidFill>
                  <a:srgbClr val="002060"/>
                </a:solidFill>
              </a:defRPr>
            </a:lvl4pPr>
            <a:lvl5pPr marL="1828800" indent="0">
              <a:buFont typeface="Wingdings" panose="05000000000000000000" pitchFamily="2" charset="2"/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第二级单击此处编辑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05" y="1481328"/>
            <a:ext cx="10971086" cy="4525963"/>
          </a:xfrm>
        </p:spPr>
        <p:txBody>
          <a:bodyPr/>
          <a:lstStyle>
            <a:lvl1pPr>
              <a:defRPr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590935" y="6407944"/>
            <a:ext cx="2559920" cy="365760"/>
          </a:xfrm>
        </p:spPr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zh-CN" altLang="en-US"/>
              <a:t>©Copyright Xinjun Mao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423078" y="6407944"/>
            <a:ext cx="3133752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182818" y="6407944"/>
            <a:ext cx="832681" cy="365125"/>
          </a:xfrm>
        </p:spPr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77E88AF7-5153-4875-A5A7-0323E1DC4585}" type="slidenum">
              <a:rPr lang="zh-CN" altLang="en-US" smtClean="0"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09505" y="274638"/>
            <a:ext cx="10971086" cy="1143000"/>
          </a:xfrm>
        </p:spPr>
        <p:txBody>
          <a:bodyPr rtlCol="0"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3" y="4664147"/>
            <a:ext cx="12199546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14257" y="1752601"/>
            <a:ext cx="10361581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914257" y="3611607"/>
            <a:ext cx="10361581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5019" y="4953000"/>
            <a:ext cx="12195114" cy="1912088"/>
            <a:chOff x="-3765" y="4832896"/>
            <a:chExt cx="9147765" cy="2032192"/>
          </a:xfrm>
        </p:grpSpPr>
        <p:sp>
          <p:nvSpPr>
            <p:cNvPr id="7" name="任意多边形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>
          <a:xfrm>
            <a:off x="8967975" y="6407944"/>
            <a:ext cx="2559920" cy="36576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©Copyright Xinjun Mao</a:t>
            </a:r>
            <a:endParaRPr lang="en-US" altLang="zh-CN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5839183" y="6407944"/>
            <a:ext cx="3133752" cy="365125"/>
          </a:xfr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11527894" y="6407944"/>
            <a:ext cx="487604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86AB41F-CAC1-4232-8954-A49D2EE7F6D8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27" y="0"/>
            <a:ext cx="5202090" cy="668780"/>
          </a:xfrm>
          <a:prstGeom prst="rect">
            <a:avLst/>
          </a:prstGeom>
        </p:spPr>
        <p:txBody>
          <a:bodyPr rtlCol="0"/>
          <a:lstStyle>
            <a:lvl1pPr>
              <a:lnSpc>
                <a:spcPct val="130000"/>
              </a:lnSpc>
              <a:defRPr sz="3200"/>
            </a:lvl1pPr>
          </a:lstStyle>
          <a:p>
            <a:pPr rt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368252" cy="6687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25220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1D3C376-C7E7-93C4-AD12-A7C0769D49F4}"/>
              </a:ext>
            </a:extLst>
          </p:cNvPr>
          <p:cNvSpPr txBox="1">
            <a:spLocks noChangeArrowheads="1"/>
          </p:cNvSpPr>
          <p:nvPr/>
        </p:nvSpPr>
        <p:spPr>
          <a:xfrm>
            <a:off x="641349" y="1484784"/>
            <a:ext cx="10907713" cy="126206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与实践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D551FA-37D9-8C36-9895-F7BCBBC12D8D}"/>
              </a:ext>
            </a:extLst>
          </p:cNvPr>
          <p:cNvSpPr txBox="1"/>
          <p:nvPr/>
        </p:nvSpPr>
        <p:spPr>
          <a:xfrm>
            <a:off x="5051090" y="35913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442275D-9D17-787A-0778-19D8928B00FC}"/>
              </a:ext>
            </a:extLst>
          </p:cNvPr>
          <p:cNvSpPr txBox="1">
            <a:spLocks noChangeArrowheads="1"/>
          </p:cNvSpPr>
          <p:nvPr/>
        </p:nvSpPr>
        <p:spPr>
          <a:xfrm>
            <a:off x="2782118" y="3465004"/>
            <a:ext cx="6121400" cy="2484276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微软雅黑" panose="020B0503020204020204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软件工程与实践课程组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电子科技大学信息与软件工程学院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35051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ym typeface="+mn-ea"/>
              </a:rPr>
              <a:t>行为</a:t>
            </a:r>
            <a:r>
              <a:rPr lang="en-US" altLang="zh-CN" dirty="0" err="1">
                <a:sym typeface="+mn-ea"/>
              </a:rPr>
              <a:t>模型</a:t>
            </a: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活动</a:t>
            </a:r>
            <a:r>
              <a:rPr lang="en-US" altLang="zh-CN" dirty="0">
                <a:sym typeface="+mn-ea"/>
              </a:rPr>
              <a:t>图</a:t>
            </a:r>
            <a:endParaRPr lang="en-US" altLang="zh-CN" dirty="0"/>
          </a:p>
        </p:txBody>
      </p:sp>
      <p:graphicFrame>
        <p:nvGraphicFramePr>
          <p:cNvPr id="5" name="图示 4"/>
          <p:cNvGraphicFramePr/>
          <p:nvPr/>
        </p:nvGraphicFramePr>
        <p:xfrm>
          <a:off x="1213786" y="1067109"/>
          <a:ext cx="9752330" cy="4466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067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在用例流中发现动作</a:t>
            </a:r>
            <a:endParaRPr lang="en-AU" altLang="zh-CN" dirty="0"/>
          </a:p>
        </p:txBody>
      </p:sp>
      <p:graphicFrame>
        <p:nvGraphicFramePr>
          <p:cNvPr id="775171" name="Group 3"/>
          <p:cNvGraphicFramePr>
            <a:graphicFrameLocks noGrp="1"/>
          </p:cNvGraphicFramePr>
          <p:nvPr/>
        </p:nvGraphicFramePr>
        <p:xfrm>
          <a:off x="736479" y="1650737"/>
          <a:ext cx="7526944" cy="4345972"/>
        </p:xfrm>
        <a:graphic>
          <a:graphicData uri="http://schemas.openxmlformats.org/drawingml/2006/table">
            <a:tbl>
              <a:tblPr/>
              <a:tblGrid>
                <a:gridCol w="687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9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20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6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编号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91428" marR="91428" marT="45704" marB="4570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20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6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用例描述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91428" marR="91428" marT="45704" marB="4570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20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6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动作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91428" marR="91428" marT="45704" marB="4570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9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20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6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91428" marR="91428" marT="45704" marB="4570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20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6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Employee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请求系统显示租金及基本顾客和音像带信息。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91428" marR="91428" marT="45704" marB="4570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20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6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Display transaction details</a:t>
                      </a:r>
                    </a:p>
                  </a:txBody>
                  <a:tcPr marL="91428" marR="91428" marT="45704" marB="4570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54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20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6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91428" marR="91428" marT="45704" marB="4570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20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6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如果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Customer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提供现金支付，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Employee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处理现金，向系统确认支付已被接受，并请求系统记录已发生的支付。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91428" marR="91428" marT="45704" marB="4570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20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6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Key in cash amount; </a:t>
                      </a:r>
                      <a:b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</a:b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Confirm transaction</a:t>
                      </a:r>
                    </a:p>
                  </a:txBody>
                  <a:tcPr marL="91428" marR="91428" marT="45704" marB="4570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20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6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91428" marR="91428" marT="45704" marB="4570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20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6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如果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Customer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提供借记卡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/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信用卡支付，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 Employee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刷卡然后要求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Customer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输入卡密码（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PIN number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），选择借记卡或信用卡账户，并发送支付。一旦支付被卡提供商进行了电子确认，系统记录已发生的支付。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91428" marR="91428" marT="45704" marB="4570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20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6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40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Swipe the card; </a:t>
                      </a:r>
                      <a:b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</a:b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Accept card number;</a:t>
                      </a:r>
                      <a:b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</a:b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Select card account;</a:t>
                      </a:r>
                      <a:b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</a:b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Confirm transaction</a:t>
                      </a:r>
                    </a:p>
                  </a:txBody>
                  <a:tcPr marL="91428" marR="91428" marT="45704" marB="45704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椭圆 2"/>
          <p:cNvSpPr/>
          <p:nvPr/>
        </p:nvSpPr>
        <p:spPr>
          <a:xfrm>
            <a:off x="4047111" y="700893"/>
            <a:ext cx="1799966" cy="79198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Accept Payment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43C127B-EE2B-D048-B64F-86BBB9D7A7F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08922" y="1555930"/>
            <a:ext cx="3013347" cy="4359936"/>
          </a:xfrm>
          <a:prstGeom prst="rect">
            <a:avLst/>
          </a:prstGeom>
        </p:spPr>
      </p:pic>
      <p:sp>
        <p:nvSpPr>
          <p:cNvPr id="6" name="AutoShape 5">
            <a:extLst>
              <a:ext uri="{FF2B5EF4-FFF2-40B4-BE49-F238E27FC236}">
                <a16:creationId xmlns:a16="http://schemas.microsoft.com/office/drawing/2014/main" id="{C7FC1F04-4F1F-F84E-A8AB-0B9BB42852E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23652" y="2952388"/>
            <a:ext cx="380950" cy="609521"/>
          </a:xfrm>
          <a:prstGeom prst="upArrow">
            <a:avLst>
              <a:gd name="adj1" fmla="val 50000"/>
              <a:gd name="adj2" fmla="val 4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charset="2"/>
              <a:buChar char="n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574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动作</a:t>
            </a:r>
            <a:endParaRPr lang="en-AU" altLang="zh-CN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4294967295"/>
          </p:nvPr>
        </p:nvSpPr>
        <p:spPr/>
        <p:txBody>
          <a:bodyPr>
            <a:normAutofit fontScale="25000" lnSpcReduction="20000"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1703438" y="4412576"/>
            <a:ext cx="9142809" cy="369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charset="2"/>
              <a:buChar char="n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1800" dirty="0"/>
              <a:t>顾客的卡没有正确从读卡器刷过。经过三次不成功的尝试，</a:t>
            </a:r>
            <a:r>
              <a:rPr lang="en-US" altLang="zh-CN" sz="1800" dirty="0"/>
              <a:t>Employee</a:t>
            </a:r>
            <a:r>
              <a:rPr lang="zh-CN" altLang="en-US" sz="1800" dirty="0">
                <a:solidFill>
                  <a:srgbClr val="FF0000"/>
                </a:solidFill>
              </a:rPr>
              <a:t>人工输入卡号</a:t>
            </a:r>
            <a:r>
              <a:rPr lang="zh-CN" altLang="en-US" sz="1800" dirty="0"/>
              <a:t>。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2" name="AutoShape 5"/>
          <p:cNvSpPr>
            <a:spLocks noChangeArrowheads="1"/>
          </p:cNvSpPr>
          <p:nvPr/>
        </p:nvSpPr>
        <p:spPr bwMode="auto">
          <a:xfrm>
            <a:off x="6122101" y="3452053"/>
            <a:ext cx="380950" cy="609521"/>
          </a:xfrm>
          <a:prstGeom prst="upArrow">
            <a:avLst>
              <a:gd name="adj1" fmla="val 50000"/>
              <a:gd name="adj2" fmla="val 4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charset="2"/>
              <a:buChar char="n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9703" name="Picture 6"/>
          <p:cNvPicPr>
            <a:picLocks noChangeAspect="1" noChangeArrowheads="1"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894" y="1530885"/>
            <a:ext cx="8747573" cy="1858720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9834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活动图</a:t>
            </a:r>
            <a:endParaRPr lang="en-AU" altLang="zh-CN" dirty="0"/>
          </a:p>
        </p:txBody>
      </p:sp>
      <p:sp>
        <p:nvSpPr>
          <p:cNvPr id="3" name="矩形 2"/>
          <p:cNvSpPr/>
          <p:nvPr/>
        </p:nvSpPr>
        <p:spPr>
          <a:xfrm>
            <a:off x="500637" y="471173"/>
            <a:ext cx="10545758" cy="2438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21" indent="-285721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活动图表明动作间的转换</a:t>
            </a:r>
            <a:endParaRPr lang="en-US" altLang="zh-CN" sz="2800" dirty="0"/>
          </a:p>
          <a:p>
            <a:pPr marL="285721" indent="-285721">
              <a:lnSpc>
                <a:spcPct val="300000"/>
              </a:lnSpc>
              <a:buFont typeface="Arial" panose="020B0604020202020204" pitchFamily="34" charset="0"/>
              <a:buChar char="•"/>
            </a:pPr>
            <a:endParaRPr lang="en-US" altLang="zh-CN" sz="28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37093" y="1925476"/>
            <a:ext cx="1727064" cy="323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38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活动图</a:t>
            </a:r>
            <a:endParaRPr lang="en-AU" altLang="zh-CN" dirty="0"/>
          </a:p>
        </p:txBody>
      </p:sp>
      <p:sp>
        <p:nvSpPr>
          <p:cNvPr id="3" name="矩形 2"/>
          <p:cNvSpPr/>
          <p:nvPr/>
        </p:nvSpPr>
        <p:spPr>
          <a:xfrm>
            <a:off x="500637" y="471173"/>
            <a:ext cx="10545758" cy="3134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21" indent="-28572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实心圆表示一次活动的开始</a:t>
            </a:r>
            <a:endParaRPr lang="en-US" altLang="zh-CN" sz="2800" dirty="0"/>
          </a:p>
          <a:p>
            <a:pPr marL="285721" indent="-285721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285721" indent="-28572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活动的结束用“牛眼（</a:t>
            </a:r>
            <a:r>
              <a:rPr lang="en-US" altLang="zh-CN" sz="2800" dirty="0"/>
              <a:t>bull's eye</a:t>
            </a:r>
            <a:r>
              <a:rPr lang="zh-CN" altLang="en-US" sz="2800" dirty="0"/>
              <a:t>）”符号表示</a:t>
            </a:r>
            <a:endParaRPr lang="en-AU" altLang="zh-CN" sz="2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128" y="1434232"/>
            <a:ext cx="1612773" cy="125720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13286" y="4092343"/>
            <a:ext cx="1574676" cy="14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7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活动图</a:t>
            </a:r>
            <a:endParaRPr lang="en-AU" altLang="zh-CN" dirty="0"/>
          </a:p>
        </p:txBody>
      </p:sp>
      <p:sp>
        <p:nvSpPr>
          <p:cNvPr id="3" name="矩形 2"/>
          <p:cNvSpPr/>
          <p:nvPr/>
        </p:nvSpPr>
        <p:spPr>
          <a:xfrm>
            <a:off x="500637" y="471174"/>
            <a:ext cx="10545758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21" indent="-28572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转换可以分支及合并（钻石框）</a:t>
            </a:r>
            <a:r>
              <a:rPr lang="en-US" altLang="zh-CN" sz="2800" dirty="0"/>
              <a:t> – </a:t>
            </a:r>
            <a:r>
              <a:rPr lang="zh-CN" altLang="en-US" sz="2800" dirty="0"/>
              <a:t>可选计算线程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2049" y="1139867"/>
            <a:ext cx="4241466" cy="488911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33377" y="1351815"/>
            <a:ext cx="4228766" cy="501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1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活动图</a:t>
            </a:r>
            <a:endParaRPr lang="en-AU" altLang="zh-CN" dirty="0"/>
          </a:p>
        </p:txBody>
      </p:sp>
      <p:sp>
        <p:nvSpPr>
          <p:cNvPr id="3" name="矩形 2"/>
          <p:cNvSpPr/>
          <p:nvPr/>
        </p:nvSpPr>
        <p:spPr>
          <a:xfrm>
            <a:off x="500637" y="471174"/>
            <a:ext cx="10545758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21" indent="-28572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转换可以分叉及汇合（短横线）</a:t>
            </a:r>
            <a:r>
              <a:rPr lang="en-US" altLang="zh-CN" sz="2800" dirty="0"/>
              <a:t>– </a:t>
            </a:r>
            <a:r>
              <a:rPr lang="zh-CN" altLang="en-US" sz="2800" dirty="0"/>
              <a:t>并发（并行）计算线程</a:t>
            </a:r>
            <a:endParaRPr lang="en-US" altLang="zh-CN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6784" y="1147744"/>
            <a:ext cx="3873195" cy="492721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42932" y="1456058"/>
            <a:ext cx="4317660" cy="445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9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</a:t>
            </a:r>
            <a:r>
              <a:rPr lang="en-US" altLang="zh-CN" dirty="0"/>
              <a:t>Resolve Issue</a:t>
            </a:r>
            <a:r>
              <a:rPr lang="zh-CN" altLang="en-US" dirty="0"/>
              <a:t>活动图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69922" y="120429"/>
            <a:ext cx="6631163" cy="558507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19448" y="1203753"/>
            <a:ext cx="4457046" cy="156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https://www.uml-diagrams.org/software-resolve-issue-uml-activity-diagram-example.html</a:t>
            </a:r>
          </a:p>
        </p:txBody>
      </p:sp>
    </p:spTree>
    <p:extLst>
      <p:ext uri="{BB962C8B-B14F-4D97-AF65-F5344CB8AC3E}">
        <p14:creationId xmlns:p14="http://schemas.microsoft.com/office/powerpoint/2010/main" val="2811844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例：登录活动图（泳道图）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72471" y="610068"/>
            <a:ext cx="6035687" cy="605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4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26" y="446"/>
            <a:ext cx="6180591" cy="668693"/>
          </a:xfrm>
        </p:spPr>
        <p:txBody>
          <a:bodyPr/>
          <a:lstStyle/>
          <a:p>
            <a:r>
              <a:rPr lang="zh-CN" altLang="en-US" dirty="0"/>
              <a:t>例：增加账号活动图（泳道图）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79952" y="399746"/>
            <a:ext cx="6891454" cy="645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8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26" y="446"/>
            <a:ext cx="7347087" cy="668693"/>
          </a:xfrm>
        </p:spPr>
        <p:txBody>
          <a:bodyPr/>
          <a:lstStyle/>
          <a:p>
            <a:r>
              <a:rPr lang="zh-CN" altLang="en-US" dirty="0"/>
              <a:t>例：查询所修课程活动图（泳道图）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06060" y="669140"/>
            <a:ext cx="7041016" cy="58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4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cb355037-087a-4cdd-a4de-972ce56b9656}"/>
</p:tagLst>
</file>

<file path=ppt/theme/theme1.xml><?xml version="1.0" encoding="utf-8"?>
<a:theme xmlns:a="http://schemas.openxmlformats.org/drawingml/2006/main" name="自定义设计方案">
  <a:themeElements>
    <a:clrScheme name="自定义 1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000000"/>
      </a:accent2>
      <a:accent3>
        <a:srgbClr val="0000FF"/>
      </a:accent3>
      <a:accent4>
        <a:srgbClr val="00B0F0"/>
      </a:accent4>
      <a:accent5>
        <a:srgbClr val="0000BF"/>
      </a:accent5>
      <a:accent6>
        <a:srgbClr val="00B050"/>
      </a:accent6>
      <a:hlink>
        <a:srgbClr val="92D050"/>
      </a:hlink>
      <a:folHlink>
        <a:srgbClr val="FF0000"/>
      </a:folHlink>
    </a:clrScheme>
    <a:fontScheme name="自定义 11">
      <a:majorFont>
        <a:latin typeface="Times New Roman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《卫星导航定位导论》 20100913</Template>
  <TotalTime>6873</TotalTime>
  <Words>389</Words>
  <Application>Microsoft Office PowerPoint</Application>
  <PresentationFormat>自定义</PresentationFormat>
  <Paragraphs>50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微软雅黑</vt:lpstr>
      <vt:lpstr>Arial</vt:lpstr>
      <vt:lpstr>Times New Roman</vt:lpstr>
      <vt:lpstr>Wingdings</vt:lpstr>
      <vt:lpstr>自定义设计方案</vt:lpstr>
      <vt:lpstr>PowerPoint 演示文稿</vt:lpstr>
      <vt:lpstr>行为模型——活动图</vt:lpstr>
      <vt:lpstr>在用例流中发现动作</vt:lpstr>
      <vt:lpstr>动作</vt:lpstr>
      <vt:lpstr>活动图</vt:lpstr>
      <vt:lpstr>活动图</vt:lpstr>
      <vt:lpstr>活动图</vt:lpstr>
      <vt:lpstr>活动图</vt:lpstr>
      <vt:lpstr>例：Resolve Issue活动图</vt:lpstr>
      <vt:lpstr>例：登录活动图（泳道图）</vt:lpstr>
      <vt:lpstr>例：增加账号活动图（泳道图）</vt:lpstr>
      <vt:lpstr>例：查询所修课程活动图（泳道图）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kd</dc:creator>
  <cp:lastModifiedBy>伟中 钱</cp:lastModifiedBy>
  <cp:revision>2684</cp:revision>
  <dcterms:created xsi:type="dcterms:W3CDTF">2113-01-01T00:00:00Z</dcterms:created>
  <dcterms:modified xsi:type="dcterms:W3CDTF">2025-10-14T14:21:42Z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2052-11.1.0.9828</vt:lpwstr>
  </property>
</Properties>
</file>